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82" r:id="rId2"/>
    <p:sldId id="259" r:id="rId3"/>
    <p:sldId id="262" r:id="rId4"/>
    <p:sldId id="481" r:id="rId5"/>
    <p:sldId id="482" r:id="rId6"/>
    <p:sldId id="483" r:id="rId7"/>
    <p:sldId id="484" r:id="rId8"/>
    <p:sldId id="374" r:id="rId9"/>
    <p:sldId id="478" r:id="rId10"/>
    <p:sldId id="485" r:id="rId11"/>
    <p:sldId id="491" r:id="rId12"/>
    <p:sldId id="486" r:id="rId13"/>
    <p:sldId id="492" r:id="rId14"/>
    <p:sldId id="493" r:id="rId15"/>
    <p:sldId id="494" r:id="rId16"/>
    <p:sldId id="495" r:id="rId17"/>
    <p:sldId id="496" r:id="rId18"/>
    <p:sldId id="498" r:id="rId19"/>
    <p:sldId id="497" r:id="rId20"/>
    <p:sldId id="499" r:id="rId21"/>
    <p:sldId id="500" r:id="rId22"/>
    <p:sldId id="501" r:id="rId23"/>
    <p:sldId id="502" r:id="rId24"/>
    <p:sldId id="504" r:id="rId25"/>
    <p:sldId id="503" r:id="rId26"/>
    <p:sldId id="505" r:id="rId27"/>
    <p:sldId id="520" r:id="rId28"/>
    <p:sldId id="506" r:id="rId29"/>
    <p:sldId id="507" r:id="rId30"/>
    <p:sldId id="508" r:id="rId31"/>
    <p:sldId id="509" r:id="rId32"/>
    <p:sldId id="515" r:id="rId33"/>
    <p:sldId id="513" r:id="rId34"/>
    <p:sldId id="516" r:id="rId35"/>
    <p:sldId id="517" r:id="rId36"/>
    <p:sldId id="519" r:id="rId37"/>
    <p:sldId id="521" r:id="rId38"/>
    <p:sldId id="522" r:id="rId39"/>
    <p:sldId id="372" r:id="rId40"/>
    <p:sldId id="510" r:id="rId41"/>
    <p:sldId id="511" r:id="rId42"/>
    <p:sldId id="512" r:id="rId43"/>
  </p:sldIdLst>
  <p:sldSz cx="12192000" cy="6858000"/>
  <p:notesSz cx="6858000" cy="9144000"/>
  <p:custDataLst>
    <p:tags r:id="rId4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FC684-D59A-4CFC-9F8D-DECE2C1C0FD9}" v="267" dt="2025-03-30T09:35:45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79870" autoAdjust="0"/>
  </p:normalViewPr>
  <p:slideViewPr>
    <p:cSldViewPr>
      <p:cViewPr varScale="1">
        <p:scale>
          <a:sx n="86" d="100"/>
          <a:sy n="86" d="100"/>
        </p:scale>
        <p:origin x="48" y="60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o Jiang" userId="19a87579752ee5ee" providerId="LiveId" clId="{F46FC684-D59A-4CFC-9F8D-DECE2C1C0FD9}"/>
    <pc:docChg chg="undo custSel modSld">
      <pc:chgData name="Yao Jiang" userId="19a87579752ee5ee" providerId="LiveId" clId="{F46FC684-D59A-4CFC-9F8D-DECE2C1C0FD9}" dt="2025-03-30T09:35:45.391" v="426" actId="20577"/>
      <pc:docMkLst>
        <pc:docMk/>
      </pc:docMkLst>
      <pc:sldChg chg="modAnim modNotesTx">
        <pc:chgData name="Yao Jiang" userId="19a87579752ee5ee" providerId="LiveId" clId="{F46FC684-D59A-4CFC-9F8D-DECE2C1C0FD9}" dt="2025-03-30T09:15:32.683" v="235" actId="20577"/>
        <pc:sldMkLst>
          <pc:docMk/>
          <pc:sldMk cId="650396568" sldId="506"/>
        </pc:sldMkLst>
      </pc:sldChg>
      <pc:sldChg chg="modNotesTx">
        <pc:chgData name="Yao Jiang" userId="19a87579752ee5ee" providerId="LiveId" clId="{F46FC684-D59A-4CFC-9F8D-DECE2C1C0FD9}" dt="2025-03-30T09:26:41.194" v="365" actId="20577"/>
        <pc:sldMkLst>
          <pc:docMk/>
          <pc:sldMk cId="3935614248" sldId="507"/>
        </pc:sldMkLst>
      </pc:sldChg>
      <pc:sldChg chg="modNotesTx">
        <pc:chgData name="Yao Jiang" userId="19a87579752ee5ee" providerId="LiveId" clId="{F46FC684-D59A-4CFC-9F8D-DECE2C1C0FD9}" dt="2025-03-30T09:27:08.318" v="373" actId="20577"/>
        <pc:sldMkLst>
          <pc:docMk/>
          <pc:sldMk cId="735729381" sldId="508"/>
        </pc:sldMkLst>
      </pc:sldChg>
      <pc:sldChg chg="modSp mod modNotesTx">
        <pc:chgData name="Yao Jiang" userId="19a87579752ee5ee" providerId="LiveId" clId="{F46FC684-D59A-4CFC-9F8D-DECE2C1C0FD9}" dt="2025-03-30T09:30:57.077" v="405" actId="20577"/>
        <pc:sldMkLst>
          <pc:docMk/>
          <pc:sldMk cId="2136909694" sldId="509"/>
        </pc:sldMkLst>
        <pc:spChg chg="mod">
          <ac:chgData name="Yao Jiang" userId="19a87579752ee5ee" providerId="LiveId" clId="{F46FC684-D59A-4CFC-9F8D-DECE2C1C0FD9}" dt="2025-03-30T03:52:27.744" v="13" actId="1035"/>
          <ac:spMkLst>
            <pc:docMk/>
            <pc:sldMk cId="2136909694" sldId="509"/>
            <ac:spMk id="33" creationId="{9D5BC66E-93AD-B104-7C80-287480E67BCC}"/>
          </ac:spMkLst>
        </pc:spChg>
        <pc:spChg chg="mod">
          <ac:chgData name="Yao Jiang" userId="19a87579752ee5ee" providerId="LiveId" clId="{F46FC684-D59A-4CFC-9F8D-DECE2C1C0FD9}" dt="2025-03-30T03:52:51.336" v="47" actId="1035"/>
          <ac:spMkLst>
            <pc:docMk/>
            <pc:sldMk cId="2136909694" sldId="509"/>
            <ac:spMk id="52" creationId="{D52AAF6C-CCEF-FC79-CE9D-F054AC2B7ACD}"/>
          </ac:spMkLst>
        </pc:spChg>
        <pc:spChg chg="mod">
          <ac:chgData name="Yao Jiang" userId="19a87579752ee5ee" providerId="LiveId" clId="{F46FC684-D59A-4CFC-9F8D-DECE2C1C0FD9}" dt="2025-03-30T03:52:53.025" v="48" actId="1035"/>
          <ac:spMkLst>
            <pc:docMk/>
            <pc:sldMk cId="2136909694" sldId="509"/>
            <ac:spMk id="53" creationId="{D94FF510-2825-74CE-FDB6-CB60E2911D05}"/>
          </ac:spMkLst>
        </pc:spChg>
        <pc:spChg chg="mod">
          <ac:chgData name="Yao Jiang" userId="19a87579752ee5ee" providerId="LiveId" clId="{F46FC684-D59A-4CFC-9F8D-DECE2C1C0FD9}" dt="2025-03-30T03:53:13.563" v="79" actId="1037"/>
          <ac:spMkLst>
            <pc:docMk/>
            <pc:sldMk cId="2136909694" sldId="509"/>
            <ac:spMk id="56" creationId="{08C94111-15E0-0836-0A83-B527BD46165F}"/>
          </ac:spMkLst>
        </pc:spChg>
        <pc:spChg chg="mod">
          <ac:chgData name="Yao Jiang" userId="19a87579752ee5ee" providerId="LiveId" clId="{F46FC684-D59A-4CFC-9F8D-DECE2C1C0FD9}" dt="2025-03-30T03:52:34.292" v="32" actId="1035"/>
          <ac:spMkLst>
            <pc:docMk/>
            <pc:sldMk cId="2136909694" sldId="509"/>
            <ac:spMk id="57" creationId="{4744694E-2AA0-737D-49F8-EC361DABDF79}"/>
          </ac:spMkLst>
        </pc:spChg>
        <pc:spChg chg="mod">
          <ac:chgData name="Yao Jiang" userId="19a87579752ee5ee" providerId="LiveId" clId="{F46FC684-D59A-4CFC-9F8D-DECE2C1C0FD9}" dt="2025-03-30T03:52:37.701" v="37" actId="1036"/>
          <ac:spMkLst>
            <pc:docMk/>
            <pc:sldMk cId="2136909694" sldId="509"/>
            <ac:spMk id="58" creationId="{8B4CE168-C6C4-B02A-0983-7DA566CD72A8}"/>
          </ac:spMkLst>
        </pc:spChg>
        <pc:spChg chg="mod">
          <ac:chgData name="Yao Jiang" userId="19a87579752ee5ee" providerId="LiveId" clId="{F46FC684-D59A-4CFC-9F8D-DECE2C1C0FD9}" dt="2025-03-30T03:53:10.210" v="69" actId="1038"/>
          <ac:spMkLst>
            <pc:docMk/>
            <pc:sldMk cId="2136909694" sldId="509"/>
            <ac:spMk id="59" creationId="{E09902A5-D285-65BD-C5D8-C59E6A1EB59A}"/>
          </ac:spMkLst>
        </pc:spChg>
      </pc:sldChg>
      <pc:sldChg chg="modNotesTx">
        <pc:chgData name="Yao Jiang" userId="19a87579752ee5ee" providerId="LiveId" clId="{F46FC684-D59A-4CFC-9F8D-DECE2C1C0FD9}" dt="2025-03-30T09:34:48.789" v="418" actId="20577"/>
        <pc:sldMkLst>
          <pc:docMk/>
          <pc:sldMk cId="1696945619" sldId="513"/>
        </pc:sldMkLst>
      </pc:sldChg>
      <pc:sldChg chg="modNotesTx">
        <pc:chgData name="Yao Jiang" userId="19a87579752ee5ee" providerId="LiveId" clId="{F46FC684-D59A-4CFC-9F8D-DECE2C1C0FD9}" dt="2025-03-30T09:35:45.391" v="426" actId="20577"/>
        <pc:sldMkLst>
          <pc:docMk/>
          <pc:sldMk cId="3026385289" sldId="516"/>
        </pc:sldMkLst>
      </pc:sldChg>
      <pc:sldChg chg="modSp modAnim">
        <pc:chgData name="Yao Jiang" userId="19a87579752ee5ee" providerId="LiveId" clId="{F46FC684-D59A-4CFC-9F8D-DECE2C1C0FD9}" dt="2025-03-30T09:32:42.173" v="408" actId="115"/>
        <pc:sldMkLst>
          <pc:docMk/>
          <pc:sldMk cId="1327357982" sldId="519"/>
        </pc:sldMkLst>
        <pc:spChg chg="mod">
          <ac:chgData name="Yao Jiang" userId="19a87579752ee5ee" providerId="LiveId" clId="{F46FC684-D59A-4CFC-9F8D-DECE2C1C0FD9}" dt="2025-03-30T09:32:42.173" v="408" actId="115"/>
          <ac:spMkLst>
            <pc:docMk/>
            <pc:sldMk cId="1327357982" sldId="519"/>
            <ac:spMk id="3" creationId="{C6CFEF7E-D867-866B-DF20-DFF3785E9383}"/>
          </ac:spMkLst>
        </pc:spChg>
      </pc:sldChg>
      <pc:sldChg chg="modAnim">
        <pc:chgData name="Yao Jiang" userId="19a87579752ee5ee" providerId="LiveId" clId="{F46FC684-D59A-4CFC-9F8D-DECE2C1C0FD9}" dt="2025-03-30T09:32:48.145" v="409"/>
        <pc:sldMkLst>
          <pc:docMk/>
          <pc:sldMk cId="559430056" sldId="521"/>
        </pc:sldMkLst>
      </pc:sldChg>
      <pc:sldChg chg="modAnim">
        <pc:chgData name="Yao Jiang" userId="19a87579752ee5ee" providerId="LiveId" clId="{F46FC684-D59A-4CFC-9F8D-DECE2C1C0FD9}" dt="2025-03-30T09:32:52.226" v="410"/>
        <pc:sldMkLst>
          <pc:docMk/>
          <pc:sldMk cId="1772331615" sldId="522"/>
        </pc:sldMkLst>
      </pc:sldChg>
    </pc:docChg>
  </pc:docChgLst>
  <pc:docChgLst>
    <pc:chgData name="Yao Jiang" userId="19a87579752ee5ee" providerId="LiveId" clId="{0D48508B-4DC8-4F48-B2A1-ED634C6836C1}"/>
    <pc:docChg chg="modSld">
      <pc:chgData name="Yao Jiang" userId="19a87579752ee5ee" providerId="LiveId" clId="{0D48508B-4DC8-4F48-B2A1-ED634C6836C1}" dt="2025-03-29T06:42:23.283" v="8"/>
      <pc:docMkLst>
        <pc:docMk/>
      </pc:docMkLst>
      <pc:sldChg chg="modAnim">
        <pc:chgData name="Yao Jiang" userId="19a87579752ee5ee" providerId="LiveId" clId="{0D48508B-4DC8-4F48-B2A1-ED634C6836C1}" dt="2025-03-29T06:31:07.944" v="3"/>
        <pc:sldMkLst>
          <pc:docMk/>
          <pc:sldMk cId="650396568" sldId="506"/>
        </pc:sldMkLst>
      </pc:sldChg>
      <pc:sldChg chg="modAnim">
        <pc:chgData name="Yao Jiang" userId="19a87579752ee5ee" providerId="LiveId" clId="{0D48508B-4DC8-4F48-B2A1-ED634C6836C1}" dt="2025-03-29T06:39:57.090" v="4"/>
        <pc:sldMkLst>
          <pc:docMk/>
          <pc:sldMk cId="735729381" sldId="508"/>
        </pc:sldMkLst>
      </pc:sldChg>
      <pc:sldChg chg="modSp mod">
        <pc:chgData name="Yao Jiang" userId="19a87579752ee5ee" providerId="LiveId" clId="{0D48508B-4DC8-4F48-B2A1-ED634C6836C1}" dt="2025-03-29T06:41:38.723" v="7" actId="14100"/>
        <pc:sldMkLst>
          <pc:docMk/>
          <pc:sldMk cId="2136909694" sldId="509"/>
        </pc:sldMkLst>
        <pc:spChg chg="mod">
          <ac:chgData name="Yao Jiang" userId="19a87579752ee5ee" providerId="LiveId" clId="{0D48508B-4DC8-4F48-B2A1-ED634C6836C1}" dt="2025-03-29T06:41:38.723" v="7" actId="14100"/>
          <ac:spMkLst>
            <pc:docMk/>
            <pc:sldMk cId="2136909694" sldId="509"/>
            <ac:spMk id="27" creationId="{1F16E6CB-F70A-97D6-9CF1-DD548E3FAFCF}"/>
          </ac:spMkLst>
        </pc:spChg>
      </pc:sldChg>
      <pc:sldChg chg="modAnim">
        <pc:chgData name="Yao Jiang" userId="19a87579752ee5ee" providerId="LiveId" clId="{0D48508B-4DC8-4F48-B2A1-ED634C6836C1}" dt="2025-03-29T06:42:23.283" v="8"/>
        <pc:sldMkLst>
          <pc:docMk/>
          <pc:sldMk cId="3026385289" sldId="5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相交同样是构建复杂形体的一种手段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80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相贯和相贯线的基本概念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三种基本的相贯形式：按照立体的形状来划分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964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相贯的形式：按照立体的相对位置关系划分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864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相贯线的形状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相贯线的投影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2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相贯线的主要性质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8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读图：哪两个平面体相交，分别是四棱柱和梯形棱柱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空间分析：相贯线是封闭的空间折线，由几条直线围成的相贯线？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哪些表面发生了相交：四棱柱的侧面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前后两个棱面各有一条交线，左右两个棱面各有三条交线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投影分析：相贯线是两个立体表面的公有线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相贯线在俯视图中的投影：四棱柱的四个侧面在俯视图的投影具有积聚性，相贯线的水平投影也应该积聚在这四条直线上，标上顶点序号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相贯线在左视图中的投影：梯形棱柱的前面、后面、顶面在左视图中的投影具有积聚性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相贯线在主视图中的投影：知道了交点的两个投影，可以求出主视图中的投影，顺序连接</a:t>
            </a:r>
            <a:endParaRPr lang="en-US" altLang="zh-CN" dirty="0"/>
          </a:p>
          <a:p>
            <a:pPr marL="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作图检查：可见性判断，相交组成整体后轮廓线消失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98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读图：圆柱和四棱柱相贯；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空间分析：相贯线是一条封闭的空间折线，四棱柱四个侧面都相交，产生四条交线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前后交线：前后侧面与圆柱轴线平行，交线为两条直线；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左右交线：左右侧面与圆柱轴线处置，交线是两条圆弧；</a:t>
            </a:r>
            <a:endParaRPr lang="en-US" altLang="zh-CN" dirty="0"/>
          </a:p>
          <a:p>
            <a:pPr marL="0" lvl="1" indent="-1714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726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695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读图：确定是什么形体相贯，两个圆桶相贯，轴线相交且垂直；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分析相贯线：外圆柱面相贯、内</a:t>
            </a:r>
            <a:r>
              <a:rPr lang="en-US" altLang="zh-CN" dirty="0"/>
              <a:t>-</a:t>
            </a:r>
            <a:r>
              <a:rPr lang="zh-CN" altLang="en-US" dirty="0"/>
              <a:t>外圆柱面相贯、内内圆柱面相贯；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复杂形体相贯，分别求解相贯线：外形交线、内形交线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相贯线：积聚性表面取点法，先确定相贯线的已知投影，再找特殊点和中间点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特殊点：两个轮廓线的交点，以及根据相贯线弯向大圆柱轴线确定的特殊点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7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空间分析：交线为空间封闭曲线</a:t>
            </a:r>
            <a:endParaRPr lang="en-US" altLang="zh-CN" dirty="0"/>
          </a:p>
          <a:p>
            <a:r>
              <a:rPr lang="zh-CN" altLang="en-US" dirty="0"/>
              <a:t>投影分析：确定交线的已知投影</a:t>
            </a:r>
            <a:endParaRPr lang="en-US" altLang="zh-CN" dirty="0"/>
          </a:p>
          <a:p>
            <a:r>
              <a:rPr lang="zh-CN" altLang="en-US" dirty="0"/>
              <a:t>特殊点：最前点、最左最右、最上最下、最后点</a:t>
            </a:r>
            <a:endParaRPr lang="en-US" altLang="zh-CN" dirty="0"/>
          </a:p>
          <a:p>
            <a:r>
              <a:rPr lang="zh-CN" altLang="en-US" dirty="0"/>
              <a:t>相贯线可见性判断：从俯视图，圆柱的前半个圆柱面上的点才可见</a:t>
            </a:r>
            <a:endParaRPr lang="en-US" altLang="zh-CN" dirty="0"/>
          </a:p>
          <a:p>
            <a:r>
              <a:rPr lang="zh-CN" altLang="en-US" dirty="0"/>
              <a:t>圆柱轮廓可见性判断：小圆柱轮廓线，从左视图上进行观测；大圆柱轮廓线，从俯视图上进行观测</a:t>
            </a:r>
            <a:endParaRPr lang="en-US" altLang="zh-CN" dirty="0"/>
          </a:p>
          <a:p>
            <a:r>
              <a:rPr lang="zh-CN" altLang="en-US" dirty="0"/>
              <a:t>相贯线是光滑曲线，不要有交点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279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圆柱与圆柱相贯，可以利用积聚性表面取点方法取点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10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读图：圆柱和圆台相贯</a:t>
            </a:r>
            <a:endParaRPr lang="en-US" altLang="zh-CN" dirty="0"/>
          </a:p>
          <a:p>
            <a:r>
              <a:rPr lang="zh-CN" altLang="en-US" dirty="0"/>
              <a:t>空间分析：相贯线为空间光滑曲线</a:t>
            </a:r>
            <a:endParaRPr lang="en-US" altLang="zh-CN" dirty="0"/>
          </a:p>
          <a:p>
            <a:r>
              <a:rPr lang="zh-CN" altLang="en-US" dirty="0"/>
              <a:t>特殊点：主视图上两个轮廓线的交点、左视图上的切点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50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多形体相贯：两两求交线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978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分析形体组成：由哪几个基本体组成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95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82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413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60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719403" y="2420888"/>
            <a:ext cx="104648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16749" y="1656783"/>
            <a:ext cx="1586541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28395" y="1056171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2" y="366323"/>
            <a:ext cx="1561418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8184232" y="3733164"/>
            <a:ext cx="4170330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12192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8334" y="2789966"/>
            <a:ext cx="7075334" cy="6463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19F77B-332D-BA54-C2E9-B244C626D6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6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371" y="1351309"/>
            <a:ext cx="109728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9"/>
            <a:ext cx="12192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425394"/>
            <a:ext cx="2844800" cy="276999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381331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2351584" y="692696"/>
            <a:ext cx="9230816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1.bin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oleObject" Target="../embeddings/oleObject5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9146" y="2697634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86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849232" y="2727903"/>
            <a:ext cx="449353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</a:t>
            </a:r>
          </a:p>
        </p:txBody>
      </p:sp>
      <p:sp>
        <p:nvSpPr>
          <p:cNvPr id="3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4081667" y="2132856"/>
            <a:ext cx="4028667" cy="32478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立体与立体相交简介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平面体与平面体相交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平面体与回转体相交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8.4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回转体与回转体相交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8.5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多形体相交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5202166" y="454425"/>
            <a:ext cx="1787669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内  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191344" y="1412776"/>
            <a:ext cx="11809312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E9A92D3C-98D5-DFD6-2957-F9992B739827}"/>
              </a:ext>
            </a:extLst>
          </p:cNvPr>
          <p:cNvGrpSpPr/>
          <p:nvPr/>
        </p:nvGrpSpPr>
        <p:grpSpPr>
          <a:xfrm>
            <a:off x="3659707" y="4053385"/>
            <a:ext cx="2492990" cy="2088743"/>
            <a:chOff x="3958779" y="4053385"/>
            <a:chExt cx="2492990" cy="20887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3CBBED-C8F8-2DAE-04C0-17A254FC5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774" y="4053385"/>
              <a:ext cx="1905000" cy="1563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D5264DE6-05CA-6FB7-DDBF-BEDF0B80A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779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平面体与回转体相贯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A640F8-54B5-CB2B-8102-6895C0803785}"/>
              </a:ext>
            </a:extLst>
          </p:cNvPr>
          <p:cNvGrpSpPr/>
          <p:nvPr/>
        </p:nvGrpSpPr>
        <p:grpSpPr>
          <a:xfrm>
            <a:off x="6560252" y="4069259"/>
            <a:ext cx="2492990" cy="2072869"/>
            <a:chOff x="7067644" y="4069259"/>
            <a:chExt cx="2492990" cy="20728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6B1A35-0991-28BE-F300-F1BBE1501B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9739" y="4069259"/>
              <a:ext cx="1828800" cy="153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C14A1D35-2FEF-54D3-1A3A-87BCEAF6D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644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回转体与回转体相贯</a:t>
              </a:r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4695F54A-0142-B48B-B17A-24C9F155384F}"/>
              </a:ext>
            </a:extLst>
          </p:cNvPr>
          <p:cNvGrpSpPr>
            <a:grpSpLocks/>
          </p:cNvGrpSpPr>
          <p:nvPr/>
        </p:nvGrpSpPr>
        <p:grpSpPr bwMode="auto">
          <a:xfrm>
            <a:off x="8788230" y="1558599"/>
            <a:ext cx="1352550" cy="1368425"/>
            <a:chOff x="542" y="1087"/>
            <a:chExt cx="1304" cy="1244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F0682375-A7CF-B193-C68E-8C4BAE2F1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" y="1126"/>
              <a:ext cx="1250" cy="1162"/>
            </a:xfrm>
            <a:custGeom>
              <a:avLst/>
              <a:gdLst>
                <a:gd name="T0" fmla="*/ 0 w 1334"/>
                <a:gd name="T1" fmla="*/ 114 h 1240"/>
                <a:gd name="T2" fmla="*/ 71 w 1334"/>
                <a:gd name="T3" fmla="*/ 73 h 1240"/>
                <a:gd name="T4" fmla="*/ 90 w 1334"/>
                <a:gd name="T5" fmla="*/ 81 h 1240"/>
                <a:gd name="T6" fmla="*/ 105 w 1334"/>
                <a:gd name="T7" fmla="*/ 89 h 1240"/>
                <a:gd name="T8" fmla="*/ 112 w 1334"/>
                <a:gd name="T9" fmla="*/ 98 h 1240"/>
                <a:gd name="T10" fmla="*/ 121 w 1334"/>
                <a:gd name="T11" fmla="*/ 114 h 1240"/>
                <a:gd name="T12" fmla="*/ 148 w 1334"/>
                <a:gd name="T13" fmla="*/ 128 h 1240"/>
                <a:gd name="T14" fmla="*/ 176 w 1334"/>
                <a:gd name="T15" fmla="*/ 134 h 1240"/>
                <a:gd name="T16" fmla="*/ 202 w 1334"/>
                <a:gd name="T17" fmla="*/ 131 h 1240"/>
                <a:gd name="T18" fmla="*/ 208 w 1334"/>
                <a:gd name="T19" fmla="*/ 118 h 1240"/>
                <a:gd name="T20" fmla="*/ 215 w 1334"/>
                <a:gd name="T21" fmla="*/ 96 h 1240"/>
                <a:gd name="T22" fmla="*/ 216 w 1334"/>
                <a:gd name="T23" fmla="*/ 76 h 1240"/>
                <a:gd name="T24" fmla="*/ 219 w 1334"/>
                <a:gd name="T25" fmla="*/ 54 h 1240"/>
                <a:gd name="T26" fmla="*/ 215 w 1334"/>
                <a:gd name="T27" fmla="*/ 31 h 1240"/>
                <a:gd name="T28" fmla="*/ 205 w 1334"/>
                <a:gd name="T29" fmla="*/ 16 h 1240"/>
                <a:gd name="T30" fmla="*/ 192 w 1334"/>
                <a:gd name="T31" fmla="*/ 7 h 1240"/>
                <a:gd name="T32" fmla="*/ 201 w 1334"/>
                <a:gd name="T33" fmla="*/ 0 h 1240"/>
                <a:gd name="T34" fmla="*/ 215 w 1334"/>
                <a:gd name="T35" fmla="*/ 0 h 1240"/>
                <a:gd name="T36" fmla="*/ 229 w 1334"/>
                <a:gd name="T37" fmla="*/ 7 h 1240"/>
                <a:gd name="T38" fmla="*/ 243 w 1334"/>
                <a:gd name="T39" fmla="*/ 7 h 1240"/>
                <a:gd name="T40" fmla="*/ 256 w 1334"/>
                <a:gd name="T41" fmla="*/ 16 h 1240"/>
                <a:gd name="T42" fmla="*/ 269 w 1334"/>
                <a:gd name="T43" fmla="*/ 22 h 1240"/>
                <a:gd name="T44" fmla="*/ 278 w 1334"/>
                <a:gd name="T45" fmla="*/ 31 h 1240"/>
                <a:gd name="T46" fmla="*/ 288 w 1334"/>
                <a:gd name="T47" fmla="*/ 45 h 1240"/>
                <a:gd name="T48" fmla="*/ 297 w 1334"/>
                <a:gd name="T49" fmla="*/ 55 h 1240"/>
                <a:gd name="T50" fmla="*/ 305 w 1334"/>
                <a:gd name="T51" fmla="*/ 71 h 1240"/>
                <a:gd name="T52" fmla="*/ 310 w 1334"/>
                <a:gd name="T53" fmla="*/ 81 h 1240"/>
                <a:gd name="T54" fmla="*/ 317 w 1334"/>
                <a:gd name="T55" fmla="*/ 100 h 1240"/>
                <a:gd name="T56" fmla="*/ 318 w 1334"/>
                <a:gd name="T57" fmla="*/ 119 h 1240"/>
                <a:gd name="T58" fmla="*/ 318 w 1334"/>
                <a:gd name="T59" fmla="*/ 136 h 1240"/>
                <a:gd name="T60" fmla="*/ 315 w 1334"/>
                <a:gd name="T61" fmla="*/ 153 h 1240"/>
                <a:gd name="T62" fmla="*/ 310 w 1334"/>
                <a:gd name="T63" fmla="*/ 166 h 1240"/>
                <a:gd name="T64" fmla="*/ 303 w 1334"/>
                <a:gd name="T65" fmla="*/ 177 h 1240"/>
                <a:gd name="T66" fmla="*/ 219 w 1334"/>
                <a:gd name="T67" fmla="*/ 228 h 1240"/>
                <a:gd name="T68" fmla="*/ 98 w 1334"/>
                <a:gd name="T69" fmla="*/ 297 h 1240"/>
                <a:gd name="T70" fmla="*/ 111 w 1334"/>
                <a:gd name="T71" fmla="*/ 278 h 1240"/>
                <a:gd name="T72" fmla="*/ 121 w 1334"/>
                <a:gd name="T73" fmla="*/ 259 h 1240"/>
                <a:gd name="T74" fmla="*/ 124 w 1334"/>
                <a:gd name="T75" fmla="*/ 230 h 1240"/>
                <a:gd name="T76" fmla="*/ 117 w 1334"/>
                <a:gd name="T77" fmla="*/ 202 h 1240"/>
                <a:gd name="T78" fmla="*/ 105 w 1334"/>
                <a:gd name="T79" fmla="*/ 177 h 1240"/>
                <a:gd name="T80" fmla="*/ 97 w 1334"/>
                <a:gd name="T81" fmla="*/ 163 h 1240"/>
                <a:gd name="T82" fmla="*/ 81 w 1334"/>
                <a:gd name="T83" fmla="*/ 146 h 1240"/>
                <a:gd name="T84" fmla="*/ 64 w 1334"/>
                <a:gd name="T85" fmla="*/ 131 h 1240"/>
                <a:gd name="T86" fmla="*/ 37 w 1334"/>
                <a:gd name="T87" fmla="*/ 118 h 1240"/>
                <a:gd name="T88" fmla="*/ 18 w 1334"/>
                <a:gd name="T89" fmla="*/ 112 h 1240"/>
                <a:gd name="T90" fmla="*/ 0 w 1334"/>
                <a:gd name="T91" fmla="*/ 114 h 124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34"/>
                <a:gd name="T139" fmla="*/ 0 h 1240"/>
                <a:gd name="T140" fmla="*/ 1334 w 1334"/>
                <a:gd name="T141" fmla="*/ 1240 h 124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006200"/>
                </a:gs>
                <a:gs pos="50000">
                  <a:srgbClr val="008000"/>
                </a:gs>
                <a:gs pos="100000">
                  <a:srgbClr val="0062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C4C8ACA6-416C-0BEA-4A4A-DC9BB4A68B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542" y="1523"/>
              <a:ext cx="511" cy="808"/>
            </a:xfrm>
            <a:prstGeom prst="ellipse">
              <a:avLst/>
            </a:prstGeom>
            <a:solidFill>
              <a:srgbClr val="33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6306A29A-9879-CD12-4BC1-6F6668A99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244"/>
              <a:ext cx="581" cy="439"/>
            </a:xfrm>
            <a:custGeom>
              <a:avLst/>
              <a:gdLst>
                <a:gd name="T0" fmla="*/ 0 w 1416"/>
                <a:gd name="T1" fmla="*/ 0 h 1068"/>
                <a:gd name="T2" fmla="*/ 0 w 1416"/>
                <a:gd name="T3" fmla="*/ 0 h 1068"/>
                <a:gd name="T4" fmla="*/ 0 w 1416"/>
                <a:gd name="T5" fmla="*/ 0 h 1068"/>
                <a:gd name="T6" fmla="*/ 0 w 1416"/>
                <a:gd name="T7" fmla="*/ 0 h 1068"/>
                <a:gd name="T8" fmla="*/ 0 w 1416"/>
                <a:gd name="T9" fmla="*/ 0 h 1068"/>
                <a:gd name="T10" fmla="*/ 0 w 1416"/>
                <a:gd name="T11" fmla="*/ 0 h 1068"/>
                <a:gd name="T12" fmla="*/ 0 w 1416"/>
                <a:gd name="T13" fmla="*/ 0 h 1068"/>
                <a:gd name="T14" fmla="*/ 0 w 1416"/>
                <a:gd name="T15" fmla="*/ 0 h 1068"/>
                <a:gd name="T16" fmla="*/ 0 w 1416"/>
                <a:gd name="T17" fmla="*/ 0 h 1068"/>
                <a:gd name="T18" fmla="*/ 0 w 1416"/>
                <a:gd name="T19" fmla="*/ 0 h 1068"/>
                <a:gd name="T20" fmla="*/ 0 w 1416"/>
                <a:gd name="T21" fmla="*/ 0 h 1068"/>
                <a:gd name="T22" fmla="*/ 0 w 1416"/>
                <a:gd name="T23" fmla="*/ 0 h 1068"/>
                <a:gd name="T24" fmla="*/ 0 w 1416"/>
                <a:gd name="T25" fmla="*/ 0 h 1068"/>
                <a:gd name="T26" fmla="*/ 0 w 1416"/>
                <a:gd name="T27" fmla="*/ 0 h 1068"/>
                <a:gd name="T28" fmla="*/ 0 w 1416"/>
                <a:gd name="T29" fmla="*/ 0 h 1068"/>
                <a:gd name="T30" fmla="*/ 0 w 1416"/>
                <a:gd name="T31" fmla="*/ 0 h 1068"/>
                <a:gd name="T32" fmla="*/ 0 w 1416"/>
                <a:gd name="T33" fmla="*/ 0 h 1068"/>
                <a:gd name="T34" fmla="*/ 0 w 1416"/>
                <a:gd name="T35" fmla="*/ 0 h 1068"/>
                <a:gd name="T36" fmla="*/ 0 w 1416"/>
                <a:gd name="T37" fmla="*/ 0 h 1068"/>
                <a:gd name="T38" fmla="*/ 0 w 1416"/>
                <a:gd name="T39" fmla="*/ 0 h 1068"/>
                <a:gd name="T40" fmla="*/ 0 w 1416"/>
                <a:gd name="T41" fmla="*/ 0 h 1068"/>
                <a:gd name="T42" fmla="*/ 0 w 1416"/>
                <a:gd name="T43" fmla="*/ 0 h 1068"/>
                <a:gd name="T44" fmla="*/ 0 w 1416"/>
                <a:gd name="T45" fmla="*/ 0 h 1068"/>
                <a:gd name="T46" fmla="*/ 0 w 1416"/>
                <a:gd name="T47" fmla="*/ 0 h 1068"/>
                <a:gd name="T48" fmla="*/ 0 w 1416"/>
                <a:gd name="T49" fmla="*/ 0 h 1068"/>
                <a:gd name="T50" fmla="*/ 0 w 1416"/>
                <a:gd name="T51" fmla="*/ 0 h 1068"/>
                <a:gd name="T52" fmla="*/ 0 w 1416"/>
                <a:gd name="T53" fmla="*/ 0 h 1068"/>
                <a:gd name="T54" fmla="*/ 0 w 1416"/>
                <a:gd name="T55" fmla="*/ 0 h 1068"/>
                <a:gd name="T56" fmla="*/ 0 w 1416"/>
                <a:gd name="T57" fmla="*/ 0 h 1068"/>
                <a:gd name="T58" fmla="*/ 0 w 1416"/>
                <a:gd name="T59" fmla="*/ 0 h 106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416"/>
                <a:gd name="T91" fmla="*/ 0 h 1068"/>
                <a:gd name="T92" fmla="*/ 1416 w 1416"/>
                <a:gd name="T93" fmla="*/ 1068 h 106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9B3E00"/>
                </a:gs>
                <a:gs pos="50000">
                  <a:srgbClr val="FF6600"/>
                </a:gs>
                <a:gs pos="100000">
                  <a:srgbClr val="9B3E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1F5CABF5-AF33-6AC1-7EE0-92FB4197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1087"/>
              <a:ext cx="570" cy="363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3C2F4F03-E275-A532-0B47-A7F82175E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008"/>
              <a:ext cx="478" cy="319"/>
            </a:xfrm>
            <a:custGeom>
              <a:avLst/>
              <a:gdLst>
                <a:gd name="T0" fmla="*/ 0 w 1164"/>
                <a:gd name="T1" fmla="*/ 0 h 780"/>
                <a:gd name="T2" fmla="*/ 0 w 1164"/>
                <a:gd name="T3" fmla="*/ 0 h 780"/>
                <a:gd name="T4" fmla="*/ 0 w 1164"/>
                <a:gd name="T5" fmla="*/ 0 h 780"/>
                <a:gd name="T6" fmla="*/ 0 w 1164"/>
                <a:gd name="T7" fmla="*/ 0 h 780"/>
                <a:gd name="T8" fmla="*/ 0 w 1164"/>
                <a:gd name="T9" fmla="*/ 0 h 780"/>
                <a:gd name="T10" fmla="*/ 0 w 1164"/>
                <a:gd name="T11" fmla="*/ 0 h 780"/>
                <a:gd name="T12" fmla="*/ 0 w 1164"/>
                <a:gd name="T13" fmla="*/ 0 h 780"/>
                <a:gd name="T14" fmla="*/ 0 w 1164"/>
                <a:gd name="T15" fmla="*/ 0 h 780"/>
                <a:gd name="T16" fmla="*/ 0 w 1164"/>
                <a:gd name="T17" fmla="*/ 0 h 780"/>
                <a:gd name="T18" fmla="*/ 0 w 1164"/>
                <a:gd name="T19" fmla="*/ 0 h 780"/>
                <a:gd name="T20" fmla="*/ 0 w 1164"/>
                <a:gd name="T21" fmla="*/ 0 h 780"/>
                <a:gd name="T22" fmla="*/ 0 w 1164"/>
                <a:gd name="T23" fmla="*/ 0 h 780"/>
                <a:gd name="T24" fmla="*/ 0 w 1164"/>
                <a:gd name="T25" fmla="*/ 0 h 780"/>
                <a:gd name="T26" fmla="*/ 0 w 1164"/>
                <a:gd name="T27" fmla="*/ 0 h 780"/>
                <a:gd name="T28" fmla="*/ 0 w 1164"/>
                <a:gd name="T29" fmla="*/ 0 h 780"/>
                <a:gd name="T30" fmla="*/ 0 w 1164"/>
                <a:gd name="T31" fmla="*/ 0 h 780"/>
                <a:gd name="T32" fmla="*/ 0 w 1164"/>
                <a:gd name="T33" fmla="*/ 0 h 780"/>
                <a:gd name="T34" fmla="*/ 0 w 1164"/>
                <a:gd name="T35" fmla="*/ 0 h 780"/>
                <a:gd name="T36" fmla="*/ 0 w 1164"/>
                <a:gd name="T37" fmla="*/ 0 h 780"/>
                <a:gd name="T38" fmla="*/ 0 w 1164"/>
                <a:gd name="T39" fmla="*/ 0 h 7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4"/>
                <a:gd name="T61" fmla="*/ 0 h 780"/>
                <a:gd name="T62" fmla="*/ 1164 w 1164"/>
                <a:gd name="T63" fmla="*/ 780 h 78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AF4600"/>
                </a:gs>
                <a:gs pos="50000">
                  <a:srgbClr val="FF6600"/>
                </a:gs>
                <a:gs pos="100000">
                  <a:srgbClr val="AF4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16">
            <a:extLst>
              <a:ext uri="{FF2B5EF4-FFF2-40B4-BE49-F238E27FC236}">
                <a16:creationId xmlns:a16="http://schemas.microsoft.com/office/drawing/2014/main" id="{2AD0E58D-3764-AB54-FE7C-D3B3E06CF51E}"/>
              </a:ext>
            </a:extLst>
          </p:cNvPr>
          <p:cNvGrpSpPr>
            <a:grpSpLocks/>
          </p:cNvGrpSpPr>
          <p:nvPr/>
        </p:nvGrpSpPr>
        <p:grpSpPr bwMode="auto">
          <a:xfrm>
            <a:off x="6795918" y="1215699"/>
            <a:ext cx="1349375" cy="1525588"/>
            <a:chOff x="3235" y="836"/>
            <a:chExt cx="1311" cy="1317"/>
          </a:xfrm>
        </p:grpSpPr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A11359F1-A79D-492F-4123-54B00EE92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966"/>
              <a:ext cx="1252" cy="1138"/>
            </a:xfrm>
            <a:custGeom>
              <a:avLst/>
              <a:gdLst>
                <a:gd name="T0" fmla="*/ 0 w 2880"/>
                <a:gd name="T1" fmla="*/ 0 h 2616"/>
                <a:gd name="T2" fmla="*/ 0 w 2880"/>
                <a:gd name="T3" fmla="*/ 0 h 2616"/>
                <a:gd name="T4" fmla="*/ 0 w 2880"/>
                <a:gd name="T5" fmla="*/ 0 h 2616"/>
                <a:gd name="T6" fmla="*/ 0 w 2880"/>
                <a:gd name="T7" fmla="*/ 0 h 2616"/>
                <a:gd name="T8" fmla="*/ 0 w 2880"/>
                <a:gd name="T9" fmla="*/ 0 h 2616"/>
                <a:gd name="T10" fmla="*/ 0 w 2880"/>
                <a:gd name="T11" fmla="*/ 0 h 2616"/>
                <a:gd name="T12" fmla="*/ 0 w 2880"/>
                <a:gd name="T13" fmla="*/ 0 h 2616"/>
                <a:gd name="T14" fmla="*/ 0 w 2880"/>
                <a:gd name="T15" fmla="*/ 0 h 2616"/>
                <a:gd name="T16" fmla="*/ 0 w 2880"/>
                <a:gd name="T17" fmla="*/ 0 h 2616"/>
                <a:gd name="T18" fmla="*/ 0 w 2880"/>
                <a:gd name="T19" fmla="*/ 0 h 2616"/>
                <a:gd name="T20" fmla="*/ 0 w 2880"/>
                <a:gd name="T21" fmla="*/ 0 h 2616"/>
                <a:gd name="T22" fmla="*/ 0 w 2880"/>
                <a:gd name="T23" fmla="*/ 0 h 2616"/>
                <a:gd name="T24" fmla="*/ 0 w 2880"/>
                <a:gd name="T25" fmla="*/ 0 h 2616"/>
                <a:gd name="T26" fmla="*/ 0 w 2880"/>
                <a:gd name="T27" fmla="*/ 0 h 2616"/>
                <a:gd name="T28" fmla="*/ 0 w 2880"/>
                <a:gd name="T29" fmla="*/ 0 h 2616"/>
                <a:gd name="T30" fmla="*/ 0 w 2880"/>
                <a:gd name="T31" fmla="*/ 0 h 2616"/>
                <a:gd name="T32" fmla="*/ 0 w 2880"/>
                <a:gd name="T33" fmla="*/ 0 h 2616"/>
                <a:gd name="T34" fmla="*/ 0 w 2880"/>
                <a:gd name="T35" fmla="*/ 0 h 2616"/>
                <a:gd name="T36" fmla="*/ 0 w 2880"/>
                <a:gd name="T37" fmla="*/ 0 h 2616"/>
                <a:gd name="T38" fmla="*/ 0 w 2880"/>
                <a:gd name="T39" fmla="*/ 0 h 2616"/>
                <a:gd name="T40" fmla="*/ 0 w 2880"/>
                <a:gd name="T41" fmla="*/ 0 h 2616"/>
                <a:gd name="T42" fmla="*/ 0 w 2880"/>
                <a:gd name="T43" fmla="*/ 0 h 2616"/>
                <a:gd name="T44" fmla="*/ 0 w 2880"/>
                <a:gd name="T45" fmla="*/ 0 h 2616"/>
                <a:gd name="T46" fmla="*/ 0 w 2880"/>
                <a:gd name="T47" fmla="*/ 0 h 2616"/>
                <a:gd name="T48" fmla="*/ 0 w 2880"/>
                <a:gd name="T49" fmla="*/ 0 h 2616"/>
                <a:gd name="T50" fmla="*/ 0 w 2880"/>
                <a:gd name="T51" fmla="*/ 0 h 2616"/>
                <a:gd name="T52" fmla="*/ 0 w 2880"/>
                <a:gd name="T53" fmla="*/ 0 h 2616"/>
                <a:gd name="T54" fmla="*/ 0 w 2880"/>
                <a:gd name="T55" fmla="*/ 0 h 2616"/>
                <a:gd name="T56" fmla="*/ 0 w 2880"/>
                <a:gd name="T57" fmla="*/ 0 h 2616"/>
                <a:gd name="T58" fmla="*/ 0 w 2880"/>
                <a:gd name="T59" fmla="*/ 0 h 2616"/>
                <a:gd name="T60" fmla="*/ 0 w 2880"/>
                <a:gd name="T61" fmla="*/ 0 h 2616"/>
                <a:gd name="T62" fmla="*/ 0 w 2880"/>
                <a:gd name="T63" fmla="*/ 0 h 2616"/>
                <a:gd name="T64" fmla="*/ 0 w 2880"/>
                <a:gd name="T65" fmla="*/ 0 h 2616"/>
                <a:gd name="T66" fmla="*/ 0 w 2880"/>
                <a:gd name="T67" fmla="*/ 0 h 2616"/>
                <a:gd name="T68" fmla="*/ 0 w 2880"/>
                <a:gd name="T69" fmla="*/ 0 h 2616"/>
                <a:gd name="T70" fmla="*/ 0 w 2880"/>
                <a:gd name="T71" fmla="*/ 0 h 2616"/>
                <a:gd name="T72" fmla="*/ 0 w 2880"/>
                <a:gd name="T73" fmla="*/ 0 h 2616"/>
                <a:gd name="T74" fmla="*/ 0 w 2880"/>
                <a:gd name="T75" fmla="*/ 0 h 2616"/>
                <a:gd name="T76" fmla="*/ 0 w 2880"/>
                <a:gd name="T77" fmla="*/ 0 h 2616"/>
                <a:gd name="T78" fmla="*/ 0 w 2880"/>
                <a:gd name="T79" fmla="*/ 0 h 2616"/>
                <a:gd name="T80" fmla="*/ 0 w 2880"/>
                <a:gd name="T81" fmla="*/ 0 h 2616"/>
                <a:gd name="T82" fmla="*/ 0 w 2880"/>
                <a:gd name="T83" fmla="*/ 0 h 26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80"/>
                <a:gd name="T127" fmla="*/ 0 h 2616"/>
                <a:gd name="T128" fmla="*/ 2880 w 2880"/>
                <a:gd name="T129" fmla="*/ 2616 h 26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80" h="2616">
                  <a:moveTo>
                    <a:pt x="0" y="1032"/>
                  </a:moveTo>
                  <a:lnTo>
                    <a:pt x="552" y="708"/>
                  </a:lnTo>
                  <a:lnTo>
                    <a:pt x="624" y="672"/>
                  </a:lnTo>
                  <a:lnTo>
                    <a:pt x="684" y="708"/>
                  </a:lnTo>
                  <a:lnTo>
                    <a:pt x="804" y="756"/>
                  </a:lnTo>
                  <a:lnTo>
                    <a:pt x="876" y="792"/>
                  </a:lnTo>
                  <a:lnTo>
                    <a:pt x="924" y="852"/>
                  </a:lnTo>
                  <a:lnTo>
                    <a:pt x="984" y="900"/>
                  </a:lnTo>
                  <a:lnTo>
                    <a:pt x="1068" y="960"/>
                  </a:lnTo>
                  <a:lnTo>
                    <a:pt x="1128" y="996"/>
                  </a:lnTo>
                  <a:lnTo>
                    <a:pt x="1176" y="1116"/>
                  </a:lnTo>
                  <a:lnTo>
                    <a:pt x="2196" y="528"/>
                  </a:lnTo>
                  <a:lnTo>
                    <a:pt x="2196" y="84"/>
                  </a:lnTo>
                  <a:lnTo>
                    <a:pt x="2112" y="0"/>
                  </a:lnTo>
                  <a:lnTo>
                    <a:pt x="2232" y="48"/>
                  </a:lnTo>
                  <a:lnTo>
                    <a:pt x="2364" y="132"/>
                  </a:lnTo>
                  <a:lnTo>
                    <a:pt x="2484" y="228"/>
                  </a:lnTo>
                  <a:lnTo>
                    <a:pt x="2568" y="312"/>
                  </a:lnTo>
                  <a:lnTo>
                    <a:pt x="2652" y="420"/>
                  </a:lnTo>
                  <a:lnTo>
                    <a:pt x="2736" y="540"/>
                  </a:lnTo>
                  <a:lnTo>
                    <a:pt x="2796" y="696"/>
                  </a:lnTo>
                  <a:lnTo>
                    <a:pt x="2844" y="852"/>
                  </a:lnTo>
                  <a:lnTo>
                    <a:pt x="2880" y="1044"/>
                  </a:lnTo>
                  <a:lnTo>
                    <a:pt x="2868" y="1236"/>
                  </a:lnTo>
                  <a:lnTo>
                    <a:pt x="2808" y="1428"/>
                  </a:lnTo>
                  <a:lnTo>
                    <a:pt x="2724" y="1536"/>
                  </a:lnTo>
                  <a:lnTo>
                    <a:pt x="2604" y="1620"/>
                  </a:lnTo>
                  <a:lnTo>
                    <a:pt x="900" y="2616"/>
                  </a:lnTo>
                  <a:lnTo>
                    <a:pt x="888" y="2436"/>
                  </a:lnTo>
                  <a:lnTo>
                    <a:pt x="1092" y="2292"/>
                  </a:lnTo>
                  <a:lnTo>
                    <a:pt x="1116" y="2148"/>
                  </a:lnTo>
                  <a:lnTo>
                    <a:pt x="1092" y="1980"/>
                  </a:lnTo>
                  <a:lnTo>
                    <a:pt x="1032" y="1812"/>
                  </a:lnTo>
                  <a:lnTo>
                    <a:pt x="960" y="1644"/>
                  </a:lnTo>
                  <a:lnTo>
                    <a:pt x="876" y="1464"/>
                  </a:lnTo>
                  <a:lnTo>
                    <a:pt x="792" y="1356"/>
                  </a:lnTo>
                  <a:lnTo>
                    <a:pt x="684" y="1260"/>
                  </a:lnTo>
                  <a:lnTo>
                    <a:pt x="528" y="1152"/>
                  </a:lnTo>
                  <a:lnTo>
                    <a:pt x="360" y="1044"/>
                  </a:lnTo>
                  <a:lnTo>
                    <a:pt x="240" y="996"/>
                  </a:lnTo>
                  <a:lnTo>
                    <a:pt x="120" y="1008"/>
                  </a:lnTo>
                  <a:lnTo>
                    <a:pt x="0" y="1032"/>
                  </a:lnTo>
                  <a:close/>
                </a:path>
              </a:pathLst>
            </a:custGeom>
            <a:gradFill rotWithShape="0">
              <a:gsLst>
                <a:gs pos="0">
                  <a:srgbClr val="7E542A"/>
                </a:gs>
                <a:gs pos="50000">
                  <a:srgbClr val="996633"/>
                </a:gs>
                <a:gs pos="100000">
                  <a:srgbClr val="7E542A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CD77C9B1-579C-C3DF-B734-A9AC2EEE18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3920">
              <a:off x="3235" y="1365"/>
              <a:ext cx="503" cy="788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C14C0CD1-58F8-990C-DB7F-F9215EE2A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087"/>
              <a:ext cx="276" cy="370"/>
            </a:xfrm>
            <a:custGeom>
              <a:avLst/>
              <a:gdLst>
                <a:gd name="T0" fmla="*/ 0 w 636"/>
                <a:gd name="T1" fmla="*/ 0 h 852"/>
                <a:gd name="T2" fmla="*/ 0 w 636"/>
                <a:gd name="T3" fmla="*/ 0 h 852"/>
                <a:gd name="T4" fmla="*/ 0 w 636"/>
                <a:gd name="T5" fmla="*/ 0 h 852"/>
                <a:gd name="T6" fmla="*/ 0 w 636"/>
                <a:gd name="T7" fmla="*/ 0 h 852"/>
                <a:gd name="T8" fmla="*/ 0 w 636"/>
                <a:gd name="T9" fmla="*/ 0 h 852"/>
                <a:gd name="T10" fmla="*/ 0 w 636"/>
                <a:gd name="T11" fmla="*/ 0 h 852"/>
                <a:gd name="T12" fmla="*/ 0 w 636"/>
                <a:gd name="T13" fmla="*/ 0 h 852"/>
                <a:gd name="T14" fmla="*/ 0 w 636"/>
                <a:gd name="T15" fmla="*/ 0 h 852"/>
                <a:gd name="T16" fmla="*/ 0 w 636"/>
                <a:gd name="T17" fmla="*/ 0 h 852"/>
                <a:gd name="T18" fmla="*/ 0 w 636"/>
                <a:gd name="T19" fmla="*/ 0 h 852"/>
                <a:gd name="T20" fmla="*/ 0 w 636"/>
                <a:gd name="T21" fmla="*/ 0 h 8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6"/>
                <a:gd name="T34" fmla="*/ 0 h 852"/>
                <a:gd name="T35" fmla="*/ 636 w 636"/>
                <a:gd name="T36" fmla="*/ 852 h 8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6" h="852">
                  <a:moveTo>
                    <a:pt x="0" y="0"/>
                  </a:moveTo>
                  <a:lnTo>
                    <a:pt x="636" y="372"/>
                  </a:lnTo>
                  <a:lnTo>
                    <a:pt x="636" y="852"/>
                  </a:lnTo>
                  <a:lnTo>
                    <a:pt x="528" y="732"/>
                  </a:lnTo>
                  <a:lnTo>
                    <a:pt x="444" y="660"/>
                  </a:lnTo>
                  <a:lnTo>
                    <a:pt x="360" y="600"/>
                  </a:lnTo>
                  <a:lnTo>
                    <a:pt x="276" y="540"/>
                  </a:lnTo>
                  <a:lnTo>
                    <a:pt x="180" y="504"/>
                  </a:lnTo>
                  <a:lnTo>
                    <a:pt x="84" y="480"/>
                  </a:lnTo>
                  <a:lnTo>
                    <a:pt x="0" y="4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19288BBC-38C8-8775-A5B7-0877E6986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977"/>
              <a:ext cx="455" cy="485"/>
            </a:xfrm>
            <a:custGeom>
              <a:avLst/>
              <a:gdLst>
                <a:gd name="T0" fmla="*/ 0 w 455"/>
                <a:gd name="T1" fmla="*/ 245 h 485"/>
                <a:gd name="T2" fmla="*/ 10 w 455"/>
                <a:gd name="T3" fmla="*/ 297 h 485"/>
                <a:gd name="T4" fmla="*/ 10 w 455"/>
                <a:gd name="T5" fmla="*/ 485 h 485"/>
                <a:gd name="T6" fmla="*/ 454 w 455"/>
                <a:gd name="T7" fmla="*/ 235 h 485"/>
                <a:gd name="T8" fmla="*/ 455 w 455"/>
                <a:gd name="T9" fmla="*/ 0 h 485"/>
                <a:gd name="T10" fmla="*/ 0 w 455"/>
                <a:gd name="T11" fmla="*/ 245 h 4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55"/>
                <a:gd name="T19" fmla="*/ 0 h 485"/>
                <a:gd name="T20" fmla="*/ 455 w 455"/>
                <a:gd name="T21" fmla="*/ 485 h 4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55" h="485">
                  <a:moveTo>
                    <a:pt x="0" y="245"/>
                  </a:moveTo>
                  <a:cubicBezTo>
                    <a:pt x="0" y="255"/>
                    <a:pt x="10" y="287"/>
                    <a:pt x="10" y="297"/>
                  </a:cubicBezTo>
                  <a:lnTo>
                    <a:pt x="10" y="485"/>
                  </a:lnTo>
                  <a:lnTo>
                    <a:pt x="454" y="235"/>
                  </a:lnTo>
                  <a:lnTo>
                    <a:pt x="455" y="0"/>
                  </a:lnTo>
                  <a:lnTo>
                    <a:pt x="0" y="245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9C7AAE2D-601A-ABDB-42B0-11EBBC109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836"/>
              <a:ext cx="709" cy="407"/>
            </a:xfrm>
            <a:custGeom>
              <a:avLst/>
              <a:gdLst>
                <a:gd name="T0" fmla="*/ 0 w 1632"/>
                <a:gd name="T1" fmla="*/ 0 h 936"/>
                <a:gd name="T2" fmla="*/ 0 w 1632"/>
                <a:gd name="T3" fmla="*/ 0 h 936"/>
                <a:gd name="T4" fmla="*/ 0 w 1632"/>
                <a:gd name="T5" fmla="*/ 0 h 936"/>
                <a:gd name="T6" fmla="*/ 0 w 1632"/>
                <a:gd name="T7" fmla="*/ 0 h 936"/>
                <a:gd name="T8" fmla="*/ 0 w 1632"/>
                <a:gd name="T9" fmla="*/ 0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936"/>
                <a:gd name="T17" fmla="*/ 1632 w 1632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936">
                  <a:moveTo>
                    <a:pt x="0" y="576"/>
                  </a:moveTo>
                  <a:lnTo>
                    <a:pt x="612" y="936"/>
                  </a:lnTo>
                  <a:lnTo>
                    <a:pt x="1632" y="348"/>
                  </a:lnTo>
                  <a:lnTo>
                    <a:pt x="1020" y="0"/>
                  </a:lnTo>
                  <a:lnTo>
                    <a:pt x="0" y="576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B184F8-F7B2-CA5C-9A23-30A58A5E791D}"/>
              </a:ext>
            </a:extLst>
          </p:cNvPr>
          <p:cNvGrpSpPr/>
          <p:nvPr/>
        </p:nvGrpSpPr>
        <p:grpSpPr>
          <a:xfrm>
            <a:off x="844762" y="4009728"/>
            <a:ext cx="2492990" cy="2132400"/>
            <a:chOff x="844762" y="4009728"/>
            <a:chExt cx="2492990" cy="2132400"/>
          </a:xfrm>
        </p:grpSpPr>
        <p:grpSp>
          <p:nvGrpSpPr>
            <p:cNvPr id="23" name="Group 31">
              <a:extLst>
                <a:ext uri="{FF2B5EF4-FFF2-40B4-BE49-F238E27FC236}">
                  <a16:creationId xmlns:a16="http://schemas.microsoft.com/office/drawing/2014/main" id="{6403655B-6494-13B2-E147-8DD26222B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0507" y="4009728"/>
              <a:ext cx="1841500" cy="1651000"/>
              <a:chOff x="388" y="2016"/>
              <a:chExt cx="1160" cy="1040"/>
            </a:xfrm>
          </p:grpSpPr>
          <p:sp>
            <p:nvSpPr>
              <p:cNvPr id="24" name="Freeform 32">
                <a:extLst>
                  <a:ext uri="{FF2B5EF4-FFF2-40B4-BE49-F238E27FC236}">
                    <a16:creationId xmlns:a16="http://schemas.microsoft.com/office/drawing/2014/main" id="{C8F7B368-BF27-F63D-A964-AADC68787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" y="2316"/>
                <a:ext cx="1152" cy="308"/>
              </a:xfrm>
              <a:custGeom>
                <a:avLst/>
                <a:gdLst>
                  <a:gd name="T0" fmla="*/ 424 w 1152"/>
                  <a:gd name="T1" fmla="*/ 32 h 308"/>
                  <a:gd name="T2" fmla="*/ 0 w 1152"/>
                  <a:gd name="T3" fmla="*/ 68 h 308"/>
                  <a:gd name="T4" fmla="*/ 320 w 1152"/>
                  <a:gd name="T5" fmla="*/ 308 h 308"/>
                  <a:gd name="T6" fmla="*/ 1152 w 1152"/>
                  <a:gd name="T7" fmla="*/ 240 h 308"/>
                  <a:gd name="T8" fmla="*/ 852 w 1152"/>
                  <a:gd name="T9" fmla="*/ 0 h 308"/>
                  <a:gd name="T10" fmla="*/ 744 w 1152"/>
                  <a:gd name="T11" fmla="*/ 12 h 308"/>
                  <a:gd name="T12" fmla="*/ 784 w 1152"/>
                  <a:gd name="T13" fmla="*/ 84 h 308"/>
                  <a:gd name="T14" fmla="*/ 612 w 1152"/>
                  <a:gd name="T15" fmla="*/ 168 h 308"/>
                  <a:gd name="T16" fmla="*/ 384 w 1152"/>
                  <a:gd name="T17" fmla="*/ 104 h 308"/>
                  <a:gd name="T18" fmla="*/ 424 w 1152"/>
                  <a:gd name="T19" fmla="*/ 32 h 30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2"/>
                  <a:gd name="T31" fmla="*/ 0 h 308"/>
                  <a:gd name="T32" fmla="*/ 1152 w 1152"/>
                  <a:gd name="T33" fmla="*/ 308 h 30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2" h="308">
                    <a:moveTo>
                      <a:pt x="424" y="32"/>
                    </a:moveTo>
                    <a:lnTo>
                      <a:pt x="0" y="68"/>
                    </a:lnTo>
                    <a:lnTo>
                      <a:pt x="320" y="308"/>
                    </a:lnTo>
                    <a:lnTo>
                      <a:pt x="1152" y="240"/>
                    </a:lnTo>
                    <a:lnTo>
                      <a:pt x="852" y="0"/>
                    </a:lnTo>
                    <a:lnTo>
                      <a:pt x="744" y="12"/>
                    </a:lnTo>
                    <a:lnTo>
                      <a:pt x="784" y="84"/>
                    </a:lnTo>
                    <a:lnTo>
                      <a:pt x="612" y="168"/>
                    </a:lnTo>
                    <a:lnTo>
                      <a:pt x="384" y="104"/>
                    </a:lnTo>
                    <a:lnTo>
                      <a:pt x="424" y="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5E"/>
                  </a:gs>
                  <a:gs pos="100000">
                    <a:srgbClr val="FFFFCC"/>
                  </a:gs>
                </a:gsLst>
                <a:lin ang="540000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33">
                <a:extLst>
                  <a:ext uri="{FF2B5EF4-FFF2-40B4-BE49-F238E27FC236}">
                    <a16:creationId xmlns:a16="http://schemas.microsoft.com/office/drawing/2014/main" id="{D2B8365D-B048-3ABD-148F-776A62D22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2552"/>
                <a:ext cx="972" cy="224"/>
              </a:xfrm>
              <a:custGeom>
                <a:avLst/>
                <a:gdLst>
                  <a:gd name="T0" fmla="*/ 120 w 972"/>
                  <a:gd name="T1" fmla="*/ 64 h 224"/>
                  <a:gd name="T2" fmla="*/ 0 w 972"/>
                  <a:gd name="T3" fmla="*/ 224 h 224"/>
                  <a:gd name="T4" fmla="*/ 360 w 972"/>
                  <a:gd name="T5" fmla="*/ 200 h 224"/>
                  <a:gd name="T6" fmla="*/ 436 w 972"/>
                  <a:gd name="T7" fmla="*/ 88 h 224"/>
                  <a:gd name="T8" fmla="*/ 552 w 972"/>
                  <a:gd name="T9" fmla="*/ 188 h 224"/>
                  <a:gd name="T10" fmla="*/ 856 w 972"/>
                  <a:gd name="T11" fmla="*/ 156 h 224"/>
                  <a:gd name="T12" fmla="*/ 972 w 972"/>
                  <a:gd name="T13" fmla="*/ 0 h 224"/>
                  <a:gd name="T14" fmla="*/ 120 w 972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72"/>
                  <a:gd name="T25" fmla="*/ 0 h 224"/>
                  <a:gd name="T26" fmla="*/ 972 w 972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72" h="224">
                    <a:moveTo>
                      <a:pt x="120" y="64"/>
                    </a:moveTo>
                    <a:lnTo>
                      <a:pt x="0" y="224"/>
                    </a:lnTo>
                    <a:lnTo>
                      <a:pt x="360" y="200"/>
                    </a:lnTo>
                    <a:lnTo>
                      <a:pt x="436" y="88"/>
                    </a:lnTo>
                    <a:lnTo>
                      <a:pt x="552" y="188"/>
                    </a:lnTo>
                    <a:lnTo>
                      <a:pt x="856" y="156"/>
                    </a:lnTo>
                    <a:lnTo>
                      <a:pt x="972" y="0"/>
                    </a:lnTo>
                    <a:lnTo>
                      <a:pt x="120" y="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540000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34">
                <a:extLst>
                  <a:ext uri="{FF2B5EF4-FFF2-40B4-BE49-F238E27FC236}">
                    <a16:creationId xmlns:a16="http://schemas.microsoft.com/office/drawing/2014/main" id="{AAD089C3-274E-953E-2A3D-A8CCB21AD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" y="2388"/>
                <a:ext cx="308" cy="392"/>
              </a:xfrm>
              <a:custGeom>
                <a:avLst/>
                <a:gdLst>
                  <a:gd name="T0" fmla="*/ 0 w 308"/>
                  <a:gd name="T1" fmla="*/ 0 h 392"/>
                  <a:gd name="T2" fmla="*/ 308 w 308"/>
                  <a:gd name="T3" fmla="*/ 228 h 392"/>
                  <a:gd name="T4" fmla="*/ 188 w 308"/>
                  <a:gd name="T5" fmla="*/ 392 h 392"/>
                  <a:gd name="T6" fmla="*/ 0 w 308"/>
                  <a:gd name="T7" fmla="*/ 0 h 3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8"/>
                  <a:gd name="T13" fmla="*/ 0 h 392"/>
                  <a:gd name="T14" fmla="*/ 308 w 308"/>
                  <a:gd name="T15" fmla="*/ 392 h 3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8" h="392">
                    <a:moveTo>
                      <a:pt x="0" y="0"/>
                    </a:moveTo>
                    <a:lnTo>
                      <a:pt x="308" y="228"/>
                    </a:lnTo>
                    <a:lnTo>
                      <a:pt x="188" y="39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5E"/>
                  </a:gs>
                  <a:gs pos="100000">
                    <a:srgbClr val="FFFFCC"/>
                  </a:gs>
                </a:gsLst>
                <a:lin ang="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35">
                <a:extLst>
                  <a:ext uri="{FF2B5EF4-FFF2-40B4-BE49-F238E27FC236}">
                    <a16:creationId xmlns:a16="http://schemas.microsoft.com/office/drawing/2014/main" id="{672A6771-50F3-E69E-A962-199DAADB0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" y="2636"/>
                <a:ext cx="508" cy="420"/>
              </a:xfrm>
              <a:custGeom>
                <a:avLst/>
                <a:gdLst>
                  <a:gd name="T0" fmla="*/ 72 w 508"/>
                  <a:gd name="T1" fmla="*/ 136 h 420"/>
                  <a:gd name="T2" fmla="*/ 0 w 508"/>
                  <a:gd name="T3" fmla="*/ 280 h 420"/>
                  <a:gd name="T4" fmla="*/ 508 w 508"/>
                  <a:gd name="T5" fmla="*/ 420 h 420"/>
                  <a:gd name="T6" fmla="*/ 478 w 508"/>
                  <a:gd name="T7" fmla="*/ 0 h 420"/>
                  <a:gd name="T8" fmla="*/ 396 w 508"/>
                  <a:gd name="T9" fmla="*/ 116 h 420"/>
                  <a:gd name="T10" fmla="*/ 72 w 508"/>
                  <a:gd name="T11" fmla="*/ 136 h 4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08"/>
                  <a:gd name="T19" fmla="*/ 0 h 420"/>
                  <a:gd name="T20" fmla="*/ 508 w 508"/>
                  <a:gd name="T21" fmla="*/ 420 h 4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08" h="420">
                    <a:moveTo>
                      <a:pt x="72" y="136"/>
                    </a:moveTo>
                    <a:lnTo>
                      <a:pt x="0" y="280"/>
                    </a:lnTo>
                    <a:lnTo>
                      <a:pt x="508" y="420"/>
                    </a:lnTo>
                    <a:lnTo>
                      <a:pt x="478" y="0"/>
                    </a:lnTo>
                    <a:lnTo>
                      <a:pt x="396" y="116"/>
                    </a:lnTo>
                    <a:lnTo>
                      <a:pt x="72" y="13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5E76"/>
                  </a:gs>
                  <a:gs pos="100000">
                    <a:srgbClr val="99CCFF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02A500E8-B553-4338-9F02-7CFF4AC2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6" y="2640"/>
                <a:ext cx="396" cy="416"/>
              </a:xfrm>
              <a:custGeom>
                <a:avLst/>
                <a:gdLst>
                  <a:gd name="T0" fmla="*/ 0 w 396"/>
                  <a:gd name="T1" fmla="*/ 0 h 416"/>
                  <a:gd name="T2" fmla="*/ 36 w 396"/>
                  <a:gd name="T3" fmla="*/ 416 h 416"/>
                  <a:gd name="T4" fmla="*/ 396 w 396"/>
                  <a:gd name="T5" fmla="*/ 212 h 416"/>
                  <a:gd name="T6" fmla="*/ 328 w 396"/>
                  <a:gd name="T7" fmla="*/ 72 h 416"/>
                  <a:gd name="T8" fmla="*/ 324 w 396"/>
                  <a:gd name="T9" fmla="*/ 72 h 416"/>
                  <a:gd name="T10" fmla="*/ 104 w 396"/>
                  <a:gd name="T11" fmla="*/ 96 h 416"/>
                  <a:gd name="T12" fmla="*/ 0 w 396"/>
                  <a:gd name="T13" fmla="*/ 0 h 4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6"/>
                  <a:gd name="T22" fmla="*/ 0 h 416"/>
                  <a:gd name="T23" fmla="*/ 396 w 396"/>
                  <a:gd name="T24" fmla="*/ 416 h 4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6" h="416">
                    <a:moveTo>
                      <a:pt x="0" y="0"/>
                    </a:moveTo>
                    <a:lnTo>
                      <a:pt x="36" y="416"/>
                    </a:lnTo>
                    <a:lnTo>
                      <a:pt x="396" y="212"/>
                    </a:lnTo>
                    <a:lnTo>
                      <a:pt x="328" y="72"/>
                    </a:lnTo>
                    <a:lnTo>
                      <a:pt x="324" y="72"/>
                    </a:lnTo>
                    <a:lnTo>
                      <a:pt x="104" y="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FF"/>
                  </a:gs>
                  <a:gs pos="100000">
                    <a:srgbClr val="475E76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37">
                <a:extLst>
                  <a:ext uri="{FF2B5EF4-FFF2-40B4-BE49-F238E27FC236}">
                    <a16:creationId xmlns:a16="http://schemas.microsoft.com/office/drawing/2014/main" id="{007EFA31-599B-8F80-B838-B12075E4A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4" y="2332"/>
                <a:ext cx="220" cy="17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B207DD36-6FDC-228F-7071-56D296A2F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2016"/>
                <a:ext cx="246" cy="476"/>
              </a:xfrm>
              <a:custGeom>
                <a:avLst/>
                <a:gdLst>
                  <a:gd name="T0" fmla="*/ 198 w 246"/>
                  <a:gd name="T1" fmla="*/ 0 h 476"/>
                  <a:gd name="T2" fmla="*/ 0 w 246"/>
                  <a:gd name="T3" fmla="*/ 426 h 476"/>
                  <a:gd name="T4" fmla="*/ 246 w 246"/>
                  <a:gd name="T5" fmla="*/ 476 h 476"/>
                  <a:gd name="T6" fmla="*/ 198 w 246"/>
                  <a:gd name="T7" fmla="*/ 0 h 4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6"/>
                  <a:gd name="T13" fmla="*/ 0 h 476"/>
                  <a:gd name="T14" fmla="*/ 246 w 246"/>
                  <a:gd name="T15" fmla="*/ 476 h 4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6" h="476">
                    <a:moveTo>
                      <a:pt x="198" y="0"/>
                    </a:moveTo>
                    <a:lnTo>
                      <a:pt x="0" y="426"/>
                    </a:lnTo>
                    <a:lnTo>
                      <a:pt x="246" y="476"/>
                    </a:lnTo>
                    <a:lnTo>
                      <a:pt x="19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5E76"/>
                  </a:gs>
                  <a:gs pos="100000">
                    <a:srgbClr val="99CCFF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39">
                <a:extLst>
                  <a:ext uri="{FF2B5EF4-FFF2-40B4-BE49-F238E27FC236}">
                    <a16:creationId xmlns:a16="http://schemas.microsoft.com/office/drawing/2014/main" id="{618792A1-0E7B-28E5-8CB2-8DBC370F3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016"/>
                <a:ext cx="216" cy="468"/>
              </a:xfrm>
              <a:custGeom>
                <a:avLst/>
                <a:gdLst>
                  <a:gd name="T0" fmla="*/ 0 w 216"/>
                  <a:gd name="T1" fmla="*/ 0 h 468"/>
                  <a:gd name="T2" fmla="*/ 216 w 216"/>
                  <a:gd name="T3" fmla="*/ 396 h 468"/>
                  <a:gd name="T4" fmla="*/ 44 w 216"/>
                  <a:gd name="T5" fmla="*/ 468 h 468"/>
                  <a:gd name="T6" fmla="*/ 0 w 216"/>
                  <a:gd name="T7" fmla="*/ 0 h 4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"/>
                  <a:gd name="T13" fmla="*/ 0 h 468"/>
                  <a:gd name="T14" fmla="*/ 216 w 216"/>
                  <a:gd name="T15" fmla="*/ 468 h 4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" h="468">
                    <a:moveTo>
                      <a:pt x="0" y="0"/>
                    </a:moveTo>
                    <a:lnTo>
                      <a:pt x="216" y="396"/>
                    </a:lnTo>
                    <a:lnTo>
                      <a:pt x="44" y="4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FF"/>
                  </a:gs>
                  <a:gs pos="100000">
                    <a:srgbClr val="475E76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id="{DA22F815-2E40-F1B1-BE30-FD1417C05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762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平面体与平面体相贯</a:t>
              </a:r>
            </a:p>
          </p:txBody>
        </p:sp>
      </p:grpSp>
      <p:sp>
        <p:nvSpPr>
          <p:cNvPr id="33" name="Text Box 42">
            <a:extLst>
              <a:ext uri="{FF2B5EF4-FFF2-40B4-BE49-F238E27FC236}">
                <a16:creationId xmlns:a16="http://schemas.microsoft.com/office/drawing/2014/main" id="{2FA8E978-3C71-282E-339A-3ECD675B3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01" y="1706038"/>
            <a:ext cx="4224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立体与立体相交称为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Text Box 43">
            <a:extLst>
              <a:ext uri="{FF2B5EF4-FFF2-40B4-BE49-F238E27FC236}">
                <a16:creationId xmlns:a16="http://schemas.microsoft.com/office/drawing/2014/main" id="{CB5345E8-02C9-3EED-730A-A739119A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01" y="2153713"/>
            <a:ext cx="48397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其表面产生的交线叫做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536C2F2-05B7-4789-9AD4-7911F2380B53}"/>
              </a:ext>
            </a:extLst>
          </p:cNvPr>
          <p:cNvGrpSpPr/>
          <p:nvPr/>
        </p:nvGrpSpPr>
        <p:grpSpPr>
          <a:xfrm>
            <a:off x="7091193" y="1661787"/>
            <a:ext cx="2640012" cy="1736427"/>
            <a:chOff x="7091193" y="1661787"/>
            <a:chExt cx="2640012" cy="1736427"/>
          </a:xfrm>
        </p:grpSpPr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02C02861-9A34-C1C1-5A09-DDF1F080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1193" y="1661787"/>
              <a:ext cx="771525" cy="295275"/>
              <a:chOff x="3465" y="637"/>
              <a:chExt cx="486" cy="186"/>
            </a:xfrm>
          </p:grpSpPr>
          <p:sp>
            <p:nvSpPr>
              <p:cNvPr id="20" name="Line 24">
                <a:extLst>
                  <a:ext uri="{FF2B5EF4-FFF2-40B4-BE49-F238E27FC236}">
                    <a16:creationId xmlns:a16="http://schemas.microsoft.com/office/drawing/2014/main" id="{DAB1749F-38CF-706A-2493-CAABF0D5A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219981" flipV="1">
                <a:off x="3650" y="637"/>
                <a:ext cx="301" cy="16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54E53DFC-58A0-301D-D3CC-66DBCDE3A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685"/>
                <a:ext cx="198" cy="138"/>
              </a:xfrm>
              <a:custGeom>
                <a:avLst/>
                <a:gdLst>
                  <a:gd name="T0" fmla="*/ 1473 w 180"/>
                  <a:gd name="T1" fmla="*/ 934 h 126"/>
                  <a:gd name="T2" fmla="*/ 1166 w 180"/>
                  <a:gd name="T3" fmla="*/ 647 h 126"/>
                  <a:gd name="T4" fmla="*/ 976 w 180"/>
                  <a:gd name="T5" fmla="*/ 450 h 126"/>
                  <a:gd name="T6" fmla="*/ 734 w 180"/>
                  <a:gd name="T7" fmla="*/ 238 h 126"/>
                  <a:gd name="T8" fmla="*/ 543 w 180"/>
                  <a:gd name="T9" fmla="*/ 112 h 126"/>
                  <a:gd name="T10" fmla="*/ 266 w 180"/>
                  <a:gd name="T11" fmla="*/ 49 h 126"/>
                  <a:gd name="T12" fmla="*/ 0 w 180"/>
                  <a:gd name="T13" fmla="*/ 0 h 1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126"/>
                  <a:gd name="T23" fmla="*/ 180 w 180"/>
                  <a:gd name="T24" fmla="*/ 126 h 1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126">
                    <a:moveTo>
                      <a:pt x="180" y="126"/>
                    </a:moveTo>
                    <a:cubicBezTo>
                      <a:pt x="167" y="112"/>
                      <a:pt x="154" y="98"/>
                      <a:pt x="144" y="87"/>
                    </a:cubicBezTo>
                    <a:cubicBezTo>
                      <a:pt x="134" y="76"/>
                      <a:pt x="129" y="69"/>
                      <a:pt x="120" y="60"/>
                    </a:cubicBezTo>
                    <a:cubicBezTo>
                      <a:pt x="111" y="51"/>
                      <a:pt x="99" y="40"/>
                      <a:pt x="90" y="33"/>
                    </a:cubicBezTo>
                    <a:cubicBezTo>
                      <a:pt x="81" y="26"/>
                      <a:pt x="76" y="20"/>
                      <a:pt x="66" y="15"/>
                    </a:cubicBezTo>
                    <a:cubicBezTo>
                      <a:pt x="56" y="10"/>
                      <a:pt x="44" y="8"/>
                      <a:pt x="33" y="6"/>
                    </a:cubicBezTo>
                    <a:cubicBezTo>
                      <a:pt x="22" y="4"/>
                      <a:pt x="35" y="0"/>
                      <a:pt x="0" y="0"/>
                    </a:cubicBezTo>
                  </a:path>
                </a:pathLst>
              </a:custGeom>
              <a:noFill/>
              <a:ln w="28575" cmpd="sng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60970E46-1889-D733-D69E-BBA2A021D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7480" y="1920549"/>
              <a:ext cx="593725" cy="293688"/>
            </a:xfrm>
            <a:custGeom>
              <a:avLst/>
              <a:gdLst>
                <a:gd name="T0" fmla="*/ 0 w 374"/>
                <a:gd name="T1" fmla="*/ 0 h 185"/>
                <a:gd name="T2" fmla="*/ 2147483647 w 374"/>
                <a:gd name="T3" fmla="*/ 2147483647 h 185"/>
                <a:gd name="T4" fmla="*/ 2147483647 w 374"/>
                <a:gd name="T5" fmla="*/ 2147483647 h 185"/>
                <a:gd name="T6" fmla="*/ 2147483647 w 374"/>
                <a:gd name="T7" fmla="*/ 2147483647 h 185"/>
                <a:gd name="T8" fmla="*/ 2147483647 w 374"/>
                <a:gd name="T9" fmla="*/ 2147483647 h 185"/>
                <a:gd name="T10" fmla="*/ 2147483647 w 374"/>
                <a:gd name="T11" fmla="*/ 2147483647 h 185"/>
                <a:gd name="T12" fmla="*/ 2147483647 w 374"/>
                <a:gd name="T13" fmla="*/ 2147483647 h 185"/>
                <a:gd name="T14" fmla="*/ 2147483647 w 374"/>
                <a:gd name="T15" fmla="*/ 2147483647 h 185"/>
                <a:gd name="T16" fmla="*/ 2147483647 w 374"/>
                <a:gd name="T17" fmla="*/ 2147483647 h 185"/>
                <a:gd name="T18" fmla="*/ 2147483647 w 374"/>
                <a:gd name="T19" fmla="*/ 2147483647 h 185"/>
                <a:gd name="T20" fmla="*/ 2147483647 w 374"/>
                <a:gd name="T21" fmla="*/ 2147483647 h 185"/>
                <a:gd name="T22" fmla="*/ 2147483647 w 374"/>
                <a:gd name="T23" fmla="*/ 2147483647 h 185"/>
                <a:gd name="T24" fmla="*/ 2147483647 w 374"/>
                <a:gd name="T25" fmla="*/ 2147483647 h 185"/>
                <a:gd name="T26" fmla="*/ 2147483647 w 374"/>
                <a:gd name="T27" fmla="*/ 2147483647 h 185"/>
                <a:gd name="T28" fmla="*/ 2147483647 w 374"/>
                <a:gd name="T29" fmla="*/ 2147483647 h 185"/>
                <a:gd name="T30" fmla="*/ 2147483647 w 374"/>
                <a:gd name="T31" fmla="*/ 2147483647 h 18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4"/>
                <a:gd name="T49" fmla="*/ 0 h 185"/>
                <a:gd name="T50" fmla="*/ 374 w 374"/>
                <a:gd name="T51" fmla="*/ 185 h 18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4" h="185">
                  <a:moveTo>
                    <a:pt x="0" y="0"/>
                  </a:moveTo>
                  <a:cubicBezTo>
                    <a:pt x="9" y="6"/>
                    <a:pt x="19" y="13"/>
                    <a:pt x="24" y="18"/>
                  </a:cubicBezTo>
                  <a:cubicBezTo>
                    <a:pt x="29" y="23"/>
                    <a:pt x="25" y="23"/>
                    <a:pt x="32" y="30"/>
                  </a:cubicBezTo>
                  <a:cubicBezTo>
                    <a:pt x="39" y="37"/>
                    <a:pt x="56" y="50"/>
                    <a:pt x="66" y="60"/>
                  </a:cubicBezTo>
                  <a:cubicBezTo>
                    <a:pt x="76" y="70"/>
                    <a:pt x="85" y="81"/>
                    <a:pt x="94" y="90"/>
                  </a:cubicBezTo>
                  <a:cubicBezTo>
                    <a:pt x="103" y="99"/>
                    <a:pt x="112" y="105"/>
                    <a:pt x="120" y="112"/>
                  </a:cubicBezTo>
                  <a:cubicBezTo>
                    <a:pt x="128" y="119"/>
                    <a:pt x="135" y="127"/>
                    <a:pt x="144" y="134"/>
                  </a:cubicBezTo>
                  <a:cubicBezTo>
                    <a:pt x="153" y="141"/>
                    <a:pt x="163" y="147"/>
                    <a:pt x="174" y="154"/>
                  </a:cubicBezTo>
                  <a:cubicBezTo>
                    <a:pt x="185" y="161"/>
                    <a:pt x="197" y="169"/>
                    <a:pt x="208" y="174"/>
                  </a:cubicBezTo>
                  <a:cubicBezTo>
                    <a:pt x="219" y="179"/>
                    <a:pt x="228" y="183"/>
                    <a:pt x="240" y="184"/>
                  </a:cubicBezTo>
                  <a:cubicBezTo>
                    <a:pt x="252" y="185"/>
                    <a:pt x="267" y="184"/>
                    <a:pt x="278" y="182"/>
                  </a:cubicBezTo>
                  <a:cubicBezTo>
                    <a:pt x="289" y="180"/>
                    <a:pt x="297" y="177"/>
                    <a:pt x="306" y="174"/>
                  </a:cubicBezTo>
                  <a:cubicBezTo>
                    <a:pt x="315" y="171"/>
                    <a:pt x="323" y="170"/>
                    <a:pt x="330" y="164"/>
                  </a:cubicBezTo>
                  <a:cubicBezTo>
                    <a:pt x="337" y="158"/>
                    <a:pt x="344" y="145"/>
                    <a:pt x="350" y="136"/>
                  </a:cubicBezTo>
                  <a:cubicBezTo>
                    <a:pt x="356" y="127"/>
                    <a:pt x="360" y="118"/>
                    <a:pt x="364" y="110"/>
                  </a:cubicBezTo>
                  <a:cubicBezTo>
                    <a:pt x="368" y="102"/>
                    <a:pt x="372" y="93"/>
                    <a:pt x="374" y="88"/>
                  </a:cubicBezTo>
                </a:path>
              </a:pathLst>
            </a:custGeom>
            <a:noFill/>
            <a:ln w="28575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8DA0B66-8F94-1BCC-8645-69284B245093}"/>
                </a:ext>
              </a:extLst>
            </p:cNvPr>
            <p:cNvGrpSpPr/>
            <p:nvPr/>
          </p:nvGrpSpPr>
          <p:grpSpPr>
            <a:xfrm>
              <a:off x="7561911" y="1837750"/>
              <a:ext cx="1679719" cy="1560464"/>
              <a:chOff x="7561911" y="1837750"/>
              <a:chExt cx="1679719" cy="1560464"/>
            </a:xfrm>
          </p:grpSpPr>
          <p:sp>
            <p:nvSpPr>
              <p:cNvPr id="35" name="Text Box 47">
                <a:extLst>
                  <a:ext uri="{FF2B5EF4-FFF2-40B4-BE49-F238E27FC236}">
                    <a16:creationId xmlns:a16="http://schemas.microsoft.com/office/drawing/2014/main" id="{92F02101-5CAF-DC3E-70FD-A7ECEFCF34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613" y="2936549"/>
                <a:ext cx="11079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2400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相贯线</a:t>
                </a:r>
              </a:p>
            </p:txBody>
          </p:sp>
          <p:sp>
            <p:nvSpPr>
              <p:cNvPr id="36" name="Line 48">
                <a:extLst>
                  <a:ext uri="{FF2B5EF4-FFF2-40B4-BE49-F238E27FC236}">
                    <a16:creationId xmlns:a16="http://schemas.microsoft.com/office/drawing/2014/main" id="{E9A00623-06A2-E680-A2BF-13795E5F4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1911" y="1837750"/>
                <a:ext cx="583381" cy="1098799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Line 49">
                <a:extLst>
                  <a:ext uri="{FF2B5EF4-FFF2-40B4-BE49-F238E27FC236}">
                    <a16:creationId xmlns:a16="http://schemas.microsoft.com/office/drawing/2014/main" id="{6A8C7CFD-EA9B-4D86-A36A-F407AD307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48517" y="2000806"/>
                <a:ext cx="693113" cy="940505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84BE997-2685-006E-E3DE-44D3399F92D0}"/>
              </a:ext>
            </a:extLst>
          </p:cNvPr>
          <p:cNvGrpSpPr/>
          <p:nvPr/>
        </p:nvGrpSpPr>
        <p:grpSpPr>
          <a:xfrm>
            <a:off x="9570702" y="4079578"/>
            <a:ext cx="1752600" cy="2062550"/>
            <a:chOff x="9869774" y="4079578"/>
            <a:chExt cx="1752600" cy="2062550"/>
          </a:xfrm>
        </p:grpSpPr>
        <p:pic>
          <p:nvPicPr>
            <p:cNvPr id="38" name="Picture 6">
              <a:extLst>
                <a:ext uri="{FF2B5EF4-FFF2-40B4-BE49-F238E27FC236}">
                  <a16:creationId xmlns:a16="http://schemas.microsoft.com/office/drawing/2014/main" id="{733ACE8B-FB8C-153F-F36A-EAF1B2E4A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9774" y="4079578"/>
              <a:ext cx="1752600" cy="151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 Box 7">
              <a:extLst>
                <a:ext uri="{FF2B5EF4-FFF2-40B4-BE49-F238E27FC236}">
                  <a16:creationId xmlns:a16="http://schemas.microsoft.com/office/drawing/2014/main" id="{52221B57-21FD-5314-4F03-2A3588CB6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0780" y="5742018"/>
              <a:ext cx="12105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多体相贯</a:t>
              </a:r>
            </a:p>
          </p:txBody>
        </p:sp>
      </p:grpSp>
      <p:sp>
        <p:nvSpPr>
          <p:cNvPr id="40" name="Text Box 41">
            <a:extLst>
              <a:ext uri="{FF2B5EF4-FFF2-40B4-BE49-F238E27FC236}">
                <a16:creationId xmlns:a16="http://schemas.microsoft.com/office/drawing/2014/main" id="{A247672B-44E0-AC8F-C1DF-F21144517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0" y="1185290"/>
            <a:ext cx="198002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相贯的概念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951071FE-6AEA-1FF9-0C1B-BAB0315A1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0" y="3107091"/>
            <a:ext cx="382508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相贯的形式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立体形状</a:t>
            </a:r>
          </a:p>
        </p:txBody>
      </p:sp>
      <p:sp>
        <p:nvSpPr>
          <p:cNvPr id="42" name="灯片编号占位符 3">
            <a:extLst>
              <a:ext uri="{FF2B5EF4-FFF2-40B4-BE49-F238E27FC236}">
                <a16:creationId xmlns:a16="http://schemas.microsoft.com/office/drawing/2014/main" id="{63E1C818-34B7-33BB-820C-E9A392D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47" name="Text Box 18">
            <a:extLst>
              <a:ext uri="{FF2B5EF4-FFF2-40B4-BE49-F238E27FC236}">
                <a16:creationId xmlns:a16="http://schemas.microsoft.com/office/drawing/2014/main" id="{68DECDAC-1D11-4D16-0043-D663DE18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343162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F5C2-5AF8-5B8A-1340-363173DFF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1553788C-D140-343F-ED38-0354FC1FF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266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正交</a:t>
            </a: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728F8BD0-B581-C75C-B725-1F6C52D68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880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偏交</a:t>
            </a: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4E805C92-C456-04EB-38EA-88F79985B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352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斜交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52C2E8CA-3581-314F-549E-E8F0E233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760"/>
            <a:ext cx="4543231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相贯的形式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立体相对位置</a:t>
            </a:r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AB5F8414-172B-9A8E-7C11-85BBC510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975" y="2636912"/>
            <a:ext cx="1828800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" name="Object 26">
            <a:extLst>
              <a:ext uri="{FF2B5EF4-FFF2-40B4-BE49-F238E27FC236}">
                <a16:creationId xmlns:a16="http://schemas.microsoft.com/office/drawing/2014/main" id="{D9B7911E-4BA2-DCF9-5222-07FD3D3DC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70054"/>
              </p:ext>
            </p:extLst>
          </p:nvPr>
        </p:nvGraphicFramePr>
        <p:xfrm>
          <a:off x="5308133" y="2578968"/>
          <a:ext cx="176371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2343477" imgH="2190476" progId="Paint.Picture">
                  <p:embed/>
                </p:oleObj>
              </mc:Choice>
              <mc:Fallback>
                <p:oleObj name="位图图像" r:id="rId4" imgW="2343477" imgH="2190476" progId="Paint.Picture">
                  <p:embed/>
                  <p:pic>
                    <p:nvPicPr>
                      <p:cNvPr id="46" name="Object 26">
                        <a:extLst>
                          <a:ext uri="{FF2B5EF4-FFF2-40B4-BE49-F238E27FC236}">
                            <a16:creationId xmlns:a16="http://schemas.microsoft.com/office/drawing/2014/main" id="{D9B7911E-4BA2-DCF9-5222-07FD3D3DC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133" y="2578968"/>
                        <a:ext cx="1763713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" name="Picture 58">
            <a:extLst>
              <a:ext uri="{FF2B5EF4-FFF2-40B4-BE49-F238E27FC236}">
                <a16:creationId xmlns:a16="http://schemas.microsoft.com/office/drawing/2014/main" id="{2590BB19-C8AF-35D6-B4C7-29092BD8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205" y="2591668"/>
            <a:ext cx="201612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</a:extLst>
        </p:spPr>
      </p:pic>
      <p:sp>
        <p:nvSpPr>
          <p:cNvPr id="48" name="灯片编号占位符 3">
            <a:extLst>
              <a:ext uri="{FF2B5EF4-FFF2-40B4-BE49-F238E27FC236}">
                <a16:creationId xmlns:a16="http://schemas.microsoft.com/office/drawing/2014/main" id="{527D85AE-7385-AE08-4A9E-7DE2DE3A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4C2F8704-22D0-4A91-8D92-A03104177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123734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E3A7-0B5C-BAE0-2EA0-39DA1C64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A6526D-F377-DBAA-3963-0E6CC91CE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163" y="1598560"/>
            <a:ext cx="1836738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E701F29-CC6B-057D-74E0-0FC4E10E2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540" y="1597766"/>
            <a:ext cx="1800225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27">
            <a:extLst>
              <a:ext uri="{FF2B5EF4-FFF2-40B4-BE49-F238E27FC236}">
                <a16:creationId xmlns:a16="http://schemas.microsoft.com/office/drawing/2014/main" id="{3776E2C8-18FF-2CE3-A811-5104935C37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027678"/>
              </p:ext>
            </p:extLst>
          </p:nvPr>
        </p:nvGraphicFramePr>
        <p:xfrm>
          <a:off x="10466026" y="1614435"/>
          <a:ext cx="14398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2991268" imgH="3067478" progId="Paint.Picture">
                  <p:embed/>
                </p:oleObj>
              </mc:Choice>
              <mc:Fallback>
                <p:oleObj name="位图图像" r:id="rId5" imgW="2991268" imgH="3067478" progId="Paint.Picture">
                  <p:embed/>
                  <p:pic>
                    <p:nvPicPr>
                      <p:cNvPr id="5" name="Object 27">
                        <a:extLst>
                          <a:ext uri="{FF2B5EF4-FFF2-40B4-BE49-F238E27FC236}">
                            <a16:creationId xmlns:a16="http://schemas.microsoft.com/office/drawing/2014/main" id="{3776E2C8-18FF-2CE3-A811-5104935C3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6026" y="1614435"/>
                        <a:ext cx="1439863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">
            <a:extLst>
              <a:ext uri="{FF2B5EF4-FFF2-40B4-BE49-F238E27FC236}">
                <a16:creationId xmlns:a16="http://schemas.microsoft.com/office/drawing/2014/main" id="{C84FEB2E-55C0-1DAE-9D0C-268F3F387D6B}"/>
              </a:ext>
            </a:extLst>
          </p:cNvPr>
          <p:cNvGrpSpPr>
            <a:grpSpLocks/>
          </p:cNvGrpSpPr>
          <p:nvPr/>
        </p:nvGrpSpPr>
        <p:grpSpPr bwMode="auto">
          <a:xfrm>
            <a:off x="6736495" y="3802402"/>
            <a:ext cx="1362075" cy="1511300"/>
            <a:chOff x="2362" y="363"/>
            <a:chExt cx="1322" cy="1394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B3026B9C-C0A2-92D6-2D14-690F0FDDC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461"/>
              <a:ext cx="1275" cy="1177"/>
            </a:xfrm>
            <a:custGeom>
              <a:avLst/>
              <a:gdLst>
                <a:gd name="T0" fmla="*/ 0 w 2964"/>
                <a:gd name="T1" fmla="*/ 0 h 2736"/>
                <a:gd name="T2" fmla="*/ 0 w 2964"/>
                <a:gd name="T3" fmla="*/ 0 h 2736"/>
                <a:gd name="T4" fmla="*/ 0 w 2964"/>
                <a:gd name="T5" fmla="*/ 0 h 2736"/>
                <a:gd name="T6" fmla="*/ 0 w 2964"/>
                <a:gd name="T7" fmla="*/ 0 h 2736"/>
                <a:gd name="T8" fmla="*/ 0 w 2964"/>
                <a:gd name="T9" fmla="*/ 0 h 2736"/>
                <a:gd name="T10" fmla="*/ 0 w 2964"/>
                <a:gd name="T11" fmla="*/ 0 h 2736"/>
                <a:gd name="T12" fmla="*/ 0 w 2964"/>
                <a:gd name="T13" fmla="*/ 0 h 2736"/>
                <a:gd name="T14" fmla="*/ 0 w 2964"/>
                <a:gd name="T15" fmla="*/ 0 h 2736"/>
                <a:gd name="T16" fmla="*/ 0 w 2964"/>
                <a:gd name="T17" fmla="*/ 0 h 2736"/>
                <a:gd name="T18" fmla="*/ 0 w 2964"/>
                <a:gd name="T19" fmla="*/ 0 h 2736"/>
                <a:gd name="T20" fmla="*/ 0 w 2964"/>
                <a:gd name="T21" fmla="*/ 0 h 2736"/>
                <a:gd name="T22" fmla="*/ 0 w 2964"/>
                <a:gd name="T23" fmla="*/ 0 h 2736"/>
                <a:gd name="T24" fmla="*/ 0 w 2964"/>
                <a:gd name="T25" fmla="*/ 0 h 2736"/>
                <a:gd name="T26" fmla="*/ 0 w 2964"/>
                <a:gd name="T27" fmla="*/ 0 h 2736"/>
                <a:gd name="T28" fmla="*/ 0 w 2964"/>
                <a:gd name="T29" fmla="*/ 0 h 2736"/>
                <a:gd name="T30" fmla="*/ 0 w 2964"/>
                <a:gd name="T31" fmla="*/ 0 h 2736"/>
                <a:gd name="T32" fmla="*/ 0 w 2964"/>
                <a:gd name="T33" fmla="*/ 0 h 2736"/>
                <a:gd name="T34" fmla="*/ 0 w 2964"/>
                <a:gd name="T35" fmla="*/ 0 h 2736"/>
                <a:gd name="T36" fmla="*/ 0 w 2964"/>
                <a:gd name="T37" fmla="*/ 0 h 2736"/>
                <a:gd name="T38" fmla="*/ 0 w 2964"/>
                <a:gd name="T39" fmla="*/ 0 h 2736"/>
                <a:gd name="T40" fmla="*/ 0 w 2964"/>
                <a:gd name="T41" fmla="*/ 0 h 2736"/>
                <a:gd name="T42" fmla="*/ 0 w 2964"/>
                <a:gd name="T43" fmla="*/ 0 h 2736"/>
                <a:gd name="T44" fmla="*/ 0 w 2964"/>
                <a:gd name="T45" fmla="*/ 0 h 2736"/>
                <a:gd name="T46" fmla="*/ 0 w 2964"/>
                <a:gd name="T47" fmla="*/ 0 h 2736"/>
                <a:gd name="T48" fmla="*/ 0 w 2964"/>
                <a:gd name="T49" fmla="*/ 0 h 2736"/>
                <a:gd name="T50" fmla="*/ 0 w 2964"/>
                <a:gd name="T51" fmla="*/ 0 h 2736"/>
                <a:gd name="T52" fmla="*/ 0 w 2964"/>
                <a:gd name="T53" fmla="*/ 0 h 2736"/>
                <a:gd name="T54" fmla="*/ 0 w 2964"/>
                <a:gd name="T55" fmla="*/ 0 h 2736"/>
                <a:gd name="T56" fmla="*/ 0 w 2964"/>
                <a:gd name="T57" fmla="*/ 0 h 2736"/>
                <a:gd name="T58" fmla="*/ 0 w 2964"/>
                <a:gd name="T59" fmla="*/ 0 h 2736"/>
                <a:gd name="T60" fmla="*/ 0 w 2964"/>
                <a:gd name="T61" fmla="*/ 0 h 2736"/>
                <a:gd name="T62" fmla="*/ 0 w 2964"/>
                <a:gd name="T63" fmla="*/ 0 h 2736"/>
                <a:gd name="T64" fmla="*/ 0 w 2964"/>
                <a:gd name="T65" fmla="*/ 0 h 2736"/>
                <a:gd name="T66" fmla="*/ 0 w 2964"/>
                <a:gd name="T67" fmla="*/ 0 h 2736"/>
                <a:gd name="T68" fmla="*/ 0 w 2964"/>
                <a:gd name="T69" fmla="*/ 0 h 2736"/>
                <a:gd name="T70" fmla="*/ 0 w 2964"/>
                <a:gd name="T71" fmla="*/ 0 h 2736"/>
                <a:gd name="T72" fmla="*/ 0 w 2964"/>
                <a:gd name="T73" fmla="*/ 0 h 2736"/>
                <a:gd name="T74" fmla="*/ 0 w 2964"/>
                <a:gd name="T75" fmla="*/ 0 h 2736"/>
                <a:gd name="T76" fmla="*/ 0 w 2964"/>
                <a:gd name="T77" fmla="*/ 0 h 2736"/>
                <a:gd name="T78" fmla="*/ 0 w 2964"/>
                <a:gd name="T79" fmla="*/ 0 h 2736"/>
                <a:gd name="T80" fmla="*/ 0 w 2964"/>
                <a:gd name="T81" fmla="*/ 0 h 2736"/>
                <a:gd name="T82" fmla="*/ 0 w 2964"/>
                <a:gd name="T83" fmla="*/ 0 h 2736"/>
                <a:gd name="T84" fmla="*/ 0 w 2964"/>
                <a:gd name="T85" fmla="*/ 0 h 2736"/>
                <a:gd name="T86" fmla="*/ 0 w 2964"/>
                <a:gd name="T87" fmla="*/ 0 h 2736"/>
                <a:gd name="T88" fmla="*/ 0 w 2964"/>
                <a:gd name="T89" fmla="*/ 0 h 2736"/>
                <a:gd name="T90" fmla="*/ 0 w 2964"/>
                <a:gd name="T91" fmla="*/ 0 h 2736"/>
                <a:gd name="T92" fmla="*/ 0 w 2964"/>
                <a:gd name="T93" fmla="*/ 0 h 2736"/>
                <a:gd name="T94" fmla="*/ 0 w 2964"/>
                <a:gd name="T95" fmla="*/ 0 h 27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964"/>
                <a:gd name="T145" fmla="*/ 0 h 2736"/>
                <a:gd name="T146" fmla="*/ 2964 w 2964"/>
                <a:gd name="T147" fmla="*/ 2736 h 27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964" h="2736">
                  <a:moveTo>
                    <a:pt x="0" y="1140"/>
                  </a:moveTo>
                  <a:lnTo>
                    <a:pt x="561" y="816"/>
                  </a:lnTo>
                  <a:lnTo>
                    <a:pt x="852" y="912"/>
                  </a:lnTo>
                  <a:lnTo>
                    <a:pt x="1116" y="996"/>
                  </a:lnTo>
                  <a:lnTo>
                    <a:pt x="1668" y="1332"/>
                  </a:lnTo>
                  <a:lnTo>
                    <a:pt x="1860" y="1464"/>
                  </a:lnTo>
                  <a:lnTo>
                    <a:pt x="1992" y="1596"/>
                  </a:lnTo>
                  <a:lnTo>
                    <a:pt x="2100" y="1392"/>
                  </a:lnTo>
                  <a:lnTo>
                    <a:pt x="2148" y="1200"/>
                  </a:lnTo>
                  <a:lnTo>
                    <a:pt x="2184" y="1020"/>
                  </a:lnTo>
                  <a:lnTo>
                    <a:pt x="2220" y="720"/>
                  </a:lnTo>
                  <a:lnTo>
                    <a:pt x="2220" y="552"/>
                  </a:lnTo>
                  <a:lnTo>
                    <a:pt x="2208" y="384"/>
                  </a:lnTo>
                  <a:lnTo>
                    <a:pt x="2160" y="168"/>
                  </a:lnTo>
                  <a:lnTo>
                    <a:pt x="2100" y="0"/>
                  </a:lnTo>
                  <a:lnTo>
                    <a:pt x="2184" y="12"/>
                  </a:lnTo>
                  <a:lnTo>
                    <a:pt x="2352" y="72"/>
                  </a:lnTo>
                  <a:lnTo>
                    <a:pt x="2436" y="144"/>
                  </a:lnTo>
                  <a:lnTo>
                    <a:pt x="2520" y="204"/>
                  </a:lnTo>
                  <a:lnTo>
                    <a:pt x="2604" y="276"/>
                  </a:lnTo>
                  <a:lnTo>
                    <a:pt x="2712" y="396"/>
                  </a:lnTo>
                  <a:lnTo>
                    <a:pt x="2808" y="540"/>
                  </a:lnTo>
                  <a:lnTo>
                    <a:pt x="2880" y="684"/>
                  </a:lnTo>
                  <a:lnTo>
                    <a:pt x="2916" y="804"/>
                  </a:lnTo>
                  <a:lnTo>
                    <a:pt x="2940" y="960"/>
                  </a:lnTo>
                  <a:lnTo>
                    <a:pt x="2964" y="1116"/>
                  </a:lnTo>
                  <a:lnTo>
                    <a:pt x="2952" y="1248"/>
                  </a:lnTo>
                  <a:lnTo>
                    <a:pt x="2928" y="1368"/>
                  </a:lnTo>
                  <a:lnTo>
                    <a:pt x="2880" y="1428"/>
                  </a:lnTo>
                  <a:lnTo>
                    <a:pt x="2820" y="1500"/>
                  </a:lnTo>
                  <a:lnTo>
                    <a:pt x="2256" y="1826"/>
                  </a:lnTo>
                  <a:lnTo>
                    <a:pt x="2184" y="1860"/>
                  </a:lnTo>
                  <a:lnTo>
                    <a:pt x="2064" y="1728"/>
                  </a:lnTo>
                  <a:lnTo>
                    <a:pt x="1896" y="1980"/>
                  </a:lnTo>
                  <a:lnTo>
                    <a:pt x="1608" y="2244"/>
                  </a:lnTo>
                  <a:lnTo>
                    <a:pt x="1356" y="2448"/>
                  </a:lnTo>
                  <a:lnTo>
                    <a:pt x="960" y="2676"/>
                  </a:lnTo>
                  <a:lnTo>
                    <a:pt x="816" y="2736"/>
                  </a:lnTo>
                  <a:lnTo>
                    <a:pt x="828" y="2544"/>
                  </a:lnTo>
                  <a:lnTo>
                    <a:pt x="936" y="2196"/>
                  </a:lnTo>
                  <a:lnTo>
                    <a:pt x="888" y="1896"/>
                  </a:lnTo>
                  <a:lnTo>
                    <a:pt x="804" y="1656"/>
                  </a:lnTo>
                  <a:lnTo>
                    <a:pt x="696" y="1464"/>
                  </a:lnTo>
                  <a:lnTo>
                    <a:pt x="612" y="1356"/>
                  </a:lnTo>
                  <a:lnTo>
                    <a:pt x="408" y="1248"/>
                  </a:lnTo>
                  <a:lnTo>
                    <a:pt x="252" y="1188"/>
                  </a:lnTo>
                  <a:lnTo>
                    <a:pt x="120" y="1176"/>
                  </a:lnTo>
                  <a:lnTo>
                    <a:pt x="0" y="1140"/>
                  </a:lnTo>
                  <a:close/>
                </a:path>
              </a:pathLst>
            </a:custGeom>
            <a:gradFill rotWithShape="0">
              <a:gsLst>
                <a:gs pos="0">
                  <a:srgbClr val="1B5136"/>
                </a:gs>
                <a:gs pos="50000">
                  <a:srgbClr val="339966"/>
                </a:gs>
                <a:gs pos="100000">
                  <a:srgbClr val="1B513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EAA0FE1-B1A5-AC1A-44A4-47896BA4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575"/>
              <a:ext cx="754" cy="609"/>
            </a:xfrm>
            <a:custGeom>
              <a:avLst/>
              <a:gdLst>
                <a:gd name="T0" fmla="*/ 0 w 1752"/>
                <a:gd name="T1" fmla="*/ 0 h 1416"/>
                <a:gd name="T2" fmla="*/ 0 w 1752"/>
                <a:gd name="T3" fmla="*/ 0 h 1416"/>
                <a:gd name="T4" fmla="*/ 0 w 1752"/>
                <a:gd name="T5" fmla="*/ 0 h 1416"/>
                <a:gd name="T6" fmla="*/ 0 w 1752"/>
                <a:gd name="T7" fmla="*/ 0 h 1416"/>
                <a:gd name="T8" fmla="*/ 0 w 1752"/>
                <a:gd name="T9" fmla="*/ 0 h 1416"/>
                <a:gd name="T10" fmla="*/ 0 w 1752"/>
                <a:gd name="T11" fmla="*/ 0 h 1416"/>
                <a:gd name="T12" fmla="*/ 0 w 1752"/>
                <a:gd name="T13" fmla="*/ 0 h 1416"/>
                <a:gd name="T14" fmla="*/ 0 w 1752"/>
                <a:gd name="T15" fmla="*/ 0 h 1416"/>
                <a:gd name="T16" fmla="*/ 0 w 1752"/>
                <a:gd name="T17" fmla="*/ 0 h 1416"/>
                <a:gd name="T18" fmla="*/ 0 w 1752"/>
                <a:gd name="T19" fmla="*/ 0 h 1416"/>
                <a:gd name="T20" fmla="*/ 0 w 1752"/>
                <a:gd name="T21" fmla="*/ 0 h 1416"/>
                <a:gd name="T22" fmla="*/ 0 w 1752"/>
                <a:gd name="T23" fmla="*/ 0 h 1416"/>
                <a:gd name="T24" fmla="*/ 0 w 1752"/>
                <a:gd name="T25" fmla="*/ 0 h 1416"/>
                <a:gd name="T26" fmla="*/ 0 w 1752"/>
                <a:gd name="T27" fmla="*/ 0 h 1416"/>
                <a:gd name="T28" fmla="*/ 0 w 1752"/>
                <a:gd name="T29" fmla="*/ 0 h 1416"/>
                <a:gd name="T30" fmla="*/ 0 w 1752"/>
                <a:gd name="T31" fmla="*/ 0 h 1416"/>
                <a:gd name="T32" fmla="*/ 0 w 1752"/>
                <a:gd name="T33" fmla="*/ 0 h 14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52"/>
                <a:gd name="T52" fmla="*/ 0 h 1416"/>
                <a:gd name="T53" fmla="*/ 1752 w 1752"/>
                <a:gd name="T54" fmla="*/ 1416 h 14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52" h="1416">
                  <a:moveTo>
                    <a:pt x="1752" y="12"/>
                  </a:moveTo>
                  <a:lnTo>
                    <a:pt x="1752" y="612"/>
                  </a:lnTo>
                  <a:lnTo>
                    <a:pt x="1740" y="828"/>
                  </a:lnTo>
                  <a:lnTo>
                    <a:pt x="1704" y="972"/>
                  </a:lnTo>
                  <a:lnTo>
                    <a:pt x="1668" y="1128"/>
                  </a:lnTo>
                  <a:lnTo>
                    <a:pt x="1608" y="1284"/>
                  </a:lnTo>
                  <a:lnTo>
                    <a:pt x="1536" y="1416"/>
                  </a:lnTo>
                  <a:lnTo>
                    <a:pt x="1392" y="1296"/>
                  </a:lnTo>
                  <a:lnTo>
                    <a:pt x="1212" y="1152"/>
                  </a:lnTo>
                  <a:lnTo>
                    <a:pt x="1008" y="1020"/>
                  </a:lnTo>
                  <a:lnTo>
                    <a:pt x="828" y="924"/>
                  </a:lnTo>
                  <a:lnTo>
                    <a:pt x="576" y="780"/>
                  </a:lnTo>
                  <a:lnTo>
                    <a:pt x="396" y="708"/>
                  </a:lnTo>
                  <a:lnTo>
                    <a:pt x="192" y="636"/>
                  </a:lnTo>
                  <a:lnTo>
                    <a:pt x="0" y="600"/>
                  </a:lnTo>
                  <a:lnTo>
                    <a:pt x="0" y="0"/>
                  </a:lnTo>
                  <a:lnTo>
                    <a:pt x="1752" y="12"/>
                  </a:lnTo>
                  <a:close/>
                </a:path>
              </a:pathLst>
            </a:custGeom>
            <a:gradFill rotWithShape="0">
              <a:gsLst>
                <a:gs pos="0">
                  <a:srgbClr val="A00040"/>
                </a:gs>
                <a:gs pos="50000">
                  <a:srgbClr val="FF0066"/>
                </a:gs>
                <a:gs pos="100000">
                  <a:srgbClr val="A0004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A105519E-079B-4508-D7A3-9C3F9582F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63"/>
              <a:ext cx="754" cy="444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05F5EF7-D986-98F4-9AD7-69F00C85B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179"/>
              <a:ext cx="738" cy="578"/>
            </a:xfrm>
            <a:custGeom>
              <a:avLst/>
              <a:gdLst>
                <a:gd name="T0" fmla="*/ 0 w 1716"/>
                <a:gd name="T1" fmla="*/ 0 h 1344"/>
                <a:gd name="T2" fmla="*/ 0 w 1716"/>
                <a:gd name="T3" fmla="*/ 0 h 1344"/>
                <a:gd name="T4" fmla="*/ 0 w 1716"/>
                <a:gd name="T5" fmla="*/ 0 h 1344"/>
                <a:gd name="T6" fmla="*/ 0 w 1716"/>
                <a:gd name="T7" fmla="*/ 0 h 1344"/>
                <a:gd name="T8" fmla="*/ 0 w 1716"/>
                <a:gd name="T9" fmla="*/ 0 h 1344"/>
                <a:gd name="T10" fmla="*/ 0 w 1716"/>
                <a:gd name="T11" fmla="*/ 0 h 1344"/>
                <a:gd name="T12" fmla="*/ 0 w 1716"/>
                <a:gd name="T13" fmla="*/ 0 h 1344"/>
                <a:gd name="T14" fmla="*/ 0 w 1716"/>
                <a:gd name="T15" fmla="*/ 0 h 1344"/>
                <a:gd name="T16" fmla="*/ 0 w 1716"/>
                <a:gd name="T17" fmla="*/ 0 h 1344"/>
                <a:gd name="T18" fmla="*/ 0 w 1716"/>
                <a:gd name="T19" fmla="*/ 0 h 1344"/>
                <a:gd name="T20" fmla="*/ 0 w 1716"/>
                <a:gd name="T21" fmla="*/ 0 h 1344"/>
                <a:gd name="T22" fmla="*/ 0 w 1716"/>
                <a:gd name="T23" fmla="*/ 0 h 1344"/>
                <a:gd name="T24" fmla="*/ 0 w 1716"/>
                <a:gd name="T25" fmla="*/ 0 h 1344"/>
                <a:gd name="T26" fmla="*/ 0 w 1716"/>
                <a:gd name="T27" fmla="*/ 0 h 1344"/>
                <a:gd name="T28" fmla="*/ 0 w 1716"/>
                <a:gd name="T29" fmla="*/ 0 h 1344"/>
                <a:gd name="T30" fmla="*/ 0 w 1716"/>
                <a:gd name="T31" fmla="*/ 0 h 1344"/>
                <a:gd name="T32" fmla="*/ 0 w 1716"/>
                <a:gd name="T33" fmla="*/ 0 h 1344"/>
                <a:gd name="T34" fmla="*/ 0 w 1716"/>
                <a:gd name="T35" fmla="*/ 0 h 1344"/>
                <a:gd name="T36" fmla="*/ 0 w 1716"/>
                <a:gd name="T37" fmla="*/ 0 h 1344"/>
                <a:gd name="T38" fmla="*/ 0 w 1716"/>
                <a:gd name="T39" fmla="*/ 0 h 1344"/>
                <a:gd name="T40" fmla="*/ 0 w 1716"/>
                <a:gd name="T41" fmla="*/ 0 h 1344"/>
                <a:gd name="T42" fmla="*/ 0 w 1716"/>
                <a:gd name="T43" fmla="*/ 0 h 1344"/>
                <a:gd name="T44" fmla="*/ 0 w 1716"/>
                <a:gd name="T45" fmla="*/ 0 h 1344"/>
                <a:gd name="T46" fmla="*/ 0 w 1716"/>
                <a:gd name="T47" fmla="*/ 0 h 1344"/>
                <a:gd name="T48" fmla="*/ 0 w 1716"/>
                <a:gd name="T49" fmla="*/ 0 h 1344"/>
                <a:gd name="T50" fmla="*/ 0 w 1716"/>
                <a:gd name="T51" fmla="*/ 0 h 1344"/>
                <a:gd name="T52" fmla="*/ 0 w 1716"/>
                <a:gd name="T53" fmla="*/ 0 h 13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16"/>
                <a:gd name="T82" fmla="*/ 0 h 1344"/>
                <a:gd name="T83" fmla="*/ 1716 w 1716"/>
                <a:gd name="T84" fmla="*/ 1344 h 13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16" h="1344">
                  <a:moveTo>
                    <a:pt x="1416" y="108"/>
                  </a:moveTo>
                  <a:lnTo>
                    <a:pt x="1320" y="240"/>
                  </a:lnTo>
                  <a:lnTo>
                    <a:pt x="1236" y="336"/>
                  </a:lnTo>
                  <a:lnTo>
                    <a:pt x="1140" y="432"/>
                  </a:lnTo>
                  <a:lnTo>
                    <a:pt x="1056" y="504"/>
                  </a:lnTo>
                  <a:lnTo>
                    <a:pt x="948" y="588"/>
                  </a:lnTo>
                  <a:lnTo>
                    <a:pt x="852" y="684"/>
                  </a:lnTo>
                  <a:lnTo>
                    <a:pt x="312" y="996"/>
                  </a:lnTo>
                  <a:lnTo>
                    <a:pt x="0" y="960"/>
                  </a:lnTo>
                  <a:lnTo>
                    <a:pt x="72" y="1032"/>
                  </a:lnTo>
                  <a:lnTo>
                    <a:pt x="144" y="1128"/>
                  </a:lnTo>
                  <a:lnTo>
                    <a:pt x="240" y="1176"/>
                  </a:lnTo>
                  <a:lnTo>
                    <a:pt x="372" y="1236"/>
                  </a:lnTo>
                  <a:lnTo>
                    <a:pt x="504" y="1296"/>
                  </a:lnTo>
                  <a:lnTo>
                    <a:pt x="648" y="1320"/>
                  </a:lnTo>
                  <a:lnTo>
                    <a:pt x="864" y="1344"/>
                  </a:lnTo>
                  <a:lnTo>
                    <a:pt x="1092" y="1308"/>
                  </a:lnTo>
                  <a:lnTo>
                    <a:pt x="1308" y="1248"/>
                  </a:lnTo>
                  <a:lnTo>
                    <a:pt x="1500" y="1140"/>
                  </a:lnTo>
                  <a:lnTo>
                    <a:pt x="1632" y="1032"/>
                  </a:lnTo>
                  <a:lnTo>
                    <a:pt x="1692" y="864"/>
                  </a:lnTo>
                  <a:lnTo>
                    <a:pt x="1716" y="684"/>
                  </a:lnTo>
                  <a:lnTo>
                    <a:pt x="1716" y="168"/>
                  </a:lnTo>
                  <a:lnTo>
                    <a:pt x="1656" y="108"/>
                  </a:lnTo>
                  <a:lnTo>
                    <a:pt x="1584" y="48"/>
                  </a:lnTo>
                  <a:lnTo>
                    <a:pt x="1500" y="0"/>
                  </a:lnTo>
                  <a:lnTo>
                    <a:pt x="1416" y="108"/>
                  </a:lnTo>
                  <a:close/>
                </a:path>
              </a:pathLst>
            </a:custGeom>
            <a:gradFill rotWithShape="0">
              <a:gsLst>
                <a:gs pos="0">
                  <a:srgbClr val="A50042"/>
                </a:gs>
                <a:gs pos="50000">
                  <a:srgbClr val="FF0066"/>
                </a:gs>
                <a:gs pos="100000">
                  <a:srgbClr val="A5004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24EAA09D-458B-9264-5CAB-9E5FAC0530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75859">
              <a:off x="2362" y="900"/>
              <a:ext cx="472" cy="754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8" name="Object 58">
            <a:extLst>
              <a:ext uri="{FF2B5EF4-FFF2-40B4-BE49-F238E27FC236}">
                <a16:creationId xmlns:a16="http://schemas.microsoft.com/office/drawing/2014/main" id="{E09EF6B4-6B4B-582E-4CD4-8F477B5A5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697273"/>
              </p:ext>
            </p:extLst>
          </p:nvPr>
        </p:nvGraphicFramePr>
        <p:xfrm>
          <a:off x="10488488" y="3750523"/>
          <a:ext cx="1333500" cy="163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7" imgW="2676899" imgH="3285714" progId="Paint.Picture">
                  <p:embed/>
                </p:oleObj>
              </mc:Choice>
              <mc:Fallback>
                <p:oleObj name="位图图像" r:id="rId7" imgW="2676899" imgH="3285714" progId="Paint.Picture">
                  <p:embed/>
                  <p:pic>
                    <p:nvPicPr>
                      <p:cNvPr id="18" name="Object 58">
                        <a:extLst>
                          <a:ext uri="{FF2B5EF4-FFF2-40B4-BE49-F238E27FC236}">
                            <a16:creationId xmlns:a16="http://schemas.microsoft.com/office/drawing/2014/main" id="{E09EF6B4-6B4B-582E-4CD4-8F477B5A5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8488" y="3750523"/>
                        <a:ext cx="1333500" cy="163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55">
            <a:extLst>
              <a:ext uri="{FF2B5EF4-FFF2-40B4-BE49-F238E27FC236}">
                <a16:creationId xmlns:a16="http://schemas.microsoft.com/office/drawing/2014/main" id="{6BF42C3A-D18F-5691-BFC5-16EDD2DB9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78"/>
          <a:stretch>
            <a:fillRect/>
          </a:stretch>
        </p:blipFill>
        <p:spPr bwMode="auto">
          <a:xfrm>
            <a:off x="4731007" y="1557285"/>
            <a:ext cx="17240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5">
            <a:extLst>
              <a:ext uri="{FF2B5EF4-FFF2-40B4-BE49-F238E27FC236}">
                <a16:creationId xmlns:a16="http://schemas.microsoft.com/office/drawing/2014/main" id="{D2F8BBA7-1239-8786-4B57-06E51FFB3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4491363"/>
            <a:ext cx="34693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相交立体对投影面的相对位置</a:t>
            </a: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88DB2D5A-7F15-0C54-8F29-79D5742D8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3993502"/>
            <a:ext cx="3518912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1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dirty="0"/>
              <a:t>相贯线的投影取决于：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5E41E33A-9C10-0B00-EF41-4DBC6234E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2033869"/>
            <a:ext cx="25939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相交立体的形状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C77E499A-33E5-B373-A35D-DC01C57A9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1594905"/>
            <a:ext cx="3518912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1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dirty="0"/>
              <a:t>相贯线的形状取决于：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84FF7E01-A29C-2169-EB6D-2A955939B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2488222"/>
            <a:ext cx="32095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相交立体的相对大小</a:t>
            </a: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66989F20-4000-C04D-0E26-164589E81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2942575"/>
            <a:ext cx="32095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相交立体的相对位置</a:t>
            </a:r>
          </a:p>
        </p:txBody>
      </p:sp>
      <p:sp>
        <p:nvSpPr>
          <p:cNvPr id="26" name="灯片编号占位符 3">
            <a:extLst>
              <a:ext uri="{FF2B5EF4-FFF2-40B4-BE49-F238E27FC236}">
                <a16:creationId xmlns:a16="http://schemas.microsoft.com/office/drawing/2014/main" id="{22631E8E-BC72-ACBB-709E-ACEDD7A9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301521EC-C0BD-5D90-EA85-814833D8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550B8F01-CB43-51E1-FAB2-8DDD3F71A2D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51138" y="3811555"/>
            <a:ext cx="1283762" cy="1492994"/>
            <a:chOff x="4280" y="375"/>
            <a:chExt cx="1156" cy="1377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5212E990-E3D0-BA26-0794-94A1DDC83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612"/>
              <a:ext cx="821" cy="1140"/>
            </a:xfrm>
            <a:custGeom>
              <a:avLst/>
              <a:gdLst>
                <a:gd name="T0" fmla="*/ 0 w 2028"/>
                <a:gd name="T1" fmla="*/ 0 h 2832"/>
                <a:gd name="T2" fmla="*/ 0 w 2028"/>
                <a:gd name="T3" fmla="*/ 0 h 2832"/>
                <a:gd name="T4" fmla="*/ 0 w 2028"/>
                <a:gd name="T5" fmla="*/ 0 h 2832"/>
                <a:gd name="T6" fmla="*/ 0 w 2028"/>
                <a:gd name="T7" fmla="*/ 0 h 2832"/>
                <a:gd name="T8" fmla="*/ 0 w 2028"/>
                <a:gd name="T9" fmla="*/ 0 h 2832"/>
                <a:gd name="T10" fmla="*/ 0 w 2028"/>
                <a:gd name="T11" fmla="*/ 0 h 2832"/>
                <a:gd name="T12" fmla="*/ 0 w 2028"/>
                <a:gd name="T13" fmla="*/ 0 h 2832"/>
                <a:gd name="T14" fmla="*/ 0 w 2028"/>
                <a:gd name="T15" fmla="*/ 0 h 2832"/>
                <a:gd name="T16" fmla="*/ 0 w 2028"/>
                <a:gd name="T17" fmla="*/ 0 h 2832"/>
                <a:gd name="T18" fmla="*/ 0 w 2028"/>
                <a:gd name="T19" fmla="*/ 0 h 2832"/>
                <a:gd name="T20" fmla="*/ 0 w 2028"/>
                <a:gd name="T21" fmla="*/ 0 h 2832"/>
                <a:gd name="T22" fmla="*/ 0 w 2028"/>
                <a:gd name="T23" fmla="*/ 0 h 2832"/>
                <a:gd name="T24" fmla="*/ 0 w 2028"/>
                <a:gd name="T25" fmla="*/ 0 h 2832"/>
                <a:gd name="T26" fmla="*/ 0 w 2028"/>
                <a:gd name="T27" fmla="*/ 0 h 2832"/>
                <a:gd name="T28" fmla="*/ 0 w 2028"/>
                <a:gd name="T29" fmla="*/ 0 h 2832"/>
                <a:gd name="T30" fmla="*/ 0 w 2028"/>
                <a:gd name="T31" fmla="*/ 0 h 2832"/>
                <a:gd name="T32" fmla="*/ 0 w 2028"/>
                <a:gd name="T33" fmla="*/ 0 h 2832"/>
                <a:gd name="T34" fmla="*/ 0 w 2028"/>
                <a:gd name="T35" fmla="*/ 0 h 2832"/>
                <a:gd name="T36" fmla="*/ 0 w 2028"/>
                <a:gd name="T37" fmla="*/ 0 h 2832"/>
                <a:gd name="T38" fmla="*/ 0 w 2028"/>
                <a:gd name="T39" fmla="*/ 0 h 2832"/>
                <a:gd name="T40" fmla="*/ 0 w 2028"/>
                <a:gd name="T41" fmla="*/ 0 h 28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28"/>
                <a:gd name="T64" fmla="*/ 0 h 2832"/>
                <a:gd name="T65" fmla="*/ 2028 w 2028"/>
                <a:gd name="T66" fmla="*/ 2832 h 283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28" h="2832">
                  <a:moveTo>
                    <a:pt x="0" y="48"/>
                  </a:moveTo>
                  <a:lnTo>
                    <a:pt x="0" y="2208"/>
                  </a:lnTo>
                  <a:lnTo>
                    <a:pt x="24" y="2304"/>
                  </a:lnTo>
                  <a:lnTo>
                    <a:pt x="96" y="2460"/>
                  </a:lnTo>
                  <a:lnTo>
                    <a:pt x="192" y="2556"/>
                  </a:lnTo>
                  <a:lnTo>
                    <a:pt x="336" y="2652"/>
                  </a:lnTo>
                  <a:lnTo>
                    <a:pt x="468" y="2724"/>
                  </a:lnTo>
                  <a:lnTo>
                    <a:pt x="636" y="2784"/>
                  </a:lnTo>
                  <a:lnTo>
                    <a:pt x="768" y="2820"/>
                  </a:lnTo>
                  <a:lnTo>
                    <a:pt x="936" y="2832"/>
                  </a:lnTo>
                  <a:lnTo>
                    <a:pt x="1116" y="2832"/>
                  </a:lnTo>
                  <a:lnTo>
                    <a:pt x="1296" y="2808"/>
                  </a:lnTo>
                  <a:lnTo>
                    <a:pt x="1452" y="2784"/>
                  </a:lnTo>
                  <a:lnTo>
                    <a:pt x="1596" y="2724"/>
                  </a:lnTo>
                  <a:lnTo>
                    <a:pt x="1716" y="2664"/>
                  </a:lnTo>
                  <a:lnTo>
                    <a:pt x="1836" y="2580"/>
                  </a:lnTo>
                  <a:lnTo>
                    <a:pt x="1944" y="2460"/>
                  </a:lnTo>
                  <a:lnTo>
                    <a:pt x="2016" y="2328"/>
                  </a:lnTo>
                  <a:lnTo>
                    <a:pt x="2028" y="2208"/>
                  </a:lnTo>
                  <a:lnTo>
                    <a:pt x="2028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7">
              <a:extLst>
                <a:ext uri="{FF2B5EF4-FFF2-40B4-BE49-F238E27FC236}">
                  <a16:creationId xmlns:a16="http://schemas.microsoft.com/office/drawing/2014/main" id="{FE051E9C-330C-D578-ADCD-70ED5897A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75"/>
              <a:ext cx="817" cy="488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245B2490-CCB2-AFE0-A3D2-9CDD21776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955"/>
              <a:ext cx="541" cy="584"/>
            </a:xfrm>
            <a:custGeom>
              <a:avLst/>
              <a:gdLst>
                <a:gd name="T0" fmla="*/ 0 w 1344"/>
                <a:gd name="T1" fmla="*/ 0 h 1452"/>
                <a:gd name="T2" fmla="*/ 0 w 1344"/>
                <a:gd name="T3" fmla="*/ 0 h 1452"/>
                <a:gd name="T4" fmla="*/ 0 w 1344"/>
                <a:gd name="T5" fmla="*/ 0 h 1452"/>
                <a:gd name="T6" fmla="*/ 0 w 1344"/>
                <a:gd name="T7" fmla="*/ 0 h 1452"/>
                <a:gd name="T8" fmla="*/ 0 w 1344"/>
                <a:gd name="T9" fmla="*/ 0 h 1452"/>
                <a:gd name="T10" fmla="*/ 0 w 1344"/>
                <a:gd name="T11" fmla="*/ 0 h 1452"/>
                <a:gd name="T12" fmla="*/ 0 w 1344"/>
                <a:gd name="T13" fmla="*/ 0 h 1452"/>
                <a:gd name="T14" fmla="*/ 0 w 1344"/>
                <a:gd name="T15" fmla="*/ 0 h 1452"/>
                <a:gd name="T16" fmla="*/ 0 w 1344"/>
                <a:gd name="T17" fmla="*/ 0 h 1452"/>
                <a:gd name="T18" fmla="*/ 0 w 1344"/>
                <a:gd name="T19" fmla="*/ 0 h 1452"/>
                <a:gd name="T20" fmla="*/ 0 w 1344"/>
                <a:gd name="T21" fmla="*/ 0 h 1452"/>
                <a:gd name="T22" fmla="*/ 0 w 1344"/>
                <a:gd name="T23" fmla="*/ 0 h 1452"/>
                <a:gd name="T24" fmla="*/ 0 w 1344"/>
                <a:gd name="T25" fmla="*/ 0 h 1452"/>
                <a:gd name="T26" fmla="*/ 0 w 1344"/>
                <a:gd name="T27" fmla="*/ 0 h 1452"/>
                <a:gd name="T28" fmla="*/ 0 w 1344"/>
                <a:gd name="T29" fmla="*/ 0 h 1452"/>
                <a:gd name="T30" fmla="*/ 0 w 1344"/>
                <a:gd name="T31" fmla="*/ 0 h 1452"/>
                <a:gd name="T32" fmla="*/ 0 w 1344"/>
                <a:gd name="T33" fmla="*/ 0 h 1452"/>
                <a:gd name="T34" fmla="*/ 0 w 1344"/>
                <a:gd name="T35" fmla="*/ 0 h 1452"/>
                <a:gd name="T36" fmla="*/ 0 w 1344"/>
                <a:gd name="T37" fmla="*/ 0 h 1452"/>
                <a:gd name="T38" fmla="*/ 0 w 1344"/>
                <a:gd name="T39" fmla="*/ 0 h 1452"/>
                <a:gd name="T40" fmla="*/ 0 w 1344"/>
                <a:gd name="T41" fmla="*/ 0 h 1452"/>
                <a:gd name="T42" fmla="*/ 0 w 1344"/>
                <a:gd name="T43" fmla="*/ 0 h 1452"/>
                <a:gd name="T44" fmla="*/ 0 w 1344"/>
                <a:gd name="T45" fmla="*/ 0 h 14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44"/>
                <a:gd name="T70" fmla="*/ 0 h 1452"/>
                <a:gd name="T71" fmla="*/ 1344 w 1344"/>
                <a:gd name="T72" fmla="*/ 1452 h 145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44" h="1452">
                  <a:moveTo>
                    <a:pt x="0" y="168"/>
                  </a:moveTo>
                  <a:lnTo>
                    <a:pt x="192" y="216"/>
                  </a:lnTo>
                  <a:lnTo>
                    <a:pt x="420" y="348"/>
                  </a:lnTo>
                  <a:lnTo>
                    <a:pt x="660" y="576"/>
                  </a:lnTo>
                  <a:lnTo>
                    <a:pt x="756" y="804"/>
                  </a:lnTo>
                  <a:lnTo>
                    <a:pt x="792" y="1080"/>
                  </a:lnTo>
                  <a:lnTo>
                    <a:pt x="732" y="1308"/>
                  </a:lnTo>
                  <a:lnTo>
                    <a:pt x="696" y="1452"/>
                  </a:lnTo>
                  <a:lnTo>
                    <a:pt x="1008" y="1272"/>
                  </a:lnTo>
                  <a:lnTo>
                    <a:pt x="1140" y="1176"/>
                  </a:lnTo>
                  <a:lnTo>
                    <a:pt x="1236" y="1056"/>
                  </a:lnTo>
                  <a:lnTo>
                    <a:pt x="1308" y="936"/>
                  </a:lnTo>
                  <a:lnTo>
                    <a:pt x="1344" y="780"/>
                  </a:lnTo>
                  <a:lnTo>
                    <a:pt x="1344" y="636"/>
                  </a:lnTo>
                  <a:lnTo>
                    <a:pt x="1296" y="504"/>
                  </a:lnTo>
                  <a:lnTo>
                    <a:pt x="1200" y="396"/>
                  </a:lnTo>
                  <a:lnTo>
                    <a:pt x="1080" y="312"/>
                  </a:lnTo>
                  <a:lnTo>
                    <a:pt x="900" y="216"/>
                  </a:lnTo>
                  <a:lnTo>
                    <a:pt x="732" y="144"/>
                  </a:lnTo>
                  <a:lnTo>
                    <a:pt x="528" y="84"/>
                  </a:lnTo>
                  <a:lnTo>
                    <a:pt x="408" y="36"/>
                  </a:lnTo>
                  <a:lnTo>
                    <a:pt x="276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50000">
                  <a:srgbClr val="339966"/>
                </a:gs>
                <a:gs pos="100000">
                  <a:srgbClr val="18472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19">
              <a:extLst>
                <a:ext uri="{FF2B5EF4-FFF2-40B4-BE49-F238E27FC236}">
                  <a16:creationId xmlns:a16="http://schemas.microsoft.com/office/drawing/2014/main" id="{418ECB65-DDF9-74F0-0988-C62A1B1B9B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47301">
              <a:off x="4280" y="983"/>
              <a:ext cx="368" cy="58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8F7B240-5296-E72B-20D1-F1F916643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3" y="612"/>
              <a:ext cx="213" cy="551"/>
            </a:xfrm>
            <a:custGeom>
              <a:avLst/>
              <a:gdLst>
                <a:gd name="T0" fmla="*/ 0 w 528"/>
                <a:gd name="T1" fmla="*/ 0 h 1368"/>
                <a:gd name="T2" fmla="*/ 0 w 528"/>
                <a:gd name="T3" fmla="*/ 0 h 1368"/>
                <a:gd name="T4" fmla="*/ 0 w 528"/>
                <a:gd name="T5" fmla="*/ 0 h 1368"/>
                <a:gd name="T6" fmla="*/ 0 w 528"/>
                <a:gd name="T7" fmla="*/ 0 h 1368"/>
                <a:gd name="T8" fmla="*/ 0 w 528"/>
                <a:gd name="T9" fmla="*/ 0 h 1368"/>
                <a:gd name="T10" fmla="*/ 0 w 528"/>
                <a:gd name="T11" fmla="*/ 0 h 1368"/>
                <a:gd name="T12" fmla="*/ 0 w 528"/>
                <a:gd name="T13" fmla="*/ 0 h 1368"/>
                <a:gd name="T14" fmla="*/ 0 w 528"/>
                <a:gd name="T15" fmla="*/ 0 h 1368"/>
                <a:gd name="T16" fmla="*/ 0 w 528"/>
                <a:gd name="T17" fmla="*/ 0 h 1368"/>
                <a:gd name="T18" fmla="*/ 0 w 528"/>
                <a:gd name="T19" fmla="*/ 0 h 1368"/>
                <a:gd name="T20" fmla="*/ 0 w 528"/>
                <a:gd name="T21" fmla="*/ 0 h 1368"/>
                <a:gd name="T22" fmla="*/ 0 w 528"/>
                <a:gd name="T23" fmla="*/ 0 h 1368"/>
                <a:gd name="T24" fmla="*/ 0 w 528"/>
                <a:gd name="T25" fmla="*/ 0 h 1368"/>
                <a:gd name="T26" fmla="*/ 0 w 528"/>
                <a:gd name="T27" fmla="*/ 0 h 1368"/>
                <a:gd name="T28" fmla="*/ 0 w 528"/>
                <a:gd name="T29" fmla="*/ 0 h 1368"/>
                <a:gd name="T30" fmla="*/ 0 w 528"/>
                <a:gd name="T31" fmla="*/ 0 h 1368"/>
                <a:gd name="T32" fmla="*/ 0 w 528"/>
                <a:gd name="T33" fmla="*/ 0 h 1368"/>
                <a:gd name="T34" fmla="*/ 0 w 528"/>
                <a:gd name="T35" fmla="*/ 0 h 136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28"/>
                <a:gd name="T55" fmla="*/ 0 h 1368"/>
                <a:gd name="T56" fmla="*/ 528 w 528"/>
                <a:gd name="T57" fmla="*/ 1368 h 136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28" h="1368">
                  <a:moveTo>
                    <a:pt x="72" y="0"/>
                  </a:moveTo>
                  <a:lnTo>
                    <a:pt x="72" y="684"/>
                  </a:lnTo>
                  <a:lnTo>
                    <a:pt x="36" y="876"/>
                  </a:lnTo>
                  <a:lnTo>
                    <a:pt x="0" y="1044"/>
                  </a:lnTo>
                  <a:lnTo>
                    <a:pt x="0" y="1152"/>
                  </a:lnTo>
                  <a:lnTo>
                    <a:pt x="36" y="1284"/>
                  </a:lnTo>
                  <a:lnTo>
                    <a:pt x="60" y="1368"/>
                  </a:lnTo>
                  <a:lnTo>
                    <a:pt x="413" y="1164"/>
                  </a:lnTo>
                  <a:lnTo>
                    <a:pt x="492" y="1056"/>
                  </a:lnTo>
                  <a:lnTo>
                    <a:pt x="528" y="924"/>
                  </a:lnTo>
                  <a:lnTo>
                    <a:pt x="528" y="768"/>
                  </a:lnTo>
                  <a:lnTo>
                    <a:pt x="516" y="612"/>
                  </a:lnTo>
                  <a:lnTo>
                    <a:pt x="480" y="480"/>
                  </a:lnTo>
                  <a:lnTo>
                    <a:pt x="420" y="372"/>
                  </a:lnTo>
                  <a:lnTo>
                    <a:pt x="348" y="252"/>
                  </a:lnTo>
                  <a:lnTo>
                    <a:pt x="264" y="144"/>
                  </a:lnTo>
                  <a:lnTo>
                    <a:pt x="180" y="6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9" name="Object 26">
            <a:extLst>
              <a:ext uri="{FF2B5EF4-FFF2-40B4-BE49-F238E27FC236}">
                <a16:creationId xmlns:a16="http://schemas.microsoft.com/office/drawing/2014/main" id="{5DFADBB1-C297-285E-AFCD-FB1500CC7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864151"/>
              </p:ext>
            </p:extLst>
          </p:nvPr>
        </p:nvGraphicFramePr>
        <p:xfrm>
          <a:off x="8440052" y="3750808"/>
          <a:ext cx="1727200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10" imgW="2343477" imgH="2190476" progId="Paint.Picture">
                  <p:embed/>
                </p:oleObj>
              </mc:Choice>
              <mc:Fallback>
                <p:oleObj name="位图图像" r:id="rId10" imgW="2343477" imgH="2190476" progId="Paint.Picture">
                  <p:embed/>
                  <p:pic>
                    <p:nvPicPr>
                      <p:cNvPr id="29" name="Object 26">
                        <a:extLst>
                          <a:ext uri="{FF2B5EF4-FFF2-40B4-BE49-F238E27FC236}">
                            <a16:creationId xmlns:a16="http://schemas.microsoft.com/office/drawing/2014/main" id="{5DFADBB1-C297-285E-AFCD-FB1500CC7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0052" y="3750808"/>
                        <a:ext cx="1727200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88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A442-03C0-19B9-0A4A-9A64AE95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3DA5FDC-8A17-01E3-139E-F01CD84AC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95" y="1203168"/>
            <a:ext cx="2852063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相贯线的主要性质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59A704E-CD66-ACBF-06E6-2FC388E6A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4404709"/>
            <a:ext cx="1454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公有性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D71EDA6-E041-4FD3-F574-F26C3744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1728599"/>
            <a:ext cx="1454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表面性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3EEC80F-42DD-4FE3-7637-B49C60269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979" y="2198372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相贯线位于两立体的表面上。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2B3BDD4-9C8B-5EE9-DC94-3A8833376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4873324"/>
            <a:ext cx="4493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两立体表面的共有线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6041C04-E183-D3F9-69E3-FAE7645FA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2841983"/>
            <a:ext cx="14542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封闭性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CE97E95-4FA7-1665-7C5B-90D2A9593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3311756"/>
            <a:ext cx="603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相贯线一般是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封闭的空间折线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（通常由直线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和曲线组成）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或空间曲线。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0A892274-2B53-1C6B-1EFB-3EFFBFDC8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5351155"/>
            <a:ext cx="60324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其作图实质是找出相贯的两立体表面的若干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公有点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的投影。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444202F-858F-B022-A044-4A291CCE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22" y="1871998"/>
            <a:ext cx="1654175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EB223AD2-8483-B6F0-629E-91A2D7452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48" y="3933055"/>
            <a:ext cx="1584325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26">
            <a:extLst>
              <a:ext uri="{FF2B5EF4-FFF2-40B4-BE49-F238E27FC236}">
                <a16:creationId xmlns:a16="http://schemas.microsoft.com/office/drawing/2014/main" id="{D6B89C86-AADE-A303-D18C-F4DD5B949D0E}"/>
              </a:ext>
            </a:extLst>
          </p:cNvPr>
          <p:cNvGrpSpPr>
            <a:grpSpLocks/>
          </p:cNvGrpSpPr>
          <p:nvPr/>
        </p:nvGrpSpPr>
        <p:grpSpPr bwMode="auto">
          <a:xfrm>
            <a:off x="9983378" y="3924324"/>
            <a:ext cx="1439863" cy="1344613"/>
            <a:chOff x="2444" y="1408"/>
            <a:chExt cx="1089" cy="1011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50BC0DB4-DC0F-00FB-A50A-DEE436D84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408"/>
              <a:ext cx="1035" cy="968"/>
            </a:xfrm>
            <a:custGeom>
              <a:avLst/>
              <a:gdLst>
                <a:gd name="T0" fmla="*/ 0 w 1333"/>
                <a:gd name="T1" fmla="*/ 226 h 1246"/>
                <a:gd name="T2" fmla="*/ 170 w 1333"/>
                <a:gd name="T3" fmla="*/ 131 h 1246"/>
                <a:gd name="T4" fmla="*/ 180 w 1333"/>
                <a:gd name="T5" fmla="*/ 163 h 1246"/>
                <a:gd name="T6" fmla="*/ 200 w 1333"/>
                <a:gd name="T7" fmla="*/ 177 h 1246"/>
                <a:gd name="T8" fmla="*/ 248 w 1333"/>
                <a:gd name="T9" fmla="*/ 213 h 1246"/>
                <a:gd name="T10" fmla="*/ 309 w 1333"/>
                <a:gd name="T11" fmla="*/ 228 h 1246"/>
                <a:gd name="T12" fmla="*/ 376 w 1333"/>
                <a:gd name="T13" fmla="*/ 208 h 1246"/>
                <a:gd name="T14" fmla="*/ 403 w 1333"/>
                <a:gd name="T15" fmla="*/ 150 h 1246"/>
                <a:gd name="T16" fmla="*/ 393 w 1333"/>
                <a:gd name="T17" fmla="*/ 107 h 1246"/>
                <a:gd name="T18" fmla="*/ 368 w 1333"/>
                <a:gd name="T19" fmla="*/ 74 h 1246"/>
                <a:gd name="T20" fmla="*/ 340 w 1333"/>
                <a:gd name="T21" fmla="*/ 54 h 1246"/>
                <a:gd name="T22" fmla="*/ 313 w 1333"/>
                <a:gd name="T23" fmla="*/ 48 h 1246"/>
                <a:gd name="T24" fmla="*/ 378 w 1333"/>
                <a:gd name="T25" fmla="*/ 7 h 1246"/>
                <a:gd name="T26" fmla="*/ 406 w 1333"/>
                <a:gd name="T27" fmla="*/ 0 h 1246"/>
                <a:gd name="T28" fmla="*/ 441 w 1333"/>
                <a:gd name="T29" fmla="*/ 5 h 1246"/>
                <a:gd name="T30" fmla="*/ 469 w 1333"/>
                <a:gd name="T31" fmla="*/ 12 h 1246"/>
                <a:gd name="T32" fmla="*/ 502 w 1333"/>
                <a:gd name="T33" fmla="*/ 33 h 1246"/>
                <a:gd name="T34" fmla="*/ 527 w 1333"/>
                <a:gd name="T35" fmla="*/ 54 h 1246"/>
                <a:gd name="T36" fmla="*/ 553 w 1333"/>
                <a:gd name="T37" fmla="*/ 79 h 1246"/>
                <a:gd name="T38" fmla="*/ 571 w 1333"/>
                <a:gd name="T39" fmla="*/ 104 h 1246"/>
                <a:gd name="T40" fmla="*/ 596 w 1333"/>
                <a:gd name="T41" fmla="*/ 145 h 1246"/>
                <a:gd name="T42" fmla="*/ 613 w 1333"/>
                <a:gd name="T43" fmla="*/ 183 h 1246"/>
                <a:gd name="T44" fmla="*/ 622 w 1333"/>
                <a:gd name="T45" fmla="*/ 228 h 1246"/>
                <a:gd name="T46" fmla="*/ 624 w 1333"/>
                <a:gd name="T47" fmla="*/ 263 h 1246"/>
                <a:gd name="T48" fmla="*/ 616 w 1333"/>
                <a:gd name="T49" fmla="*/ 308 h 1246"/>
                <a:gd name="T50" fmla="*/ 604 w 1333"/>
                <a:gd name="T51" fmla="*/ 338 h 1246"/>
                <a:gd name="T52" fmla="*/ 581 w 1333"/>
                <a:gd name="T53" fmla="*/ 360 h 1246"/>
                <a:gd name="T54" fmla="*/ 439 w 1333"/>
                <a:gd name="T55" fmla="*/ 447 h 1246"/>
                <a:gd name="T56" fmla="*/ 416 w 1333"/>
                <a:gd name="T57" fmla="*/ 450 h 1246"/>
                <a:gd name="T58" fmla="*/ 393 w 1333"/>
                <a:gd name="T59" fmla="*/ 455 h 1246"/>
                <a:gd name="T60" fmla="*/ 370 w 1333"/>
                <a:gd name="T61" fmla="*/ 463 h 1246"/>
                <a:gd name="T62" fmla="*/ 349 w 1333"/>
                <a:gd name="T63" fmla="*/ 483 h 1246"/>
                <a:gd name="T64" fmla="*/ 328 w 1333"/>
                <a:gd name="T65" fmla="*/ 510 h 1246"/>
                <a:gd name="T66" fmla="*/ 194 w 1333"/>
                <a:gd name="T67" fmla="*/ 584 h 1246"/>
                <a:gd name="T68" fmla="*/ 221 w 1333"/>
                <a:gd name="T69" fmla="*/ 556 h 1246"/>
                <a:gd name="T70" fmla="*/ 236 w 1333"/>
                <a:gd name="T71" fmla="*/ 518 h 1246"/>
                <a:gd name="T72" fmla="*/ 238 w 1333"/>
                <a:gd name="T73" fmla="*/ 469 h 1246"/>
                <a:gd name="T74" fmla="*/ 228 w 1333"/>
                <a:gd name="T75" fmla="*/ 430 h 1246"/>
                <a:gd name="T76" fmla="*/ 213 w 1333"/>
                <a:gd name="T77" fmla="*/ 373 h 1246"/>
                <a:gd name="T78" fmla="*/ 185 w 1333"/>
                <a:gd name="T79" fmla="*/ 330 h 1246"/>
                <a:gd name="T80" fmla="*/ 134 w 1333"/>
                <a:gd name="T81" fmla="*/ 280 h 1246"/>
                <a:gd name="T82" fmla="*/ 71 w 1333"/>
                <a:gd name="T83" fmla="*/ 246 h 1246"/>
                <a:gd name="T84" fmla="*/ 0 w 1333"/>
                <a:gd name="T85" fmla="*/ 226 h 12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33" h="1246">
                  <a:moveTo>
                    <a:pt x="0" y="482"/>
                  </a:moveTo>
                  <a:lnTo>
                    <a:pt x="363" y="279"/>
                  </a:lnTo>
                  <a:lnTo>
                    <a:pt x="385" y="347"/>
                  </a:lnTo>
                  <a:lnTo>
                    <a:pt x="428" y="379"/>
                  </a:lnTo>
                  <a:lnTo>
                    <a:pt x="531" y="455"/>
                  </a:lnTo>
                  <a:lnTo>
                    <a:pt x="661" y="488"/>
                  </a:lnTo>
                  <a:lnTo>
                    <a:pt x="802" y="444"/>
                  </a:lnTo>
                  <a:lnTo>
                    <a:pt x="862" y="320"/>
                  </a:lnTo>
                  <a:lnTo>
                    <a:pt x="840" y="228"/>
                  </a:lnTo>
                  <a:lnTo>
                    <a:pt x="786" y="157"/>
                  </a:lnTo>
                  <a:lnTo>
                    <a:pt x="726" y="114"/>
                  </a:lnTo>
                  <a:lnTo>
                    <a:pt x="669" y="103"/>
                  </a:lnTo>
                  <a:lnTo>
                    <a:pt x="807" y="16"/>
                  </a:lnTo>
                  <a:lnTo>
                    <a:pt x="867" y="0"/>
                  </a:lnTo>
                  <a:lnTo>
                    <a:pt x="943" y="11"/>
                  </a:lnTo>
                  <a:lnTo>
                    <a:pt x="1002" y="27"/>
                  </a:lnTo>
                  <a:lnTo>
                    <a:pt x="1073" y="70"/>
                  </a:lnTo>
                  <a:lnTo>
                    <a:pt x="1127" y="114"/>
                  </a:lnTo>
                  <a:lnTo>
                    <a:pt x="1181" y="168"/>
                  </a:lnTo>
                  <a:lnTo>
                    <a:pt x="1219" y="222"/>
                  </a:lnTo>
                  <a:lnTo>
                    <a:pt x="1273" y="309"/>
                  </a:lnTo>
                  <a:lnTo>
                    <a:pt x="1311" y="390"/>
                  </a:lnTo>
                  <a:lnTo>
                    <a:pt x="1328" y="488"/>
                  </a:lnTo>
                  <a:lnTo>
                    <a:pt x="1333" y="563"/>
                  </a:lnTo>
                  <a:lnTo>
                    <a:pt x="1317" y="656"/>
                  </a:lnTo>
                  <a:lnTo>
                    <a:pt x="1290" y="721"/>
                  </a:lnTo>
                  <a:lnTo>
                    <a:pt x="1241" y="769"/>
                  </a:lnTo>
                  <a:lnTo>
                    <a:pt x="937" y="953"/>
                  </a:lnTo>
                  <a:lnTo>
                    <a:pt x="889" y="959"/>
                  </a:lnTo>
                  <a:lnTo>
                    <a:pt x="840" y="970"/>
                  </a:lnTo>
                  <a:lnTo>
                    <a:pt x="789" y="987"/>
                  </a:lnTo>
                  <a:lnTo>
                    <a:pt x="746" y="1031"/>
                  </a:lnTo>
                  <a:lnTo>
                    <a:pt x="702" y="1089"/>
                  </a:lnTo>
                  <a:lnTo>
                    <a:pt x="415" y="1246"/>
                  </a:lnTo>
                  <a:lnTo>
                    <a:pt x="471" y="1186"/>
                  </a:lnTo>
                  <a:lnTo>
                    <a:pt x="504" y="1105"/>
                  </a:lnTo>
                  <a:lnTo>
                    <a:pt x="509" y="1002"/>
                  </a:lnTo>
                  <a:lnTo>
                    <a:pt x="488" y="916"/>
                  </a:lnTo>
                  <a:lnTo>
                    <a:pt x="455" y="796"/>
                  </a:lnTo>
                  <a:lnTo>
                    <a:pt x="396" y="704"/>
                  </a:lnTo>
                  <a:lnTo>
                    <a:pt x="287" y="596"/>
                  </a:lnTo>
                  <a:lnTo>
                    <a:pt x="152" y="525"/>
                  </a:lnTo>
                  <a:lnTo>
                    <a:pt x="0" y="482"/>
                  </a:lnTo>
                  <a:close/>
                </a:path>
              </a:pathLst>
            </a:custGeom>
            <a:gradFill rotWithShape="0">
              <a:gsLst>
                <a:gs pos="0">
                  <a:srgbClr val="004E00"/>
                </a:gs>
                <a:gs pos="50000">
                  <a:srgbClr val="008000"/>
                </a:gs>
                <a:gs pos="100000">
                  <a:srgbClr val="004E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28">
              <a:extLst>
                <a:ext uri="{FF2B5EF4-FFF2-40B4-BE49-F238E27FC236}">
                  <a16:creationId xmlns:a16="http://schemas.microsoft.com/office/drawing/2014/main" id="{23C67907-155B-D3D2-8ED3-801AC99CC3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7933">
              <a:off x="2444" y="1741"/>
              <a:ext cx="431" cy="678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9D1793DE-25C3-3536-BDA5-641707CB4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479"/>
              <a:ext cx="407" cy="324"/>
            </a:xfrm>
            <a:custGeom>
              <a:avLst/>
              <a:gdLst>
                <a:gd name="T0" fmla="*/ 22 w 1164"/>
                <a:gd name="T1" fmla="*/ 13 h 924"/>
                <a:gd name="T2" fmla="*/ 27 w 1164"/>
                <a:gd name="T3" fmla="*/ 9 h 924"/>
                <a:gd name="T4" fmla="*/ 29 w 1164"/>
                <a:gd name="T5" fmla="*/ 6 h 924"/>
                <a:gd name="T6" fmla="*/ 30 w 1164"/>
                <a:gd name="T7" fmla="*/ 1 h 924"/>
                <a:gd name="T8" fmla="*/ 35 w 1164"/>
                <a:gd name="T9" fmla="*/ 0 h 924"/>
                <a:gd name="T10" fmla="*/ 39 w 1164"/>
                <a:gd name="T11" fmla="*/ 2 h 924"/>
                <a:gd name="T12" fmla="*/ 44 w 1164"/>
                <a:gd name="T13" fmla="*/ 5 h 924"/>
                <a:gd name="T14" fmla="*/ 47 w 1164"/>
                <a:gd name="T15" fmla="*/ 9 h 924"/>
                <a:gd name="T16" fmla="*/ 49 w 1164"/>
                <a:gd name="T17" fmla="*/ 12 h 924"/>
                <a:gd name="T18" fmla="*/ 50 w 1164"/>
                <a:gd name="T19" fmla="*/ 17 h 924"/>
                <a:gd name="T20" fmla="*/ 50 w 1164"/>
                <a:gd name="T21" fmla="*/ 22 h 924"/>
                <a:gd name="T22" fmla="*/ 49 w 1164"/>
                <a:gd name="T23" fmla="*/ 27 h 924"/>
                <a:gd name="T24" fmla="*/ 47 w 1164"/>
                <a:gd name="T25" fmla="*/ 32 h 924"/>
                <a:gd name="T26" fmla="*/ 45 w 1164"/>
                <a:gd name="T27" fmla="*/ 36 h 924"/>
                <a:gd name="T28" fmla="*/ 41 w 1164"/>
                <a:gd name="T29" fmla="*/ 38 h 924"/>
                <a:gd name="T30" fmla="*/ 35 w 1164"/>
                <a:gd name="T31" fmla="*/ 40 h 924"/>
                <a:gd name="T32" fmla="*/ 27 w 1164"/>
                <a:gd name="T33" fmla="*/ 40 h 924"/>
                <a:gd name="T34" fmla="*/ 22 w 1164"/>
                <a:gd name="T35" fmla="*/ 38 h 924"/>
                <a:gd name="T36" fmla="*/ 17 w 1164"/>
                <a:gd name="T37" fmla="*/ 36 h 924"/>
                <a:gd name="T38" fmla="*/ 12 w 1164"/>
                <a:gd name="T39" fmla="*/ 33 h 924"/>
                <a:gd name="T40" fmla="*/ 8 w 1164"/>
                <a:gd name="T41" fmla="*/ 31 h 924"/>
                <a:gd name="T42" fmla="*/ 4 w 1164"/>
                <a:gd name="T43" fmla="*/ 27 h 924"/>
                <a:gd name="T44" fmla="*/ 0 w 1164"/>
                <a:gd name="T45" fmla="*/ 23 h 924"/>
                <a:gd name="T46" fmla="*/ 0 w 1164"/>
                <a:gd name="T47" fmla="*/ 19 h 924"/>
                <a:gd name="T48" fmla="*/ 3 w 1164"/>
                <a:gd name="T49" fmla="*/ 17 h 924"/>
                <a:gd name="T50" fmla="*/ 8 w 1164"/>
                <a:gd name="T51" fmla="*/ 17 h 924"/>
                <a:gd name="T52" fmla="*/ 12 w 1164"/>
                <a:gd name="T53" fmla="*/ 16 h 924"/>
                <a:gd name="T54" fmla="*/ 18 w 1164"/>
                <a:gd name="T55" fmla="*/ 15 h 924"/>
                <a:gd name="T56" fmla="*/ 22 w 1164"/>
                <a:gd name="T57" fmla="*/ 13 h 9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64" h="924">
                  <a:moveTo>
                    <a:pt x="516" y="300"/>
                  </a:moveTo>
                  <a:lnTo>
                    <a:pt x="624" y="216"/>
                  </a:lnTo>
                  <a:lnTo>
                    <a:pt x="672" y="132"/>
                  </a:lnTo>
                  <a:cubicBezTo>
                    <a:pt x="708" y="72"/>
                    <a:pt x="684" y="46"/>
                    <a:pt x="708" y="24"/>
                  </a:cubicBezTo>
                  <a:lnTo>
                    <a:pt x="816" y="0"/>
                  </a:lnTo>
                  <a:lnTo>
                    <a:pt x="912" y="36"/>
                  </a:lnTo>
                  <a:lnTo>
                    <a:pt x="1020" y="108"/>
                  </a:lnTo>
                  <a:lnTo>
                    <a:pt x="1092" y="204"/>
                  </a:lnTo>
                  <a:lnTo>
                    <a:pt x="1140" y="288"/>
                  </a:lnTo>
                  <a:lnTo>
                    <a:pt x="1164" y="396"/>
                  </a:lnTo>
                  <a:lnTo>
                    <a:pt x="1164" y="516"/>
                  </a:lnTo>
                  <a:lnTo>
                    <a:pt x="1152" y="636"/>
                  </a:lnTo>
                  <a:lnTo>
                    <a:pt x="1092" y="744"/>
                  </a:lnTo>
                  <a:lnTo>
                    <a:pt x="1044" y="828"/>
                  </a:lnTo>
                  <a:lnTo>
                    <a:pt x="948" y="888"/>
                  </a:lnTo>
                  <a:lnTo>
                    <a:pt x="816" y="924"/>
                  </a:lnTo>
                  <a:lnTo>
                    <a:pt x="636" y="924"/>
                  </a:lnTo>
                  <a:lnTo>
                    <a:pt x="504" y="876"/>
                  </a:lnTo>
                  <a:lnTo>
                    <a:pt x="396" y="828"/>
                  </a:lnTo>
                  <a:lnTo>
                    <a:pt x="288" y="768"/>
                  </a:lnTo>
                  <a:lnTo>
                    <a:pt x="192" y="708"/>
                  </a:lnTo>
                  <a:lnTo>
                    <a:pt x="96" y="624"/>
                  </a:lnTo>
                  <a:lnTo>
                    <a:pt x="12" y="528"/>
                  </a:lnTo>
                  <a:lnTo>
                    <a:pt x="0" y="444"/>
                  </a:lnTo>
                  <a:lnTo>
                    <a:pt x="70" y="403"/>
                  </a:lnTo>
                  <a:lnTo>
                    <a:pt x="180" y="396"/>
                  </a:lnTo>
                  <a:lnTo>
                    <a:pt x="276" y="384"/>
                  </a:lnTo>
                  <a:lnTo>
                    <a:pt x="420" y="348"/>
                  </a:lnTo>
                  <a:lnTo>
                    <a:pt x="516" y="300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6" name="Picture 31">
            <a:extLst>
              <a:ext uri="{FF2B5EF4-FFF2-40B4-BE49-F238E27FC236}">
                <a16:creationId xmlns:a16="http://schemas.microsoft.com/office/drawing/2014/main" id="{76093CB2-1BA3-CFB5-97B7-D8C9BBC9D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8" y="1797385"/>
            <a:ext cx="1800225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E2B30E59-3608-B9C6-8BEF-1DB00C4C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7FA92C2F-8E3D-3ED2-2090-2D169CB0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166161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939C-FDDB-2267-0005-AA9E4D2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1B867-7032-343B-F88B-740300D073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平面体与平面体相交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2BE140D-8A39-A6AD-F199-7A29A83B8AF3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683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C24-2525-2989-E85B-B8C26869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691E32E-08D2-8E50-54DF-1B7B8C92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平面体与平面体相交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59597C2-7EFB-37D6-B7FF-B793D8B5EE6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FB184080-472F-287A-ECAB-330D11505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07" y="1309637"/>
            <a:ext cx="27703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F483EE18-4726-FB9D-DC45-4761DE916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476" y="1954212"/>
            <a:ext cx="84433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相贯线是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由若干段平面直线组成的封闭的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空间折线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FE82D76F-D490-AAB5-047D-25AD66492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07" y="3270249"/>
            <a:ext cx="27703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E3020231-BED5-B501-A2FD-A4DCF1F9A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476" y="3861048"/>
            <a:ext cx="70070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求平面体各表面与另一平面体表面的交线。</a:t>
            </a:r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15470C56-16D8-2734-B219-C00C07384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976" y="4797152"/>
            <a:ext cx="2106365" cy="552450"/>
          </a:xfrm>
          <a:prstGeom prst="wedgeRoundRectCallout">
            <a:avLst>
              <a:gd name="adj1" fmla="val 15542"/>
              <a:gd name="adj2" fmla="val -121551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求截交线问题</a:t>
            </a:r>
          </a:p>
        </p:txBody>
      </p:sp>
      <p:pic>
        <p:nvPicPr>
          <p:cNvPr id="22" name="Picture 9">
            <a:extLst>
              <a:ext uri="{FF2B5EF4-FFF2-40B4-BE49-F238E27FC236}">
                <a16:creationId xmlns:a16="http://schemas.microsoft.com/office/drawing/2014/main" id="{403581F4-3D71-456C-28FE-B8BDE23A3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" r="51796" b="8423"/>
          <a:stretch>
            <a:fillRect/>
          </a:stretch>
        </p:blipFill>
        <p:spPr bwMode="auto">
          <a:xfrm>
            <a:off x="9430146" y="3861048"/>
            <a:ext cx="1968500" cy="166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5">
            <a:extLst>
              <a:ext uri="{FF2B5EF4-FFF2-40B4-BE49-F238E27FC236}">
                <a16:creationId xmlns:a16="http://schemas.microsoft.com/office/drawing/2014/main" id="{A01B697E-0931-F96B-AB98-651D1159E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78"/>
          <a:stretch>
            <a:fillRect/>
          </a:stretch>
        </p:blipFill>
        <p:spPr bwMode="auto">
          <a:xfrm>
            <a:off x="9552384" y="1582640"/>
            <a:ext cx="17240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07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BD89A-D818-B4BD-74BE-4BC34207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B50E96F8-5A8B-54FB-3812-DFB7BD52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平面体与平面体相交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725E4FB-86D5-4EF2-8A22-EA443756E39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2" name="Line 2">
            <a:extLst>
              <a:ext uri="{FF2B5EF4-FFF2-40B4-BE49-F238E27FC236}">
                <a16:creationId xmlns:a16="http://schemas.microsoft.com/office/drawing/2014/main" id="{D8C370A1-E7CA-BB38-8204-4E9F2F8641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39836" y="2040143"/>
            <a:ext cx="0" cy="1681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ABAC443E-A872-5520-F3EE-13CE240E8B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3011" y="2060780"/>
            <a:ext cx="0" cy="273050"/>
          </a:xfrm>
          <a:prstGeom prst="line">
            <a:avLst/>
          </a:prstGeom>
          <a:noFill/>
          <a:ln w="9525">
            <a:solidFill>
              <a:srgbClr val="0066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966A1E9B-D15A-68E6-EEF4-46C4840F3C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7774" y="2032205"/>
            <a:ext cx="0" cy="1681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C66E634-C938-FB03-658F-CDCDDDF95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84" t="4947" b="11363"/>
          <a:stretch>
            <a:fillRect/>
          </a:stretch>
        </p:blipFill>
        <p:spPr bwMode="auto">
          <a:xfrm>
            <a:off x="9187321" y="3573016"/>
            <a:ext cx="26035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8A73D44D-6042-3A2E-64EA-2ADDD0126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6811" y="1740105"/>
            <a:ext cx="6799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8’,7’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C82405AA-2FAE-1C6D-75B9-A4BB1D922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924" y="5080205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 dirty="0">
                <a:solidFill>
                  <a:srgbClr val="000000"/>
                </a:solidFill>
                <a:latin typeface="ISOCPEUR" pitchFamily="34" charset="0"/>
              </a:rPr>
              <a:t>2 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C78EAF7-F4D8-AFEA-255F-6E30037DD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024" y="508020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 dirty="0">
                <a:solidFill>
                  <a:srgbClr val="000000"/>
                </a:solidFill>
                <a:latin typeface="ISOCPEUR" pitchFamily="34" charset="0"/>
              </a:rPr>
              <a:t>1 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5278ABCE-233D-F8AB-17B8-6F7D333D7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6783" y="4181029"/>
            <a:ext cx="490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4  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4E57FD1-00C8-83F5-5C23-237645C11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971" y="4344541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3 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A08F1BF-A1CD-3916-5C0F-BC280B70D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6721" y="5114479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2 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530D9B7A-9DF6-5449-087D-283F4229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0921" y="4600129"/>
            <a:ext cx="352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 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201612C3-2A1B-B3D2-48C9-12613AC14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724" y="1724231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3’,4’ 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ADA7FFD2-B2B3-3F58-6DA1-E67E2CBDC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8211" y="2302080"/>
            <a:ext cx="865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2’</a:t>
            </a: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 </a:t>
            </a:r>
            <a:endParaRPr kumimoji="0" lang="en-US" altLang="zh-CN" sz="1800" b="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9706C6CE-06E2-4D83-2927-EFB9CEAEE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141" y="1743280"/>
            <a:ext cx="81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3”,8”  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A606F4DD-25D9-2C45-FDA3-89766FAAF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99" y="441821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3 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7C0BF5E7-8B9C-046F-AB63-E843D9F37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99" y="394831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4 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8397C50D-7D74-850C-2752-C62BA1353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8849" y="3495880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 dirty="0">
                <a:solidFill>
                  <a:srgbClr val="000000"/>
                </a:solidFill>
                <a:latin typeface="ISOCPEUR" pitchFamily="34" charset="0"/>
              </a:rPr>
              <a:t>5 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81B4FC82-E0A2-84C0-BAB5-2D207B709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149" y="3495880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6 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48A15DD3-16A6-0C03-3905-29D95FBB8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7383" y="4303266"/>
            <a:ext cx="382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5 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28F20529-D08E-239A-AD6B-B9D4A059B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686" y="3945143"/>
            <a:ext cx="382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7 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9143AD15-279C-C2EC-0007-E593123A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149" y="4395993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8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69D5FACA-47CD-232E-2A45-6BD880994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7449" y="229731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</a:rPr>
              <a:t>1’ 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728AA53C-7752-1BF1-CAAA-9FF749278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636" y="1700418"/>
            <a:ext cx="835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4”,7” </a:t>
            </a: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</a:rPr>
              <a:t> 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E969A5EC-BB9B-22DF-7622-45575A58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7936" y="2311605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1”,2”</a:t>
            </a:r>
            <a:endParaRPr kumimoji="0" lang="en-US" altLang="zh-CN" sz="18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2A43B2FA-6B4B-511F-DF8F-3E578BC4F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9486" y="2146505"/>
            <a:ext cx="81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5”,6”  </a:t>
            </a:r>
            <a:endParaRPr kumimoji="0" lang="en-US" altLang="zh-CN" sz="18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1FC813AE-D599-E7D0-DEB7-F8B3288B3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36" y="1250308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补全主视图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FEE05009-560A-20E0-6A90-AF632C895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328" y="1915404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CA75D028-A0A7-EB7F-4EC7-D2ACA52D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861" y="2038555"/>
            <a:ext cx="436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</a:rPr>
              <a:t>6’ 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2C362AAC-6668-F233-F981-7408A08C8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4492969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4D4BEC2C-4E58-C34B-0D27-5222E0478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3009662"/>
            <a:ext cx="1784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3DCAEAFB-7A75-0B34-2D1F-A7ADAC769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386" y="2033792"/>
            <a:ext cx="436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5’ 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801A2A65-18A6-63F9-8766-707C29274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5502611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4CD985AC-46DC-55D3-9353-4DCC00B86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1976561"/>
            <a:ext cx="1784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149CB7FF-855F-4140-79DE-A9C6A66D570B}"/>
              </a:ext>
            </a:extLst>
          </p:cNvPr>
          <p:cNvSpPr>
            <a:spLocks/>
          </p:cNvSpPr>
          <p:nvPr/>
        </p:nvSpPr>
        <p:spPr bwMode="auto">
          <a:xfrm>
            <a:off x="9925508" y="4425504"/>
            <a:ext cx="852488" cy="806450"/>
          </a:xfrm>
          <a:custGeom>
            <a:avLst/>
            <a:gdLst>
              <a:gd name="T0" fmla="*/ 0 w 537"/>
              <a:gd name="T1" fmla="*/ 2147483647 h 508"/>
              <a:gd name="T2" fmla="*/ 2147483647 w 537"/>
              <a:gd name="T3" fmla="*/ 0 h 508"/>
              <a:gd name="T4" fmla="*/ 2147483647 w 537"/>
              <a:gd name="T5" fmla="*/ 2147483647 h 508"/>
              <a:gd name="T6" fmla="*/ 2147483647 w 537"/>
              <a:gd name="T7" fmla="*/ 2147483647 h 5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7" h="508">
                <a:moveTo>
                  <a:pt x="0" y="36"/>
                </a:moveTo>
                <a:lnTo>
                  <a:pt x="68" y="0"/>
                </a:lnTo>
                <a:lnTo>
                  <a:pt x="284" y="106"/>
                </a:lnTo>
                <a:lnTo>
                  <a:pt x="537" y="508"/>
                </a:lnTo>
              </a:path>
            </a:pathLst>
          </a:custGeom>
          <a:noFill/>
          <a:ln w="28575" cap="flat" cmpd="sng">
            <a:solidFill>
              <a:srgbClr val="00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9BDC4837-74CA-F3A1-1752-0F69BFEA96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73233" y="4701729"/>
            <a:ext cx="612775" cy="531812"/>
          </a:xfrm>
          <a:prstGeom prst="line">
            <a:avLst/>
          </a:prstGeom>
          <a:noFill/>
          <a:ln w="28575">
            <a:solidFill>
              <a:srgbClr val="00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D33B4EC5-9B90-AB67-70CC-C8E0A73D7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786" y="2584655"/>
            <a:ext cx="4298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Freeform 38">
            <a:extLst>
              <a:ext uri="{FF2B5EF4-FFF2-40B4-BE49-F238E27FC236}">
                <a16:creationId xmlns:a16="http://schemas.microsoft.com/office/drawing/2014/main" id="{2AF0B9B3-AB51-1956-1985-1CC5ACEF66F5}"/>
              </a:ext>
            </a:extLst>
          </p:cNvPr>
          <p:cNvSpPr>
            <a:spLocks/>
          </p:cNvSpPr>
          <p:nvPr/>
        </p:nvSpPr>
        <p:spPr bwMode="auto">
          <a:xfrm>
            <a:off x="8982824" y="1663905"/>
            <a:ext cx="1585912" cy="828675"/>
          </a:xfrm>
          <a:custGeom>
            <a:avLst/>
            <a:gdLst>
              <a:gd name="T0" fmla="*/ 0 w 938"/>
              <a:gd name="T1" fmla="*/ 2147483647 h 522"/>
              <a:gd name="T2" fmla="*/ 0 w 938"/>
              <a:gd name="T3" fmla="*/ 0 h 522"/>
              <a:gd name="T4" fmla="*/ 2147483647 w 938"/>
              <a:gd name="T5" fmla="*/ 0 h 522"/>
              <a:gd name="T6" fmla="*/ 2147483647 w 938"/>
              <a:gd name="T7" fmla="*/ 2147483647 h 5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38" h="522">
                <a:moveTo>
                  <a:pt x="0" y="418"/>
                </a:moveTo>
                <a:lnTo>
                  <a:pt x="0" y="0"/>
                </a:lnTo>
                <a:lnTo>
                  <a:pt x="938" y="0"/>
                </a:lnTo>
                <a:lnTo>
                  <a:pt x="938" y="522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Freeform 39">
            <a:extLst>
              <a:ext uri="{FF2B5EF4-FFF2-40B4-BE49-F238E27FC236}">
                <a16:creationId xmlns:a16="http://schemas.microsoft.com/office/drawing/2014/main" id="{1A28D383-0A5D-9AD9-6E54-944BEA051422}"/>
              </a:ext>
            </a:extLst>
          </p:cNvPr>
          <p:cNvSpPr>
            <a:spLocks/>
          </p:cNvSpPr>
          <p:nvPr/>
        </p:nvSpPr>
        <p:spPr bwMode="auto">
          <a:xfrm>
            <a:off x="6276136" y="1660730"/>
            <a:ext cx="2082800" cy="1127125"/>
          </a:xfrm>
          <a:custGeom>
            <a:avLst/>
            <a:gdLst>
              <a:gd name="T0" fmla="*/ 0 w 1312"/>
              <a:gd name="T1" fmla="*/ 2147483647 h 710"/>
              <a:gd name="T2" fmla="*/ 0 w 1312"/>
              <a:gd name="T3" fmla="*/ 2147483647 h 710"/>
              <a:gd name="T4" fmla="*/ 2147483647 w 1312"/>
              <a:gd name="T5" fmla="*/ 2147483647 h 710"/>
              <a:gd name="T6" fmla="*/ 2147483647 w 1312"/>
              <a:gd name="T7" fmla="*/ 0 h 710"/>
              <a:gd name="T8" fmla="*/ 2147483647 w 1312"/>
              <a:gd name="T9" fmla="*/ 0 h 710"/>
              <a:gd name="T10" fmla="*/ 2147483647 w 1312"/>
              <a:gd name="T11" fmla="*/ 2147483647 h 710"/>
              <a:gd name="T12" fmla="*/ 2147483647 w 1312"/>
              <a:gd name="T13" fmla="*/ 2147483647 h 710"/>
              <a:gd name="T14" fmla="*/ 2147483647 w 1312"/>
              <a:gd name="T15" fmla="*/ 2147483647 h 710"/>
              <a:gd name="T16" fmla="*/ 0 w 1312"/>
              <a:gd name="T17" fmla="*/ 2147483647 h 7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312" h="710">
                <a:moveTo>
                  <a:pt x="0" y="710"/>
                </a:moveTo>
                <a:lnTo>
                  <a:pt x="0" y="252"/>
                </a:lnTo>
                <a:lnTo>
                  <a:pt x="254" y="252"/>
                </a:lnTo>
                <a:lnTo>
                  <a:pt x="254" y="0"/>
                </a:lnTo>
                <a:lnTo>
                  <a:pt x="1048" y="0"/>
                </a:lnTo>
                <a:lnTo>
                  <a:pt x="1048" y="254"/>
                </a:lnTo>
                <a:lnTo>
                  <a:pt x="1312" y="254"/>
                </a:lnTo>
                <a:lnTo>
                  <a:pt x="1312" y="710"/>
                </a:lnTo>
                <a:lnTo>
                  <a:pt x="0" y="71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EACD33BE-B806-AB44-D7AA-629F2FC71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9311" y="2316368"/>
            <a:ext cx="2703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" name="Group 41">
            <a:extLst>
              <a:ext uri="{FF2B5EF4-FFF2-40B4-BE49-F238E27FC236}">
                <a16:creationId xmlns:a16="http://schemas.microsoft.com/office/drawing/2014/main" id="{6AB94D06-6C50-E94A-7A8C-A01CB8344113}"/>
              </a:ext>
            </a:extLst>
          </p:cNvPr>
          <p:cNvGrpSpPr>
            <a:grpSpLocks/>
          </p:cNvGrpSpPr>
          <p:nvPr/>
        </p:nvGrpSpPr>
        <p:grpSpPr bwMode="auto">
          <a:xfrm>
            <a:off x="8512924" y="1663905"/>
            <a:ext cx="2257425" cy="1123950"/>
            <a:chOff x="3935" y="466"/>
            <a:chExt cx="1422" cy="708"/>
          </a:xfrm>
        </p:grpSpPr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03F56B9D-F787-FE2F-D667-06DDAE360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720"/>
              <a:ext cx="1422" cy="454"/>
            </a:xfrm>
            <a:custGeom>
              <a:avLst/>
              <a:gdLst>
                <a:gd name="T0" fmla="*/ 0 w 1422"/>
                <a:gd name="T1" fmla="*/ 454 h 454"/>
                <a:gd name="T2" fmla="*/ 452 w 1422"/>
                <a:gd name="T3" fmla="*/ 0 h 454"/>
                <a:gd name="T4" fmla="*/ 968 w 1422"/>
                <a:gd name="T5" fmla="*/ 0 h 454"/>
                <a:gd name="T6" fmla="*/ 1422 w 1422"/>
                <a:gd name="T7" fmla="*/ 454 h 454"/>
                <a:gd name="T8" fmla="*/ 0 w 1422"/>
                <a:gd name="T9" fmla="*/ 454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2" h="454">
                  <a:moveTo>
                    <a:pt x="0" y="454"/>
                  </a:moveTo>
                  <a:lnTo>
                    <a:pt x="452" y="0"/>
                  </a:lnTo>
                  <a:lnTo>
                    <a:pt x="968" y="0"/>
                  </a:lnTo>
                  <a:lnTo>
                    <a:pt x="1422" y="454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50B03224-EBCF-411B-E5B6-7512B88C2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466"/>
              <a:ext cx="998" cy="580"/>
            </a:xfrm>
            <a:custGeom>
              <a:avLst/>
              <a:gdLst>
                <a:gd name="T0" fmla="*/ 0 w 998"/>
                <a:gd name="T1" fmla="*/ 414 h 580"/>
                <a:gd name="T2" fmla="*/ 0 w 998"/>
                <a:gd name="T3" fmla="*/ 0 h 580"/>
                <a:gd name="T4" fmla="*/ 998 w 998"/>
                <a:gd name="T5" fmla="*/ 0 h 580"/>
                <a:gd name="T6" fmla="*/ 998 w 998"/>
                <a:gd name="T7" fmla="*/ 580 h 5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8" h="580">
                  <a:moveTo>
                    <a:pt x="0" y="414"/>
                  </a:moveTo>
                  <a:lnTo>
                    <a:pt x="0" y="0"/>
                  </a:lnTo>
                  <a:lnTo>
                    <a:pt x="998" y="0"/>
                  </a:lnTo>
                  <a:lnTo>
                    <a:pt x="998" y="58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6" name="Group 44">
            <a:extLst>
              <a:ext uri="{FF2B5EF4-FFF2-40B4-BE49-F238E27FC236}">
                <a16:creationId xmlns:a16="http://schemas.microsoft.com/office/drawing/2014/main" id="{C6D76813-601C-7E49-3FCA-8ECD16DCA5E2}"/>
              </a:ext>
            </a:extLst>
          </p:cNvPr>
          <p:cNvGrpSpPr>
            <a:grpSpLocks/>
          </p:cNvGrpSpPr>
          <p:nvPr/>
        </p:nvGrpSpPr>
        <p:grpSpPr bwMode="auto">
          <a:xfrm>
            <a:off x="6271374" y="3240293"/>
            <a:ext cx="2082800" cy="2257425"/>
            <a:chOff x="2525" y="1459"/>
            <a:chExt cx="1312" cy="1422"/>
          </a:xfrm>
        </p:grpSpPr>
        <p:sp>
          <p:nvSpPr>
            <p:cNvPr id="47" name="Rectangle 45">
              <a:extLst>
                <a:ext uri="{FF2B5EF4-FFF2-40B4-BE49-F238E27FC236}">
                  <a16:creationId xmlns:a16="http://schemas.microsoft.com/office/drawing/2014/main" id="{DB2DEFF5-0DD0-C4CE-AF6C-C706239AD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8" y="1459"/>
              <a:ext cx="1309" cy="14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Rectangle 46">
              <a:extLst>
                <a:ext uri="{FF2B5EF4-FFF2-40B4-BE49-F238E27FC236}">
                  <a16:creationId xmlns:a16="http://schemas.microsoft.com/office/drawing/2014/main" id="{866631AD-3069-2EF6-9E6F-B894734E9E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78" y="1860"/>
              <a:ext cx="1000" cy="79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FE1FED14-0581-6EB1-E140-15D16D251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5" y="1917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0BDD1055-89D9-CAF8-B558-B15D5B789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8" y="2430"/>
              <a:ext cx="2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DA6F45DD-2C51-226F-0E30-0B42D8E08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3" y="1919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4F849E9B-B9D4-13C2-14FC-36DA3513A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6" y="2432"/>
              <a:ext cx="2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" name="Line 51">
            <a:extLst>
              <a:ext uri="{FF2B5EF4-FFF2-40B4-BE49-F238E27FC236}">
                <a16:creationId xmlns:a16="http://schemas.microsoft.com/office/drawing/2014/main" id="{A0CAFD12-FBB2-52F7-400C-CC508F0C2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0949" y="2067130"/>
            <a:ext cx="0" cy="51752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AC1FE7DA-CF82-2D7A-FCF3-451F32145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1424" y="2067130"/>
            <a:ext cx="0" cy="51752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91DE1525-DCB5-C62A-4AA4-001AEAD6B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011" y="2584655"/>
            <a:ext cx="1265238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8A27E190-6259-7D9C-961A-D45CDEB30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2536" y="2316368"/>
            <a:ext cx="1255713" cy="0"/>
          </a:xfrm>
          <a:prstGeom prst="line">
            <a:avLst/>
          </a:prstGeom>
          <a:noFill/>
          <a:ln w="15875">
            <a:solidFill>
              <a:srgbClr val="0066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AutoShape 55">
            <a:extLst>
              <a:ext uri="{FF2B5EF4-FFF2-40B4-BE49-F238E27FC236}">
                <a16:creationId xmlns:a16="http://schemas.microsoft.com/office/drawing/2014/main" id="{8F1D826C-71B3-E68B-4897-D145C7B58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849" y="2554493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AutoShape 56">
            <a:extLst>
              <a:ext uri="{FF2B5EF4-FFF2-40B4-BE49-F238E27FC236}">
                <a16:creationId xmlns:a16="http://schemas.microsoft.com/office/drawing/2014/main" id="{7FAAB8D1-A07A-CA13-3465-B4F21F096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961" y="2552905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AutoShape 57">
            <a:extLst>
              <a:ext uri="{FF2B5EF4-FFF2-40B4-BE49-F238E27FC236}">
                <a16:creationId xmlns:a16="http://schemas.microsoft.com/office/drawing/2014/main" id="{858C7DC6-656C-00E8-7063-FE25EC420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374" y="2030618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AutoShape 58">
            <a:extLst>
              <a:ext uri="{FF2B5EF4-FFF2-40B4-BE49-F238E27FC236}">
                <a16:creationId xmlns:a16="http://schemas.microsoft.com/office/drawing/2014/main" id="{C4BCC193-B401-8800-4DE4-307BEEADD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961" y="2286205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AutoShape 59">
            <a:extLst>
              <a:ext uri="{FF2B5EF4-FFF2-40B4-BE49-F238E27FC236}">
                <a16:creationId xmlns:a16="http://schemas.microsoft.com/office/drawing/2014/main" id="{AD952290-4710-50BB-471E-F2AC879EC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849" y="2284618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AutoShape 60">
            <a:extLst>
              <a:ext uri="{FF2B5EF4-FFF2-40B4-BE49-F238E27FC236}">
                <a16:creationId xmlns:a16="http://schemas.microsoft.com/office/drawing/2014/main" id="{1AFFF1E8-6218-BE3C-5AB4-2F8757C69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4436" y="2035380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Freeform 61">
            <a:extLst>
              <a:ext uri="{FF2B5EF4-FFF2-40B4-BE49-F238E27FC236}">
                <a16:creationId xmlns:a16="http://schemas.microsoft.com/office/drawing/2014/main" id="{D6ECF6BF-14BA-B432-CC13-CEA67EA8FD9F}"/>
              </a:ext>
            </a:extLst>
          </p:cNvPr>
          <p:cNvSpPr>
            <a:spLocks/>
          </p:cNvSpPr>
          <p:nvPr/>
        </p:nvSpPr>
        <p:spPr bwMode="auto">
          <a:xfrm>
            <a:off x="10536696" y="3887341"/>
            <a:ext cx="852487" cy="806450"/>
          </a:xfrm>
          <a:custGeom>
            <a:avLst/>
            <a:gdLst>
              <a:gd name="T0" fmla="*/ 0 w 537"/>
              <a:gd name="T1" fmla="*/ 2147483647 h 508"/>
              <a:gd name="T2" fmla="*/ 2147483647 w 537"/>
              <a:gd name="T3" fmla="*/ 0 h 508"/>
              <a:gd name="T4" fmla="*/ 2147483647 w 537"/>
              <a:gd name="T5" fmla="*/ 2147483647 h 508"/>
              <a:gd name="T6" fmla="*/ 2147483647 w 537"/>
              <a:gd name="T7" fmla="*/ 2147483647 h 5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7" h="508">
                <a:moveTo>
                  <a:pt x="0" y="36"/>
                </a:moveTo>
                <a:lnTo>
                  <a:pt x="68" y="0"/>
                </a:lnTo>
                <a:lnTo>
                  <a:pt x="284" y="106"/>
                </a:lnTo>
                <a:lnTo>
                  <a:pt x="537" y="508"/>
                </a:lnTo>
              </a:path>
            </a:pathLst>
          </a:custGeom>
          <a:noFill/>
          <a:ln w="9525" cap="flat" cmpd="sng">
            <a:solidFill>
              <a:srgbClr val="00FFCC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7B83AEF7-858A-8A7C-9680-FA83D8B291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27096" y="3941316"/>
            <a:ext cx="612775" cy="531813"/>
          </a:xfrm>
          <a:prstGeom prst="line">
            <a:avLst/>
          </a:prstGeom>
          <a:noFill/>
          <a:ln w="9525">
            <a:solidFill>
              <a:srgbClr val="00FFCC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63">
            <a:extLst>
              <a:ext uri="{FF2B5EF4-FFF2-40B4-BE49-F238E27FC236}">
                <a16:creationId xmlns:a16="http://schemas.microsoft.com/office/drawing/2014/main" id="{908B93D4-6729-B248-6041-9D7092723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2463975"/>
            <a:ext cx="30700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交线为空间闭合折线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64">
            <a:extLst>
              <a:ext uri="{FF2B5EF4-FFF2-40B4-BE49-F238E27FC236}">
                <a16:creationId xmlns:a16="http://schemas.microsoft.com/office/drawing/2014/main" id="{B2AD9541-2E70-1466-697F-41EF5842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599" y="3714955"/>
            <a:ext cx="1254125" cy="1581150"/>
          </a:xfrm>
          <a:prstGeom prst="rect">
            <a:avLst/>
          </a:prstGeom>
          <a:noFill/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Freeform 65">
            <a:extLst>
              <a:ext uri="{FF2B5EF4-FFF2-40B4-BE49-F238E27FC236}">
                <a16:creationId xmlns:a16="http://schemas.microsoft.com/office/drawing/2014/main" id="{5AAB7722-3808-D7A3-BEBB-2CCD40A5C5D3}"/>
              </a:ext>
            </a:extLst>
          </p:cNvPr>
          <p:cNvSpPr>
            <a:spLocks/>
          </p:cNvSpPr>
          <p:nvPr/>
        </p:nvSpPr>
        <p:spPr bwMode="auto">
          <a:xfrm>
            <a:off x="8981236" y="2063955"/>
            <a:ext cx="1581150" cy="514350"/>
          </a:xfrm>
          <a:custGeom>
            <a:avLst/>
            <a:gdLst>
              <a:gd name="T0" fmla="*/ 0 w 996"/>
              <a:gd name="T1" fmla="*/ 2147483647 h 324"/>
              <a:gd name="T2" fmla="*/ 2147483647 w 996"/>
              <a:gd name="T3" fmla="*/ 0 h 324"/>
              <a:gd name="T4" fmla="*/ 2147483647 w 996"/>
              <a:gd name="T5" fmla="*/ 0 h 324"/>
              <a:gd name="T6" fmla="*/ 2147483647 w 996"/>
              <a:gd name="T7" fmla="*/ 2147483647 h 3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96" h="324">
                <a:moveTo>
                  <a:pt x="0" y="158"/>
                </a:moveTo>
                <a:lnTo>
                  <a:pt x="158" y="0"/>
                </a:lnTo>
                <a:lnTo>
                  <a:pt x="672" y="0"/>
                </a:lnTo>
                <a:lnTo>
                  <a:pt x="996" y="324"/>
                </a:lnTo>
              </a:path>
            </a:pathLst>
          </a:custGeom>
          <a:noFill/>
          <a:ln w="38100" cap="flat" cmpd="sng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Text Box 66">
            <a:extLst>
              <a:ext uri="{FF2B5EF4-FFF2-40B4-BE49-F238E27FC236}">
                <a16:creationId xmlns:a16="http://schemas.microsoft.com/office/drawing/2014/main" id="{354B11A2-BEBA-F28E-967E-1C69B290E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2221" y="3704779"/>
            <a:ext cx="352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6 </a:t>
            </a:r>
          </a:p>
        </p:txBody>
      </p:sp>
      <p:sp>
        <p:nvSpPr>
          <p:cNvPr id="69" name="Text Box 67">
            <a:extLst>
              <a:ext uri="{FF2B5EF4-FFF2-40B4-BE49-F238E27FC236}">
                <a16:creationId xmlns:a16="http://schemas.microsoft.com/office/drawing/2014/main" id="{FA20D483-AE94-2CBE-149B-AD9928224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458" y="3633341"/>
            <a:ext cx="382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7 </a:t>
            </a:r>
          </a:p>
        </p:txBody>
      </p:sp>
      <p:sp>
        <p:nvSpPr>
          <p:cNvPr id="70" name="Text Box 68">
            <a:extLst>
              <a:ext uri="{FF2B5EF4-FFF2-40B4-BE49-F238E27FC236}">
                <a16:creationId xmlns:a16="http://schemas.microsoft.com/office/drawing/2014/main" id="{039EAABE-E786-CAC9-B723-AD3A60E1E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4996" y="3827016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8</a:t>
            </a:r>
          </a:p>
        </p:txBody>
      </p:sp>
      <p:sp>
        <p:nvSpPr>
          <p:cNvPr id="71" name="Text Box 69">
            <a:extLst>
              <a:ext uri="{FF2B5EF4-FFF2-40B4-BE49-F238E27FC236}">
                <a16:creationId xmlns:a16="http://schemas.microsoft.com/office/drawing/2014/main" id="{25919EAF-F350-A150-DDA2-62F1D88A4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3911043"/>
            <a:ext cx="2236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侧面投影有积聚性</a:t>
            </a:r>
          </a:p>
        </p:txBody>
      </p:sp>
      <p:sp>
        <p:nvSpPr>
          <p:cNvPr id="72" name="Text Box 69">
            <a:extLst>
              <a:ext uri="{FF2B5EF4-FFF2-40B4-BE49-F238E27FC236}">
                <a16:creationId xmlns:a16="http://schemas.microsoft.com/office/drawing/2014/main" id="{13FA2CE6-F6DF-FEAB-BE81-2E1D509F8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3472100"/>
            <a:ext cx="2236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水平投影有积聚性</a:t>
            </a:r>
            <a:endParaRPr lang="zh-CN" altLang="en-US" sz="2000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Text Box 69">
            <a:extLst>
              <a:ext uri="{FF2B5EF4-FFF2-40B4-BE49-F238E27FC236}">
                <a16:creationId xmlns:a16="http://schemas.microsoft.com/office/drawing/2014/main" id="{746340DC-B316-B8E3-FDC3-218E592D6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4954634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面上找点方法</a:t>
            </a:r>
          </a:p>
        </p:txBody>
      </p:sp>
    </p:spTree>
    <p:extLst>
      <p:ext uri="{BB962C8B-B14F-4D97-AF65-F5344CB8AC3E}">
        <p14:creationId xmlns:p14="http://schemas.microsoft.com/office/powerpoint/2010/main" val="415267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0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4" grpId="0" animBg="1"/>
      <p:bldP spid="4" grpId="1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 animBg="1"/>
      <p:bldP spid="38" grpId="0" animBg="1"/>
      <p:bldP spid="39" grpId="0" animBg="1"/>
      <p:bldP spid="39" grpId="1" animBg="1"/>
      <p:bldP spid="42" grpId="0" animBg="1"/>
      <p:bldP spid="42" grpId="1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 animBg="1"/>
      <p:bldP spid="66" grpId="1" animBg="1"/>
      <p:bldP spid="67" grpId="0" animBg="1"/>
      <p:bldP spid="67" grpId="1" animBg="1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B889-ADDF-2352-04D1-A0F74112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5AB4AD-56B7-4BB7-E2BF-72CE284A2EC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68C6652-E9D7-EC66-FD93-ACE9792777A1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928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304C-22B9-3737-F390-DC46A16B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4683F59-333F-69AD-4D50-41D78CE72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1465063-BD71-9FC1-E252-83379CFB507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B08EBF9-04AE-67F1-B611-38F2E8779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185782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6D8903A-E8BB-2C7B-06E2-7C6EBC7A1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280" y="1214029"/>
            <a:ext cx="2466975" cy="200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9921FB08-DE7F-00D8-4D31-17D0831E1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381" y="1778410"/>
            <a:ext cx="695575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由若干段平面曲线（或直线）所组成的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空间折线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794073A-D937-AA25-5829-FFABBDBA1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2407262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6C381B26-A54E-8A77-3239-DBC37EB2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381" y="2976382"/>
            <a:ext cx="9110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求交线的实质是求平面体各棱面（平面）与回转体表面的截交线。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3247D03B-14D9-F1A7-D0E6-C5C557A5D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474" y="3634542"/>
            <a:ext cx="2148798" cy="552449"/>
          </a:xfrm>
          <a:prstGeom prst="wedgeRoundRectCallout">
            <a:avLst>
              <a:gd name="adj1" fmla="val 17131"/>
              <a:gd name="adj2" fmla="val -9477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求截交线问题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13352B5E-BB55-998A-1D95-8BC4A6F06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71" y="4397485"/>
            <a:ext cx="965039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buFont typeface="Symbol" panose="05050102010706020507" pitchFamily="18" charset="2"/>
              <a:buChar char="·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空间分析：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分析各棱面与回转体的相对位置，判断交线的空间形状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D86F3BC7-CC6A-F243-0F1C-46685A86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71" y="5517232"/>
            <a:ext cx="93426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buFont typeface="Symbol" panose="05050102010706020507" pitchFamily="18" charset="2"/>
              <a:buChar char="·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作图：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求出各棱面与回转体表面的截交线，连接，并判断可见性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3E7EBD8F-B903-5D82-B9BD-6A1722E15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71" y="4957358"/>
            <a:ext cx="93426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buFont typeface="Symbol" panose="05050102010706020507" pitchFamily="18" charset="2"/>
              <a:buChar char="·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投影分析：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分析各棱面相对于投影面的位置，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判断交线的已知投影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3538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03500-827B-CA32-5A3C-8C25AA80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FB01E78-067C-C0C1-B4AE-27DF56BF6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A72B933-7C57-FA42-E828-45B08F5EB54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E7E348-27A6-B446-0BA8-A0F4FDB034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4514" b="5839"/>
          <a:stretch/>
        </p:blipFill>
        <p:spPr>
          <a:xfrm>
            <a:off x="5194300" y="5098584"/>
            <a:ext cx="2984500" cy="2159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CF7013E-96C1-0D95-297F-ADF850F0CF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4" t="43698" r="37091" b="17802"/>
          <a:stretch/>
        </p:blipFill>
        <p:spPr>
          <a:xfrm rot="5400000">
            <a:off x="5968998" y="5171611"/>
            <a:ext cx="1425579" cy="13017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70F7345A-884D-D88C-AAAA-8CD37D4E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3029563"/>
            <a:ext cx="2133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由四段平面曲线（直线）构成的封闭的空间折线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ADE54F-8222-2425-1C9C-3DF0E53B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412" y="2926375"/>
            <a:ext cx="20320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F3092C9-05C5-BC2A-6F13-CCEC722C6D61}"/>
              </a:ext>
            </a:extLst>
          </p:cNvPr>
          <p:cNvSpPr>
            <a:spLocks/>
          </p:cNvSpPr>
          <p:nvPr/>
        </p:nvSpPr>
        <p:spPr bwMode="auto">
          <a:xfrm>
            <a:off x="9356866" y="1374924"/>
            <a:ext cx="1587" cy="679450"/>
          </a:xfrm>
          <a:custGeom>
            <a:avLst/>
            <a:gdLst>
              <a:gd name="T0" fmla="*/ 0 w 1"/>
              <a:gd name="T1" fmla="*/ 0 h 428"/>
              <a:gd name="T2" fmla="*/ 0 w 1"/>
              <a:gd name="T3" fmla="*/ 2147483647 h 428"/>
              <a:gd name="T4" fmla="*/ 0 60000 65536"/>
              <a:gd name="T5" fmla="*/ 0 60000 65536"/>
              <a:gd name="T6" fmla="*/ 0 w 1"/>
              <a:gd name="T7" fmla="*/ 0 h 428"/>
              <a:gd name="T8" fmla="*/ 1 w 1"/>
              <a:gd name="T9" fmla="*/ 428 h 4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28">
                <a:moveTo>
                  <a:pt x="0" y="0"/>
                </a:moveTo>
                <a:lnTo>
                  <a:pt x="0" y="42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2C2A5-9BD7-F200-99D1-41D75F87D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391" y="1374924"/>
            <a:ext cx="1524000" cy="45720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14FB6E-5067-FD8A-14D0-3DB97A18B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791" y="1832124"/>
            <a:ext cx="2743200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1930F-6483-7C9C-FFA4-85F3BAC9C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791" y="1844824"/>
            <a:ext cx="2743200" cy="190500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2C702B1A-0A37-FAE0-EAD4-59CE91BD9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6028" y="1811486"/>
            <a:ext cx="2071688" cy="1946275"/>
          </a:xfrm>
          <a:prstGeom prst="ellips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8206EB7-9593-068E-A97F-C85F1D93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791" y="4270524"/>
            <a:ext cx="2743200" cy="190500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BB99B837-CE35-0972-5CC7-89EA35C86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391" y="4575324"/>
            <a:ext cx="1524000" cy="129540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66148792-DB97-1E87-AC56-C3BB7100DAD7}"/>
              </a:ext>
            </a:extLst>
          </p:cNvPr>
          <p:cNvSpPr>
            <a:spLocks/>
          </p:cNvSpPr>
          <p:nvPr/>
        </p:nvSpPr>
        <p:spPr bwMode="auto">
          <a:xfrm>
            <a:off x="9364803" y="1376511"/>
            <a:ext cx="1370013" cy="7938"/>
          </a:xfrm>
          <a:custGeom>
            <a:avLst/>
            <a:gdLst>
              <a:gd name="T0" fmla="*/ 0 w 863"/>
              <a:gd name="T1" fmla="*/ 0 h 5"/>
              <a:gd name="T2" fmla="*/ 2147483647 w 863"/>
              <a:gd name="T3" fmla="*/ 2147483647 h 5"/>
              <a:gd name="T4" fmla="*/ 0 60000 65536"/>
              <a:gd name="T5" fmla="*/ 0 60000 65536"/>
              <a:gd name="T6" fmla="*/ 0 w 863"/>
              <a:gd name="T7" fmla="*/ 0 h 5"/>
              <a:gd name="T8" fmla="*/ 863 w 863"/>
              <a:gd name="T9" fmla="*/ 5 h 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63" h="5">
                <a:moveTo>
                  <a:pt x="0" y="0"/>
                </a:moveTo>
                <a:lnTo>
                  <a:pt x="863" y="5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197D75BD-5906-9D46-EBEA-1143693C1A4E}"/>
              </a:ext>
            </a:extLst>
          </p:cNvPr>
          <p:cNvSpPr>
            <a:spLocks/>
          </p:cNvSpPr>
          <p:nvPr/>
        </p:nvSpPr>
        <p:spPr bwMode="auto">
          <a:xfrm>
            <a:off x="10734816" y="1384449"/>
            <a:ext cx="1587" cy="671512"/>
          </a:xfrm>
          <a:custGeom>
            <a:avLst/>
            <a:gdLst>
              <a:gd name="T0" fmla="*/ 0 w 1"/>
              <a:gd name="T1" fmla="*/ 0 h 423"/>
              <a:gd name="T2" fmla="*/ 0 w 1"/>
              <a:gd name="T3" fmla="*/ 2147483647 h 423"/>
              <a:gd name="T4" fmla="*/ 0 60000 65536"/>
              <a:gd name="T5" fmla="*/ 0 60000 65536"/>
              <a:gd name="T6" fmla="*/ 0 w 1"/>
              <a:gd name="T7" fmla="*/ 0 h 423"/>
              <a:gd name="T8" fmla="*/ 1 w 1"/>
              <a:gd name="T9" fmla="*/ 423 h 42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23">
                <a:moveTo>
                  <a:pt x="0" y="0"/>
                </a:moveTo>
                <a:lnTo>
                  <a:pt x="0" y="423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Group 18">
            <a:extLst>
              <a:ext uri="{FF2B5EF4-FFF2-40B4-BE49-F238E27FC236}">
                <a16:creationId xmlns:a16="http://schemas.microsoft.com/office/drawing/2014/main" id="{07C6D693-7784-5024-3D5D-1FEF92A55904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1832124"/>
            <a:ext cx="1524000" cy="2743200"/>
            <a:chOff x="1440" y="960"/>
            <a:chExt cx="960" cy="1728"/>
          </a:xfrm>
        </p:grpSpPr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0D84C59E-9A19-B657-FE55-F2B2AE6CF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96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C02741B5-0471-FE21-8EE7-173AD9A2D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Line 21">
            <a:extLst>
              <a:ext uri="{FF2B5EF4-FFF2-40B4-BE49-F238E27FC236}">
                <a16:creationId xmlns:a16="http://schemas.microsoft.com/office/drawing/2014/main" id="{AB5B3A31-EDA7-61F0-5548-682489FA77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391" y="2060724"/>
            <a:ext cx="4800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B7052B2F-0A11-9062-2293-EA2CBFBD0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391" y="2060724"/>
            <a:ext cx="15240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5B17AB41-C63E-E32A-3BFA-629AB9414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7" y="1384449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22" name="Freeform 45">
            <a:extLst>
              <a:ext uri="{FF2B5EF4-FFF2-40B4-BE49-F238E27FC236}">
                <a16:creationId xmlns:a16="http://schemas.microsoft.com/office/drawing/2014/main" id="{C10936BB-BAEC-C2E1-31F3-201136015075}"/>
              </a:ext>
            </a:extLst>
          </p:cNvPr>
          <p:cNvSpPr>
            <a:spLocks/>
          </p:cNvSpPr>
          <p:nvPr/>
        </p:nvSpPr>
        <p:spPr bwMode="auto">
          <a:xfrm>
            <a:off x="5948503" y="1833711"/>
            <a:ext cx="1512888" cy="3175"/>
          </a:xfrm>
          <a:custGeom>
            <a:avLst/>
            <a:gdLst>
              <a:gd name="T0" fmla="*/ 0 w 953"/>
              <a:gd name="T1" fmla="*/ 2147483647 h 2"/>
              <a:gd name="T2" fmla="*/ 2147483647 w 953"/>
              <a:gd name="T3" fmla="*/ 0 h 2"/>
              <a:gd name="T4" fmla="*/ 0 60000 65536"/>
              <a:gd name="T5" fmla="*/ 0 60000 65536"/>
              <a:gd name="T6" fmla="*/ 0 w 953"/>
              <a:gd name="T7" fmla="*/ 0 h 2"/>
              <a:gd name="T8" fmla="*/ 953 w 953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53" h="2">
                <a:moveTo>
                  <a:pt x="0" y="2"/>
                </a:moveTo>
                <a:lnTo>
                  <a:pt x="953" y="0"/>
                </a:lnTo>
              </a:path>
            </a:pathLst>
          </a:custGeom>
          <a:noFill/>
          <a:ln w="571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" name="Group 46">
            <a:extLst>
              <a:ext uri="{FF2B5EF4-FFF2-40B4-BE49-F238E27FC236}">
                <a16:creationId xmlns:a16="http://schemas.microsoft.com/office/drawing/2014/main" id="{3EDF18D8-2746-920E-5F1D-312A4BFED2CE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1832124"/>
            <a:ext cx="1524000" cy="228600"/>
            <a:chOff x="1440" y="768"/>
            <a:chExt cx="960" cy="144"/>
          </a:xfrm>
        </p:grpSpPr>
        <p:sp>
          <p:nvSpPr>
            <p:cNvPr id="24" name="Line 47">
              <a:extLst>
                <a:ext uri="{FF2B5EF4-FFF2-40B4-BE49-F238E27FC236}">
                  <a16:creationId xmlns:a16="http://schemas.microsoft.com/office/drawing/2014/main" id="{EFC0B680-3A4D-20DB-3E2D-B91EB543B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768"/>
              <a:ext cx="0" cy="14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48">
              <a:extLst>
                <a:ext uri="{FF2B5EF4-FFF2-40B4-BE49-F238E27FC236}">
                  <a16:creationId xmlns:a16="http://schemas.microsoft.com/office/drawing/2014/main" id="{3D0EAA10-C764-08CA-1225-3A3BD3720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768"/>
              <a:ext cx="0" cy="14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49">
            <a:extLst>
              <a:ext uri="{FF2B5EF4-FFF2-40B4-BE49-F238E27FC236}">
                <a16:creationId xmlns:a16="http://schemas.microsoft.com/office/drawing/2014/main" id="{1D2EA9AD-7040-9294-CF00-77E2E68502BF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1359049"/>
            <a:ext cx="1524000" cy="681037"/>
            <a:chOff x="1440" y="480"/>
            <a:chExt cx="960" cy="429"/>
          </a:xfrm>
        </p:grpSpPr>
        <p:sp>
          <p:nvSpPr>
            <p:cNvPr id="27" name="Line 50">
              <a:extLst>
                <a:ext uri="{FF2B5EF4-FFF2-40B4-BE49-F238E27FC236}">
                  <a16:creationId xmlns:a16="http://schemas.microsoft.com/office/drawing/2014/main" id="{EA163D03-7798-80A9-3A5F-99FE9D9B9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80"/>
              <a:ext cx="0" cy="429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51">
              <a:extLst>
                <a:ext uri="{FF2B5EF4-FFF2-40B4-BE49-F238E27FC236}">
                  <a16:creationId xmlns:a16="http://schemas.microsoft.com/office/drawing/2014/main" id="{3CD18082-5130-CEB4-B8E0-722F9659E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80"/>
              <a:ext cx="960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52">
              <a:extLst>
                <a:ext uri="{FF2B5EF4-FFF2-40B4-BE49-F238E27FC236}">
                  <a16:creationId xmlns:a16="http://schemas.microsoft.com/office/drawing/2014/main" id="{51B815AF-6DEC-6E01-B4AA-276CE3E70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480"/>
              <a:ext cx="0" cy="429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Line 53">
            <a:extLst>
              <a:ext uri="{FF2B5EF4-FFF2-40B4-BE49-F238E27FC236}">
                <a16:creationId xmlns:a16="http://schemas.microsoft.com/office/drawing/2014/main" id="{89D0AA6D-1A83-AD74-E074-343900079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391" y="5870724"/>
            <a:ext cx="1524000" cy="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" name="Group 54">
            <a:extLst>
              <a:ext uri="{FF2B5EF4-FFF2-40B4-BE49-F238E27FC236}">
                <a16:creationId xmlns:a16="http://schemas.microsoft.com/office/drawing/2014/main" id="{80F3B60B-765B-526F-92B6-2B7F06375497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4575324"/>
            <a:ext cx="1524000" cy="1295400"/>
            <a:chOff x="1440" y="2496"/>
            <a:chExt cx="960" cy="816"/>
          </a:xfrm>
        </p:grpSpPr>
        <p:sp>
          <p:nvSpPr>
            <p:cNvPr id="32" name="Line 55">
              <a:extLst>
                <a:ext uri="{FF2B5EF4-FFF2-40B4-BE49-F238E27FC236}">
                  <a16:creationId xmlns:a16="http://schemas.microsoft.com/office/drawing/2014/main" id="{755A12AA-C0F2-3250-4A9B-1DB83252A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96"/>
              <a:ext cx="0" cy="816"/>
            </a:xfrm>
            <a:prstGeom prst="line">
              <a:avLst/>
            </a:prstGeom>
            <a:noFill/>
            <a:ln w="38100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56">
              <a:extLst>
                <a:ext uri="{FF2B5EF4-FFF2-40B4-BE49-F238E27FC236}">
                  <a16:creationId xmlns:a16="http://schemas.microsoft.com/office/drawing/2014/main" id="{FBB679C7-2AA7-8D6E-6D06-C1B9F3C46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0" cy="816"/>
            </a:xfrm>
            <a:prstGeom prst="line">
              <a:avLst/>
            </a:prstGeom>
            <a:noFill/>
            <a:ln w="38100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" name="Line 57">
            <a:extLst>
              <a:ext uri="{FF2B5EF4-FFF2-40B4-BE49-F238E27FC236}">
                <a16:creationId xmlns:a16="http://schemas.microsoft.com/office/drawing/2014/main" id="{F406869B-DE78-3C52-FF17-7F9A3ACC3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628" y="4575324"/>
            <a:ext cx="1539875" cy="0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58">
            <a:extLst>
              <a:ext uri="{FF2B5EF4-FFF2-40B4-BE49-F238E27FC236}">
                <a16:creationId xmlns:a16="http://schemas.microsoft.com/office/drawing/2014/main" id="{16D51CEF-B1E4-C503-825F-C852C13BA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3140688"/>
            <a:ext cx="2208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6" name="Text Box 59">
            <a:extLst>
              <a:ext uri="{FF2B5EF4-FFF2-40B4-BE49-F238E27FC236}">
                <a16:creationId xmlns:a16="http://schemas.microsoft.com/office/drawing/2014/main" id="{DA97BFF8-CA44-1627-95FF-ECB5ECBE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2469175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38" name="Text Box 60">
            <a:extLst>
              <a:ext uri="{FF2B5EF4-FFF2-40B4-BE49-F238E27FC236}">
                <a16:creationId xmlns:a16="http://schemas.microsoft.com/office/drawing/2014/main" id="{97661D45-D288-8207-78D3-3ED0D5487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3775688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39" name="Line 61">
            <a:extLst>
              <a:ext uri="{FF2B5EF4-FFF2-40B4-BE49-F238E27FC236}">
                <a16:creationId xmlns:a16="http://schemas.microsoft.com/office/drawing/2014/main" id="{0EC0BB03-4C95-98B7-561E-D20DF4DE5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8353" y="1836886"/>
            <a:ext cx="1341438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0" name="Picture 62">
            <a:extLst>
              <a:ext uri="{FF2B5EF4-FFF2-40B4-BE49-F238E27FC236}">
                <a16:creationId xmlns:a16="http://schemas.microsoft.com/office/drawing/2014/main" id="{44AD9866-EF91-A65B-5071-385DA5DE5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703" y="3934588"/>
            <a:ext cx="3124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Freeform 66">
            <a:extLst>
              <a:ext uri="{FF2B5EF4-FFF2-40B4-BE49-F238E27FC236}">
                <a16:creationId xmlns:a16="http://schemas.microsoft.com/office/drawing/2014/main" id="{9709B44F-3F40-74F4-C718-FC4E2B0D6A57}"/>
              </a:ext>
            </a:extLst>
          </p:cNvPr>
          <p:cNvSpPr>
            <a:spLocks/>
          </p:cNvSpPr>
          <p:nvPr/>
        </p:nvSpPr>
        <p:spPr bwMode="auto">
          <a:xfrm>
            <a:off x="10014091" y="4275900"/>
            <a:ext cx="623887" cy="750888"/>
          </a:xfrm>
          <a:custGeom>
            <a:avLst/>
            <a:gdLst>
              <a:gd name="T0" fmla="*/ 0 w 393"/>
              <a:gd name="T1" fmla="*/ 2147483647 h 473"/>
              <a:gd name="T2" fmla="*/ 0 w 393"/>
              <a:gd name="T3" fmla="*/ 2147483647 h 473"/>
              <a:gd name="T4" fmla="*/ 0 w 393"/>
              <a:gd name="T5" fmla="*/ 2147483647 h 473"/>
              <a:gd name="T6" fmla="*/ 2147483647 w 393"/>
              <a:gd name="T7" fmla="*/ 2147483647 h 473"/>
              <a:gd name="T8" fmla="*/ 2147483647 w 393"/>
              <a:gd name="T9" fmla="*/ 0 h 473"/>
              <a:gd name="T10" fmla="*/ 0 w 393"/>
              <a:gd name="T11" fmla="*/ 2147483647 h 4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93"/>
              <a:gd name="T19" fmla="*/ 0 h 473"/>
              <a:gd name="T20" fmla="*/ 393 w 393"/>
              <a:gd name="T21" fmla="*/ 473 h 4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93" h="473">
                <a:moveTo>
                  <a:pt x="0" y="139"/>
                </a:moveTo>
                <a:lnTo>
                  <a:pt x="0" y="466"/>
                </a:lnTo>
                <a:lnTo>
                  <a:pt x="0" y="473"/>
                </a:lnTo>
                <a:lnTo>
                  <a:pt x="393" y="342"/>
                </a:lnTo>
                <a:lnTo>
                  <a:pt x="393" y="0"/>
                </a:lnTo>
                <a:lnTo>
                  <a:pt x="0" y="139"/>
                </a:lnTo>
                <a:close/>
              </a:path>
            </a:pathLst>
          </a:custGeom>
          <a:solidFill>
            <a:srgbClr val="FF33CC"/>
          </a:solidFill>
          <a:ln w="38100" cap="flat" cmpd="sng">
            <a:solidFill>
              <a:srgbClr val="FF33CC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Freeform 67">
            <a:extLst>
              <a:ext uri="{FF2B5EF4-FFF2-40B4-BE49-F238E27FC236}">
                <a16:creationId xmlns:a16="http://schemas.microsoft.com/office/drawing/2014/main" id="{B65169CD-97E4-A16D-F7D1-C47805FE30D1}"/>
              </a:ext>
            </a:extLst>
          </p:cNvPr>
          <p:cNvSpPr>
            <a:spLocks/>
          </p:cNvSpPr>
          <p:nvPr/>
        </p:nvSpPr>
        <p:spPr bwMode="auto">
          <a:xfrm>
            <a:off x="9471166" y="4310825"/>
            <a:ext cx="519112" cy="704850"/>
          </a:xfrm>
          <a:custGeom>
            <a:avLst/>
            <a:gdLst>
              <a:gd name="T0" fmla="*/ 0 w 327"/>
              <a:gd name="T1" fmla="*/ 0 h 444"/>
              <a:gd name="T2" fmla="*/ 0 w 327"/>
              <a:gd name="T3" fmla="*/ 2147483647 h 444"/>
              <a:gd name="T4" fmla="*/ 2147483647 w 327"/>
              <a:gd name="T5" fmla="*/ 2147483647 h 444"/>
              <a:gd name="T6" fmla="*/ 2147483647 w 327"/>
              <a:gd name="T7" fmla="*/ 2147483647 h 444"/>
              <a:gd name="T8" fmla="*/ 2147483647 w 327"/>
              <a:gd name="T9" fmla="*/ 2147483647 h 444"/>
              <a:gd name="T10" fmla="*/ 2147483647 w 327"/>
              <a:gd name="T11" fmla="*/ 2147483647 h 444"/>
              <a:gd name="T12" fmla="*/ 2147483647 w 327"/>
              <a:gd name="T13" fmla="*/ 2147483647 h 444"/>
              <a:gd name="T14" fmla="*/ 0 w 327"/>
              <a:gd name="T15" fmla="*/ 0 h 44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27"/>
              <a:gd name="T25" fmla="*/ 0 h 444"/>
              <a:gd name="T26" fmla="*/ 327 w 327"/>
              <a:gd name="T27" fmla="*/ 444 h 44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27" h="444">
                <a:moveTo>
                  <a:pt x="0" y="0"/>
                </a:moveTo>
                <a:lnTo>
                  <a:pt x="0" y="328"/>
                </a:lnTo>
                <a:lnTo>
                  <a:pt x="117" y="349"/>
                </a:lnTo>
                <a:lnTo>
                  <a:pt x="189" y="386"/>
                </a:lnTo>
                <a:lnTo>
                  <a:pt x="269" y="422"/>
                </a:lnTo>
                <a:lnTo>
                  <a:pt x="327" y="444"/>
                </a:lnTo>
                <a:lnTo>
                  <a:pt x="32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99FF"/>
          </a:solidFill>
          <a:ln w="12700" cap="flat" cmpd="sng">
            <a:solidFill>
              <a:srgbClr val="0099FF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Text Box 68">
            <a:extLst>
              <a:ext uri="{FF2B5EF4-FFF2-40B4-BE49-F238E27FC236}">
                <a16:creationId xmlns:a16="http://schemas.microsoft.com/office/drawing/2014/main" id="{B071D31B-ABDD-E9DC-9C63-06A846DE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5103" y="1946424"/>
            <a:ext cx="298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900">
                <a:solidFill>
                  <a:srgbClr val="FF0000"/>
                </a:solidFill>
                <a:latin typeface="宋体" panose="02010600030101010101" pitchFamily="2" charset="-122"/>
              </a:rPr>
              <a:t>●</a:t>
            </a:r>
            <a:endParaRPr lang="en-US" altLang="zh-CN" sz="16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4" name="Text Box 69">
            <a:extLst>
              <a:ext uri="{FF2B5EF4-FFF2-40B4-BE49-F238E27FC236}">
                <a16:creationId xmlns:a16="http://schemas.microsoft.com/office/drawing/2014/main" id="{F9C81E6E-CB9A-C4D9-D6FC-C7DAF023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2728" y="1938486"/>
            <a:ext cx="3937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900" dirty="0">
                <a:solidFill>
                  <a:srgbClr val="FF0000"/>
                </a:solidFill>
                <a:latin typeface="宋体" panose="02010600030101010101" pitchFamily="2" charset="-122"/>
              </a:rPr>
              <a:t>●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Freeform 70">
            <a:extLst>
              <a:ext uri="{FF2B5EF4-FFF2-40B4-BE49-F238E27FC236}">
                <a16:creationId xmlns:a16="http://schemas.microsoft.com/office/drawing/2014/main" id="{A71EA131-0E79-86ED-444B-666406B32345}"/>
              </a:ext>
            </a:extLst>
          </p:cNvPr>
          <p:cNvSpPr>
            <a:spLocks/>
          </p:cNvSpPr>
          <p:nvPr/>
        </p:nvSpPr>
        <p:spPr bwMode="auto">
          <a:xfrm>
            <a:off x="9361628" y="1801961"/>
            <a:ext cx="1384300" cy="268288"/>
          </a:xfrm>
          <a:custGeom>
            <a:avLst/>
            <a:gdLst>
              <a:gd name="T0" fmla="*/ 0 w 872"/>
              <a:gd name="T1" fmla="*/ 2147483647 h 169"/>
              <a:gd name="T2" fmla="*/ 2147483647 w 872"/>
              <a:gd name="T3" fmla="*/ 2147483647 h 169"/>
              <a:gd name="T4" fmla="*/ 2147483647 w 872"/>
              <a:gd name="T5" fmla="*/ 2147483647 h 169"/>
              <a:gd name="T6" fmla="*/ 2147483647 w 872"/>
              <a:gd name="T7" fmla="*/ 2147483647 h 169"/>
              <a:gd name="T8" fmla="*/ 2147483647 w 872"/>
              <a:gd name="T9" fmla="*/ 2147483647 h 1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2"/>
              <a:gd name="T16" fmla="*/ 0 h 169"/>
              <a:gd name="T17" fmla="*/ 872 w 872"/>
              <a:gd name="T18" fmla="*/ 169 h 1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2" h="169">
                <a:moveTo>
                  <a:pt x="0" y="169"/>
                </a:moveTo>
                <a:cubicBezTo>
                  <a:pt x="59" y="123"/>
                  <a:pt x="119" y="77"/>
                  <a:pt x="192" y="49"/>
                </a:cubicBezTo>
                <a:cubicBezTo>
                  <a:pt x="265" y="21"/>
                  <a:pt x="360" y="0"/>
                  <a:pt x="440" y="1"/>
                </a:cubicBezTo>
                <a:cubicBezTo>
                  <a:pt x="520" y="2"/>
                  <a:pt x="600" y="30"/>
                  <a:pt x="672" y="57"/>
                </a:cubicBezTo>
                <a:cubicBezTo>
                  <a:pt x="744" y="84"/>
                  <a:pt x="808" y="122"/>
                  <a:pt x="872" y="161"/>
                </a:cubicBezTo>
              </a:path>
            </a:pathLst>
          </a:custGeom>
          <a:noFill/>
          <a:ln w="38100" cmpd="sng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Text Box 71">
            <a:extLst>
              <a:ext uri="{FF2B5EF4-FFF2-40B4-BE49-F238E27FC236}">
                <a16:creationId xmlns:a16="http://schemas.microsoft.com/office/drawing/2014/main" id="{B7BFF034-3B50-1422-2B20-91F4CC036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228" y="868511"/>
            <a:ext cx="2484438" cy="396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此段外形轮廓线消失</a:t>
            </a:r>
          </a:p>
        </p:txBody>
      </p:sp>
      <p:sp>
        <p:nvSpPr>
          <p:cNvPr id="47" name="Line 72">
            <a:extLst>
              <a:ext uri="{FF2B5EF4-FFF2-40B4-BE49-F238E27FC236}">
                <a16:creationId xmlns:a16="http://schemas.microsoft.com/office/drawing/2014/main" id="{72B18F44-22B4-6D8E-C760-DEDCFDD6ED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4978" y="1212999"/>
            <a:ext cx="438150" cy="619125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BA715C81-6411-1E4D-3B1D-06538A1E9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4337663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0768E0FF-7F89-5251-4C72-361FC5C6E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1" t="22345" r="29241" b="13802"/>
          <a:stretch/>
        </p:blipFill>
        <p:spPr>
          <a:xfrm>
            <a:off x="8845550" y="2717336"/>
            <a:ext cx="2387600" cy="2159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0989E23-0E6B-021D-2D96-30E5A90647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2" t="28439" r="32834" b="17802"/>
          <a:stretch/>
        </p:blipFill>
        <p:spPr>
          <a:xfrm rot="5400000">
            <a:off x="8748316" y="2467700"/>
            <a:ext cx="2603499" cy="181769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4398B23D-6509-5F54-7FC3-ED55587A8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4514" b="5839"/>
          <a:stretch/>
        </p:blipFill>
        <p:spPr>
          <a:xfrm>
            <a:off x="5194300" y="2740480"/>
            <a:ext cx="2984500" cy="21590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6F152AC-015E-47CB-13C8-DE3F292267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1" t="32181" r="49324" b="5839"/>
          <a:stretch/>
        </p:blipFill>
        <p:spPr>
          <a:xfrm rot="5400000">
            <a:off x="6111863" y="1685451"/>
            <a:ext cx="1130302" cy="20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8" grpId="0" animBg="1"/>
      <p:bldP spid="9" grpId="0" animBg="1"/>
      <p:bldP spid="19" grpId="0" animBg="1"/>
      <p:bldP spid="20" grpId="0" animBg="1"/>
      <p:bldP spid="30" grpId="0" animBg="1"/>
      <p:bldP spid="34" grpId="0" animBg="1"/>
      <p:bldP spid="35" grpId="0"/>
      <p:bldP spid="36" grpId="0"/>
      <p:bldP spid="38" grpId="0"/>
      <p:bldP spid="41" grpId="0" animBg="1"/>
      <p:bldP spid="42" grpId="0" animBg="1"/>
      <p:bldP spid="43" grpId="0"/>
      <p:bldP spid="44" grpId="0"/>
      <p:bldP spid="45" grpId="0" animBg="1"/>
      <p:bldP spid="46" grpId="0" animBg="1" autoUpdateAnimBg="0"/>
      <p:bldP spid="47" grpId="0" animBg="1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99AB-B6AD-8A82-D391-A1BF4169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64C1170-3E2C-7D37-AF49-7EA039B53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61CB94D-5F46-7DC1-D106-A7244ACCBB6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grpSp>
        <p:nvGrpSpPr>
          <p:cNvPr id="2" name="Group 135">
            <a:extLst>
              <a:ext uri="{FF2B5EF4-FFF2-40B4-BE49-F238E27FC236}">
                <a16:creationId xmlns:a16="http://schemas.microsoft.com/office/drawing/2014/main" id="{C7C3A2A3-D677-4BF5-8949-22A6F0CFBBFF}"/>
              </a:ext>
            </a:extLst>
          </p:cNvPr>
          <p:cNvGrpSpPr>
            <a:grpSpLocks/>
          </p:cNvGrpSpPr>
          <p:nvPr/>
        </p:nvGrpSpPr>
        <p:grpSpPr bwMode="auto">
          <a:xfrm>
            <a:off x="1991544" y="3904924"/>
            <a:ext cx="1793875" cy="1317625"/>
            <a:chOff x="319" y="2271"/>
            <a:chExt cx="1130" cy="830"/>
          </a:xfrm>
        </p:grpSpPr>
        <p:sp>
          <p:nvSpPr>
            <p:cNvPr id="3" name="Rectangle 136">
              <a:extLst>
                <a:ext uri="{FF2B5EF4-FFF2-40B4-BE49-F238E27FC236}">
                  <a16:creationId xmlns:a16="http://schemas.microsoft.com/office/drawing/2014/main" id="{D7C838E1-701B-31B6-DBDC-237A16F3C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2271"/>
              <a:ext cx="1130" cy="83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Rectangle 137">
              <a:extLst>
                <a:ext uri="{FF2B5EF4-FFF2-40B4-BE49-F238E27FC236}">
                  <a16:creationId xmlns:a16="http://schemas.microsoft.com/office/drawing/2014/main" id="{20183908-7EA8-2995-60C7-9B8BD04B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436"/>
              <a:ext cx="652" cy="489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Oval 138">
            <a:extLst>
              <a:ext uri="{FF2B5EF4-FFF2-40B4-BE49-F238E27FC236}">
                <a16:creationId xmlns:a16="http://schemas.microsoft.com/office/drawing/2014/main" id="{DADC1A64-2601-AF79-D078-23D859A16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506" y="2057074"/>
            <a:ext cx="1316038" cy="1316037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139">
            <a:extLst>
              <a:ext uri="{FF2B5EF4-FFF2-40B4-BE49-F238E27FC236}">
                <a16:creationId xmlns:a16="http://schemas.microsoft.com/office/drawing/2014/main" id="{CBEFC5B6-C6A5-70E1-583B-983CAF008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856" y="2196774"/>
            <a:ext cx="0" cy="109696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ine 140">
            <a:extLst>
              <a:ext uri="{FF2B5EF4-FFF2-40B4-BE49-F238E27FC236}">
                <a16:creationId xmlns:a16="http://schemas.microsoft.com/office/drawing/2014/main" id="{9D19977E-62C5-AA3D-DE0C-F8BFBB88B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1081" y="2193599"/>
            <a:ext cx="0" cy="1066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141">
            <a:extLst>
              <a:ext uri="{FF2B5EF4-FFF2-40B4-BE49-F238E27FC236}">
                <a16:creationId xmlns:a16="http://schemas.microsoft.com/office/drawing/2014/main" id="{812A4974-6351-D442-77FC-1A41455A679D}"/>
              </a:ext>
            </a:extLst>
          </p:cNvPr>
          <p:cNvGrpSpPr>
            <a:grpSpLocks/>
          </p:cNvGrpSpPr>
          <p:nvPr/>
        </p:nvGrpSpPr>
        <p:grpSpPr bwMode="auto">
          <a:xfrm>
            <a:off x="1820094" y="4565324"/>
            <a:ext cx="2108200" cy="0"/>
            <a:chOff x="211" y="2687"/>
            <a:chExt cx="1328" cy="0"/>
          </a:xfrm>
        </p:grpSpPr>
        <p:sp>
          <p:nvSpPr>
            <p:cNvPr id="9" name="Line 142">
              <a:extLst>
                <a:ext uri="{FF2B5EF4-FFF2-40B4-BE49-F238E27FC236}">
                  <a16:creationId xmlns:a16="http://schemas.microsoft.com/office/drawing/2014/main" id="{AA0BA137-46B0-AB3F-BD86-DBEB08D44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" y="2687"/>
              <a:ext cx="4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43">
              <a:extLst>
                <a:ext uri="{FF2B5EF4-FFF2-40B4-BE49-F238E27FC236}">
                  <a16:creationId xmlns:a16="http://schemas.microsoft.com/office/drawing/2014/main" id="{0CE1554C-6888-B127-6000-C66E7259D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268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44">
              <a:extLst>
                <a:ext uri="{FF2B5EF4-FFF2-40B4-BE49-F238E27FC236}">
                  <a16:creationId xmlns:a16="http://schemas.microsoft.com/office/drawing/2014/main" id="{B4C55E52-DE54-0E03-3445-277E59186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2687"/>
              <a:ext cx="1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145">
              <a:extLst>
                <a:ext uri="{FF2B5EF4-FFF2-40B4-BE49-F238E27FC236}">
                  <a16:creationId xmlns:a16="http://schemas.microsoft.com/office/drawing/2014/main" id="{0B5E9488-0811-DDEB-F72A-8D1C12B14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" y="2687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46">
              <a:extLst>
                <a:ext uri="{FF2B5EF4-FFF2-40B4-BE49-F238E27FC236}">
                  <a16:creationId xmlns:a16="http://schemas.microsoft.com/office/drawing/2014/main" id="{75C65193-52D5-3713-ACB5-452C81DEA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2687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47">
            <a:extLst>
              <a:ext uri="{FF2B5EF4-FFF2-40B4-BE49-F238E27FC236}">
                <a16:creationId xmlns:a16="http://schemas.microsoft.com/office/drawing/2014/main" id="{A9A44FFA-8D34-3C85-4B49-ECE20F076D33}"/>
              </a:ext>
            </a:extLst>
          </p:cNvPr>
          <p:cNvGrpSpPr>
            <a:grpSpLocks/>
          </p:cNvGrpSpPr>
          <p:nvPr/>
        </p:nvGrpSpPr>
        <p:grpSpPr bwMode="auto">
          <a:xfrm>
            <a:off x="4199756" y="1911024"/>
            <a:ext cx="1676400" cy="1666875"/>
            <a:chOff x="1710" y="1015"/>
            <a:chExt cx="1056" cy="1050"/>
          </a:xfrm>
        </p:grpSpPr>
        <p:grpSp>
          <p:nvGrpSpPr>
            <p:cNvPr id="15" name="Group 148">
              <a:extLst>
                <a:ext uri="{FF2B5EF4-FFF2-40B4-BE49-F238E27FC236}">
                  <a16:creationId xmlns:a16="http://schemas.microsoft.com/office/drawing/2014/main" id="{F6445B0C-E230-C819-EACE-6D0004F61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0" y="1521"/>
              <a:ext cx="1056" cy="0"/>
              <a:chOff x="1710" y="1537"/>
              <a:chExt cx="1056" cy="0"/>
            </a:xfrm>
          </p:grpSpPr>
          <p:grpSp>
            <p:nvGrpSpPr>
              <p:cNvPr id="24" name="Group 149">
                <a:extLst>
                  <a:ext uri="{FF2B5EF4-FFF2-40B4-BE49-F238E27FC236}">
                    <a16:creationId xmlns:a16="http://schemas.microsoft.com/office/drawing/2014/main" id="{3D3F0557-E81A-93E4-38B8-5042167F19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0" y="1537"/>
                <a:ext cx="592" cy="0"/>
                <a:chOff x="3031" y="1971"/>
                <a:chExt cx="592" cy="0"/>
              </a:xfrm>
            </p:grpSpPr>
            <p:sp>
              <p:nvSpPr>
                <p:cNvPr id="27" name="Line 150">
                  <a:extLst>
                    <a:ext uri="{FF2B5EF4-FFF2-40B4-BE49-F238E27FC236}">
                      <a16:creationId xmlns:a16="http://schemas.microsoft.com/office/drawing/2014/main" id="{C5BE0E49-34CB-C3E0-DEB5-24160FFA34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031" y="1971"/>
                  <a:ext cx="15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Line 151">
                  <a:extLst>
                    <a:ext uri="{FF2B5EF4-FFF2-40B4-BE49-F238E27FC236}">
                      <a16:creationId xmlns:a16="http://schemas.microsoft.com/office/drawing/2014/main" id="{21C276DA-0F9F-E5AF-D986-978B03CDE5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214" y="1971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Line 152">
                  <a:extLst>
                    <a:ext uri="{FF2B5EF4-FFF2-40B4-BE49-F238E27FC236}">
                      <a16:creationId xmlns:a16="http://schemas.microsoft.com/office/drawing/2014/main" id="{77D1CFC1-FA5F-0498-B3C0-4965392C65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263" y="1971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" name="Line 153">
                <a:extLst>
                  <a:ext uri="{FF2B5EF4-FFF2-40B4-BE49-F238E27FC236}">
                    <a16:creationId xmlns:a16="http://schemas.microsoft.com/office/drawing/2014/main" id="{DF9ED516-F0AD-F41A-349E-F2BC8EEB1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2328" y="1537"/>
                <a:ext cx="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54">
                <a:extLst>
                  <a:ext uri="{FF2B5EF4-FFF2-40B4-BE49-F238E27FC236}">
                    <a16:creationId xmlns:a16="http://schemas.microsoft.com/office/drawing/2014/main" id="{77F7A457-1981-0886-32D5-D958AF558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2381" y="1537"/>
                <a:ext cx="3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" name="Group 155">
              <a:extLst>
                <a:ext uri="{FF2B5EF4-FFF2-40B4-BE49-F238E27FC236}">
                  <a16:creationId xmlns:a16="http://schemas.microsoft.com/office/drawing/2014/main" id="{67EDE473-4F7E-32E4-C686-EAEB4861B0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7" y="1015"/>
              <a:ext cx="0" cy="1050"/>
              <a:chOff x="2227" y="1015"/>
              <a:chExt cx="0" cy="1050"/>
            </a:xfrm>
          </p:grpSpPr>
          <p:grpSp>
            <p:nvGrpSpPr>
              <p:cNvPr id="18" name="Group 156">
                <a:extLst>
                  <a:ext uri="{FF2B5EF4-FFF2-40B4-BE49-F238E27FC236}">
                    <a16:creationId xmlns:a16="http://schemas.microsoft.com/office/drawing/2014/main" id="{8469AD67-BFA0-AD83-4D4A-DCB6ABEC5E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27" y="1373"/>
                <a:ext cx="0" cy="692"/>
                <a:chOff x="2227" y="1373"/>
                <a:chExt cx="0" cy="692"/>
              </a:xfrm>
            </p:grpSpPr>
            <p:sp>
              <p:nvSpPr>
                <p:cNvPr id="21" name="Line 157">
                  <a:extLst>
                    <a:ext uri="{FF2B5EF4-FFF2-40B4-BE49-F238E27FC236}">
                      <a16:creationId xmlns:a16="http://schemas.microsoft.com/office/drawing/2014/main" id="{5E8BEF86-161D-86FD-5DD3-F20DE4F082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98" y="1936"/>
                  <a:ext cx="25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Line 158">
                  <a:extLst>
                    <a:ext uri="{FF2B5EF4-FFF2-40B4-BE49-F238E27FC236}">
                      <a16:creationId xmlns:a16="http://schemas.microsoft.com/office/drawing/2014/main" id="{84E9633F-E862-A8E7-553F-BACBA7A352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214" y="1769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Line 159">
                  <a:extLst>
                    <a:ext uri="{FF2B5EF4-FFF2-40B4-BE49-F238E27FC236}">
                      <a16:creationId xmlns:a16="http://schemas.microsoft.com/office/drawing/2014/main" id="{A7497C14-A35C-6459-C54C-65B076296E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47" y="1553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" name="Line 160">
                <a:extLst>
                  <a:ext uri="{FF2B5EF4-FFF2-40B4-BE49-F238E27FC236}">
                    <a16:creationId xmlns:a16="http://schemas.microsoft.com/office/drawing/2014/main" id="{29BD94BB-15B8-D9BB-65EF-996E30A32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214" y="1335"/>
                <a:ext cx="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161">
                <a:extLst>
                  <a:ext uri="{FF2B5EF4-FFF2-40B4-BE49-F238E27FC236}">
                    <a16:creationId xmlns:a16="http://schemas.microsoft.com/office/drawing/2014/main" id="{0D210B4F-0D12-0707-AF3E-41A4182A5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087" y="1155"/>
                <a:ext cx="2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0" name="AutoShape 164">
            <a:extLst>
              <a:ext uri="{FF2B5EF4-FFF2-40B4-BE49-F238E27FC236}">
                <a16:creationId xmlns:a16="http://schemas.microsoft.com/office/drawing/2014/main" id="{A5466264-44EC-669E-CB17-E4D5F49BAD87}"/>
              </a:ext>
            </a:extLst>
          </p:cNvPr>
          <p:cNvSpPr>
            <a:spLocks noChangeArrowheads="1"/>
          </p:cNvSpPr>
          <p:nvPr/>
        </p:nvSpPr>
        <p:spPr bwMode="auto">
          <a:xfrm rot="17255964">
            <a:off x="2621781" y="4536749"/>
            <a:ext cx="403225" cy="384175"/>
          </a:xfrm>
          <a:prstGeom prst="leftArrow">
            <a:avLst>
              <a:gd name="adj1" fmla="val 47639"/>
              <a:gd name="adj2" fmla="val 47581"/>
            </a:avLst>
          </a:prstGeom>
          <a:solidFill>
            <a:srgbClr val="002060"/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5">
            <a:extLst>
              <a:ext uri="{FF2B5EF4-FFF2-40B4-BE49-F238E27FC236}">
                <a16:creationId xmlns:a16="http://schemas.microsoft.com/office/drawing/2014/main" id="{A630A856-575C-EC56-8723-25DC3406C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69" y="5484485"/>
            <a:ext cx="2659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内表面为四棱柱孔</a:t>
            </a:r>
          </a:p>
        </p:txBody>
      </p:sp>
      <p:sp>
        <p:nvSpPr>
          <p:cNvPr id="32" name="Text Box 166">
            <a:extLst>
              <a:ext uri="{FF2B5EF4-FFF2-40B4-BE49-F238E27FC236}">
                <a16:creationId xmlns:a16="http://schemas.microsoft.com/office/drawing/2014/main" id="{0F17C7A3-1DFE-CEB6-28D8-181916DA1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794" y="986661"/>
            <a:ext cx="3554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圆柱变成圆柱筒将如何？</a:t>
            </a:r>
          </a:p>
        </p:txBody>
      </p:sp>
      <p:sp>
        <p:nvSpPr>
          <p:cNvPr id="33" name="AutoShape 167">
            <a:extLst>
              <a:ext uri="{FF2B5EF4-FFF2-40B4-BE49-F238E27FC236}">
                <a16:creationId xmlns:a16="http://schemas.microsoft.com/office/drawing/2014/main" id="{C161541F-C885-43E4-FD6C-74CED1A83024}"/>
              </a:ext>
            </a:extLst>
          </p:cNvPr>
          <p:cNvSpPr>
            <a:spLocks noChangeArrowheads="1"/>
          </p:cNvSpPr>
          <p:nvPr/>
        </p:nvSpPr>
        <p:spPr bwMode="auto">
          <a:xfrm rot="10810492">
            <a:off x="5988954" y="3287035"/>
            <a:ext cx="586376" cy="577453"/>
          </a:xfrm>
          <a:prstGeom prst="leftArrow">
            <a:avLst>
              <a:gd name="adj1" fmla="val 45583"/>
              <a:gd name="adj2" fmla="val 47884"/>
            </a:avLst>
          </a:prstGeom>
          <a:solidFill>
            <a:srgbClr val="002060"/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169">
            <a:extLst>
              <a:ext uri="{FF2B5EF4-FFF2-40B4-BE49-F238E27FC236}">
                <a16:creationId xmlns:a16="http://schemas.microsoft.com/office/drawing/2014/main" id="{B5D15F7D-3D29-B9F7-711B-58C908849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520" y="5842692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交线不变</a:t>
            </a:r>
          </a:p>
        </p:txBody>
      </p:sp>
      <p:sp>
        <p:nvSpPr>
          <p:cNvPr id="35" name="Line 211">
            <a:extLst>
              <a:ext uri="{FF2B5EF4-FFF2-40B4-BE49-F238E27FC236}">
                <a16:creationId xmlns:a16="http://schemas.microsoft.com/office/drawing/2014/main" id="{53E2A764-BC6E-F673-FEB5-061B2BD63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031" y="3388986"/>
            <a:ext cx="105727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Line 212">
            <a:extLst>
              <a:ext uri="{FF2B5EF4-FFF2-40B4-BE49-F238E27FC236}">
                <a16:creationId xmlns:a16="http://schemas.microsoft.com/office/drawing/2014/main" id="{D21FF438-C7E6-47FF-5FB8-542A91049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081" y="2079299"/>
            <a:ext cx="1028700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8" name="Group 262">
            <a:extLst>
              <a:ext uri="{FF2B5EF4-FFF2-40B4-BE49-F238E27FC236}">
                <a16:creationId xmlns:a16="http://schemas.microsoft.com/office/drawing/2014/main" id="{BFE57148-8DAC-840B-D82E-7F82D2AB18FD}"/>
              </a:ext>
            </a:extLst>
          </p:cNvPr>
          <p:cNvGrpSpPr>
            <a:grpSpLocks/>
          </p:cNvGrpSpPr>
          <p:nvPr/>
        </p:nvGrpSpPr>
        <p:grpSpPr bwMode="auto">
          <a:xfrm>
            <a:off x="1989956" y="2052311"/>
            <a:ext cx="1793875" cy="1371600"/>
            <a:chOff x="742" y="2580"/>
            <a:chExt cx="1130" cy="864"/>
          </a:xfrm>
        </p:grpSpPr>
        <p:sp>
          <p:nvSpPr>
            <p:cNvPr id="39" name="Rectangle 263">
              <a:extLst>
                <a:ext uri="{FF2B5EF4-FFF2-40B4-BE49-F238E27FC236}">
                  <a16:creationId xmlns:a16="http://schemas.microsoft.com/office/drawing/2014/main" id="{9CFBE53C-B09F-6609-2361-714A4EAA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" y="2596"/>
              <a:ext cx="1130" cy="83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264">
              <a:extLst>
                <a:ext uri="{FF2B5EF4-FFF2-40B4-BE49-F238E27FC236}">
                  <a16:creationId xmlns:a16="http://schemas.microsoft.com/office/drawing/2014/main" id="{F43EC335-1BCC-F3D3-E28C-1B72ED018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" y="2701"/>
              <a:ext cx="0" cy="6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265">
              <a:extLst>
                <a:ext uri="{FF2B5EF4-FFF2-40B4-BE49-F238E27FC236}">
                  <a16:creationId xmlns:a16="http://schemas.microsoft.com/office/drawing/2014/main" id="{E05187DA-460D-F630-191D-865D3A445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2702"/>
              <a:ext cx="0" cy="6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266">
              <a:extLst>
                <a:ext uri="{FF2B5EF4-FFF2-40B4-BE49-F238E27FC236}">
                  <a16:creationId xmlns:a16="http://schemas.microsoft.com/office/drawing/2014/main" id="{38CFD3AD-5909-F738-F2B8-3B6BD11C4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6" y="2674"/>
              <a:ext cx="67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267">
              <a:extLst>
                <a:ext uri="{FF2B5EF4-FFF2-40B4-BE49-F238E27FC236}">
                  <a16:creationId xmlns:a16="http://schemas.microsoft.com/office/drawing/2014/main" id="{A7A39FBF-0F08-28D4-D302-96B664BD2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7" y="3342"/>
              <a:ext cx="69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268">
              <a:extLst>
                <a:ext uri="{FF2B5EF4-FFF2-40B4-BE49-F238E27FC236}">
                  <a16:creationId xmlns:a16="http://schemas.microsoft.com/office/drawing/2014/main" id="{D1BB8861-6499-E5C9-21FA-A0EE2D9F7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6" y="3426"/>
              <a:ext cx="666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269">
              <a:extLst>
                <a:ext uri="{FF2B5EF4-FFF2-40B4-BE49-F238E27FC236}">
                  <a16:creationId xmlns:a16="http://schemas.microsoft.com/office/drawing/2014/main" id="{8ACACF0E-35DF-1143-599A-EEFE43E2F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" y="2592"/>
              <a:ext cx="648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270">
              <a:extLst>
                <a:ext uri="{FF2B5EF4-FFF2-40B4-BE49-F238E27FC236}">
                  <a16:creationId xmlns:a16="http://schemas.microsoft.com/office/drawing/2014/main" id="{4C59C2CC-0E2E-F858-987C-1C8D507C8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8" y="2583"/>
              <a:ext cx="0" cy="10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271">
              <a:extLst>
                <a:ext uri="{FF2B5EF4-FFF2-40B4-BE49-F238E27FC236}">
                  <a16:creationId xmlns:a16="http://schemas.microsoft.com/office/drawing/2014/main" id="{DF7F9296-4791-AB70-BC3D-2C0E9A935D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2" y="2580"/>
              <a:ext cx="0" cy="10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272">
              <a:extLst>
                <a:ext uri="{FF2B5EF4-FFF2-40B4-BE49-F238E27FC236}">
                  <a16:creationId xmlns:a16="http://schemas.microsoft.com/office/drawing/2014/main" id="{96FC934B-BF6E-3733-9CCA-FDF58E49F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2" y="3330"/>
              <a:ext cx="0" cy="11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273">
              <a:extLst>
                <a:ext uri="{FF2B5EF4-FFF2-40B4-BE49-F238E27FC236}">
                  <a16:creationId xmlns:a16="http://schemas.microsoft.com/office/drawing/2014/main" id="{130C2397-F721-95E5-790C-D0778871D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2" y="3330"/>
              <a:ext cx="0" cy="11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0" name="Group 274">
            <a:extLst>
              <a:ext uri="{FF2B5EF4-FFF2-40B4-BE49-F238E27FC236}">
                <a16:creationId xmlns:a16="http://schemas.microsoft.com/office/drawing/2014/main" id="{7556CD9E-62E4-CE6B-05E3-4600B76C4AE5}"/>
              </a:ext>
            </a:extLst>
          </p:cNvPr>
          <p:cNvGrpSpPr>
            <a:grpSpLocks/>
          </p:cNvGrpSpPr>
          <p:nvPr/>
        </p:nvGrpSpPr>
        <p:grpSpPr bwMode="auto">
          <a:xfrm>
            <a:off x="2337619" y="2199949"/>
            <a:ext cx="1104900" cy="1071562"/>
            <a:chOff x="529" y="1200"/>
            <a:chExt cx="696" cy="675"/>
          </a:xfrm>
        </p:grpSpPr>
        <p:sp>
          <p:nvSpPr>
            <p:cNvPr id="51" name="Line 275">
              <a:extLst>
                <a:ext uri="{FF2B5EF4-FFF2-40B4-BE49-F238E27FC236}">
                  <a16:creationId xmlns:a16="http://schemas.microsoft.com/office/drawing/2014/main" id="{8A455300-7E82-DC2C-D83D-76C2D3582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200"/>
              <a:ext cx="68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276">
              <a:extLst>
                <a:ext uri="{FF2B5EF4-FFF2-40B4-BE49-F238E27FC236}">
                  <a16:creationId xmlns:a16="http://schemas.microsoft.com/office/drawing/2014/main" id="{BF54336D-8A0B-BD62-116F-333AA5766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" y="1875"/>
              <a:ext cx="691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Group 277">
            <a:extLst>
              <a:ext uri="{FF2B5EF4-FFF2-40B4-BE49-F238E27FC236}">
                <a16:creationId xmlns:a16="http://schemas.microsoft.com/office/drawing/2014/main" id="{0F093EA4-174F-04FE-34C3-112F1D21AC81}"/>
              </a:ext>
            </a:extLst>
          </p:cNvPr>
          <p:cNvGrpSpPr>
            <a:grpSpLocks/>
          </p:cNvGrpSpPr>
          <p:nvPr/>
        </p:nvGrpSpPr>
        <p:grpSpPr bwMode="auto">
          <a:xfrm>
            <a:off x="2377306" y="2047549"/>
            <a:ext cx="1046163" cy="1376362"/>
            <a:chOff x="546" y="1109"/>
            <a:chExt cx="659" cy="867"/>
          </a:xfrm>
        </p:grpSpPr>
        <p:sp>
          <p:nvSpPr>
            <p:cNvPr id="54" name="Line 278">
              <a:extLst>
                <a:ext uri="{FF2B5EF4-FFF2-40B4-BE49-F238E27FC236}">
                  <a16:creationId xmlns:a16="http://schemas.microsoft.com/office/drawing/2014/main" id="{CB9F678C-5C3D-DF21-68AC-B5810849B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" y="1109"/>
              <a:ext cx="0" cy="11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279">
              <a:extLst>
                <a:ext uri="{FF2B5EF4-FFF2-40B4-BE49-F238E27FC236}">
                  <a16:creationId xmlns:a16="http://schemas.microsoft.com/office/drawing/2014/main" id="{F5D87387-07CC-2A7A-A713-8615D5ED5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5" y="1110"/>
              <a:ext cx="0" cy="11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280">
              <a:extLst>
                <a:ext uri="{FF2B5EF4-FFF2-40B4-BE49-F238E27FC236}">
                  <a16:creationId xmlns:a16="http://schemas.microsoft.com/office/drawing/2014/main" id="{B22E2D54-E23F-0938-B8D5-FDBF76F92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" y="1857"/>
              <a:ext cx="0" cy="11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281">
              <a:extLst>
                <a:ext uri="{FF2B5EF4-FFF2-40B4-BE49-F238E27FC236}">
                  <a16:creationId xmlns:a16="http://schemas.microsoft.com/office/drawing/2014/main" id="{1024470F-345E-0EA6-2674-6FA9DADEC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9" y="1859"/>
              <a:ext cx="0" cy="11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Group 282">
            <a:extLst>
              <a:ext uri="{FF2B5EF4-FFF2-40B4-BE49-F238E27FC236}">
                <a16:creationId xmlns:a16="http://schemas.microsoft.com/office/drawing/2014/main" id="{1B1AD187-0AD4-47EC-1DF4-D59F45837E35}"/>
              </a:ext>
            </a:extLst>
          </p:cNvPr>
          <p:cNvGrpSpPr>
            <a:grpSpLocks/>
          </p:cNvGrpSpPr>
          <p:nvPr/>
        </p:nvGrpSpPr>
        <p:grpSpPr bwMode="auto">
          <a:xfrm>
            <a:off x="2356669" y="1395086"/>
            <a:ext cx="1203325" cy="1163638"/>
            <a:chOff x="517" y="554"/>
            <a:chExt cx="758" cy="733"/>
          </a:xfrm>
        </p:grpSpPr>
        <p:sp>
          <p:nvSpPr>
            <p:cNvPr id="59" name="Text Box 283">
              <a:extLst>
                <a:ext uri="{FF2B5EF4-FFF2-40B4-BE49-F238E27FC236}">
                  <a16:creationId xmlns:a16="http://schemas.microsoft.com/office/drawing/2014/main" id="{942115B6-AD44-61A2-0209-3105169D0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554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有虚线</a:t>
              </a:r>
            </a:p>
          </p:txBody>
        </p:sp>
        <p:sp>
          <p:nvSpPr>
            <p:cNvPr id="60" name="Line 284">
              <a:extLst>
                <a:ext uri="{FF2B5EF4-FFF2-40B4-BE49-F238E27FC236}">
                  <a16:creationId xmlns:a16="http://schemas.microsoft.com/office/drawing/2014/main" id="{F49A7879-808B-6C90-75BA-546079ED4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" y="822"/>
              <a:ext cx="408" cy="4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285">
              <a:extLst>
                <a:ext uri="{FF2B5EF4-FFF2-40B4-BE49-F238E27FC236}">
                  <a16:creationId xmlns:a16="http://schemas.microsoft.com/office/drawing/2014/main" id="{98102C8B-E297-3BE8-B2A9-93A00190E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20" y="820"/>
              <a:ext cx="248" cy="4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2" name="Arc 307">
            <a:extLst>
              <a:ext uri="{FF2B5EF4-FFF2-40B4-BE49-F238E27FC236}">
                <a16:creationId xmlns:a16="http://schemas.microsoft.com/office/drawing/2014/main" id="{A83F3087-B681-D51E-4087-E52C62331B58}"/>
              </a:ext>
            </a:extLst>
          </p:cNvPr>
          <p:cNvSpPr>
            <a:spLocks/>
          </p:cNvSpPr>
          <p:nvPr/>
        </p:nvSpPr>
        <p:spPr bwMode="auto">
          <a:xfrm rot="13594751" flipV="1">
            <a:off x="4736331" y="1918961"/>
            <a:ext cx="544513" cy="5762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3" name="Group 308">
            <a:extLst>
              <a:ext uri="{FF2B5EF4-FFF2-40B4-BE49-F238E27FC236}">
                <a16:creationId xmlns:a16="http://schemas.microsoft.com/office/drawing/2014/main" id="{688FA616-AE36-7E43-2423-4F41CB898B10}"/>
              </a:ext>
            </a:extLst>
          </p:cNvPr>
          <p:cNvGrpSpPr>
            <a:grpSpLocks/>
          </p:cNvGrpSpPr>
          <p:nvPr/>
        </p:nvGrpSpPr>
        <p:grpSpPr bwMode="auto">
          <a:xfrm>
            <a:off x="1742306" y="2715886"/>
            <a:ext cx="2197100" cy="0"/>
            <a:chOff x="162" y="1522"/>
            <a:chExt cx="1384" cy="0"/>
          </a:xfrm>
        </p:grpSpPr>
        <p:sp>
          <p:nvSpPr>
            <p:cNvPr id="64" name="Line 309">
              <a:extLst>
                <a:ext uri="{FF2B5EF4-FFF2-40B4-BE49-F238E27FC236}">
                  <a16:creationId xmlns:a16="http://schemas.microsoft.com/office/drawing/2014/main" id="{4D72D37D-E532-B853-C975-89BB7181B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310">
              <a:extLst>
                <a:ext uri="{FF2B5EF4-FFF2-40B4-BE49-F238E27FC236}">
                  <a16:creationId xmlns:a16="http://schemas.microsoft.com/office/drawing/2014/main" id="{2C2D45BB-DE09-5110-FB0B-87B7E73D4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Line 311">
              <a:extLst>
                <a:ext uri="{FF2B5EF4-FFF2-40B4-BE49-F238E27FC236}">
                  <a16:creationId xmlns:a16="http://schemas.microsoft.com/office/drawing/2014/main" id="{0FBE9F4D-FEA3-9508-E5A6-216344C53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" y="1522"/>
              <a:ext cx="2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312">
              <a:extLst>
                <a:ext uri="{FF2B5EF4-FFF2-40B4-BE49-F238E27FC236}">
                  <a16:creationId xmlns:a16="http://schemas.microsoft.com/office/drawing/2014/main" id="{A5CE3DCB-B005-980C-0DC0-5BE2AA0B5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313">
              <a:extLst>
                <a:ext uri="{FF2B5EF4-FFF2-40B4-BE49-F238E27FC236}">
                  <a16:creationId xmlns:a16="http://schemas.microsoft.com/office/drawing/2014/main" id="{25E3C1C3-9F89-456C-9462-8172366D5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" name="Oval 314">
            <a:extLst>
              <a:ext uri="{FF2B5EF4-FFF2-40B4-BE49-F238E27FC236}">
                <a16:creationId xmlns:a16="http://schemas.microsoft.com/office/drawing/2014/main" id="{101F08A4-2F67-F5AA-7278-DA8D35874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581" y="2147561"/>
            <a:ext cx="95250" cy="95250"/>
          </a:xfrm>
          <a:prstGeom prst="ellipse">
            <a:avLst/>
          </a:prstGeom>
          <a:solidFill>
            <a:srgbClr val="E6F0FF"/>
          </a:solidFill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0" name="Group 315">
            <a:extLst>
              <a:ext uri="{FF2B5EF4-FFF2-40B4-BE49-F238E27FC236}">
                <a16:creationId xmlns:a16="http://schemas.microsoft.com/office/drawing/2014/main" id="{0AD5C958-3F18-8A20-3E22-C546AFA2BCCC}"/>
              </a:ext>
            </a:extLst>
          </p:cNvPr>
          <p:cNvGrpSpPr>
            <a:grpSpLocks/>
          </p:cNvGrpSpPr>
          <p:nvPr/>
        </p:nvGrpSpPr>
        <p:grpSpPr bwMode="auto">
          <a:xfrm>
            <a:off x="3359969" y="2196774"/>
            <a:ext cx="2044700" cy="1060450"/>
            <a:chOff x="1181" y="1195"/>
            <a:chExt cx="1288" cy="668"/>
          </a:xfrm>
        </p:grpSpPr>
        <p:sp>
          <p:nvSpPr>
            <p:cNvPr id="71" name="Line 316">
              <a:extLst>
                <a:ext uri="{FF2B5EF4-FFF2-40B4-BE49-F238E27FC236}">
                  <a16:creationId xmlns:a16="http://schemas.microsoft.com/office/drawing/2014/main" id="{2D426E21-9BFF-3AF9-EE4F-359941A01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" y="1863"/>
              <a:ext cx="1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317">
              <a:extLst>
                <a:ext uri="{FF2B5EF4-FFF2-40B4-BE49-F238E27FC236}">
                  <a16:creationId xmlns:a16="http://schemas.microsoft.com/office/drawing/2014/main" id="{A0D4A2E4-871F-3435-6CE2-93516ACD9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1195"/>
              <a:ext cx="12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" name="Text Box 37">
            <a:extLst>
              <a:ext uri="{FF2B5EF4-FFF2-40B4-BE49-F238E27FC236}">
                <a16:creationId xmlns:a16="http://schemas.microsoft.com/office/drawing/2014/main" id="{D4FBEBA3-A846-F068-DD83-D370FABD5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" y="1164898"/>
            <a:ext cx="1106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</a:p>
        </p:txBody>
      </p:sp>
      <p:pic>
        <p:nvPicPr>
          <p:cNvPr id="74" name="Picture 90">
            <a:extLst>
              <a:ext uri="{FF2B5EF4-FFF2-40B4-BE49-F238E27FC236}">
                <a16:creationId xmlns:a16="http://schemas.microsoft.com/office/drawing/2014/main" id="{AD586825-9237-3212-3A13-A830BB0C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381" y="4020811"/>
            <a:ext cx="1689100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89">
            <a:extLst>
              <a:ext uri="{FF2B5EF4-FFF2-40B4-BE49-F238E27FC236}">
                <a16:creationId xmlns:a16="http://schemas.microsoft.com/office/drawing/2014/main" id="{BB5058D0-D93B-3F63-2B49-AC51A0A35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122" y="3927129"/>
            <a:ext cx="195103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AutoShape 65">
            <a:extLst>
              <a:ext uri="{FF2B5EF4-FFF2-40B4-BE49-F238E27FC236}">
                <a16:creationId xmlns:a16="http://schemas.microsoft.com/office/drawing/2014/main" id="{094F57D4-DEAC-9A87-C9C6-B12582206123}"/>
              </a:ext>
            </a:extLst>
          </p:cNvPr>
          <p:cNvSpPr>
            <a:spLocks noChangeArrowheads="1"/>
          </p:cNvSpPr>
          <p:nvPr/>
        </p:nvSpPr>
        <p:spPr bwMode="auto">
          <a:xfrm rot="17255964">
            <a:off x="4976838" y="1502242"/>
            <a:ext cx="465138" cy="447675"/>
          </a:xfrm>
          <a:prstGeom prst="leftArrow">
            <a:avLst>
              <a:gd name="adj1" fmla="val 50000"/>
              <a:gd name="adj2" fmla="val 52645"/>
            </a:avLst>
          </a:prstGeom>
          <a:solidFill>
            <a:srgbClr val="002060"/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7" name="Group 388">
            <a:extLst>
              <a:ext uri="{FF2B5EF4-FFF2-40B4-BE49-F238E27FC236}">
                <a16:creationId xmlns:a16="http://schemas.microsoft.com/office/drawing/2014/main" id="{65C85568-843E-5E80-B610-4F68FCEA23C0}"/>
              </a:ext>
            </a:extLst>
          </p:cNvPr>
          <p:cNvGrpSpPr>
            <a:grpSpLocks/>
          </p:cNvGrpSpPr>
          <p:nvPr/>
        </p:nvGrpSpPr>
        <p:grpSpPr bwMode="auto">
          <a:xfrm>
            <a:off x="6915968" y="2034829"/>
            <a:ext cx="1793875" cy="1363663"/>
            <a:chOff x="3080" y="1086"/>
            <a:chExt cx="1130" cy="859"/>
          </a:xfrm>
        </p:grpSpPr>
        <p:sp>
          <p:nvSpPr>
            <p:cNvPr id="78" name="Rectangle 389">
              <a:extLst>
                <a:ext uri="{FF2B5EF4-FFF2-40B4-BE49-F238E27FC236}">
                  <a16:creationId xmlns:a16="http://schemas.microsoft.com/office/drawing/2014/main" id="{E469F526-2304-D7FA-77F5-CB9E1F379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1106"/>
              <a:ext cx="1130" cy="83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390">
              <a:extLst>
                <a:ext uri="{FF2B5EF4-FFF2-40B4-BE49-F238E27FC236}">
                  <a16:creationId xmlns:a16="http://schemas.microsoft.com/office/drawing/2014/main" id="{EC990061-77E4-A803-5BA0-15F664018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2" y="1797"/>
              <a:ext cx="111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391">
              <a:extLst>
                <a:ext uri="{FF2B5EF4-FFF2-40B4-BE49-F238E27FC236}">
                  <a16:creationId xmlns:a16="http://schemas.microsoft.com/office/drawing/2014/main" id="{F453616A-4F3F-36F9-69C7-C873543BF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2" y="1237"/>
              <a:ext cx="111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Line 392">
              <a:extLst>
                <a:ext uri="{FF2B5EF4-FFF2-40B4-BE49-F238E27FC236}">
                  <a16:creationId xmlns:a16="http://schemas.microsoft.com/office/drawing/2014/main" id="{3804C87E-78FA-DC03-FB5F-FA338E53B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" y="1109"/>
              <a:ext cx="634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393">
              <a:extLst>
                <a:ext uri="{FF2B5EF4-FFF2-40B4-BE49-F238E27FC236}">
                  <a16:creationId xmlns:a16="http://schemas.microsoft.com/office/drawing/2014/main" id="{F927EE67-7607-9514-5162-FFF90D5B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1931"/>
              <a:ext cx="650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3" name="Group 394">
              <a:extLst>
                <a:ext uri="{FF2B5EF4-FFF2-40B4-BE49-F238E27FC236}">
                  <a16:creationId xmlns:a16="http://schemas.microsoft.com/office/drawing/2014/main" id="{9ED2EB00-2BD2-E59C-A7B0-4F42AB0AB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3" y="1086"/>
              <a:ext cx="691" cy="859"/>
              <a:chOff x="3303" y="1095"/>
              <a:chExt cx="691" cy="859"/>
            </a:xfrm>
          </p:grpSpPr>
          <p:grpSp>
            <p:nvGrpSpPr>
              <p:cNvPr id="90" name="Group 395">
                <a:extLst>
                  <a:ext uri="{FF2B5EF4-FFF2-40B4-BE49-F238E27FC236}">
                    <a16:creationId xmlns:a16="http://schemas.microsoft.com/office/drawing/2014/main" id="{864C52A3-A0DA-9D59-1819-D9DC1F120A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1" y="1095"/>
                <a:ext cx="683" cy="101"/>
                <a:chOff x="3311" y="1095"/>
                <a:chExt cx="683" cy="101"/>
              </a:xfrm>
            </p:grpSpPr>
            <p:sp>
              <p:nvSpPr>
                <p:cNvPr id="95" name="Line 396">
                  <a:extLst>
                    <a:ext uri="{FF2B5EF4-FFF2-40B4-BE49-F238E27FC236}">
                      <a16:creationId xmlns:a16="http://schemas.microsoft.com/office/drawing/2014/main" id="{49CD0924-BE78-17C4-BF71-AA10EF48FD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6" y="1096"/>
                  <a:ext cx="0" cy="10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Line 397">
                  <a:extLst>
                    <a:ext uri="{FF2B5EF4-FFF2-40B4-BE49-F238E27FC236}">
                      <a16:creationId xmlns:a16="http://schemas.microsoft.com/office/drawing/2014/main" id="{2B479CDD-6EF4-14B2-9645-E0C05832FF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1" y="1181"/>
                  <a:ext cx="683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Line 398">
                  <a:extLst>
                    <a:ext uri="{FF2B5EF4-FFF2-40B4-BE49-F238E27FC236}">
                      <a16:creationId xmlns:a16="http://schemas.microsoft.com/office/drawing/2014/main" id="{A7BC21BF-1AFA-40E9-3889-F74AA106CA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2" y="1095"/>
                  <a:ext cx="0" cy="98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1" name="Group 399">
                <a:extLst>
                  <a:ext uri="{FF2B5EF4-FFF2-40B4-BE49-F238E27FC236}">
                    <a16:creationId xmlns:a16="http://schemas.microsoft.com/office/drawing/2014/main" id="{4E3686AB-C242-DB8C-35E5-3BE0A2A388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844"/>
                <a:ext cx="691" cy="110"/>
                <a:chOff x="3303" y="1844"/>
                <a:chExt cx="691" cy="110"/>
              </a:xfrm>
            </p:grpSpPr>
            <p:sp>
              <p:nvSpPr>
                <p:cNvPr id="92" name="Line 400">
                  <a:extLst>
                    <a:ext uri="{FF2B5EF4-FFF2-40B4-BE49-F238E27FC236}">
                      <a16:creationId xmlns:a16="http://schemas.microsoft.com/office/drawing/2014/main" id="{64340535-4C7D-6A10-8459-A796820131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16" y="1844"/>
                  <a:ext cx="0" cy="11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Line 401">
                  <a:extLst>
                    <a:ext uri="{FF2B5EF4-FFF2-40B4-BE49-F238E27FC236}">
                      <a16:creationId xmlns:a16="http://schemas.microsoft.com/office/drawing/2014/main" id="{BA622BF9-CBC5-121E-C3A5-44476ED37A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3" y="1861"/>
                  <a:ext cx="691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Line 402">
                  <a:extLst>
                    <a:ext uri="{FF2B5EF4-FFF2-40B4-BE49-F238E27FC236}">
                      <a16:creationId xmlns:a16="http://schemas.microsoft.com/office/drawing/2014/main" id="{090AD9D3-6228-F121-F9FF-421A4D983E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2" y="1845"/>
                  <a:ext cx="0" cy="107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84" name="Line 403">
              <a:extLst>
                <a:ext uri="{FF2B5EF4-FFF2-40B4-BE49-F238E27FC236}">
                  <a16:creationId xmlns:a16="http://schemas.microsoft.com/office/drawing/2014/main" id="{4E3BAB14-D0DC-D789-DE11-1A6C3B2CF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3" y="1237"/>
              <a:ext cx="661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405">
              <a:extLst>
                <a:ext uri="{FF2B5EF4-FFF2-40B4-BE49-F238E27FC236}">
                  <a16:creationId xmlns:a16="http://schemas.microsoft.com/office/drawing/2014/main" id="{D601E5B7-9EE8-D3E4-6A41-6ABB98B243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>
              <a:off x="3295" y="1192"/>
              <a:ext cx="29" cy="4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406">
              <a:extLst>
                <a:ext uri="{FF2B5EF4-FFF2-40B4-BE49-F238E27FC236}">
                  <a16:creationId xmlns:a16="http://schemas.microsoft.com/office/drawing/2014/main" id="{FAE40C48-99A9-FD69-52B7-F0FB93529F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>
              <a:off x="3970" y="1193"/>
              <a:ext cx="29" cy="4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407">
              <a:extLst>
                <a:ext uri="{FF2B5EF4-FFF2-40B4-BE49-F238E27FC236}">
                  <a16:creationId xmlns:a16="http://schemas.microsoft.com/office/drawing/2014/main" id="{0DC33141-841F-663E-88CF-70562CABA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3" y="1680"/>
              <a:ext cx="0" cy="1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408">
              <a:extLst>
                <a:ext uri="{FF2B5EF4-FFF2-40B4-BE49-F238E27FC236}">
                  <a16:creationId xmlns:a16="http://schemas.microsoft.com/office/drawing/2014/main" id="{A75EE877-A8CE-A5D1-B4F3-36E672FCC7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676"/>
              <a:ext cx="0" cy="1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404">
              <a:extLst>
                <a:ext uri="{FF2B5EF4-FFF2-40B4-BE49-F238E27FC236}">
                  <a16:creationId xmlns:a16="http://schemas.microsoft.com/office/drawing/2014/main" id="{84867D5B-83E0-35F7-6107-74CA0F79E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7" y="1798"/>
              <a:ext cx="662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8" name="Text Box 168">
            <a:extLst>
              <a:ext uri="{FF2B5EF4-FFF2-40B4-BE49-F238E27FC236}">
                <a16:creationId xmlns:a16="http://schemas.microsoft.com/office/drawing/2014/main" id="{C19D8174-6FE9-27B9-EDF7-169BE56F3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408" y="5446367"/>
            <a:ext cx="353791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分别求四棱柱孔与圆柱外表面、圆柱内表面的交线</a:t>
            </a:r>
          </a:p>
        </p:txBody>
      </p:sp>
      <p:grpSp>
        <p:nvGrpSpPr>
          <p:cNvPr id="99" name="Group 382">
            <a:extLst>
              <a:ext uri="{FF2B5EF4-FFF2-40B4-BE49-F238E27FC236}">
                <a16:creationId xmlns:a16="http://schemas.microsoft.com/office/drawing/2014/main" id="{F4ED3676-2259-CC22-B25D-8A0B34C9EB25}"/>
              </a:ext>
            </a:extLst>
          </p:cNvPr>
          <p:cNvGrpSpPr>
            <a:grpSpLocks/>
          </p:cNvGrpSpPr>
          <p:nvPr/>
        </p:nvGrpSpPr>
        <p:grpSpPr bwMode="auto">
          <a:xfrm>
            <a:off x="6673080" y="1896717"/>
            <a:ext cx="4079875" cy="3327400"/>
            <a:chOff x="2924" y="1005"/>
            <a:chExt cx="2570" cy="2096"/>
          </a:xfrm>
        </p:grpSpPr>
        <p:grpSp>
          <p:nvGrpSpPr>
            <p:cNvPr id="100" name="Group 348">
              <a:extLst>
                <a:ext uri="{FF2B5EF4-FFF2-40B4-BE49-F238E27FC236}">
                  <a16:creationId xmlns:a16="http://schemas.microsoft.com/office/drawing/2014/main" id="{64127766-F484-6C3F-8ECB-43C2E8D49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4" y="1005"/>
              <a:ext cx="2570" cy="2096"/>
              <a:chOff x="2924" y="1005"/>
              <a:chExt cx="2570" cy="2096"/>
            </a:xfrm>
          </p:grpSpPr>
          <p:grpSp>
            <p:nvGrpSpPr>
              <p:cNvPr id="106" name="Group 349">
                <a:extLst>
                  <a:ext uri="{FF2B5EF4-FFF2-40B4-BE49-F238E27FC236}">
                    <a16:creationId xmlns:a16="http://schemas.microsoft.com/office/drawing/2014/main" id="{6BA351E6-1A16-4209-73BC-76A517FAA2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4" y="1107"/>
                <a:ext cx="2467" cy="1994"/>
                <a:chOff x="2924" y="1107"/>
                <a:chExt cx="2467" cy="1994"/>
              </a:xfrm>
            </p:grpSpPr>
            <p:grpSp>
              <p:nvGrpSpPr>
                <p:cNvPr id="121" name="Group 350">
                  <a:extLst>
                    <a:ext uri="{FF2B5EF4-FFF2-40B4-BE49-F238E27FC236}">
                      <a16:creationId xmlns:a16="http://schemas.microsoft.com/office/drawing/2014/main" id="{D0018DD3-A103-44D7-9228-3D2D3D55AB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7" y="1107"/>
                  <a:ext cx="2314" cy="1994"/>
                  <a:chOff x="3077" y="1107"/>
                  <a:chExt cx="2314" cy="1994"/>
                </a:xfrm>
              </p:grpSpPr>
              <p:sp>
                <p:nvSpPr>
                  <p:cNvPr id="131" name="Oval 351">
                    <a:extLst>
                      <a:ext uri="{FF2B5EF4-FFF2-40B4-BE49-F238E27FC236}">
                        <a16:creationId xmlns:a16="http://schemas.microsoft.com/office/drawing/2014/main" id="{1BFB816E-326B-97F2-BFCA-AA401D0DC1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62" y="1107"/>
                    <a:ext cx="829" cy="82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2" name="Oval 352">
                    <a:extLst>
                      <a:ext uri="{FF2B5EF4-FFF2-40B4-BE49-F238E27FC236}">
                        <a16:creationId xmlns:a16="http://schemas.microsoft.com/office/drawing/2014/main" id="{5C8E9732-2FAF-2D6D-3945-118E3EB7F5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98" y="1235"/>
                    <a:ext cx="564" cy="5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3" name="Rectangle 353">
                    <a:extLst>
                      <a:ext uri="{FF2B5EF4-FFF2-40B4-BE49-F238E27FC236}">
                        <a16:creationId xmlns:a16="http://schemas.microsoft.com/office/drawing/2014/main" id="{1E6013D5-8362-51A5-681C-6679BE36B9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7" y="2271"/>
                    <a:ext cx="1130" cy="830"/>
                  </a:xfrm>
                  <a:prstGeom prst="rect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zh-CN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仿宋_GB2312" pitchFamily="49" charset="-122"/>
                    </a:endParaRPr>
                  </a:p>
                </p:txBody>
              </p:sp>
            </p:grpSp>
            <p:sp>
              <p:nvSpPr>
                <p:cNvPr id="122" name="Rectangle 354">
                  <a:extLst>
                    <a:ext uri="{FF2B5EF4-FFF2-40B4-BE49-F238E27FC236}">
                      <a16:creationId xmlns:a16="http://schemas.microsoft.com/office/drawing/2014/main" id="{D16A19ED-4B31-D842-1243-91AB42459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445"/>
                  <a:ext cx="671" cy="480"/>
                </a:xfrm>
                <a:prstGeom prst="rect">
                  <a:avLst/>
                </a:prstGeom>
                <a:solidFill>
                  <a:srgbClr val="FFFFFF"/>
                </a:solidFill>
                <a:ln w="571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Line 355">
                  <a:extLst>
                    <a:ext uri="{FF2B5EF4-FFF2-40B4-BE49-F238E27FC236}">
                      <a16:creationId xmlns:a16="http://schemas.microsoft.com/office/drawing/2014/main" id="{CD806058-FF87-2DDE-76B5-0B3C45475D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6" y="2411"/>
                  <a:ext cx="1129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" name="Line 356">
                  <a:extLst>
                    <a:ext uri="{FF2B5EF4-FFF2-40B4-BE49-F238E27FC236}">
                      <a16:creationId xmlns:a16="http://schemas.microsoft.com/office/drawing/2014/main" id="{9575E62F-E422-1113-5AF1-5A6E81C7F8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3" y="2962"/>
                  <a:ext cx="1129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5" name="Group 357">
                  <a:extLst>
                    <a:ext uri="{FF2B5EF4-FFF2-40B4-BE49-F238E27FC236}">
                      <a16:creationId xmlns:a16="http://schemas.microsoft.com/office/drawing/2014/main" id="{509641EA-5D84-A1D3-1CB0-048015E87C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4" y="2688"/>
                  <a:ext cx="1437" cy="0"/>
                  <a:chOff x="2924" y="2688"/>
                  <a:chExt cx="1437" cy="0"/>
                </a:xfrm>
              </p:grpSpPr>
              <p:sp>
                <p:nvSpPr>
                  <p:cNvPr id="126" name="Line 358">
                    <a:extLst>
                      <a:ext uri="{FF2B5EF4-FFF2-40B4-BE49-F238E27FC236}">
                        <a16:creationId xmlns:a16="http://schemas.microsoft.com/office/drawing/2014/main" id="{D56578C1-1BC3-A7FC-97C8-C0E45D85B7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24" y="2688"/>
                    <a:ext cx="48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7" name="Line 359">
                    <a:extLst>
                      <a:ext uri="{FF2B5EF4-FFF2-40B4-BE49-F238E27FC236}">
                        <a16:creationId xmlns:a16="http://schemas.microsoft.com/office/drawing/2014/main" id="{FA72975C-4036-72BD-7DFE-8DE0E627BB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01" y="2688"/>
                    <a:ext cx="48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8" name="Line 360">
                    <a:extLst>
                      <a:ext uri="{FF2B5EF4-FFF2-40B4-BE49-F238E27FC236}">
                        <a16:creationId xmlns:a16="http://schemas.microsoft.com/office/drawing/2014/main" id="{1396803C-1CB6-C620-1715-51E4EA9B61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75" y="2688"/>
                    <a:ext cx="28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9" name="Line 361">
                    <a:extLst>
                      <a:ext uri="{FF2B5EF4-FFF2-40B4-BE49-F238E27FC236}">
                        <a16:creationId xmlns:a16="http://schemas.microsoft.com/office/drawing/2014/main" id="{2BC09374-E332-8FB2-F914-271F8FD154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42" y="2688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0" name="Line 362">
                    <a:extLst>
                      <a:ext uri="{FF2B5EF4-FFF2-40B4-BE49-F238E27FC236}">
                        <a16:creationId xmlns:a16="http://schemas.microsoft.com/office/drawing/2014/main" id="{92948A62-C752-8B51-D533-9A03C253DF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7" y="2688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107" name="Group 363">
                <a:extLst>
                  <a:ext uri="{FF2B5EF4-FFF2-40B4-BE49-F238E27FC236}">
                    <a16:creationId xmlns:a16="http://schemas.microsoft.com/office/drawing/2014/main" id="{2B15441B-1D38-8942-E701-8EDE9EB14F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80" y="1005"/>
                <a:ext cx="0" cy="1036"/>
                <a:chOff x="4980" y="1005"/>
                <a:chExt cx="0" cy="1036"/>
              </a:xfrm>
            </p:grpSpPr>
            <p:grpSp>
              <p:nvGrpSpPr>
                <p:cNvPr id="115" name="Group 364">
                  <a:extLst>
                    <a:ext uri="{FF2B5EF4-FFF2-40B4-BE49-F238E27FC236}">
                      <a16:creationId xmlns:a16="http://schemas.microsoft.com/office/drawing/2014/main" id="{194BA1C7-4815-6404-D722-F6F6D8C421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80" y="1337"/>
                  <a:ext cx="0" cy="704"/>
                  <a:chOff x="4980" y="1337"/>
                  <a:chExt cx="0" cy="704"/>
                </a:xfrm>
              </p:grpSpPr>
              <p:sp>
                <p:nvSpPr>
                  <p:cNvPr id="118" name="Line 365">
                    <a:extLst>
                      <a:ext uri="{FF2B5EF4-FFF2-40B4-BE49-F238E27FC236}">
                        <a16:creationId xmlns:a16="http://schemas.microsoft.com/office/drawing/2014/main" id="{44D55EAA-3718-0F38-1617-3A29254CD2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845" y="1906"/>
                    <a:ext cx="27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9" name="Line 366">
                    <a:extLst>
                      <a:ext uri="{FF2B5EF4-FFF2-40B4-BE49-F238E27FC236}">
                        <a16:creationId xmlns:a16="http://schemas.microsoft.com/office/drawing/2014/main" id="{3148EE90-4E84-539A-E3A8-CB3C2F8C24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967" y="1733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0" name="Line 367">
                    <a:extLst>
                      <a:ext uri="{FF2B5EF4-FFF2-40B4-BE49-F238E27FC236}">
                        <a16:creationId xmlns:a16="http://schemas.microsoft.com/office/drawing/2014/main" id="{A088351B-08B1-E925-5A51-ABCF857F6B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800" y="1517"/>
                    <a:ext cx="36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16" name="Line 368">
                  <a:extLst>
                    <a:ext uri="{FF2B5EF4-FFF2-40B4-BE49-F238E27FC236}">
                      <a16:creationId xmlns:a16="http://schemas.microsoft.com/office/drawing/2014/main" id="{20997415-909A-2C2B-EF34-48474695E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967" y="1299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7" name="Line 369">
                  <a:extLst>
                    <a:ext uri="{FF2B5EF4-FFF2-40B4-BE49-F238E27FC236}">
                      <a16:creationId xmlns:a16="http://schemas.microsoft.com/office/drawing/2014/main" id="{C661D7FB-552E-0436-3886-FD70F1C13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853" y="1132"/>
                  <a:ext cx="25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8" name="Group 370">
                <a:extLst>
                  <a:ext uri="{FF2B5EF4-FFF2-40B4-BE49-F238E27FC236}">
                    <a16:creationId xmlns:a16="http://schemas.microsoft.com/office/drawing/2014/main" id="{A1E7B6F0-4B1B-FA8F-4143-E835D769F4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9" y="1521"/>
                <a:ext cx="1025" cy="0"/>
                <a:chOff x="4469" y="1537"/>
                <a:chExt cx="1025" cy="0"/>
              </a:xfrm>
            </p:grpSpPr>
            <p:grpSp>
              <p:nvGrpSpPr>
                <p:cNvPr id="109" name="Group 371">
                  <a:extLst>
                    <a:ext uri="{FF2B5EF4-FFF2-40B4-BE49-F238E27FC236}">
                      <a16:creationId xmlns:a16="http://schemas.microsoft.com/office/drawing/2014/main" id="{33EB3D6C-74DA-4C52-FB6A-E7C852A5B3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9" y="1537"/>
                  <a:ext cx="662" cy="0"/>
                  <a:chOff x="4469" y="1537"/>
                  <a:chExt cx="662" cy="0"/>
                </a:xfrm>
              </p:grpSpPr>
              <p:sp>
                <p:nvSpPr>
                  <p:cNvPr id="112" name="Line 372">
                    <a:extLst>
                      <a:ext uri="{FF2B5EF4-FFF2-40B4-BE49-F238E27FC236}">
                        <a16:creationId xmlns:a16="http://schemas.microsoft.com/office/drawing/2014/main" id="{76E4B876-B202-DAED-30CC-3E47690AC1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4469" y="1537"/>
                    <a:ext cx="27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" name="Line 373">
                    <a:extLst>
                      <a:ext uri="{FF2B5EF4-FFF2-40B4-BE49-F238E27FC236}">
                        <a16:creationId xmlns:a16="http://schemas.microsoft.com/office/drawing/2014/main" id="{E1121334-55E8-556E-BCC3-1A83C29F2B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4760" y="1537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4" name="Line 374">
                    <a:extLst>
                      <a:ext uri="{FF2B5EF4-FFF2-40B4-BE49-F238E27FC236}">
                        <a16:creationId xmlns:a16="http://schemas.microsoft.com/office/drawing/2014/main" id="{2E8D2F79-3FB0-E8F3-6C79-45C201A8EF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4812" y="1537"/>
                    <a:ext cx="31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10" name="Line 375">
                  <a:extLst>
                    <a:ext uri="{FF2B5EF4-FFF2-40B4-BE49-F238E27FC236}">
                      <a16:creationId xmlns:a16="http://schemas.microsoft.com/office/drawing/2014/main" id="{1A1ECBA7-38D2-3019-B9F2-327E84AEA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5157" y="1537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Line 376">
                  <a:extLst>
                    <a:ext uri="{FF2B5EF4-FFF2-40B4-BE49-F238E27FC236}">
                      <a16:creationId xmlns:a16="http://schemas.microsoft.com/office/drawing/2014/main" id="{C71CE86D-13EB-5255-0339-5223C4CDBE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5210" y="1537"/>
                  <a:ext cx="2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01" name="Group 377">
              <a:extLst>
                <a:ext uri="{FF2B5EF4-FFF2-40B4-BE49-F238E27FC236}">
                  <a16:creationId xmlns:a16="http://schemas.microsoft.com/office/drawing/2014/main" id="{6FCB6345-8DF8-5DDD-9032-494B7E73CE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1166"/>
              <a:ext cx="461" cy="706"/>
              <a:chOff x="4749" y="1170"/>
              <a:chExt cx="461" cy="706"/>
            </a:xfrm>
          </p:grpSpPr>
          <p:sp>
            <p:nvSpPr>
              <p:cNvPr id="102" name="Line 378">
                <a:extLst>
                  <a:ext uri="{FF2B5EF4-FFF2-40B4-BE49-F238E27FC236}">
                    <a16:creationId xmlns:a16="http://schemas.microsoft.com/office/drawing/2014/main" id="{CBE8DFB7-799E-434B-D51B-BECAF7D77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9" y="1170"/>
                <a:ext cx="0" cy="1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Line 379">
                <a:extLst>
                  <a:ext uri="{FF2B5EF4-FFF2-40B4-BE49-F238E27FC236}">
                    <a16:creationId xmlns:a16="http://schemas.microsoft.com/office/drawing/2014/main" id="{0F7BF122-9539-C614-17E0-848325B65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" y="1172"/>
                <a:ext cx="0" cy="19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Line 380">
                <a:extLst>
                  <a:ext uri="{FF2B5EF4-FFF2-40B4-BE49-F238E27FC236}">
                    <a16:creationId xmlns:a16="http://schemas.microsoft.com/office/drawing/2014/main" id="{9E4E81A5-0DEE-4057-D4BB-AAE7B52C3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5" y="1683"/>
                <a:ext cx="0" cy="1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Line 381">
                <a:extLst>
                  <a:ext uri="{FF2B5EF4-FFF2-40B4-BE49-F238E27FC236}">
                    <a16:creationId xmlns:a16="http://schemas.microsoft.com/office/drawing/2014/main" id="{DAE6C2E5-2B6A-11EF-685B-5897C9512F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" y="1676"/>
                <a:ext cx="0" cy="19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4" name="Group 409">
            <a:extLst>
              <a:ext uri="{FF2B5EF4-FFF2-40B4-BE49-F238E27FC236}">
                <a16:creationId xmlns:a16="http://schemas.microsoft.com/office/drawing/2014/main" id="{96CD73AB-9E2C-CE96-E2AD-44FC536B460D}"/>
              </a:ext>
            </a:extLst>
          </p:cNvPr>
          <p:cNvGrpSpPr>
            <a:grpSpLocks/>
          </p:cNvGrpSpPr>
          <p:nvPr/>
        </p:nvGrpSpPr>
        <p:grpSpPr bwMode="auto">
          <a:xfrm>
            <a:off x="7292205" y="2442817"/>
            <a:ext cx="3032125" cy="528637"/>
            <a:chOff x="3314" y="1349"/>
            <a:chExt cx="1910" cy="333"/>
          </a:xfrm>
        </p:grpSpPr>
        <p:sp>
          <p:nvSpPr>
            <p:cNvPr id="135" name="Line 410">
              <a:extLst>
                <a:ext uri="{FF2B5EF4-FFF2-40B4-BE49-F238E27FC236}">
                  <a16:creationId xmlns:a16="http://schemas.microsoft.com/office/drawing/2014/main" id="{2B1D633A-5962-6251-9B93-7DD273A4C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4" y="1349"/>
              <a:ext cx="67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Line 411">
              <a:extLst>
                <a:ext uri="{FF2B5EF4-FFF2-40B4-BE49-F238E27FC236}">
                  <a16:creationId xmlns:a16="http://schemas.microsoft.com/office/drawing/2014/main" id="{3B824E31-D5D7-CA08-87CA-3183461CC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4" y="1682"/>
              <a:ext cx="67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Line 412">
              <a:extLst>
                <a:ext uri="{FF2B5EF4-FFF2-40B4-BE49-F238E27FC236}">
                  <a16:creationId xmlns:a16="http://schemas.microsoft.com/office/drawing/2014/main" id="{AD81F0E5-86DB-BD0D-F519-97FCF1E8E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" y="1349"/>
              <a:ext cx="12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" name="Line 413">
              <a:extLst>
                <a:ext uri="{FF2B5EF4-FFF2-40B4-BE49-F238E27FC236}">
                  <a16:creationId xmlns:a16="http://schemas.microsoft.com/office/drawing/2014/main" id="{F82F33AD-3F9F-94AB-A67C-A0D652FC5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9" y="1682"/>
              <a:ext cx="12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9" name="Group 419">
            <a:extLst>
              <a:ext uri="{FF2B5EF4-FFF2-40B4-BE49-F238E27FC236}">
                <a16:creationId xmlns:a16="http://schemas.microsoft.com/office/drawing/2014/main" id="{C9838E3E-4539-23BD-5319-C4B4BD429F9D}"/>
              </a:ext>
            </a:extLst>
          </p:cNvPr>
          <p:cNvGrpSpPr>
            <a:grpSpLocks/>
          </p:cNvGrpSpPr>
          <p:nvPr/>
        </p:nvGrpSpPr>
        <p:grpSpPr bwMode="auto">
          <a:xfrm>
            <a:off x="9524230" y="2422179"/>
            <a:ext cx="820738" cy="609600"/>
            <a:chOff x="4722" y="1324"/>
            <a:chExt cx="517" cy="384"/>
          </a:xfrm>
        </p:grpSpPr>
        <p:sp>
          <p:nvSpPr>
            <p:cNvPr id="140" name="Oval 420">
              <a:extLst>
                <a:ext uri="{FF2B5EF4-FFF2-40B4-BE49-F238E27FC236}">
                  <a16:creationId xmlns:a16="http://schemas.microsoft.com/office/drawing/2014/main" id="{2093140B-B6E1-CB3F-2CD5-E39207787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" y="1325"/>
              <a:ext cx="55" cy="53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Oval 421">
              <a:extLst>
                <a:ext uri="{FF2B5EF4-FFF2-40B4-BE49-F238E27FC236}">
                  <a16:creationId xmlns:a16="http://schemas.microsoft.com/office/drawing/2014/main" id="{219B3504-79A1-FFF5-4120-DDD3FAB03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" y="1324"/>
              <a:ext cx="53" cy="53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Oval 422">
              <a:extLst>
                <a:ext uri="{FF2B5EF4-FFF2-40B4-BE49-F238E27FC236}">
                  <a16:creationId xmlns:a16="http://schemas.microsoft.com/office/drawing/2014/main" id="{DB54781E-DE12-0A88-E5C3-BEC72F9B5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" y="1653"/>
              <a:ext cx="55" cy="55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Oval 423">
              <a:extLst>
                <a:ext uri="{FF2B5EF4-FFF2-40B4-BE49-F238E27FC236}">
                  <a16:creationId xmlns:a16="http://schemas.microsoft.com/office/drawing/2014/main" id="{03BEE9EC-60A9-7D38-A581-EF43CFBA3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652"/>
              <a:ext cx="55" cy="55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4" name="Group 424">
            <a:extLst>
              <a:ext uri="{FF2B5EF4-FFF2-40B4-BE49-F238E27FC236}">
                <a16:creationId xmlns:a16="http://schemas.microsoft.com/office/drawing/2014/main" id="{34021661-86D6-C4E5-FF32-A5C1E39E7381}"/>
              </a:ext>
            </a:extLst>
          </p:cNvPr>
          <p:cNvGrpSpPr>
            <a:grpSpLocks/>
          </p:cNvGrpSpPr>
          <p:nvPr/>
        </p:nvGrpSpPr>
        <p:grpSpPr bwMode="auto">
          <a:xfrm>
            <a:off x="6650855" y="2717454"/>
            <a:ext cx="2281238" cy="0"/>
            <a:chOff x="2910" y="1522"/>
            <a:chExt cx="1437" cy="0"/>
          </a:xfrm>
        </p:grpSpPr>
        <p:sp>
          <p:nvSpPr>
            <p:cNvPr id="145" name="Line 425">
              <a:extLst>
                <a:ext uri="{FF2B5EF4-FFF2-40B4-BE49-F238E27FC236}">
                  <a16:creationId xmlns:a16="http://schemas.microsoft.com/office/drawing/2014/main" id="{9349FEB3-F99A-AB71-EF69-7264DBC49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" name="Line 426">
              <a:extLst>
                <a:ext uri="{FF2B5EF4-FFF2-40B4-BE49-F238E27FC236}">
                  <a16:creationId xmlns:a16="http://schemas.microsoft.com/office/drawing/2014/main" id="{EE538B48-C0F6-B49A-74E2-AC51DC7F2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7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" name="Line 427">
              <a:extLst>
                <a:ext uri="{FF2B5EF4-FFF2-40B4-BE49-F238E27FC236}">
                  <a16:creationId xmlns:a16="http://schemas.microsoft.com/office/drawing/2014/main" id="{DD464AF4-628A-285B-7B0C-E0A03F67A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1" y="1522"/>
              <a:ext cx="2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Line 428">
              <a:extLst>
                <a:ext uri="{FF2B5EF4-FFF2-40B4-BE49-F238E27FC236}">
                  <a16:creationId xmlns:a16="http://schemas.microsoft.com/office/drawing/2014/main" id="{3DE9054C-EF3E-48E8-257E-1C2C735FA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9" name="Line 429">
              <a:extLst>
                <a:ext uri="{FF2B5EF4-FFF2-40B4-BE49-F238E27FC236}">
                  <a16:creationId xmlns:a16="http://schemas.microsoft.com/office/drawing/2014/main" id="{44B29655-A6A2-B95A-8334-31EBB4177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3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0" name="组合 156">
            <a:extLst>
              <a:ext uri="{FF2B5EF4-FFF2-40B4-BE49-F238E27FC236}">
                <a16:creationId xmlns:a16="http://schemas.microsoft.com/office/drawing/2014/main" id="{83F271AD-D28B-47EC-89D6-5CD72BAB0D18}"/>
              </a:ext>
            </a:extLst>
          </p:cNvPr>
          <p:cNvGrpSpPr>
            <a:grpSpLocks/>
          </p:cNvGrpSpPr>
          <p:nvPr/>
        </p:nvGrpSpPr>
        <p:grpSpPr bwMode="auto">
          <a:xfrm>
            <a:off x="7287443" y="2450754"/>
            <a:ext cx="1065212" cy="515938"/>
            <a:chOff x="5257006" y="2150260"/>
            <a:chExt cx="1064431" cy="515156"/>
          </a:xfrm>
        </p:grpSpPr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E137FA2B-7E88-4079-146E-2E40EA9B9B85}"/>
                </a:ext>
              </a:extLst>
            </p:cNvPr>
            <p:cNvCxnSpPr/>
            <p:nvPr/>
          </p:nvCxnSpPr>
          <p:spPr>
            <a:xfrm rot="5400000">
              <a:off x="5008146" y="2414971"/>
              <a:ext cx="499305" cy="1586"/>
            </a:xfrm>
            <a:prstGeom prst="line">
              <a:avLst/>
            </a:prstGeom>
            <a:noFill/>
            <a:ln w="3810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5F523D77-A10C-74EB-2513-F6D5B65F5E80}"/>
                </a:ext>
              </a:extLst>
            </p:cNvPr>
            <p:cNvCxnSpPr/>
            <p:nvPr/>
          </p:nvCxnSpPr>
          <p:spPr>
            <a:xfrm rot="5400000">
              <a:off x="6070992" y="2399120"/>
              <a:ext cx="499305" cy="1586"/>
            </a:xfrm>
            <a:prstGeom prst="line">
              <a:avLst/>
            </a:prstGeom>
            <a:noFill/>
            <a:ln w="3810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53" name="Group 189">
            <a:extLst>
              <a:ext uri="{FF2B5EF4-FFF2-40B4-BE49-F238E27FC236}">
                <a16:creationId xmlns:a16="http://schemas.microsoft.com/office/drawing/2014/main" id="{869E27D4-8341-74CF-FF80-B697D47502E5}"/>
              </a:ext>
            </a:extLst>
          </p:cNvPr>
          <p:cNvGrpSpPr>
            <a:grpSpLocks/>
          </p:cNvGrpSpPr>
          <p:nvPr/>
        </p:nvGrpSpPr>
        <p:grpSpPr bwMode="auto">
          <a:xfrm>
            <a:off x="7287443" y="2449167"/>
            <a:ext cx="1057275" cy="527050"/>
            <a:chOff x="3311" y="1353"/>
            <a:chExt cx="666" cy="332"/>
          </a:xfrm>
        </p:grpSpPr>
        <p:sp>
          <p:nvSpPr>
            <p:cNvPr id="154" name="Line 190">
              <a:extLst>
                <a:ext uri="{FF2B5EF4-FFF2-40B4-BE49-F238E27FC236}">
                  <a16:creationId xmlns:a16="http://schemas.microsoft.com/office/drawing/2014/main" id="{D0CDC9AE-36E4-A3F6-629C-D81786AAA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1354"/>
              <a:ext cx="0" cy="3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191">
              <a:extLst>
                <a:ext uri="{FF2B5EF4-FFF2-40B4-BE49-F238E27FC236}">
                  <a16:creationId xmlns:a16="http://schemas.microsoft.com/office/drawing/2014/main" id="{0169E216-383B-FC2C-1EBC-4A9B9150B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1353"/>
              <a:ext cx="0" cy="3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6" name="Line 161">
            <a:extLst>
              <a:ext uri="{FF2B5EF4-FFF2-40B4-BE49-F238E27FC236}">
                <a16:creationId xmlns:a16="http://schemas.microsoft.com/office/drawing/2014/main" id="{8C5D68A5-5DFE-7D45-36E2-2F8AA5BEF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7443" y="2279304"/>
            <a:ext cx="104457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" name="Line 162">
            <a:extLst>
              <a:ext uri="{FF2B5EF4-FFF2-40B4-BE49-F238E27FC236}">
                <a16:creationId xmlns:a16="http://schemas.microsoft.com/office/drawing/2014/main" id="{EDF69849-D5E3-C615-482C-D8CE8D235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7443" y="3142904"/>
            <a:ext cx="104457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8" name="Group 414">
            <a:extLst>
              <a:ext uri="{FF2B5EF4-FFF2-40B4-BE49-F238E27FC236}">
                <a16:creationId xmlns:a16="http://schemas.microsoft.com/office/drawing/2014/main" id="{2F202E62-BA18-803A-D464-607C8446F623}"/>
              </a:ext>
            </a:extLst>
          </p:cNvPr>
          <p:cNvGrpSpPr>
            <a:grpSpLocks/>
          </p:cNvGrpSpPr>
          <p:nvPr/>
        </p:nvGrpSpPr>
        <p:grpSpPr bwMode="auto">
          <a:xfrm>
            <a:off x="7311255" y="1395067"/>
            <a:ext cx="1004888" cy="1212850"/>
            <a:chOff x="3294" y="553"/>
            <a:chExt cx="633" cy="764"/>
          </a:xfrm>
        </p:grpSpPr>
        <p:sp>
          <p:nvSpPr>
            <p:cNvPr id="159" name="Text Box 415">
              <a:extLst>
                <a:ext uri="{FF2B5EF4-FFF2-40B4-BE49-F238E27FC236}">
                  <a16:creationId xmlns:a16="http://schemas.microsoft.com/office/drawing/2014/main" id="{E5ED0FE2-7B99-4D6B-7CE6-9E32D78E7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553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</a:t>
              </a:r>
            </a:p>
          </p:txBody>
        </p:sp>
        <p:grpSp>
          <p:nvGrpSpPr>
            <p:cNvPr id="160" name="Group 416">
              <a:extLst>
                <a:ext uri="{FF2B5EF4-FFF2-40B4-BE49-F238E27FC236}">
                  <a16:creationId xmlns:a16="http://schemas.microsoft.com/office/drawing/2014/main" id="{CEBF7BAA-989C-A8C9-F42F-B3966E52DB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4" y="813"/>
              <a:ext cx="633" cy="504"/>
              <a:chOff x="3294" y="813"/>
              <a:chExt cx="633" cy="504"/>
            </a:xfrm>
          </p:grpSpPr>
          <p:sp>
            <p:nvSpPr>
              <p:cNvPr id="161" name="Line 417">
                <a:extLst>
                  <a:ext uri="{FF2B5EF4-FFF2-40B4-BE49-F238E27FC236}">
                    <a16:creationId xmlns:a16="http://schemas.microsoft.com/office/drawing/2014/main" id="{37482835-C1C4-4155-B555-440351B150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94" y="814"/>
                <a:ext cx="327" cy="5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418">
                <a:extLst>
                  <a:ext uri="{FF2B5EF4-FFF2-40B4-BE49-F238E27FC236}">
                    <a16:creationId xmlns:a16="http://schemas.microsoft.com/office/drawing/2014/main" id="{9C395A39-91F2-E214-CA9E-D0600613E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16" y="813"/>
                <a:ext cx="311" cy="4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04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0" grpId="0" animBg="1"/>
      <p:bldP spid="31" grpId="0"/>
      <p:bldP spid="32" grpId="0"/>
      <p:bldP spid="33" grpId="0" animBg="1"/>
      <p:bldP spid="34" grpId="0"/>
      <p:bldP spid="62" grpId="0" animBg="1"/>
      <p:bldP spid="69" grpId="0" animBg="1"/>
      <p:bldP spid="76" grpId="0" animBg="1"/>
      <p:bldP spid="9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5DE8-66EA-2035-BCE2-F36CD97A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5117048-760E-3953-08DD-A679D7E79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78B59B0-9B34-8DF5-8F3E-42F136BDDE4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grpSp>
        <p:nvGrpSpPr>
          <p:cNvPr id="2" name="Group 335">
            <a:extLst>
              <a:ext uri="{FF2B5EF4-FFF2-40B4-BE49-F238E27FC236}">
                <a16:creationId xmlns:a16="http://schemas.microsoft.com/office/drawing/2014/main" id="{8021C534-3870-BF40-8F2A-67FC460E80A3}"/>
              </a:ext>
            </a:extLst>
          </p:cNvPr>
          <p:cNvGrpSpPr>
            <a:grpSpLocks/>
          </p:cNvGrpSpPr>
          <p:nvPr/>
        </p:nvGrpSpPr>
        <p:grpSpPr bwMode="auto">
          <a:xfrm>
            <a:off x="2567608" y="2276872"/>
            <a:ext cx="2043113" cy="1382712"/>
            <a:chOff x="1880" y="1324"/>
            <a:chExt cx="1287" cy="871"/>
          </a:xfrm>
        </p:grpSpPr>
        <p:sp>
          <p:nvSpPr>
            <p:cNvPr id="3" name="Line 336">
              <a:extLst>
                <a:ext uri="{FF2B5EF4-FFF2-40B4-BE49-F238E27FC236}">
                  <a16:creationId xmlns:a16="http://schemas.microsoft.com/office/drawing/2014/main" id="{2D4EAA72-2EDD-00FB-634F-758EA11FF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2006"/>
              <a:ext cx="1" cy="18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Line 337">
              <a:extLst>
                <a:ext uri="{FF2B5EF4-FFF2-40B4-BE49-F238E27FC236}">
                  <a16:creationId xmlns:a16="http://schemas.microsoft.com/office/drawing/2014/main" id="{0CCC9A1D-B63B-D6F5-20F1-D57A806D3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5" y="1753"/>
              <a:ext cx="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338">
              <a:extLst>
                <a:ext uri="{FF2B5EF4-FFF2-40B4-BE49-F238E27FC236}">
                  <a16:creationId xmlns:a16="http://schemas.microsoft.com/office/drawing/2014/main" id="{D8BF7FE5-E424-FDF2-5ACA-069BB7A3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7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19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1" y="69"/>
                  </a:lnTo>
                  <a:lnTo>
                    <a:pt x="20" y="57"/>
                  </a:lnTo>
                  <a:lnTo>
                    <a:pt x="11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Freeform 339">
              <a:extLst>
                <a:ext uri="{FF2B5EF4-FFF2-40B4-BE49-F238E27FC236}">
                  <a16:creationId xmlns:a16="http://schemas.microsoft.com/office/drawing/2014/main" id="{9CC65F5C-3BB1-6FFB-5244-5E6520D0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7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19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1" y="69"/>
                  </a:lnTo>
                  <a:lnTo>
                    <a:pt x="20" y="57"/>
                  </a:lnTo>
                  <a:lnTo>
                    <a:pt x="11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340">
              <a:extLst>
                <a:ext uri="{FF2B5EF4-FFF2-40B4-BE49-F238E27FC236}">
                  <a16:creationId xmlns:a16="http://schemas.microsoft.com/office/drawing/2014/main" id="{260A0DED-9A11-7B3E-A08D-FB2E14774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37"/>
              <a:ext cx="26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341">
              <a:extLst>
                <a:ext uri="{FF2B5EF4-FFF2-40B4-BE49-F238E27FC236}">
                  <a16:creationId xmlns:a16="http://schemas.microsoft.com/office/drawing/2014/main" id="{524294CC-0E89-24D4-2F53-4445DCAF9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37"/>
              <a:ext cx="26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342">
              <a:extLst>
                <a:ext uri="{FF2B5EF4-FFF2-40B4-BE49-F238E27FC236}">
                  <a16:creationId xmlns:a16="http://schemas.microsoft.com/office/drawing/2014/main" id="{22362779-99F8-1A0B-2028-D5C9B0591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19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7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343">
              <a:extLst>
                <a:ext uri="{FF2B5EF4-FFF2-40B4-BE49-F238E27FC236}">
                  <a16:creationId xmlns:a16="http://schemas.microsoft.com/office/drawing/2014/main" id="{A8E137A7-5802-BBA2-F112-C92C84FE2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19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7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Freeform 344">
              <a:extLst>
                <a:ext uri="{FF2B5EF4-FFF2-40B4-BE49-F238E27FC236}">
                  <a16:creationId xmlns:a16="http://schemas.microsoft.com/office/drawing/2014/main" id="{19E0EB80-1930-A62A-74FF-6451FB5ED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345">
              <a:extLst>
                <a:ext uri="{FF2B5EF4-FFF2-40B4-BE49-F238E27FC236}">
                  <a16:creationId xmlns:a16="http://schemas.microsoft.com/office/drawing/2014/main" id="{68671323-8D86-0D3F-48E9-B2A6DFE8D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Freeform 346">
              <a:extLst>
                <a:ext uri="{FF2B5EF4-FFF2-40B4-BE49-F238E27FC236}">
                  <a16:creationId xmlns:a16="http://schemas.microsoft.com/office/drawing/2014/main" id="{4ECC9DA2-5F7D-70B2-F7A1-659C71A8C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37"/>
              <a:ext cx="25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347">
              <a:extLst>
                <a:ext uri="{FF2B5EF4-FFF2-40B4-BE49-F238E27FC236}">
                  <a16:creationId xmlns:a16="http://schemas.microsoft.com/office/drawing/2014/main" id="{E94530B3-E7A4-C490-026A-FEC38C7AD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37"/>
              <a:ext cx="25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348">
              <a:extLst>
                <a:ext uri="{FF2B5EF4-FFF2-40B4-BE49-F238E27FC236}">
                  <a16:creationId xmlns:a16="http://schemas.microsoft.com/office/drawing/2014/main" id="{84186DC6-9BD0-C713-3075-85B89C4C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Freeform 349">
              <a:extLst>
                <a:ext uri="{FF2B5EF4-FFF2-40B4-BE49-F238E27FC236}">
                  <a16:creationId xmlns:a16="http://schemas.microsoft.com/office/drawing/2014/main" id="{1AD9ED60-BDDA-59EE-BD19-4CB949F84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5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350">
              <a:extLst>
                <a:ext uri="{FF2B5EF4-FFF2-40B4-BE49-F238E27FC236}">
                  <a16:creationId xmlns:a16="http://schemas.microsoft.com/office/drawing/2014/main" id="{091B4A99-4593-BF19-3C5F-4634312D9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324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351">
              <a:extLst>
                <a:ext uri="{FF2B5EF4-FFF2-40B4-BE49-F238E27FC236}">
                  <a16:creationId xmlns:a16="http://schemas.microsoft.com/office/drawing/2014/main" id="{62F4CDEF-220A-6895-3ED9-317810EF5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324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Freeform 352">
              <a:extLst>
                <a:ext uri="{FF2B5EF4-FFF2-40B4-BE49-F238E27FC236}">
                  <a16:creationId xmlns:a16="http://schemas.microsoft.com/office/drawing/2014/main" id="{456BCB6A-68F5-4291-6C7A-BC9FA08B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324"/>
              <a:ext cx="248" cy="26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Freeform 353">
              <a:extLst>
                <a:ext uri="{FF2B5EF4-FFF2-40B4-BE49-F238E27FC236}">
                  <a16:creationId xmlns:a16="http://schemas.microsoft.com/office/drawing/2014/main" id="{AC16B52F-8CA8-9482-1279-9D5BCB6D7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324"/>
              <a:ext cx="248" cy="26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354">
              <a:extLst>
                <a:ext uri="{FF2B5EF4-FFF2-40B4-BE49-F238E27FC236}">
                  <a16:creationId xmlns:a16="http://schemas.microsoft.com/office/drawing/2014/main" id="{8B86C7CE-6DD5-2156-7E52-19E8A0250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Freeform 355">
              <a:extLst>
                <a:ext uri="{FF2B5EF4-FFF2-40B4-BE49-F238E27FC236}">
                  <a16:creationId xmlns:a16="http://schemas.microsoft.com/office/drawing/2014/main" id="{5FF44C48-B2A2-E66D-5D43-E23F4F9E4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356">
              <a:extLst>
                <a:ext uri="{FF2B5EF4-FFF2-40B4-BE49-F238E27FC236}">
                  <a16:creationId xmlns:a16="http://schemas.microsoft.com/office/drawing/2014/main" id="{4B40939D-97E5-C87E-5DBD-10009E76E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2156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357">
              <a:extLst>
                <a:ext uri="{FF2B5EF4-FFF2-40B4-BE49-F238E27FC236}">
                  <a16:creationId xmlns:a16="http://schemas.microsoft.com/office/drawing/2014/main" id="{EBDD70DE-DB85-7886-964E-A18E89938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2156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358">
              <a:extLst>
                <a:ext uri="{FF2B5EF4-FFF2-40B4-BE49-F238E27FC236}">
                  <a16:creationId xmlns:a16="http://schemas.microsoft.com/office/drawing/2014/main" id="{1EECE55A-22DB-07A7-A854-B696EB13E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156"/>
              <a:ext cx="248" cy="25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Freeform 359">
              <a:extLst>
                <a:ext uri="{FF2B5EF4-FFF2-40B4-BE49-F238E27FC236}">
                  <a16:creationId xmlns:a16="http://schemas.microsoft.com/office/drawing/2014/main" id="{EC320D6E-090D-0368-B9AB-B38747E9A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156"/>
              <a:ext cx="248" cy="25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360">
              <a:extLst>
                <a:ext uri="{FF2B5EF4-FFF2-40B4-BE49-F238E27FC236}">
                  <a16:creationId xmlns:a16="http://schemas.microsoft.com/office/drawing/2014/main" id="{97CF89B4-0CFD-CABD-1D37-49ED682BC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Freeform 361">
              <a:extLst>
                <a:ext uri="{FF2B5EF4-FFF2-40B4-BE49-F238E27FC236}">
                  <a16:creationId xmlns:a16="http://schemas.microsoft.com/office/drawing/2014/main" id="{3203BFF4-3F3C-C35D-8D35-F5090B312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62">
              <a:extLst>
                <a:ext uri="{FF2B5EF4-FFF2-40B4-BE49-F238E27FC236}">
                  <a16:creationId xmlns:a16="http://schemas.microsoft.com/office/drawing/2014/main" id="{7F1D0D03-0C02-D8CC-6F77-24041E2FF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324"/>
              <a:ext cx="12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363">
              <a:extLst>
                <a:ext uri="{FF2B5EF4-FFF2-40B4-BE49-F238E27FC236}">
                  <a16:creationId xmlns:a16="http://schemas.microsoft.com/office/drawing/2014/main" id="{FDCEB406-980C-ABED-8D88-4F0C49B76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324"/>
              <a:ext cx="12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Freeform 364">
              <a:extLst>
                <a:ext uri="{FF2B5EF4-FFF2-40B4-BE49-F238E27FC236}">
                  <a16:creationId xmlns:a16="http://schemas.microsoft.com/office/drawing/2014/main" id="{7A7B18EA-9C32-8EF2-FF3B-D9EF71B7B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1324"/>
              <a:ext cx="249" cy="26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365">
              <a:extLst>
                <a:ext uri="{FF2B5EF4-FFF2-40B4-BE49-F238E27FC236}">
                  <a16:creationId xmlns:a16="http://schemas.microsoft.com/office/drawing/2014/main" id="{84F68FC0-2A0E-BF1D-20F5-BE3B5EE04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1324"/>
              <a:ext cx="249" cy="26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Freeform 366">
              <a:extLst>
                <a:ext uri="{FF2B5EF4-FFF2-40B4-BE49-F238E27FC236}">
                  <a16:creationId xmlns:a16="http://schemas.microsoft.com/office/drawing/2014/main" id="{0F3AB5DE-2AEE-344B-51C2-4AE22E9B0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Freeform 367">
              <a:extLst>
                <a:ext uri="{FF2B5EF4-FFF2-40B4-BE49-F238E27FC236}">
                  <a16:creationId xmlns:a16="http://schemas.microsoft.com/office/drawing/2014/main" id="{184B9EA2-6093-23F6-3274-8AC4B0129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68">
              <a:extLst>
                <a:ext uri="{FF2B5EF4-FFF2-40B4-BE49-F238E27FC236}">
                  <a16:creationId xmlns:a16="http://schemas.microsoft.com/office/drawing/2014/main" id="{DB85C198-99C7-0610-5D94-A1D5AF6235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0" y="1492"/>
              <a:ext cx="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69">
              <a:extLst>
                <a:ext uri="{FF2B5EF4-FFF2-40B4-BE49-F238E27FC236}">
                  <a16:creationId xmlns:a16="http://schemas.microsoft.com/office/drawing/2014/main" id="{24E2D844-C126-C0D4-095F-610DC9A98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51" y="1492"/>
              <a:ext cx="10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70">
              <a:extLst>
                <a:ext uri="{FF2B5EF4-FFF2-40B4-BE49-F238E27FC236}">
                  <a16:creationId xmlns:a16="http://schemas.microsoft.com/office/drawing/2014/main" id="{4D547796-CD41-84AF-49C8-8C5BAFAF8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7" y="2019"/>
              <a:ext cx="1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71">
              <a:extLst>
                <a:ext uri="{FF2B5EF4-FFF2-40B4-BE49-F238E27FC236}">
                  <a16:creationId xmlns:a16="http://schemas.microsoft.com/office/drawing/2014/main" id="{65713CF2-3D62-5842-4FE8-3C89760A7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5" y="2019"/>
              <a:ext cx="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72">
              <a:extLst>
                <a:ext uri="{FF2B5EF4-FFF2-40B4-BE49-F238E27FC236}">
                  <a16:creationId xmlns:a16="http://schemas.microsoft.com/office/drawing/2014/main" id="{DDD8C9F8-878F-4DD2-26C6-81DFF929C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9" y="2019"/>
              <a:ext cx="10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373">
              <a:extLst>
                <a:ext uri="{FF2B5EF4-FFF2-40B4-BE49-F238E27FC236}">
                  <a16:creationId xmlns:a16="http://schemas.microsoft.com/office/drawing/2014/main" id="{F37220BB-18AD-27E8-07F5-6CF977F57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" y="2019"/>
              <a:ext cx="1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Freeform 374">
              <a:extLst>
                <a:ext uri="{FF2B5EF4-FFF2-40B4-BE49-F238E27FC236}">
                  <a16:creationId xmlns:a16="http://schemas.microsoft.com/office/drawing/2014/main" id="{17118CA1-9F38-E957-2950-9BFCBE019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156"/>
              <a:ext cx="12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375">
              <a:extLst>
                <a:ext uri="{FF2B5EF4-FFF2-40B4-BE49-F238E27FC236}">
                  <a16:creationId xmlns:a16="http://schemas.microsoft.com/office/drawing/2014/main" id="{78C6C20A-299D-D87A-01FC-872100D88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156"/>
              <a:ext cx="12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376">
              <a:extLst>
                <a:ext uri="{FF2B5EF4-FFF2-40B4-BE49-F238E27FC236}">
                  <a16:creationId xmlns:a16="http://schemas.microsoft.com/office/drawing/2014/main" id="{5740E144-6B38-438B-88C1-1215DF905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156"/>
              <a:ext cx="249" cy="25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377">
              <a:extLst>
                <a:ext uri="{FF2B5EF4-FFF2-40B4-BE49-F238E27FC236}">
                  <a16:creationId xmlns:a16="http://schemas.microsoft.com/office/drawing/2014/main" id="{F72F2AE1-DD51-1392-A7E5-842C5CF92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156"/>
              <a:ext cx="249" cy="25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378">
              <a:extLst>
                <a:ext uri="{FF2B5EF4-FFF2-40B4-BE49-F238E27FC236}">
                  <a16:creationId xmlns:a16="http://schemas.microsoft.com/office/drawing/2014/main" id="{E63F0E40-30C1-8D5A-14CE-1E979ACFA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379">
              <a:extLst>
                <a:ext uri="{FF2B5EF4-FFF2-40B4-BE49-F238E27FC236}">
                  <a16:creationId xmlns:a16="http://schemas.microsoft.com/office/drawing/2014/main" id="{583A07CC-2D42-BA84-6E27-30796D8C6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380">
              <a:extLst>
                <a:ext uri="{FF2B5EF4-FFF2-40B4-BE49-F238E27FC236}">
                  <a16:creationId xmlns:a16="http://schemas.microsoft.com/office/drawing/2014/main" id="{05D425A9-65E5-50D1-DE92-DB76CCE1B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2" y="1492"/>
              <a:ext cx="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381">
              <a:extLst>
                <a:ext uri="{FF2B5EF4-FFF2-40B4-BE49-F238E27FC236}">
                  <a16:creationId xmlns:a16="http://schemas.microsoft.com/office/drawing/2014/main" id="{CBF2F9B8-1D6B-8BD6-7BDE-2FC24ACDC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8" y="1492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382">
              <a:extLst>
                <a:ext uri="{FF2B5EF4-FFF2-40B4-BE49-F238E27FC236}">
                  <a16:creationId xmlns:a16="http://schemas.microsoft.com/office/drawing/2014/main" id="{65774B74-083E-7FA8-37E2-2A4CEFC56F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0" y="1753"/>
              <a:ext cx="2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383">
              <a:extLst>
                <a:ext uri="{FF2B5EF4-FFF2-40B4-BE49-F238E27FC236}">
                  <a16:creationId xmlns:a16="http://schemas.microsoft.com/office/drawing/2014/main" id="{4ABB0B94-578C-14F6-536A-4120E56F4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57" y="1753"/>
              <a:ext cx="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384">
              <a:extLst>
                <a:ext uri="{FF2B5EF4-FFF2-40B4-BE49-F238E27FC236}">
                  <a16:creationId xmlns:a16="http://schemas.microsoft.com/office/drawing/2014/main" id="{6A591818-8339-8BFE-6A01-CB108DE46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3" y="1753"/>
              <a:ext cx="53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385">
              <a:extLst>
                <a:ext uri="{FF2B5EF4-FFF2-40B4-BE49-F238E27FC236}">
                  <a16:creationId xmlns:a16="http://schemas.microsoft.com/office/drawing/2014/main" id="{DCA3A78A-040B-D8C3-DD29-20D2343EA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3" y="1753"/>
              <a:ext cx="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386">
              <a:extLst>
                <a:ext uri="{FF2B5EF4-FFF2-40B4-BE49-F238E27FC236}">
                  <a16:creationId xmlns:a16="http://schemas.microsoft.com/office/drawing/2014/main" id="{FB4790E2-0757-1217-D2A5-AD4D4FFB2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965"/>
              <a:ext cx="0" cy="1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387">
              <a:extLst>
                <a:ext uri="{FF2B5EF4-FFF2-40B4-BE49-F238E27FC236}">
                  <a16:creationId xmlns:a16="http://schemas.microsoft.com/office/drawing/2014/main" id="{F5041F81-943A-D243-F50B-006F9F785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783"/>
              <a:ext cx="0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388">
              <a:extLst>
                <a:ext uri="{FF2B5EF4-FFF2-40B4-BE49-F238E27FC236}">
                  <a16:creationId xmlns:a16="http://schemas.microsoft.com/office/drawing/2014/main" id="{2FE924B0-7433-0819-0F72-7C534D7FA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601"/>
              <a:ext cx="0" cy="1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389">
              <a:extLst>
                <a:ext uri="{FF2B5EF4-FFF2-40B4-BE49-F238E27FC236}">
                  <a16:creationId xmlns:a16="http://schemas.microsoft.com/office/drawing/2014/main" id="{E9E5CC3A-8B9F-7A6E-48C9-FBE8A393D0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429"/>
              <a:ext cx="0" cy="1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390">
              <a:extLst>
                <a:ext uri="{FF2B5EF4-FFF2-40B4-BE49-F238E27FC236}">
                  <a16:creationId xmlns:a16="http://schemas.microsoft.com/office/drawing/2014/main" id="{61DD780D-DA47-18AF-1827-BB3A04510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5" y="1958"/>
              <a:ext cx="0" cy="1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391">
              <a:extLst>
                <a:ext uri="{FF2B5EF4-FFF2-40B4-BE49-F238E27FC236}">
                  <a16:creationId xmlns:a16="http://schemas.microsoft.com/office/drawing/2014/main" id="{A63B954A-0C8B-949B-9A26-4CB6637CD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6" y="1768"/>
              <a:ext cx="0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392">
              <a:extLst>
                <a:ext uri="{FF2B5EF4-FFF2-40B4-BE49-F238E27FC236}">
                  <a16:creationId xmlns:a16="http://schemas.microsoft.com/office/drawing/2014/main" id="{5433A453-64B5-E4BA-D017-F1273E708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55" y="1634"/>
              <a:ext cx="0" cy="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393">
              <a:extLst>
                <a:ext uri="{FF2B5EF4-FFF2-40B4-BE49-F238E27FC236}">
                  <a16:creationId xmlns:a16="http://schemas.microsoft.com/office/drawing/2014/main" id="{67E67BA1-79F8-3BF4-A73C-45A7264B0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3" y="1429"/>
              <a:ext cx="3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Freeform 394">
              <a:extLst>
                <a:ext uri="{FF2B5EF4-FFF2-40B4-BE49-F238E27FC236}">
                  <a16:creationId xmlns:a16="http://schemas.microsoft.com/office/drawing/2014/main" id="{F353DCA6-97F0-B7D7-9F43-7F49F3950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16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4"/>
                  </a:lnTo>
                  <a:lnTo>
                    <a:pt x="45" y="168"/>
                  </a:lnTo>
                  <a:lnTo>
                    <a:pt x="32" y="159"/>
                  </a:lnTo>
                  <a:lnTo>
                    <a:pt x="20" y="148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5"/>
                  </a:lnTo>
                  <a:lnTo>
                    <a:pt x="6" y="60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2"/>
                  </a:lnTo>
                  <a:lnTo>
                    <a:pt x="45" y="13"/>
                  </a:lnTo>
                  <a:lnTo>
                    <a:pt x="58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Freeform 395">
              <a:extLst>
                <a:ext uri="{FF2B5EF4-FFF2-40B4-BE49-F238E27FC236}">
                  <a16:creationId xmlns:a16="http://schemas.microsoft.com/office/drawing/2014/main" id="{A83AD030-DFB6-C2F6-B2A5-D05548F77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16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4"/>
                  </a:lnTo>
                  <a:lnTo>
                    <a:pt x="45" y="168"/>
                  </a:lnTo>
                  <a:lnTo>
                    <a:pt x="32" y="159"/>
                  </a:lnTo>
                  <a:lnTo>
                    <a:pt x="20" y="148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5"/>
                  </a:lnTo>
                  <a:lnTo>
                    <a:pt x="6" y="60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2"/>
                  </a:lnTo>
                  <a:lnTo>
                    <a:pt x="45" y="13"/>
                  </a:lnTo>
                  <a:lnTo>
                    <a:pt x="58" y="7"/>
                  </a:lnTo>
                  <a:lnTo>
                    <a:pt x="73" y="3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Freeform 396">
              <a:extLst>
                <a:ext uri="{FF2B5EF4-FFF2-40B4-BE49-F238E27FC236}">
                  <a16:creationId xmlns:a16="http://schemas.microsoft.com/office/drawing/2014/main" id="{2838C199-229F-3627-6915-354A902C3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416"/>
              <a:ext cx="658" cy="26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Freeform 397">
              <a:extLst>
                <a:ext uri="{FF2B5EF4-FFF2-40B4-BE49-F238E27FC236}">
                  <a16:creationId xmlns:a16="http://schemas.microsoft.com/office/drawing/2014/main" id="{6B8949B6-46CC-17EF-4900-4E0B3D241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416"/>
              <a:ext cx="658" cy="26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Freeform 398">
              <a:extLst>
                <a:ext uri="{FF2B5EF4-FFF2-40B4-BE49-F238E27FC236}">
                  <a16:creationId xmlns:a16="http://schemas.microsoft.com/office/drawing/2014/main" id="{4889E23F-2E2A-0FD3-0283-27B637F2F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416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3"/>
                  </a:lnTo>
                  <a:lnTo>
                    <a:pt x="31" y="7"/>
                  </a:lnTo>
                  <a:lnTo>
                    <a:pt x="45" y="13"/>
                  </a:lnTo>
                  <a:lnTo>
                    <a:pt x="57" y="22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60"/>
                  </a:lnTo>
                  <a:lnTo>
                    <a:pt x="88" y="75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8"/>
                  </a:lnTo>
                  <a:lnTo>
                    <a:pt x="57" y="159"/>
                  </a:lnTo>
                  <a:lnTo>
                    <a:pt x="45" y="168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Freeform 399">
              <a:extLst>
                <a:ext uri="{FF2B5EF4-FFF2-40B4-BE49-F238E27FC236}">
                  <a16:creationId xmlns:a16="http://schemas.microsoft.com/office/drawing/2014/main" id="{B0C8B649-BA17-368F-2B00-A662A59C0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416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3"/>
                  </a:lnTo>
                  <a:lnTo>
                    <a:pt x="31" y="7"/>
                  </a:lnTo>
                  <a:lnTo>
                    <a:pt x="45" y="13"/>
                  </a:lnTo>
                  <a:lnTo>
                    <a:pt x="57" y="22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60"/>
                  </a:lnTo>
                  <a:lnTo>
                    <a:pt x="88" y="75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8"/>
                  </a:lnTo>
                  <a:lnTo>
                    <a:pt x="57" y="159"/>
                  </a:lnTo>
                  <a:lnTo>
                    <a:pt x="45" y="168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Freeform 400">
              <a:extLst>
                <a:ext uri="{FF2B5EF4-FFF2-40B4-BE49-F238E27FC236}">
                  <a16:creationId xmlns:a16="http://schemas.microsoft.com/office/drawing/2014/main" id="{1F038869-6086-16E3-3192-72227B5A9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29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1"/>
                  </a:lnTo>
                  <a:lnTo>
                    <a:pt x="166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401">
              <a:extLst>
                <a:ext uri="{FF2B5EF4-FFF2-40B4-BE49-F238E27FC236}">
                  <a16:creationId xmlns:a16="http://schemas.microsoft.com/office/drawing/2014/main" id="{AEFD06B4-8063-BE87-9556-8207F83B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29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1"/>
                  </a:lnTo>
                  <a:lnTo>
                    <a:pt x="166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Freeform 402">
              <a:extLst>
                <a:ext uri="{FF2B5EF4-FFF2-40B4-BE49-F238E27FC236}">
                  <a16:creationId xmlns:a16="http://schemas.microsoft.com/office/drawing/2014/main" id="{D3ED955F-BF0B-6631-F661-61561A178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37"/>
              <a:ext cx="25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Freeform 403">
              <a:extLst>
                <a:ext uri="{FF2B5EF4-FFF2-40B4-BE49-F238E27FC236}">
                  <a16:creationId xmlns:a16="http://schemas.microsoft.com/office/drawing/2014/main" id="{685FF13C-7522-874A-290A-B2C9FD5E6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37"/>
              <a:ext cx="25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Freeform 404">
              <a:extLst>
                <a:ext uri="{FF2B5EF4-FFF2-40B4-BE49-F238E27FC236}">
                  <a16:creationId xmlns:a16="http://schemas.microsoft.com/office/drawing/2014/main" id="{EC2CF595-C567-974C-8D76-BF9A18F2B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Freeform 405">
              <a:extLst>
                <a:ext uri="{FF2B5EF4-FFF2-40B4-BE49-F238E27FC236}">
                  <a16:creationId xmlns:a16="http://schemas.microsoft.com/office/drawing/2014/main" id="{CF7849CB-5925-1AD7-86A5-527168E2A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Freeform 406">
              <a:extLst>
                <a:ext uri="{FF2B5EF4-FFF2-40B4-BE49-F238E27FC236}">
                  <a16:creationId xmlns:a16="http://schemas.microsoft.com/office/drawing/2014/main" id="{9D175C50-1B63-7149-0AC2-484E5B7F6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429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1"/>
                  </a:lnTo>
                  <a:lnTo>
                    <a:pt x="167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Freeform 407">
              <a:extLst>
                <a:ext uri="{FF2B5EF4-FFF2-40B4-BE49-F238E27FC236}">
                  <a16:creationId xmlns:a16="http://schemas.microsoft.com/office/drawing/2014/main" id="{D80CFF3D-780E-EF21-BF75-226C8C09C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429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1"/>
                  </a:lnTo>
                  <a:lnTo>
                    <a:pt x="167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Freeform 408">
              <a:extLst>
                <a:ext uri="{FF2B5EF4-FFF2-40B4-BE49-F238E27FC236}">
                  <a16:creationId xmlns:a16="http://schemas.microsoft.com/office/drawing/2014/main" id="{A4732C3D-184D-7F16-CBE9-AF3D5EE29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37"/>
              <a:ext cx="26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Freeform 409">
              <a:extLst>
                <a:ext uri="{FF2B5EF4-FFF2-40B4-BE49-F238E27FC236}">
                  <a16:creationId xmlns:a16="http://schemas.microsoft.com/office/drawing/2014/main" id="{D6ACB3D8-76DC-5784-F37D-0AE97870F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37"/>
              <a:ext cx="26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410">
              <a:extLst>
                <a:ext uri="{FF2B5EF4-FFF2-40B4-BE49-F238E27FC236}">
                  <a16:creationId xmlns:a16="http://schemas.microsoft.com/office/drawing/2014/main" id="{D978D659-078D-4198-C870-ACD0767B7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411">
              <a:extLst>
                <a:ext uri="{FF2B5EF4-FFF2-40B4-BE49-F238E27FC236}">
                  <a16:creationId xmlns:a16="http://schemas.microsoft.com/office/drawing/2014/main" id="{6BBEF79E-DBAF-2A57-98F7-477288C86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Freeform 412">
              <a:extLst>
                <a:ext uri="{FF2B5EF4-FFF2-40B4-BE49-F238E27FC236}">
                  <a16:creationId xmlns:a16="http://schemas.microsoft.com/office/drawing/2014/main" id="{F3B8EE89-A138-7D5B-80F4-A8692C75E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4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413">
              <a:extLst>
                <a:ext uri="{FF2B5EF4-FFF2-40B4-BE49-F238E27FC236}">
                  <a16:creationId xmlns:a16="http://schemas.microsoft.com/office/drawing/2014/main" id="{63142D56-22BC-CF00-0E30-CBF3426CD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4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414">
              <a:extLst>
                <a:ext uri="{FF2B5EF4-FFF2-40B4-BE49-F238E27FC236}">
                  <a16:creationId xmlns:a16="http://schemas.microsoft.com/office/drawing/2014/main" id="{B8C255D5-89A4-1AD8-5CDA-5A1221E71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064"/>
              <a:ext cx="658" cy="25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Freeform 415">
              <a:extLst>
                <a:ext uri="{FF2B5EF4-FFF2-40B4-BE49-F238E27FC236}">
                  <a16:creationId xmlns:a16="http://schemas.microsoft.com/office/drawing/2014/main" id="{1E936A09-1A33-AEE9-A513-0E1E35331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064"/>
              <a:ext cx="658" cy="25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Freeform 416">
              <a:extLst>
                <a:ext uri="{FF2B5EF4-FFF2-40B4-BE49-F238E27FC236}">
                  <a16:creationId xmlns:a16="http://schemas.microsoft.com/office/drawing/2014/main" id="{16826A11-B258-8282-1314-AC4CE997B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64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5" y="13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Freeform 417">
              <a:extLst>
                <a:ext uri="{FF2B5EF4-FFF2-40B4-BE49-F238E27FC236}">
                  <a16:creationId xmlns:a16="http://schemas.microsoft.com/office/drawing/2014/main" id="{D36EF10F-1BA5-498E-ABF1-B6421297A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64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5" y="13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Freeform 418">
              <a:extLst>
                <a:ext uri="{FF2B5EF4-FFF2-40B4-BE49-F238E27FC236}">
                  <a16:creationId xmlns:a16="http://schemas.microsoft.com/office/drawing/2014/main" id="{EF45C96C-E4EC-FDAF-7A29-8707F0A58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Freeform 419">
              <a:extLst>
                <a:ext uri="{FF2B5EF4-FFF2-40B4-BE49-F238E27FC236}">
                  <a16:creationId xmlns:a16="http://schemas.microsoft.com/office/drawing/2014/main" id="{B02FC795-7C4F-6D25-0F20-FB9F0E6AB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Freeform 420">
              <a:extLst>
                <a:ext uri="{FF2B5EF4-FFF2-40B4-BE49-F238E27FC236}">
                  <a16:creationId xmlns:a16="http://schemas.microsoft.com/office/drawing/2014/main" id="{3DA74BA0-363F-653F-171E-37FDAD82A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77"/>
              <a:ext cx="25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Freeform 421">
              <a:extLst>
                <a:ext uri="{FF2B5EF4-FFF2-40B4-BE49-F238E27FC236}">
                  <a16:creationId xmlns:a16="http://schemas.microsoft.com/office/drawing/2014/main" id="{27B774D2-A8AF-2BD5-429A-55DFBFD6B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77"/>
              <a:ext cx="25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422">
              <a:extLst>
                <a:ext uri="{FF2B5EF4-FFF2-40B4-BE49-F238E27FC236}">
                  <a16:creationId xmlns:a16="http://schemas.microsoft.com/office/drawing/2014/main" id="{3CEE657D-ED84-3B22-EEE1-5EE1E8904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Freeform 423">
              <a:extLst>
                <a:ext uri="{FF2B5EF4-FFF2-40B4-BE49-F238E27FC236}">
                  <a16:creationId xmlns:a16="http://schemas.microsoft.com/office/drawing/2014/main" id="{54428BCF-DE1C-15D0-E4A3-9CAB5E362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424">
              <a:extLst>
                <a:ext uri="{FF2B5EF4-FFF2-40B4-BE49-F238E27FC236}">
                  <a16:creationId xmlns:a16="http://schemas.microsoft.com/office/drawing/2014/main" id="{E1571B9A-9A54-A51D-4492-1814F3431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6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425">
              <a:extLst>
                <a:ext uri="{FF2B5EF4-FFF2-40B4-BE49-F238E27FC236}">
                  <a16:creationId xmlns:a16="http://schemas.microsoft.com/office/drawing/2014/main" id="{E7442633-3459-00BC-CF2A-3D96EE32C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6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Freeform 426">
              <a:extLst>
                <a:ext uri="{FF2B5EF4-FFF2-40B4-BE49-F238E27FC236}">
                  <a16:creationId xmlns:a16="http://schemas.microsoft.com/office/drawing/2014/main" id="{8368176F-AF58-C7FA-C1F1-D58A428D9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77"/>
              <a:ext cx="26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Freeform 427">
              <a:extLst>
                <a:ext uri="{FF2B5EF4-FFF2-40B4-BE49-F238E27FC236}">
                  <a16:creationId xmlns:a16="http://schemas.microsoft.com/office/drawing/2014/main" id="{6ACD365F-41DA-A4D3-1A93-D3B235E5E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77"/>
              <a:ext cx="26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Freeform 428">
              <a:extLst>
                <a:ext uri="{FF2B5EF4-FFF2-40B4-BE49-F238E27FC236}">
                  <a16:creationId xmlns:a16="http://schemas.microsoft.com/office/drawing/2014/main" id="{743F7C79-F9CE-71EA-0CB4-9767747DB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0"/>
                  </a:lnTo>
                  <a:lnTo>
                    <a:pt x="167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429">
              <a:extLst>
                <a:ext uri="{FF2B5EF4-FFF2-40B4-BE49-F238E27FC236}">
                  <a16:creationId xmlns:a16="http://schemas.microsoft.com/office/drawing/2014/main" id="{F528CE2D-EEF2-9418-9B09-0DF236009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0"/>
                  </a:lnTo>
                  <a:lnTo>
                    <a:pt x="167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430">
              <a:extLst>
                <a:ext uri="{FF2B5EF4-FFF2-40B4-BE49-F238E27FC236}">
                  <a16:creationId xmlns:a16="http://schemas.microsoft.com/office/drawing/2014/main" id="{F52AC704-E14D-F594-AAED-1F3052179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538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431">
              <a:extLst>
                <a:ext uri="{FF2B5EF4-FFF2-40B4-BE49-F238E27FC236}">
                  <a16:creationId xmlns:a16="http://schemas.microsoft.com/office/drawing/2014/main" id="{DE0C90E5-BCD0-4CE2-C4C6-74D0C2809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358"/>
              <a:ext cx="1" cy="1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432">
              <a:extLst>
                <a:ext uri="{FF2B5EF4-FFF2-40B4-BE49-F238E27FC236}">
                  <a16:creationId xmlns:a16="http://schemas.microsoft.com/office/drawing/2014/main" id="{109D8BBF-C8F1-08DE-A51C-1586AD43A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605"/>
              <a:ext cx="1" cy="3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433">
              <a:extLst>
                <a:ext uri="{FF2B5EF4-FFF2-40B4-BE49-F238E27FC236}">
                  <a16:creationId xmlns:a16="http://schemas.microsoft.com/office/drawing/2014/main" id="{E5DB3AC1-8581-D919-F869-23C678EAD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9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" name="Line 434">
            <a:extLst>
              <a:ext uri="{FF2B5EF4-FFF2-40B4-BE49-F238E27FC236}">
                <a16:creationId xmlns:a16="http://schemas.microsoft.com/office/drawing/2014/main" id="{EF7F4045-97B3-1FBA-484A-BA1F70C89C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72508" y="1940322"/>
            <a:ext cx="176213" cy="968375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Line 435">
            <a:extLst>
              <a:ext uri="{FF2B5EF4-FFF2-40B4-BE49-F238E27FC236}">
                <a16:creationId xmlns:a16="http://schemas.microsoft.com/office/drawing/2014/main" id="{5058940E-88EB-5649-A000-EAA80C4D5E2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00277" y="2415778"/>
            <a:ext cx="0" cy="10874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" name="Text Box 436">
            <a:extLst>
              <a:ext uri="{FF2B5EF4-FFF2-40B4-BE49-F238E27FC236}">
                <a16:creationId xmlns:a16="http://schemas.microsoft.com/office/drawing/2014/main" id="{279F997A-1120-1C56-B065-AAA052887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196" y="1392634"/>
            <a:ext cx="113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</a:t>
            </a:r>
          </a:p>
        </p:txBody>
      </p:sp>
      <p:pic>
        <p:nvPicPr>
          <p:cNvPr id="106" name="Picture 441">
            <a:extLst>
              <a:ext uri="{FF2B5EF4-FFF2-40B4-BE49-F238E27FC236}">
                <a16:creationId xmlns:a16="http://schemas.microsoft.com/office/drawing/2014/main" id="{0E4260A0-6CD6-74CA-E46B-AA885BE1C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670" y="2243534"/>
            <a:ext cx="2136775" cy="144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" name="Picture 442">
            <a:extLst>
              <a:ext uri="{FF2B5EF4-FFF2-40B4-BE49-F238E27FC236}">
                <a16:creationId xmlns:a16="http://schemas.microsoft.com/office/drawing/2014/main" id="{71FA4A5B-2FF8-DEC3-F613-5B06D9E56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595" y="4008834"/>
            <a:ext cx="2097088" cy="151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FBDC4A5C-B25B-C7BA-A548-B538808C1577}"/>
              </a:ext>
            </a:extLst>
          </p:cNvPr>
          <p:cNvGrpSpPr/>
          <p:nvPr/>
        </p:nvGrpSpPr>
        <p:grpSpPr>
          <a:xfrm>
            <a:off x="2553321" y="2243534"/>
            <a:ext cx="3944937" cy="3173413"/>
            <a:chOff x="2348778" y="1824300"/>
            <a:chExt cx="3944937" cy="3173413"/>
          </a:xfrm>
        </p:grpSpPr>
        <p:sp>
          <p:nvSpPr>
            <p:cNvPr id="110" name="Line 41">
              <a:extLst>
                <a:ext uri="{FF2B5EF4-FFF2-40B4-BE49-F238E27FC236}">
                  <a16:creationId xmlns:a16="http://schemas.microsoft.com/office/drawing/2014/main" id="{DCF2E766-C39B-9469-8CC1-3DF26428B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115" y="2540263"/>
              <a:ext cx="48895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42">
              <a:extLst>
                <a:ext uri="{FF2B5EF4-FFF2-40B4-BE49-F238E27FC236}">
                  <a16:creationId xmlns:a16="http://schemas.microsoft.com/office/drawing/2014/main" id="{C67B847F-61DC-FBE0-4AAF-B3EE36E78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2468825"/>
              <a:ext cx="1587" cy="5730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251">
              <a:extLst>
                <a:ext uri="{FF2B5EF4-FFF2-40B4-BE49-F238E27FC236}">
                  <a16:creationId xmlns:a16="http://schemas.microsoft.com/office/drawing/2014/main" id="{9CD418A5-6BC4-5D79-3E48-5B17A9C92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3121288"/>
              <a:ext cx="1587" cy="2127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252">
              <a:extLst>
                <a:ext uri="{FF2B5EF4-FFF2-40B4-BE49-F238E27FC236}">
                  <a16:creationId xmlns:a16="http://schemas.microsoft.com/office/drawing/2014/main" id="{1A700837-A262-F557-05EE-7581E96E8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3076838"/>
              <a:ext cx="1587" cy="1905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Line 253">
              <a:extLst>
                <a:ext uri="{FF2B5EF4-FFF2-40B4-BE49-F238E27FC236}">
                  <a16:creationId xmlns:a16="http://schemas.microsoft.com/office/drawing/2014/main" id="{B06437DC-3C04-D661-B5DB-717DFFBD8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0728" y="2540263"/>
              <a:ext cx="4540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254">
              <a:extLst>
                <a:ext uri="{FF2B5EF4-FFF2-40B4-BE49-F238E27FC236}">
                  <a16:creationId xmlns:a16="http://schemas.microsoft.com/office/drawing/2014/main" id="{C06B3455-730E-2684-E3A3-6240DCAE4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403" y="2540263"/>
              <a:ext cx="2063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255">
              <a:extLst>
                <a:ext uri="{FF2B5EF4-FFF2-40B4-BE49-F238E27FC236}">
                  <a16:creationId xmlns:a16="http://schemas.microsoft.com/office/drawing/2014/main" id="{D8F9EE90-01B2-E97E-90F8-A90C8DF44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1824300"/>
              <a:ext cx="1587" cy="5603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256">
              <a:extLst>
                <a:ext uri="{FF2B5EF4-FFF2-40B4-BE49-F238E27FC236}">
                  <a16:creationId xmlns:a16="http://schemas.microsoft.com/office/drawing/2014/main" id="{F0B0230B-FA9B-AD31-1193-AB4D1EBFE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5240" y="2540263"/>
              <a:ext cx="4984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257">
              <a:extLst>
                <a:ext uri="{FF2B5EF4-FFF2-40B4-BE49-F238E27FC236}">
                  <a16:creationId xmlns:a16="http://schemas.microsoft.com/office/drawing/2014/main" id="{98381D83-B20E-E4C4-9C5E-7F75BC2F78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2418025"/>
              <a:ext cx="1587" cy="20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Line 258">
              <a:extLst>
                <a:ext uri="{FF2B5EF4-FFF2-40B4-BE49-F238E27FC236}">
                  <a16:creationId xmlns:a16="http://schemas.microsoft.com/office/drawing/2014/main" id="{FB9E8325-5F37-6060-B52C-ECAF4D6DD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1265" y="2540263"/>
              <a:ext cx="1905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259">
              <a:extLst>
                <a:ext uri="{FF2B5EF4-FFF2-40B4-BE49-F238E27FC236}">
                  <a16:creationId xmlns:a16="http://schemas.microsoft.com/office/drawing/2014/main" id="{7DDEACBE-F5C4-D82B-2C2E-120B2470E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903800"/>
              <a:ext cx="1587" cy="1508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Line 260">
              <a:extLst>
                <a:ext uri="{FF2B5EF4-FFF2-40B4-BE49-F238E27FC236}">
                  <a16:creationId xmlns:a16="http://schemas.microsoft.com/office/drawing/2014/main" id="{F7AF49B4-A906-7C56-DD57-AD84F08F1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676788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Line 262">
              <a:extLst>
                <a:ext uri="{FF2B5EF4-FFF2-40B4-BE49-F238E27FC236}">
                  <a16:creationId xmlns:a16="http://schemas.microsoft.com/office/drawing/2014/main" id="{3F4A6BB1-C481-9EFF-0998-3EDECE7C1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221175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263">
              <a:extLst>
                <a:ext uri="{FF2B5EF4-FFF2-40B4-BE49-F238E27FC236}">
                  <a16:creationId xmlns:a16="http://schemas.microsoft.com/office/drawing/2014/main" id="{DE065217-ECEB-6F2F-D6AF-B641DAE02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025913"/>
              <a:ext cx="1587" cy="1492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Line 264">
              <a:extLst>
                <a:ext uri="{FF2B5EF4-FFF2-40B4-BE49-F238E27FC236}">
                  <a16:creationId xmlns:a16="http://schemas.microsoft.com/office/drawing/2014/main" id="{CCAC7C57-6CEE-1741-80D5-E63105A84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903800"/>
              <a:ext cx="1587" cy="1508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Line 265">
              <a:extLst>
                <a:ext uri="{FF2B5EF4-FFF2-40B4-BE49-F238E27FC236}">
                  <a16:creationId xmlns:a16="http://schemas.microsoft.com/office/drawing/2014/main" id="{697CD593-6D7C-DD99-36D6-FF01D6B6E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676788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267">
              <a:extLst>
                <a:ext uri="{FF2B5EF4-FFF2-40B4-BE49-F238E27FC236}">
                  <a16:creationId xmlns:a16="http://schemas.microsoft.com/office/drawing/2014/main" id="{49034960-EB2A-E15B-8996-6AC9CF318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221175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268">
              <a:extLst>
                <a:ext uri="{FF2B5EF4-FFF2-40B4-BE49-F238E27FC236}">
                  <a16:creationId xmlns:a16="http://schemas.microsoft.com/office/drawing/2014/main" id="{8247FBC7-AD41-C807-20CD-4EEB907BB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025913"/>
              <a:ext cx="1587" cy="1492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8" name="Group 269">
              <a:extLst>
                <a:ext uri="{FF2B5EF4-FFF2-40B4-BE49-F238E27FC236}">
                  <a16:creationId xmlns:a16="http://schemas.microsoft.com/office/drawing/2014/main" id="{9116F804-577C-19B2-BC93-01F27B7ADE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8778" y="3441963"/>
              <a:ext cx="2089150" cy="1555750"/>
              <a:chOff x="1862" y="2321"/>
              <a:chExt cx="1316" cy="980"/>
            </a:xfrm>
          </p:grpSpPr>
          <p:sp>
            <p:nvSpPr>
              <p:cNvPr id="131" name="Freeform 270">
                <a:extLst>
                  <a:ext uri="{FF2B5EF4-FFF2-40B4-BE49-F238E27FC236}">
                    <a16:creationId xmlns:a16="http://schemas.microsoft.com/office/drawing/2014/main" id="{FF597C59-58B3-D81C-DE46-F04C2992A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76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8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271">
                <a:extLst>
                  <a:ext uri="{FF2B5EF4-FFF2-40B4-BE49-F238E27FC236}">
                    <a16:creationId xmlns:a16="http://schemas.microsoft.com/office/drawing/2014/main" id="{6FF86E2B-DAE0-5146-456B-82277A253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76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5" y="60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8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272">
                <a:extLst>
                  <a:ext uri="{FF2B5EF4-FFF2-40B4-BE49-F238E27FC236}">
                    <a16:creationId xmlns:a16="http://schemas.microsoft.com/office/drawing/2014/main" id="{2E60E0BF-2583-5393-EADB-3EF0C677E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89"/>
                <a:ext cx="25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Freeform 273">
                <a:extLst>
                  <a:ext uri="{FF2B5EF4-FFF2-40B4-BE49-F238E27FC236}">
                    <a16:creationId xmlns:a16="http://schemas.microsoft.com/office/drawing/2014/main" id="{784FE194-2EE6-4004-6AE9-685F452F0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89"/>
                <a:ext cx="25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274">
                <a:extLst>
                  <a:ext uri="{FF2B5EF4-FFF2-40B4-BE49-F238E27FC236}">
                    <a16:creationId xmlns:a16="http://schemas.microsoft.com/office/drawing/2014/main" id="{1A1625D5-01B1-AFA5-9245-57E6E0894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220"/>
                <a:ext cx="25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8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2" y="69"/>
                    </a:lnTo>
                    <a:lnTo>
                      <a:pt x="20" y="58"/>
                    </a:lnTo>
                    <a:lnTo>
                      <a:pt x="12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275">
                <a:extLst>
                  <a:ext uri="{FF2B5EF4-FFF2-40B4-BE49-F238E27FC236}">
                    <a16:creationId xmlns:a16="http://schemas.microsoft.com/office/drawing/2014/main" id="{61DBDD13-FFC6-0F89-FC73-4A755663E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220"/>
                <a:ext cx="25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8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2" y="69"/>
                    </a:lnTo>
                    <a:lnTo>
                      <a:pt x="20" y="58"/>
                    </a:lnTo>
                    <a:lnTo>
                      <a:pt x="12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276">
                <a:extLst>
                  <a:ext uri="{FF2B5EF4-FFF2-40B4-BE49-F238E27FC236}">
                    <a16:creationId xmlns:a16="http://schemas.microsoft.com/office/drawing/2014/main" id="{6ADB8E8A-1883-A827-A912-ED5512921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19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7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277">
                <a:extLst>
                  <a:ext uri="{FF2B5EF4-FFF2-40B4-BE49-F238E27FC236}">
                    <a16:creationId xmlns:a16="http://schemas.microsoft.com/office/drawing/2014/main" id="{7BF3F571-1CD3-ED9D-558B-20EAAC419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19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7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278">
                <a:extLst>
                  <a:ext uri="{FF2B5EF4-FFF2-40B4-BE49-F238E27FC236}">
                    <a16:creationId xmlns:a16="http://schemas.microsoft.com/office/drawing/2014/main" id="{F811112D-1E8A-8D65-C39A-C0C65E8F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89"/>
                <a:ext cx="26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279">
                <a:extLst>
                  <a:ext uri="{FF2B5EF4-FFF2-40B4-BE49-F238E27FC236}">
                    <a16:creationId xmlns:a16="http://schemas.microsoft.com/office/drawing/2014/main" id="{168440FF-40DA-5208-1A12-DC79C58F72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89"/>
                <a:ext cx="26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280">
                <a:extLst>
                  <a:ext uri="{FF2B5EF4-FFF2-40B4-BE49-F238E27FC236}">
                    <a16:creationId xmlns:a16="http://schemas.microsoft.com/office/drawing/2014/main" id="{846A1838-C4D3-44D2-229B-D1D76B310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20"/>
                <a:ext cx="26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7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19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1" y="69"/>
                    </a:lnTo>
                    <a:lnTo>
                      <a:pt x="20" y="58"/>
                    </a:lnTo>
                    <a:lnTo>
                      <a:pt x="11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281">
                <a:extLst>
                  <a:ext uri="{FF2B5EF4-FFF2-40B4-BE49-F238E27FC236}">
                    <a16:creationId xmlns:a16="http://schemas.microsoft.com/office/drawing/2014/main" id="{3984F940-B814-5E40-EA54-7CC2412C4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20"/>
                <a:ext cx="26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7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19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1" y="69"/>
                    </a:lnTo>
                    <a:lnTo>
                      <a:pt x="20" y="58"/>
                    </a:lnTo>
                    <a:lnTo>
                      <a:pt x="11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Line 282">
                <a:extLst>
                  <a:ext uri="{FF2B5EF4-FFF2-40B4-BE49-F238E27FC236}">
                    <a16:creationId xmlns:a16="http://schemas.microsoft.com/office/drawing/2014/main" id="{792AC5BE-8CF5-3284-03E6-B13842DF4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2321"/>
                <a:ext cx="1" cy="34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Line 283">
                <a:extLst>
                  <a:ext uri="{FF2B5EF4-FFF2-40B4-BE49-F238E27FC236}">
                    <a16:creationId xmlns:a16="http://schemas.microsoft.com/office/drawing/2014/main" id="{7C1507BD-F2FD-2DCF-6ECB-97FB4C93E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3" y="3066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Line 284">
                <a:extLst>
                  <a:ext uri="{FF2B5EF4-FFF2-40B4-BE49-F238E27FC236}">
                    <a16:creationId xmlns:a16="http://schemas.microsoft.com/office/drawing/2014/main" id="{7335C122-6A13-70AA-2F51-1FB961E1D0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5" y="3066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Freeform 285">
                <a:extLst>
                  <a:ext uri="{FF2B5EF4-FFF2-40B4-BE49-F238E27FC236}">
                    <a16:creationId xmlns:a16="http://schemas.microsoft.com/office/drawing/2014/main" id="{40232359-0DE2-E064-E047-74D747367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07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5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3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Freeform 286">
                <a:extLst>
                  <a:ext uri="{FF2B5EF4-FFF2-40B4-BE49-F238E27FC236}">
                    <a16:creationId xmlns:a16="http://schemas.microsoft.com/office/drawing/2014/main" id="{58DC6A4B-5436-8AC5-FD66-4A72D0310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07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5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3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Freeform 287">
                <a:extLst>
                  <a:ext uri="{FF2B5EF4-FFF2-40B4-BE49-F238E27FC236}">
                    <a16:creationId xmlns:a16="http://schemas.microsoft.com/office/drawing/2014/main" id="{EA4D010E-F384-679D-D288-D1664AD6A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3207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Freeform 288">
                <a:extLst>
                  <a:ext uri="{FF2B5EF4-FFF2-40B4-BE49-F238E27FC236}">
                    <a16:creationId xmlns:a16="http://schemas.microsoft.com/office/drawing/2014/main" id="{92047087-902A-B03B-C49F-1811FB9D2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3207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Freeform 289">
                <a:extLst>
                  <a:ext uri="{FF2B5EF4-FFF2-40B4-BE49-F238E27FC236}">
                    <a16:creationId xmlns:a16="http://schemas.microsoft.com/office/drawing/2014/main" id="{2C4E1926-8B85-75E0-CC28-8C2D1A0F5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3207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3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5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Freeform 290">
                <a:extLst>
                  <a:ext uri="{FF2B5EF4-FFF2-40B4-BE49-F238E27FC236}">
                    <a16:creationId xmlns:a16="http://schemas.microsoft.com/office/drawing/2014/main" id="{ECA9A8A9-EA65-AAE8-8F2E-8DDD25CB8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3207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3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5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Line 291">
                <a:extLst>
                  <a:ext uri="{FF2B5EF4-FFF2-40B4-BE49-F238E27FC236}">
                    <a16:creationId xmlns:a16="http://schemas.microsoft.com/office/drawing/2014/main" id="{FE4BD44E-6F69-8F58-668D-B5C6A4716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2" y="2804"/>
                <a:ext cx="30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Line 292">
                <a:extLst>
                  <a:ext uri="{FF2B5EF4-FFF2-40B4-BE49-F238E27FC236}">
                    <a16:creationId xmlns:a16="http://schemas.microsoft.com/office/drawing/2014/main" id="{16B72461-B9E7-B951-144A-781C7DCAE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2" y="2803"/>
                <a:ext cx="56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Line 293">
                <a:extLst>
                  <a:ext uri="{FF2B5EF4-FFF2-40B4-BE49-F238E27FC236}">
                    <a16:creationId xmlns:a16="http://schemas.microsoft.com/office/drawing/2014/main" id="{2FDF50CA-6582-5449-55FD-94AF0226A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2717"/>
                <a:ext cx="0" cy="58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Line 294">
                <a:extLst>
                  <a:ext uri="{FF2B5EF4-FFF2-40B4-BE49-F238E27FC236}">
                    <a16:creationId xmlns:a16="http://schemas.microsoft.com/office/drawing/2014/main" id="{B4BB9B7E-FF70-8D08-448A-BADF94C54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3125"/>
                <a:ext cx="1" cy="1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Line 295">
                <a:extLst>
                  <a:ext uri="{FF2B5EF4-FFF2-40B4-BE49-F238E27FC236}">
                    <a16:creationId xmlns:a16="http://schemas.microsoft.com/office/drawing/2014/main" id="{7767EC5A-A2AB-0DD6-128B-1E50A7017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5" y="2804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Line 296">
                <a:extLst>
                  <a:ext uri="{FF2B5EF4-FFF2-40B4-BE49-F238E27FC236}">
                    <a16:creationId xmlns:a16="http://schemas.microsoft.com/office/drawing/2014/main" id="{709A2EE2-1757-4266-1103-C138DCF31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2688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Line 297">
                <a:extLst>
                  <a:ext uri="{FF2B5EF4-FFF2-40B4-BE49-F238E27FC236}">
                    <a16:creationId xmlns:a16="http://schemas.microsoft.com/office/drawing/2014/main" id="{139F4EF6-2AF1-0C7B-DADD-AB57AB889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3" y="2803"/>
                <a:ext cx="3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Line 298">
                <a:extLst>
                  <a:ext uri="{FF2B5EF4-FFF2-40B4-BE49-F238E27FC236}">
                    <a16:creationId xmlns:a16="http://schemas.microsoft.com/office/drawing/2014/main" id="{6C0CF89F-2448-29E2-8B95-69BB64587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2" y="2803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Line 299">
                <a:extLst>
                  <a:ext uri="{FF2B5EF4-FFF2-40B4-BE49-F238E27FC236}">
                    <a16:creationId xmlns:a16="http://schemas.microsoft.com/office/drawing/2014/main" id="{C7BDBEB3-9680-097A-1C68-75FB716CF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3" y="2544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Line 300">
                <a:extLst>
                  <a:ext uri="{FF2B5EF4-FFF2-40B4-BE49-F238E27FC236}">
                    <a16:creationId xmlns:a16="http://schemas.microsoft.com/office/drawing/2014/main" id="{80EF9DB1-D7C0-3635-0A5E-40336B691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5" y="2544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Freeform 301">
                <a:extLst>
                  <a:ext uri="{FF2B5EF4-FFF2-40B4-BE49-F238E27FC236}">
                    <a16:creationId xmlns:a16="http://schemas.microsoft.com/office/drawing/2014/main" id="{961500F6-3D58-AF0B-BBF0-961AF70E8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302">
                <a:extLst>
                  <a:ext uri="{FF2B5EF4-FFF2-40B4-BE49-F238E27FC236}">
                    <a16:creationId xmlns:a16="http://schemas.microsoft.com/office/drawing/2014/main" id="{0C8311CB-0BA3-8D07-F125-C985AEE5A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Freeform 303">
                <a:extLst>
                  <a:ext uri="{FF2B5EF4-FFF2-40B4-BE49-F238E27FC236}">
                    <a16:creationId xmlns:a16="http://schemas.microsoft.com/office/drawing/2014/main" id="{DC5955B4-E964-BE84-9ED6-87E37E3D5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2376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304">
                <a:extLst>
                  <a:ext uri="{FF2B5EF4-FFF2-40B4-BE49-F238E27FC236}">
                    <a16:creationId xmlns:a16="http://schemas.microsoft.com/office/drawing/2014/main" id="{36C5BEC6-2172-3543-BCAB-6D2311A62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2376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305">
                <a:extLst>
                  <a:ext uri="{FF2B5EF4-FFF2-40B4-BE49-F238E27FC236}">
                    <a16:creationId xmlns:a16="http://schemas.microsoft.com/office/drawing/2014/main" id="{85A8C4D6-1676-6E77-EB1B-B836BC0D2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2376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2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Freeform 306">
                <a:extLst>
                  <a:ext uri="{FF2B5EF4-FFF2-40B4-BE49-F238E27FC236}">
                    <a16:creationId xmlns:a16="http://schemas.microsoft.com/office/drawing/2014/main" id="{E76C46C5-BF91-BFD7-AAC6-CA3A234BE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2376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2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Freeform 307">
                <a:extLst>
                  <a:ext uri="{FF2B5EF4-FFF2-40B4-BE49-F238E27FC236}">
                    <a16:creationId xmlns:a16="http://schemas.microsoft.com/office/drawing/2014/main" id="{66D11A8E-3DD7-3C38-F387-4B4D6CAFE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66"/>
                <a:ext cx="25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3" y="31"/>
                    </a:lnTo>
                    <a:lnTo>
                      <a:pt x="166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308">
                <a:extLst>
                  <a:ext uri="{FF2B5EF4-FFF2-40B4-BE49-F238E27FC236}">
                    <a16:creationId xmlns:a16="http://schemas.microsoft.com/office/drawing/2014/main" id="{BB416CAA-DA04-2018-4DA3-2FAC67EC9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66"/>
                <a:ext cx="25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3" y="31"/>
                    </a:lnTo>
                    <a:lnTo>
                      <a:pt x="166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Freeform 309">
                <a:extLst>
                  <a:ext uri="{FF2B5EF4-FFF2-40B4-BE49-F238E27FC236}">
                    <a16:creationId xmlns:a16="http://schemas.microsoft.com/office/drawing/2014/main" id="{BB8C34AA-F290-FAC5-9A15-58F66D7A3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44"/>
                <a:ext cx="25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Freeform 310">
                <a:extLst>
                  <a:ext uri="{FF2B5EF4-FFF2-40B4-BE49-F238E27FC236}">
                    <a16:creationId xmlns:a16="http://schemas.microsoft.com/office/drawing/2014/main" id="{D172BFBB-6591-871A-CB0B-2BDFF8CBD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44"/>
                <a:ext cx="25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311">
                <a:extLst>
                  <a:ext uri="{FF2B5EF4-FFF2-40B4-BE49-F238E27FC236}">
                    <a16:creationId xmlns:a16="http://schemas.microsoft.com/office/drawing/2014/main" id="{4B999D0F-B9DF-C84B-F902-B0C643CFC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6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Freeform 312">
                <a:extLst>
                  <a:ext uri="{FF2B5EF4-FFF2-40B4-BE49-F238E27FC236}">
                    <a16:creationId xmlns:a16="http://schemas.microsoft.com/office/drawing/2014/main" id="{F64B8B0F-9E5F-2B7A-F6BE-489B9E51A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6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313">
                <a:extLst>
                  <a:ext uri="{FF2B5EF4-FFF2-40B4-BE49-F238E27FC236}">
                    <a16:creationId xmlns:a16="http://schemas.microsoft.com/office/drawing/2014/main" id="{F5296D12-EB43-2D2D-A993-44EE462E1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066"/>
                <a:ext cx="26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3" y="31"/>
                    </a:lnTo>
                    <a:lnTo>
                      <a:pt x="167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9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Freeform 314">
                <a:extLst>
                  <a:ext uri="{FF2B5EF4-FFF2-40B4-BE49-F238E27FC236}">
                    <a16:creationId xmlns:a16="http://schemas.microsoft.com/office/drawing/2014/main" id="{393A2FFF-F62D-7093-E7FB-80AB48688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066"/>
                <a:ext cx="26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3" y="31"/>
                    </a:lnTo>
                    <a:lnTo>
                      <a:pt x="167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9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Freeform 315">
                <a:extLst>
                  <a:ext uri="{FF2B5EF4-FFF2-40B4-BE49-F238E27FC236}">
                    <a16:creationId xmlns:a16="http://schemas.microsoft.com/office/drawing/2014/main" id="{8D7D65C6-B379-696C-18B3-49EF9BEA6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44"/>
                <a:ext cx="26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Freeform 316">
                <a:extLst>
                  <a:ext uri="{FF2B5EF4-FFF2-40B4-BE49-F238E27FC236}">
                    <a16:creationId xmlns:a16="http://schemas.microsoft.com/office/drawing/2014/main" id="{C3DCC533-E345-96C3-4747-7B10FB408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44"/>
                <a:ext cx="26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Freeform 317">
                <a:extLst>
                  <a:ext uri="{FF2B5EF4-FFF2-40B4-BE49-F238E27FC236}">
                    <a16:creationId xmlns:a16="http://schemas.microsoft.com/office/drawing/2014/main" id="{9150D950-042D-A1CF-75D4-17C2C42F8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31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9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7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Freeform 318">
                <a:extLst>
                  <a:ext uri="{FF2B5EF4-FFF2-40B4-BE49-F238E27FC236}">
                    <a16:creationId xmlns:a16="http://schemas.microsoft.com/office/drawing/2014/main" id="{99A2142E-04FD-9495-4C60-2D044CEE3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31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9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7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Line 319">
                <a:extLst>
                  <a:ext uri="{FF2B5EF4-FFF2-40B4-BE49-F238E27FC236}">
                    <a16:creationId xmlns:a16="http://schemas.microsoft.com/office/drawing/2014/main" id="{A62FCD0E-76A3-3554-14F3-7079CC075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86" y="2544"/>
                <a:ext cx="11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Line 320">
                <a:extLst>
                  <a:ext uri="{FF2B5EF4-FFF2-40B4-BE49-F238E27FC236}">
                    <a16:creationId xmlns:a16="http://schemas.microsoft.com/office/drawing/2014/main" id="{EBF2A1B1-9490-CD8D-32B0-49A3577A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8" y="2544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Line 321">
                <a:extLst>
                  <a:ext uri="{FF2B5EF4-FFF2-40B4-BE49-F238E27FC236}">
                    <a16:creationId xmlns:a16="http://schemas.microsoft.com/office/drawing/2014/main" id="{9FA1551A-1742-B154-CB5D-35640A859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86" y="3066"/>
                <a:ext cx="11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3" name="Line 322">
                <a:extLst>
                  <a:ext uri="{FF2B5EF4-FFF2-40B4-BE49-F238E27FC236}">
                    <a16:creationId xmlns:a16="http://schemas.microsoft.com/office/drawing/2014/main" id="{B0F80C04-FE30-76AB-3141-4C301EE35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8" y="3066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Freeform 323">
                <a:extLst>
                  <a:ext uri="{FF2B5EF4-FFF2-40B4-BE49-F238E27FC236}">
                    <a16:creationId xmlns:a16="http://schemas.microsoft.com/office/drawing/2014/main" id="{EF5014E1-8080-C4B9-B4BF-82E708C9A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7"/>
                    </a:lnTo>
                    <a:lnTo>
                      <a:pt x="58" y="173"/>
                    </a:lnTo>
                    <a:lnTo>
                      <a:pt x="45" y="167"/>
                    </a:lnTo>
                    <a:lnTo>
                      <a:pt x="32" y="158"/>
                    </a:lnTo>
                    <a:lnTo>
                      <a:pt x="20" y="147"/>
                    </a:lnTo>
                    <a:lnTo>
                      <a:pt x="12" y="134"/>
                    </a:lnTo>
                    <a:lnTo>
                      <a:pt x="6" y="120"/>
                    </a:lnTo>
                    <a:lnTo>
                      <a:pt x="1" y="105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Freeform 324">
                <a:extLst>
                  <a:ext uri="{FF2B5EF4-FFF2-40B4-BE49-F238E27FC236}">
                    <a16:creationId xmlns:a16="http://schemas.microsoft.com/office/drawing/2014/main" id="{80FDBD56-04AA-FEFD-5872-DCDB0B421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7"/>
                    </a:lnTo>
                    <a:lnTo>
                      <a:pt x="58" y="173"/>
                    </a:lnTo>
                    <a:lnTo>
                      <a:pt x="45" y="167"/>
                    </a:lnTo>
                    <a:lnTo>
                      <a:pt x="32" y="158"/>
                    </a:lnTo>
                    <a:lnTo>
                      <a:pt x="20" y="147"/>
                    </a:lnTo>
                    <a:lnTo>
                      <a:pt x="12" y="134"/>
                    </a:lnTo>
                    <a:lnTo>
                      <a:pt x="6" y="120"/>
                    </a:lnTo>
                    <a:lnTo>
                      <a:pt x="1" y="105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Freeform 325">
                <a:extLst>
                  <a:ext uri="{FF2B5EF4-FFF2-40B4-BE49-F238E27FC236}">
                    <a16:creationId xmlns:a16="http://schemas.microsoft.com/office/drawing/2014/main" id="{55B33FB9-EA96-5FE0-3A03-4A411A90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2531"/>
                <a:ext cx="658" cy="26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Freeform 326">
                <a:extLst>
                  <a:ext uri="{FF2B5EF4-FFF2-40B4-BE49-F238E27FC236}">
                    <a16:creationId xmlns:a16="http://schemas.microsoft.com/office/drawing/2014/main" id="{D97D6B35-EA48-64EF-3422-0413A45A5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2531"/>
                <a:ext cx="658" cy="26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327">
                <a:extLst>
                  <a:ext uri="{FF2B5EF4-FFF2-40B4-BE49-F238E27FC236}">
                    <a16:creationId xmlns:a16="http://schemas.microsoft.com/office/drawing/2014/main" id="{CD378B8E-F578-BAFD-4303-5300BB752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531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2"/>
                    </a:lnTo>
                    <a:lnTo>
                      <a:pt x="31" y="6"/>
                    </a:lnTo>
                    <a:lnTo>
                      <a:pt x="45" y="12"/>
                    </a:lnTo>
                    <a:lnTo>
                      <a:pt x="57" y="21"/>
                    </a:lnTo>
                    <a:lnTo>
                      <a:pt x="69" y="32"/>
                    </a:lnTo>
                    <a:lnTo>
                      <a:pt x="78" y="45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5"/>
                    </a:lnTo>
                    <a:lnTo>
                      <a:pt x="84" y="120"/>
                    </a:lnTo>
                    <a:lnTo>
                      <a:pt x="78" y="134"/>
                    </a:lnTo>
                    <a:lnTo>
                      <a:pt x="69" y="147"/>
                    </a:lnTo>
                    <a:lnTo>
                      <a:pt x="57" y="158"/>
                    </a:lnTo>
                    <a:lnTo>
                      <a:pt x="45" y="167"/>
                    </a:lnTo>
                    <a:lnTo>
                      <a:pt x="31" y="173"/>
                    </a:lnTo>
                    <a:lnTo>
                      <a:pt x="16" y="177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Freeform 328">
                <a:extLst>
                  <a:ext uri="{FF2B5EF4-FFF2-40B4-BE49-F238E27FC236}">
                    <a16:creationId xmlns:a16="http://schemas.microsoft.com/office/drawing/2014/main" id="{3B304466-0929-D05A-43B1-AA5A60389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531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2"/>
                    </a:lnTo>
                    <a:lnTo>
                      <a:pt x="31" y="6"/>
                    </a:lnTo>
                    <a:lnTo>
                      <a:pt x="45" y="12"/>
                    </a:lnTo>
                    <a:lnTo>
                      <a:pt x="57" y="21"/>
                    </a:lnTo>
                    <a:lnTo>
                      <a:pt x="69" y="32"/>
                    </a:lnTo>
                    <a:lnTo>
                      <a:pt x="78" y="45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5"/>
                    </a:lnTo>
                    <a:lnTo>
                      <a:pt x="84" y="120"/>
                    </a:lnTo>
                    <a:lnTo>
                      <a:pt x="78" y="134"/>
                    </a:lnTo>
                    <a:lnTo>
                      <a:pt x="69" y="147"/>
                    </a:lnTo>
                    <a:lnTo>
                      <a:pt x="57" y="158"/>
                    </a:lnTo>
                    <a:lnTo>
                      <a:pt x="45" y="167"/>
                    </a:lnTo>
                    <a:lnTo>
                      <a:pt x="31" y="173"/>
                    </a:lnTo>
                    <a:lnTo>
                      <a:pt x="16" y="177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Freeform 329">
                <a:extLst>
                  <a:ext uri="{FF2B5EF4-FFF2-40B4-BE49-F238E27FC236}">
                    <a16:creationId xmlns:a16="http://schemas.microsoft.com/office/drawing/2014/main" id="{4075E1D7-2A9E-884B-31C1-FF97AADBE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53"/>
                <a:ext cx="13" cy="25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8"/>
                    </a:lnTo>
                    <a:lnTo>
                      <a:pt x="58" y="174"/>
                    </a:lnTo>
                    <a:lnTo>
                      <a:pt x="45" y="167"/>
                    </a:lnTo>
                    <a:lnTo>
                      <a:pt x="32" y="159"/>
                    </a:lnTo>
                    <a:lnTo>
                      <a:pt x="20" y="147"/>
                    </a:lnTo>
                    <a:lnTo>
                      <a:pt x="12" y="135"/>
                    </a:lnTo>
                    <a:lnTo>
                      <a:pt x="6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1"/>
                    </a:lnTo>
                    <a:lnTo>
                      <a:pt x="45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Freeform 330">
                <a:extLst>
                  <a:ext uri="{FF2B5EF4-FFF2-40B4-BE49-F238E27FC236}">
                    <a16:creationId xmlns:a16="http://schemas.microsoft.com/office/drawing/2014/main" id="{94D4A888-19FF-ABF4-8A23-05EBFDC40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53"/>
                <a:ext cx="13" cy="25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8"/>
                    </a:lnTo>
                    <a:lnTo>
                      <a:pt x="58" y="174"/>
                    </a:lnTo>
                    <a:lnTo>
                      <a:pt x="45" y="167"/>
                    </a:lnTo>
                    <a:lnTo>
                      <a:pt x="32" y="159"/>
                    </a:lnTo>
                    <a:lnTo>
                      <a:pt x="20" y="147"/>
                    </a:lnTo>
                    <a:lnTo>
                      <a:pt x="12" y="135"/>
                    </a:lnTo>
                    <a:lnTo>
                      <a:pt x="6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1"/>
                    </a:lnTo>
                    <a:lnTo>
                      <a:pt x="45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Freeform 331">
                <a:extLst>
                  <a:ext uri="{FF2B5EF4-FFF2-40B4-BE49-F238E27FC236}">
                    <a16:creationId xmlns:a16="http://schemas.microsoft.com/office/drawing/2014/main" id="{2BB16D33-3A77-DCDB-B402-06B947CCE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3053"/>
                <a:ext cx="658" cy="25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Freeform 332">
                <a:extLst>
                  <a:ext uri="{FF2B5EF4-FFF2-40B4-BE49-F238E27FC236}">
                    <a16:creationId xmlns:a16="http://schemas.microsoft.com/office/drawing/2014/main" id="{7199934B-0357-3808-0BAA-EAB2912E7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3053"/>
                <a:ext cx="658" cy="25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" name="Freeform 333">
                <a:extLst>
                  <a:ext uri="{FF2B5EF4-FFF2-40B4-BE49-F238E27FC236}">
                    <a16:creationId xmlns:a16="http://schemas.microsoft.com/office/drawing/2014/main" id="{623DCE8C-A149-AC06-2294-A5194E362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3053"/>
                <a:ext cx="13" cy="25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2"/>
                    </a:lnTo>
                    <a:lnTo>
                      <a:pt x="31" y="7"/>
                    </a:lnTo>
                    <a:lnTo>
                      <a:pt x="45" y="13"/>
                    </a:lnTo>
                    <a:lnTo>
                      <a:pt x="57" y="21"/>
                    </a:lnTo>
                    <a:lnTo>
                      <a:pt x="69" y="33"/>
                    </a:lnTo>
                    <a:lnTo>
                      <a:pt x="78" y="46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4" y="121"/>
                    </a:lnTo>
                    <a:lnTo>
                      <a:pt x="78" y="135"/>
                    </a:lnTo>
                    <a:lnTo>
                      <a:pt x="69" y="147"/>
                    </a:lnTo>
                    <a:lnTo>
                      <a:pt x="57" y="159"/>
                    </a:lnTo>
                    <a:lnTo>
                      <a:pt x="45" y="167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" name="Freeform 334">
                <a:extLst>
                  <a:ext uri="{FF2B5EF4-FFF2-40B4-BE49-F238E27FC236}">
                    <a16:creationId xmlns:a16="http://schemas.microsoft.com/office/drawing/2014/main" id="{AF1E7572-D319-00B0-60FF-A3330B0E5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3053"/>
                <a:ext cx="13" cy="25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2"/>
                    </a:lnTo>
                    <a:lnTo>
                      <a:pt x="31" y="7"/>
                    </a:lnTo>
                    <a:lnTo>
                      <a:pt x="45" y="13"/>
                    </a:lnTo>
                    <a:lnTo>
                      <a:pt x="57" y="21"/>
                    </a:lnTo>
                    <a:lnTo>
                      <a:pt x="69" y="33"/>
                    </a:lnTo>
                    <a:lnTo>
                      <a:pt x="78" y="46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4" y="121"/>
                    </a:lnTo>
                    <a:lnTo>
                      <a:pt x="78" y="135"/>
                    </a:lnTo>
                    <a:lnTo>
                      <a:pt x="69" y="147"/>
                    </a:lnTo>
                    <a:lnTo>
                      <a:pt x="57" y="159"/>
                    </a:lnTo>
                    <a:lnTo>
                      <a:pt x="45" y="167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51CCFF10-0DC3-D098-1AFA-F898382EA139}"/>
                </a:ext>
              </a:extLst>
            </p:cNvPr>
            <p:cNvSpPr/>
            <p:nvPr/>
          </p:nvSpPr>
          <p:spPr>
            <a:xfrm>
              <a:off x="4822103" y="1886359"/>
              <a:ext cx="1320078" cy="132007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B07FE846-D67C-EDDF-EC96-66AF0169145F}"/>
                </a:ext>
              </a:extLst>
            </p:cNvPr>
            <p:cNvSpPr/>
            <p:nvPr/>
          </p:nvSpPr>
          <p:spPr>
            <a:xfrm>
              <a:off x="5072856" y="2131846"/>
              <a:ext cx="829104" cy="82910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6" name="Text Box 37">
            <a:extLst>
              <a:ext uri="{FF2B5EF4-FFF2-40B4-BE49-F238E27FC236}">
                <a16:creationId xmlns:a16="http://schemas.microsoft.com/office/drawing/2014/main" id="{B54CA83B-B089-2199-E410-2D7E01A39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" y="1164898"/>
            <a:ext cx="1106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</a:p>
        </p:txBody>
      </p:sp>
    </p:spTree>
    <p:extLst>
      <p:ext uri="{BB962C8B-B14F-4D97-AF65-F5344CB8AC3E}">
        <p14:creationId xmlns:p14="http://schemas.microsoft.com/office/powerpoint/2010/main" val="36135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C3ED-1C2C-4651-1278-1BDCFD92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F346EBD-F1BD-7D8D-0127-7CA83C5E4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B1EF1E4-9BC8-4963-DB75-A78102761E7B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6BEBA688-5C3A-7CFE-1F72-670D9092A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255" y="1845013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相贯线产生</a:t>
            </a: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CE2DE702-8809-965A-7114-4599022A5C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2505" y="1585704"/>
            <a:ext cx="718051" cy="518618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65BD75C-5230-BEBE-A979-4974992BD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818" y="1237909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外表面与外表面相交</a:t>
            </a: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781BFF50-17E0-F34A-1A64-01B5F491A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506" y="2104817"/>
            <a:ext cx="718050" cy="1147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002A123A-2FF5-6124-1D0B-061E3B492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505" y="2106953"/>
            <a:ext cx="718051" cy="462471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ECD60D64-44EE-2C96-F36D-40923BB14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818" y="1748972"/>
            <a:ext cx="3603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外表面与内表面相交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3CFDB23F-CF8A-D8D7-28B1-13B52C255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818" y="2332292"/>
            <a:ext cx="3603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内表面与内表面相交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Rectangle 11" descr="信纸">
            <a:extLst>
              <a:ext uri="{FF2B5EF4-FFF2-40B4-BE49-F238E27FC236}">
                <a16:creationId xmlns:a16="http://schemas.microsoft.com/office/drawing/2014/main" id="{A8AC0B04-99AD-887D-388A-0DF5D78B2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313" y="4981813"/>
            <a:ext cx="162095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交线相同</a:t>
            </a:r>
          </a:p>
        </p:txBody>
      </p:sp>
      <p:sp>
        <p:nvSpPr>
          <p:cNvPr id="10" name="Rectangle 13" descr="信纸">
            <a:extLst>
              <a:ext uri="{FF2B5EF4-FFF2-40B4-BE49-F238E27FC236}">
                <a16:creationId xmlns:a16="http://schemas.microsoft.com/office/drawing/2014/main" id="{470CACC7-1178-829C-9637-0B5B265F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313" y="5500926"/>
            <a:ext cx="305724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求交线的方法相同</a:t>
            </a:r>
          </a:p>
        </p:txBody>
      </p:sp>
      <p:pic>
        <p:nvPicPr>
          <p:cNvPr id="11" name="Picture 51">
            <a:extLst>
              <a:ext uri="{FF2B5EF4-FFF2-40B4-BE49-F238E27FC236}">
                <a16:creationId xmlns:a16="http://schemas.microsoft.com/office/drawing/2014/main" id="{54EC2290-4E7A-4B00-76EB-AD4C376D0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313" y="3177465"/>
            <a:ext cx="1836737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2">
            <a:extLst>
              <a:ext uri="{FF2B5EF4-FFF2-40B4-BE49-F238E27FC236}">
                <a16:creationId xmlns:a16="http://schemas.microsoft.com/office/drawing/2014/main" id="{E3F4CCEC-E19F-D9B7-E6D3-5A92B24BE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975" y="3203089"/>
            <a:ext cx="1846263" cy="156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3">
            <a:extLst>
              <a:ext uri="{FF2B5EF4-FFF2-40B4-BE49-F238E27FC236}">
                <a16:creationId xmlns:a16="http://schemas.microsoft.com/office/drawing/2014/main" id="{40D76C56-CAE8-610E-8865-224B1D8A7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163" y="3138001"/>
            <a:ext cx="1871663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 Box 37">
            <a:extLst>
              <a:ext uri="{FF2B5EF4-FFF2-40B4-BE49-F238E27FC236}">
                <a16:creationId xmlns:a16="http://schemas.microsoft.com/office/drawing/2014/main" id="{30B403D9-B47C-C7F5-0E70-D0AE7E2C1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" y="1164898"/>
            <a:ext cx="1106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</a:t>
            </a:r>
          </a:p>
        </p:txBody>
      </p:sp>
    </p:spTree>
    <p:extLst>
      <p:ext uri="{BB962C8B-B14F-4D97-AF65-F5344CB8AC3E}">
        <p14:creationId xmlns:p14="http://schemas.microsoft.com/office/powerpoint/2010/main" val="146148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6" grpId="0" animBg="1"/>
      <p:bldP spid="7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508A-A401-EFF8-8A0C-5616D83D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62F4979-6A62-A3F5-A508-A236004D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25A0333-A6FE-3EA2-DDD8-EB1BB971380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pic>
        <p:nvPicPr>
          <p:cNvPr id="2" name="Picture 184">
            <a:extLst>
              <a:ext uri="{FF2B5EF4-FFF2-40B4-BE49-F238E27FC236}">
                <a16:creationId xmlns:a16="http://schemas.microsoft.com/office/drawing/2014/main" id="{1F6075A8-4250-70B5-E1E7-85D2C967C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607" y="4263031"/>
            <a:ext cx="1871663" cy="184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Line 2">
            <a:extLst>
              <a:ext uri="{FF2B5EF4-FFF2-40B4-BE49-F238E27FC236}">
                <a16:creationId xmlns:a16="http://schemas.microsoft.com/office/drawing/2014/main" id="{EC62C24C-19E6-2CC4-204C-E6530811C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3159" y="4548782"/>
            <a:ext cx="157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6B4456F1-0721-9312-B5B5-C462F35E89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3159" y="5631457"/>
            <a:ext cx="1581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15A0A90B-DBC3-8E2B-0117-079BC59A2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3159" y="4545607"/>
            <a:ext cx="0" cy="1089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47E94C05-B19A-C149-1BA6-3377F4737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4309" y="4545607"/>
            <a:ext cx="0" cy="1085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8BDB2F95-5C15-4F22-F0DF-78E4A67F2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746" y="3091457"/>
            <a:ext cx="1084263" cy="1084262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5F2B013-1A5E-A27C-FD78-6B0CA5A63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609" y="3635969"/>
            <a:ext cx="1254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5312C4E-EBED-F4EF-9690-F5F96DAF63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8259" y="3004144"/>
            <a:ext cx="0" cy="1257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B019D728-AD5C-E1A8-A407-85CF63C77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1534" y="2800944"/>
            <a:ext cx="0" cy="5524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CCF6936A-4406-EB06-667B-DDDD1D61D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484" y="2819994"/>
            <a:ext cx="1003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9993F560-B3F9-C30E-3104-206222258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6259" y="2805707"/>
            <a:ext cx="0" cy="6556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" name="Group 14">
            <a:extLst>
              <a:ext uri="{FF2B5EF4-FFF2-40B4-BE49-F238E27FC236}">
                <a16:creationId xmlns:a16="http://schemas.microsoft.com/office/drawing/2014/main" id="{F867835C-11E2-D43A-F522-5EA1B4B1B73D}"/>
              </a:ext>
            </a:extLst>
          </p:cNvPr>
          <p:cNvGrpSpPr>
            <a:grpSpLocks/>
          </p:cNvGrpSpPr>
          <p:nvPr/>
        </p:nvGrpSpPr>
        <p:grpSpPr bwMode="auto">
          <a:xfrm>
            <a:off x="4332859" y="3293069"/>
            <a:ext cx="52387" cy="90488"/>
            <a:chOff x="2660" y="2100"/>
            <a:chExt cx="33" cy="57"/>
          </a:xfrm>
        </p:grpSpPr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7FCE9445-7626-4436-47A1-269A1353C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0" y="2100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A0035D26-3867-A2FD-D8E4-2159B9F0C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1" y="2157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C91BFDB-62EB-C51D-E381-94069AFA2FC3}"/>
              </a:ext>
            </a:extLst>
          </p:cNvPr>
          <p:cNvGrpSpPr>
            <a:grpSpLocks/>
          </p:cNvGrpSpPr>
          <p:nvPr/>
        </p:nvGrpSpPr>
        <p:grpSpPr bwMode="auto">
          <a:xfrm>
            <a:off x="4334446" y="3877269"/>
            <a:ext cx="52388" cy="93663"/>
            <a:chOff x="2661" y="2468"/>
            <a:chExt cx="33" cy="59"/>
          </a:xfrm>
        </p:grpSpPr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BF72B674-6EA9-FA05-7D6F-A04D355EF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2" y="2468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D329B39-2D18-3A11-5958-43B4EDB92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1" y="2527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0739E47-F562-CF80-4019-79B086226FFC}"/>
              </a:ext>
            </a:extLst>
          </p:cNvPr>
          <p:cNvGrpSpPr>
            <a:grpSpLocks/>
          </p:cNvGrpSpPr>
          <p:nvPr/>
        </p:nvGrpSpPr>
        <p:grpSpPr bwMode="auto">
          <a:xfrm>
            <a:off x="3939159" y="3604219"/>
            <a:ext cx="96837" cy="61913"/>
            <a:chOff x="2412" y="2296"/>
            <a:chExt cx="61" cy="39"/>
          </a:xfrm>
        </p:grpSpPr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814475CC-2817-F2A0-428E-6A55D22FA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87AB276D-A16C-FEEC-6271-4AAAAA32B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33A5E22-2C80-663E-0CD7-F7953CA53C64}"/>
              </a:ext>
            </a:extLst>
          </p:cNvPr>
          <p:cNvGrpSpPr>
            <a:grpSpLocks/>
          </p:cNvGrpSpPr>
          <p:nvPr/>
        </p:nvGrpSpPr>
        <p:grpSpPr bwMode="auto">
          <a:xfrm>
            <a:off x="4609084" y="3604219"/>
            <a:ext cx="96837" cy="61913"/>
            <a:chOff x="2834" y="2296"/>
            <a:chExt cx="61" cy="39"/>
          </a:xfrm>
        </p:grpSpPr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6C7ED2B-7560-EE86-6284-F31F28A2C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3DEE26AE-6088-9D25-1DFF-77D2F9281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" name="Line 27">
            <a:extLst>
              <a:ext uri="{FF2B5EF4-FFF2-40B4-BE49-F238E27FC236}">
                <a16:creationId xmlns:a16="http://schemas.microsoft.com/office/drawing/2014/main" id="{747A5E7F-8287-188A-C764-B89614409C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9809" y="5088532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Freeform 28">
            <a:extLst>
              <a:ext uri="{FF2B5EF4-FFF2-40B4-BE49-F238E27FC236}">
                <a16:creationId xmlns:a16="http://schemas.microsoft.com/office/drawing/2014/main" id="{32723F75-DAEB-A518-A0DB-611CF7FDBF98}"/>
              </a:ext>
            </a:extLst>
          </p:cNvPr>
          <p:cNvSpPr>
            <a:spLocks/>
          </p:cNvSpPr>
          <p:nvPr/>
        </p:nvSpPr>
        <p:spPr bwMode="auto">
          <a:xfrm>
            <a:off x="1902396" y="4615457"/>
            <a:ext cx="1081088" cy="971550"/>
          </a:xfrm>
          <a:custGeom>
            <a:avLst/>
            <a:gdLst>
              <a:gd name="T0" fmla="*/ 2147483646 w 518"/>
              <a:gd name="T1" fmla="*/ 2147483646 h 376"/>
              <a:gd name="T2" fmla="*/ 0 w 518"/>
              <a:gd name="T3" fmla="*/ 0 h 376"/>
              <a:gd name="T4" fmla="*/ 2147483646 w 518"/>
              <a:gd name="T5" fmla="*/ 0 h 376"/>
              <a:gd name="T6" fmla="*/ 2147483646 w 518"/>
              <a:gd name="T7" fmla="*/ 2147483646 h 376"/>
              <a:gd name="T8" fmla="*/ 0 60000 65536"/>
              <a:gd name="T9" fmla="*/ 0 60000 65536"/>
              <a:gd name="T10" fmla="*/ 0 60000 65536"/>
              <a:gd name="T11" fmla="*/ 0 60000 65536"/>
              <a:gd name="T12" fmla="*/ 0 w 518"/>
              <a:gd name="T13" fmla="*/ 0 h 376"/>
              <a:gd name="T14" fmla="*/ 518 w 518"/>
              <a:gd name="T15" fmla="*/ 376 h 3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8" h="376">
                <a:moveTo>
                  <a:pt x="260" y="376"/>
                </a:moveTo>
                <a:lnTo>
                  <a:pt x="0" y="0"/>
                </a:lnTo>
                <a:lnTo>
                  <a:pt x="518" y="0"/>
                </a:lnTo>
                <a:lnTo>
                  <a:pt x="260" y="376"/>
                </a:lnTo>
                <a:close/>
              </a:path>
            </a:pathLst>
          </a:custGeom>
          <a:noFill/>
          <a:ln w="3810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B40C4E14-2E57-F0AE-7DC4-ED3BC490B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221" y="4547194"/>
            <a:ext cx="1581150" cy="10826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9" name="Group 30">
            <a:extLst>
              <a:ext uri="{FF2B5EF4-FFF2-40B4-BE49-F238E27FC236}">
                <a16:creationId xmlns:a16="http://schemas.microsoft.com/office/drawing/2014/main" id="{3827067B-0393-46C8-9A47-B6F325700125}"/>
              </a:ext>
            </a:extLst>
          </p:cNvPr>
          <p:cNvGrpSpPr>
            <a:grpSpLocks/>
          </p:cNvGrpSpPr>
          <p:nvPr/>
        </p:nvGrpSpPr>
        <p:grpSpPr bwMode="auto">
          <a:xfrm>
            <a:off x="1872234" y="5056782"/>
            <a:ext cx="96837" cy="61912"/>
            <a:chOff x="2412" y="2296"/>
            <a:chExt cx="61" cy="39"/>
          </a:xfrm>
        </p:grpSpPr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B5ABDF23-D9FA-76CF-17A0-7CAA95411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B64E8498-B1E6-C21C-F6C6-C39D411AE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Group 33">
            <a:extLst>
              <a:ext uri="{FF2B5EF4-FFF2-40B4-BE49-F238E27FC236}">
                <a16:creationId xmlns:a16="http://schemas.microsoft.com/office/drawing/2014/main" id="{6B9A156B-B052-9238-4CB1-14042B8D01AE}"/>
              </a:ext>
            </a:extLst>
          </p:cNvPr>
          <p:cNvGrpSpPr>
            <a:grpSpLocks/>
          </p:cNvGrpSpPr>
          <p:nvPr/>
        </p:nvGrpSpPr>
        <p:grpSpPr bwMode="auto">
          <a:xfrm>
            <a:off x="2492946" y="5056782"/>
            <a:ext cx="96838" cy="61912"/>
            <a:chOff x="2834" y="2296"/>
            <a:chExt cx="61" cy="39"/>
          </a:xfrm>
        </p:grpSpPr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350D918F-3E26-EF21-4733-95B864A17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5">
              <a:extLst>
                <a:ext uri="{FF2B5EF4-FFF2-40B4-BE49-F238E27FC236}">
                  <a16:creationId xmlns:a16="http://schemas.microsoft.com/office/drawing/2014/main" id="{8A7AE50F-E9D8-2182-18C8-ACC9E129C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Group 36">
            <a:extLst>
              <a:ext uri="{FF2B5EF4-FFF2-40B4-BE49-F238E27FC236}">
                <a16:creationId xmlns:a16="http://schemas.microsoft.com/office/drawing/2014/main" id="{61D3E5BA-5C9F-7B73-AE4F-7FA1813C1322}"/>
              </a:ext>
            </a:extLst>
          </p:cNvPr>
          <p:cNvGrpSpPr>
            <a:grpSpLocks/>
          </p:cNvGrpSpPr>
          <p:nvPr/>
        </p:nvGrpSpPr>
        <p:grpSpPr bwMode="auto">
          <a:xfrm>
            <a:off x="3035871" y="5052019"/>
            <a:ext cx="96838" cy="61913"/>
            <a:chOff x="2834" y="2296"/>
            <a:chExt cx="61" cy="39"/>
          </a:xfrm>
        </p:grpSpPr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E9B40ACF-93A2-26E2-912A-2B63293BD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717CDFC2-1594-724A-17B6-77854B4C3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" name="Group 178">
            <a:extLst>
              <a:ext uri="{FF2B5EF4-FFF2-40B4-BE49-F238E27FC236}">
                <a16:creationId xmlns:a16="http://schemas.microsoft.com/office/drawing/2014/main" id="{380FEE30-0C3C-129D-E456-FEF1C6CE2643}"/>
              </a:ext>
            </a:extLst>
          </p:cNvPr>
          <p:cNvGrpSpPr>
            <a:grpSpLocks/>
          </p:cNvGrpSpPr>
          <p:nvPr/>
        </p:nvGrpSpPr>
        <p:grpSpPr bwMode="auto">
          <a:xfrm>
            <a:off x="1643634" y="3513731"/>
            <a:ext cx="1582737" cy="2052636"/>
            <a:chOff x="1175" y="1483"/>
            <a:chExt cx="997" cy="1293"/>
          </a:xfrm>
        </p:grpSpPr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F12A1716-8B9A-F501-42F0-8186CAAD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483"/>
              <a:ext cx="0" cy="129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84A45CCA-CBB7-6B7E-8458-C63A12A06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7" y="1494"/>
              <a:ext cx="0" cy="68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251E358A-1386-9022-3939-E95016469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2" y="1483"/>
              <a:ext cx="0" cy="69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D0901CDE-7B94-186F-D138-A765D7817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2" y="1908"/>
              <a:ext cx="0" cy="217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DE5D1BAA-8A26-4C77-E333-8CE27D2D0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5" y="1911"/>
              <a:ext cx="0" cy="22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180">
            <a:extLst>
              <a:ext uri="{FF2B5EF4-FFF2-40B4-BE49-F238E27FC236}">
                <a16:creationId xmlns:a16="http://schemas.microsoft.com/office/drawing/2014/main" id="{4EF846CC-69BC-8E6C-6806-D3CE344C9E4C}"/>
              </a:ext>
            </a:extLst>
          </p:cNvPr>
          <p:cNvGrpSpPr>
            <a:grpSpLocks/>
          </p:cNvGrpSpPr>
          <p:nvPr/>
        </p:nvGrpSpPr>
        <p:grpSpPr bwMode="auto">
          <a:xfrm>
            <a:off x="1559496" y="2815232"/>
            <a:ext cx="1765300" cy="1363662"/>
            <a:chOff x="1122" y="1043"/>
            <a:chExt cx="1112" cy="859"/>
          </a:xfrm>
        </p:grpSpPr>
        <p:grpSp>
          <p:nvGrpSpPr>
            <p:cNvPr id="46" name="Group 179">
              <a:extLst>
                <a:ext uri="{FF2B5EF4-FFF2-40B4-BE49-F238E27FC236}">
                  <a16:creationId xmlns:a16="http://schemas.microsoft.com/office/drawing/2014/main" id="{B9E44B52-699A-14E4-9E69-99888D6FC1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6" y="1043"/>
              <a:ext cx="996" cy="859"/>
              <a:chOff x="1176" y="1043"/>
              <a:chExt cx="996" cy="859"/>
            </a:xfrm>
          </p:grpSpPr>
          <p:sp>
            <p:nvSpPr>
              <p:cNvPr id="58" name="Line 48">
                <a:extLst>
                  <a:ext uri="{FF2B5EF4-FFF2-40B4-BE49-F238E27FC236}">
                    <a16:creationId xmlns:a16="http://schemas.microsoft.com/office/drawing/2014/main" id="{8C80451F-05C6-CA38-2D7D-3B1728884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76" y="1218"/>
                <a:ext cx="994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49">
                <a:extLst>
                  <a:ext uri="{FF2B5EF4-FFF2-40B4-BE49-F238E27FC236}">
                    <a16:creationId xmlns:a16="http://schemas.microsoft.com/office/drawing/2014/main" id="{CD553DB8-CACD-E17C-B898-855AC9A3E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76" y="1900"/>
                <a:ext cx="996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50">
                <a:extLst>
                  <a:ext uri="{FF2B5EF4-FFF2-40B4-BE49-F238E27FC236}">
                    <a16:creationId xmlns:a16="http://schemas.microsoft.com/office/drawing/2014/main" id="{FF4647B2-B13B-A141-E317-BAFFBF6E93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6" y="1216"/>
                <a:ext cx="0" cy="686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51">
                <a:extLst>
                  <a:ext uri="{FF2B5EF4-FFF2-40B4-BE49-F238E27FC236}">
                    <a16:creationId xmlns:a16="http://schemas.microsoft.com/office/drawing/2014/main" id="{E005B994-B47F-3681-CB0B-712F32AE0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2" y="1216"/>
                <a:ext cx="0" cy="684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52">
                <a:extLst>
                  <a:ext uri="{FF2B5EF4-FFF2-40B4-BE49-F238E27FC236}">
                    <a16:creationId xmlns:a16="http://schemas.microsoft.com/office/drawing/2014/main" id="{AFC8C384-524E-0F22-BF48-92FF46976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7" y="1044"/>
                <a:ext cx="0" cy="45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53">
                <a:extLst>
                  <a:ext uri="{FF2B5EF4-FFF2-40B4-BE49-F238E27FC236}">
                    <a16:creationId xmlns:a16="http://schemas.microsoft.com/office/drawing/2014/main" id="{D032C2F0-35C8-387D-2B17-5322F4200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7" y="1044"/>
                <a:ext cx="667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54">
                <a:extLst>
                  <a:ext uri="{FF2B5EF4-FFF2-40B4-BE49-F238E27FC236}">
                    <a16:creationId xmlns:a16="http://schemas.microsoft.com/office/drawing/2014/main" id="{3005E074-2705-1E52-7AA3-E8ED439C0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" y="1046"/>
                <a:ext cx="0" cy="4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55">
                <a:extLst>
                  <a:ext uri="{FF2B5EF4-FFF2-40B4-BE49-F238E27FC236}">
                    <a16:creationId xmlns:a16="http://schemas.microsoft.com/office/drawing/2014/main" id="{A0792BA2-0B07-2686-0CE3-71CD1DC7C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043"/>
                <a:ext cx="0" cy="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7" name="Group 56">
              <a:extLst>
                <a:ext uri="{FF2B5EF4-FFF2-40B4-BE49-F238E27FC236}">
                  <a16:creationId xmlns:a16="http://schemas.microsoft.com/office/drawing/2014/main" id="{0295FB5A-7CC0-D6B6-2CC9-58319D0B2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2" y="1539"/>
              <a:ext cx="1112" cy="41"/>
              <a:chOff x="982" y="2295"/>
              <a:chExt cx="1112" cy="41"/>
            </a:xfrm>
          </p:grpSpPr>
          <p:sp>
            <p:nvSpPr>
              <p:cNvPr id="48" name="Line 57">
                <a:extLst>
                  <a:ext uri="{FF2B5EF4-FFF2-40B4-BE49-F238E27FC236}">
                    <a16:creationId xmlns:a16="http://schemas.microsoft.com/office/drawing/2014/main" id="{A9A89BF1-2116-BD26-0E0F-E98734C89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82" y="2314"/>
                <a:ext cx="1112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9" name="Group 58">
                <a:extLst>
                  <a:ext uri="{FF2B5EF4-FFF2-40B4-BE49-F238E27FC236}">
                    <a16:creationId xmlns:a16="http://schemas.microsoft.com/office/drawing/2014/main" id="{06767155-7F79-B0A3-3167-3BD706A563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2" y="2295"/>
                <a:ext cx="50" cy="37"/>
                <a:chOff x="1132" y="2295"/>
                <a:chExt cx="50" cy="37"/>
              </a:xfrm>
            </p:grpSpPr>
            <p:sp>
              <p:nvSpPr>
                <p:cNvPr id="56" name="Line 59">
                  <a:extLst>
                    <a:ext uri="{FF2B5EF4-FFF2-40B4-BE49-F238E27FC236}">
                      <a16:creationId xmlns:a16="http://schemas.microsoft.com/office/drawing/2014/main" id="{107E2DE4-7145-10BA-1B74-40A1DF5B5D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2" y="2296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Line 60">
                  <a:extLst>
                    <a:ext uri="{FF2B5EF4-FFF2-40B4-BE49-F238E27FC236}">
                      <a16:creationId xmlns:a16="http://schemas.microsoft.com/office/drawing/2014/main" id="{FF737189-0932-8133-97E8-C9F633EC4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2" y="2295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0" name="Group 61">
                <a:extLst>
                  <a:ext uri="{FF2B5EF4-FFF2-40B4-BE49-F238E27FC236}">
                    <a16:creationId xmlns:a16="http://schemas.microsoft.com/office/drawing/2014/main" id="{92717DD9-F19B-E7F5-08CE-EEC07CE375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1" y="2296"/>
                <a:ext cx="67" cy="37"/>
                <a:chOff x="1182" y="2295"/>
                <a:chExt cx="67" cy="37"/>
              </a:xfrm>
            </p:grpSpPr>
            <p:sp>
              <p:nvSpPr>
                <p:cNvPr id="54" name="Line 62">
                  <a:extLst>
                    <a:ext uri="{FF2B5EF4-FFF2-40B4-BE49-F238E27FC236}">
                      <a16:creationId xmlns:a16="http://schemas.microsoft.com/office/drawing/2014/main" id="{44DF32F5-9AF3-1EB4-E795-3A64B5DF3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2" y="2296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Line 63">
                  <a:extLst>
                    <a:ext uri="{FF2B5EF4-FFF2-40B4-BE49-F238E27FC236}">
                      <a16:creationId xmlns:a16="http://schemas.microsoft.com/office/drawing/2014/main" id="{391EF986-0C28-410A-1D54-416CA258A4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9" y="2295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1" name="Group 64">
                <a:extLst>
                  <a:ext uri="{FF2B5EF4-FFF2-40B4-BE49-F238E27FC236}">
                    <a16:creationId xmlns:a16="http://schemas.microsoft.com/office/drawing/2014/main" id="{A059EEC2-3644-CAC7-F4B9-A9C799DF5D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6" y="2299"/>
                <a:ext cx="67" cy="37"/>
                <a:chOff x="1182" y="2295"/>
                <a:chExt cx="67" cy="37"/>
              </a:xfrm>
            </p:grpSpPr>
            <p:sp>
              <p:nvSpPr>
                <p:cNvPr id="52" name="Line 65">
                  <a:extLst>
                    <a:ext uri="{FF2B5EF4-FFF2-40B4-BE49-F238E27FC236}">
                      <a16:creationId xmlns:a16="http://schemas.microsoft.com/office/drawing/2014/main" id="{88829009-2EA6-0A5B-948A-0E361485D2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2" y="2296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Line 66">
                  <a:extLst>
                    <a:ext uri="{FF2B5EF4-FFF2-40B4-BE49-F238E27FC236}">
                      <a16:creationId xmlns:a16="http://schemas.microsoft.com/office/drawing/2014/main" id="{56C4445E-5BD6-5C6E-3C1F-332248DF3D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9" y="2295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66" name="Group 203">
            <a:extLst>
              <a:ext uri="{FF2B5EF4-FFF2-40B4-BE49-F238E27FC236}">
                <a16:creationId xmlns:a16="http://schemas.microsoft.com/office/drawing/2014/main" id="{52921999-F47C-828E-677D-6E95A00D7D59}"/>
              </a:ext>
            </a:extLst>
          </p:cNvPr>
          <p:cNvGrpSpPr>
            <a:grpSpLocks/>
          </p:cNvGrpSpPr>
          <p:nvPr/>
        </p:nvGrpSpPr>
        <p:grpSpPr bwMode="auto">
          <a:xfrm>
            <a:off x="1632521" y="4450357"/>
            <a:ext cx="1846263" cy="374650"/>
            <a:chOff x="1168" y="2073"/>
            <a:chExt cx="1163" cy="236"/>
          </a:xfrm>
        </p:grpSpPr>
        <p:grpSp>
          <p:nvGrpSpPr>
            <p:cNvPr id="67" name="Group 202">
              <a:extLst>
                <a:ext uri="{FF2B5EF4-FFF2-40B4-BE49-F238E27FC236}">
                  <a16:creationId xmlns:a16="http://schemas.microsoft.com/office/drawing/2014/main" id="{DB5FBCD6-29B8-7918-30EB-B3A70EE34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8" y="2159"/>
              <a:ext cx="702" cy="39"/>
              <a:chOff x="1328" y="2159"/>
              <a:chExt cx="702" cy="39"/>
            </a:xfrm>
          </p:grpSpPr>
          <p:sp>
            <p:nvSpPr>
              <p:cNvPr id="70" name="Oval 78">
                <a:extLst>
                  <a:ext uri="{FF2B5EF4-FFF2-40B4-BE49-F238E27FC236}">
                    <a16:creationId xmlns:a16="http://schemas.microsoft.com/office/drawing/2014/main" id="{69A5E076-BAAD-736B-E38E-A3868DC05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2159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Oval 79">
                <a:extLst>
                  <a:ext uri="{FF2B5EF4-FFF2-40B4-BE49-F238E27FC236}">
                    <a16:creationId xmlns:a16="http://schemas.microsoft.com/office/drawing/2014/main" id="{026EAAE1-49E0-67AE-F969-33098EB29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1" y="2159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8" name="Text Box 80">
              <a:extLst>
                <a:ext uri="{FF2B5EF4-FFF2-40B4-BE49-F238E27FC236}">
                  <a16:creationId xmlns:a16="http://schemas.microsoft.com/office/drawing/2014/main" id="{FE351417-F375-354D-7F21-4B999C855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" y="2073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9" name="Text Box 81">
              <a:extLst>
                <a:ext uri="{FF2B5EF4-FFF2-40B4-BE49-F238E27FC236}">
                  <a16:creationId xmlns:a16="http://schemas.microsoft.com/office/drawing/2014/main" id="{586C25FC-4BCD-9E67-6D6D-4F6CD5C9A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1" y="2078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72" name="Line 45">
            <a:extLst>
              <a:ext uri="{FF2B5EF4-FFF2-40B4-BE49-F238E27FC236}">
                <a16:creationId xmlns:a16="http://schemas.microsoft.com/office/drawing/2014/main" id="{C17AF0A5-ED4B-127D-87E3-B92508BECA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5096" y="3326407"/>
            <a:ext cx="1979613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3" name="Group 87">
            <a:extLst>
              <a:ext uri="{FF2B5EF4-FFF2-40B4-BE49-F238E27FC236}">
                <a16:creationId xmlns:a16="http://schemas.microsoft.com/office/drawing/2014/main" id="{4F9D1464-4DB4-DF14-4307-0B61404F27B0}"/>
              </a:ext>
            </a:extLst>
          </p:cNvPr>
          <p:cNvGrpSpPr>
            <a:grpSpLocks/>
          </p:cNvGrpSpPr>
          <p:nvPr/>
        </p:nvGrpSpPr>
        <p:grpSpPr bwMode="auto">
          <a:xfrm>
            <a:off x="4093145" y="2756494"/>
            <a:ext cx="894571" cy="371475"/>
            <a:chOff x="2509" y="1762"/>
            <a:chExt cx="545" cy="234"/>
          </a:xfrm>
        </p:grpSpPr>
        <p:sp>
          <p:nvSpPr>
            <p:cNvPr id="74" name="Oval 88">
              <a:extLst>
                <a:ext uri="{FF2B5EF4-FFF2-40B4-BE49-F238E27FC236}">
                  <a16:creationId xmlns:a16="http://schemas.microsoft.com/office/drawing/2014/main" id="{D402AB15-E76E-6610-F083-59D95499F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1952"/>
              <a:ext cx="39" cy="3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5" name="Group 89">
              <a:extLst>
                <a:ext uri="{FF2B5EF4-FFF2-40B4-BE49-F238E27FC236}">
                  <a16:creationId xmlns:a16="http://schemas.microsoft.com/office/drawing/2014/main" id="{2C1A84F2-AE3E-4A4E-DD68-E2347BAAE5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9" y="1762"/>
              <a:ext cx="545" cy="234"/>
              <a:chOff x="1087" y="1073"/>
              <a:chExt cx="545" cy="234"/>
            </a:xfrm>
          </p:grpSpPr>
          <p:grpSp>
            <p:nvGrpSpPr>
              <p:cNvPr id="76" name="Group 90">
                <a:extLst>
                  <a:ext uri="{FF2B5EF4-FFF2-40B4-BE49-F238E27FC236}">
                    <a16:creationId xmlns:a16="http://schemas.microsoft.com/office/drawing/2014/main" id="{A20B7B14-E077-1D49-CA10-77F85203A1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4" y="1176"/>
                <a:ext cx="71" cy="56"/>
                <a:chOff x="190" y="2282"/>
                <a:chExt cx="57" cy="45"/>
              </a:xfrm>
            </p:grpSpPr>
            <p:sp>
              <p:nvSpPr>
                <p:cNvPr id="79" name="Line 91">
                  <a:extLst>
                    <a:ext uri="{FF2B5EF4-FFF2-40B4-BE49-F238E27FC236}">
                      <a16:creationId xmlns:a16="http://schemas.microsoft.com/office/drawing/2014/main" id="{A606C3F9-6674-8748-45F1-24A8E2B1C4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" y="2305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Line 92">
                  <a:extLst>
                    <a:ext uri="{FF2B5EF4-FFF2-40B4-BE49-F238E27FC236}">
                      <a16:creationId xmlns:a16="http://schemas.microsoft.com/office/drawing/2014/main" id="{2C75EEC1-A040-F5F2-3DB4-D1012D044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" y="2327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1" name="Line 93">
                  <a:extLst>
                    <a:ext uri="{FF2B5EF4-FFF2-40B4-BE49-F238E27FC236}">
                      <a16:creationId xmlns:a16="http://schemas.microsoft.com/office/drawing/2014/main" id="{BB086325-C0F4-30DF-49EC-6F0AD227F3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" y="2282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7" name="Rectangle 94">
                <a:extLst>
                  <a:ext uri="{FF2B5EF4-FFF2-40B4-BE49-F238E27FC236}">
                    <a16:creationId xmlns:a16="http://schemas.microsoft.com/office/drawing/2014/main" id="{658D3D36-9631-0233-53AE-85E3CBDDA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7" y="1073"/>
                <a:ext cx="22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e</a:t>
                </a:r>
                <a:r>
                  <a:rPr kumimoji="1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Rectangle 95">
                <a:extLst>
                  <a:ext uri="{FF2B5EF4-FFF2-40B4-BE49-F238E27FC236}">
                    <a16:creationId xmlns:a16="http://schemas.microsoft.com/office/drawing/2014/main" id="{F6ED5ECB-2EF2-A8CC-FE31-4FA5C9F9E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7" y="1076"/>
                <a:ext cx="32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f 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2" name="Group 217">
            <a:extLst>
              <a:ext uri="{FF2B5EF4-FFF2-40B4-BE49-F238E27FC236}">
                <a16:creationId xmlns:a16="http://schemas.microsoft.com/office/drawing/2014/main" id="{E8D3F5A2-D68A-FAE1-77D1-8445D0C188ED}"/>
              </a:ext>
            </a:extLst>
          </p:cNvPr>
          <p:cNvGrpSpPr>
            <a:grpSpLocks/>
          </p:cNvGrpSpPr>
          <p:nvPr/>
        </p:nvGrpSpPr>
        <p:grpSpPr bwMode="auto">
          <a:xfrm>
            <a:off x="2410396" y="5310782"/>
            <a:ext cx="571500" cy="366712"/>
            <a:chOff x="1658" y="2615"/>
            <a:chExt cx="360" cy="231"/>
          </a:xfrm>
        </p:grpSpPr>
        <p:sp>
          <p:nvSpPr>
            <p:cNvPr id="83" name="Oval 97">
              <a:extLst>
                <a:ext uri="{FF2B5EF4-FFF2-40B4-BE49-F238E27FC236}">
                  <a16:creationId xmlns:a16="http://schemas.microsoft.com/office/drawing/2014/main" id="{A0DF6208-71AC-A487-7CBA-4D9003A4B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" y="2759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Text Box 98">
              <a:extLst>
                <a:ext uri="{FF2B5EF4-FFF2-40B4-BE49-F238E27FC236}">
                  <a16:creationId xmlns:a16="http://schemas.microsoft.com/office/drawing/2014/main" id="{B8934E38-BCB0-13D4-32CF-84D2B9413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2615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85" name="Group 99">
            <a:extLst>
              <a:ext uri="{FF2B5EF4-FFF2-40B4-BE49-F238E27FC236}">
                <a16:creationId xmlns:a16="http://schemas.microsoft.com/office/drawing/2014/main" id="{C1057CD7-EB44-FB6C-CB4B-C1AD5FCFF91E}"/>
              </a:ext>
            </a:extLst>
          </p:cNvPr>
          <p:cNvGrpSpPr>
            <a:grpSpLocks/>
          </p:cNvGrpSpPr>
          <p:nvPr/>
        </p:nvGrpSpPr>
        <p:grpSpPr bwMode="auto">
          <a:xfrm>
            <a:off x="2165921" y="3102569"/>
            <a:ext cx="547688" cy="1992313"/>
            <a:chOff x="1352" y="1974"/>
            <a:chExt cx="363" cy="1255"/>
          </a:xfrm>
        </p:grpSpPr>
        <p:sp>
          <p:nvSpPr>
            <p:cNvPr id="86" name="Line 100">
              <a:extLst>
                <a:ext uri="{FF2B5EF4-FFF2-40B4-BE49-F238E27FC236}">
                  <a16:creationId xmlns:a16="http://schemas.microsoft.com/office/drawing/2014/main" id="{2611C015-A036-6473-957A-C6E0F3D7E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1974"/>
              <a:ext cx="0" cy="125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101">
              <a:extLst>
                <a:ext uri="{FF2B5EF4-FFF2-40B4-BE49-F238E27FC236}">
                  <a16:creationId xmlns:a16="http://schemas.microsoft.com/office/drawing/2014/main" id="{23A2C7D3-5647-79EC-62E8-9E7F051B9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5" y="1975"/>
              <a:ext cx="0" cy="125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8" name="Group 174">
            <a:extLst>
              <a:ext uri="{FF2B5EF4-FFF2-40B4-BE49-F238E27FC236}">
                <a16:creationId xmlns:a16="http://schemas.microsoft.com/office/drawing/2014/main" id="{BAF35EF2-3271-A19D-687E-6D90DD648EB5}"/>
              </a:ext>
            </a:extLst>
          </p:cNvPr>
          <p:cNvGrpSpPr>
            <a:grpSpLocks/>
          </p:cNvGrpSpPr>
          <p:nvPr/>
        </p:nvGrpSpPr>
        <p:grpSpPr bwMode="auto">
          <a:xfrm>
            <a:off x="1907159" y="4956769"/>
            <a:ext cx="1279525" cy="411163"/>
            <a:chOff x="1341" y="2392"/>
            <a:chExt cx="806" cy="259"/>
          </a:xfrm>
        </p:grpSpPr>
        <p:sp>
          <p:nvSpPr>
            <p:cNvPr id="89" name="Text Box 103">
              <a:extLst>
                <a:ext uri="{FF2B5EF4-FFF2-40B4-BE49-F238E27FC236}">
                  <a16:creationId xmlns:a16="http://schemas.microsoft.com/office/drawing/2014/main" id="{EA864812-1D33-6EF7-8488-23D455633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2392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90" name="Text Box 104">
              <a:extLst>
                <a:ext uri="{FF2B5EF4-FFF2-40B4-BE49-F238E27FC236}">
                  <a16:creationId xmlns:a16="http://schemas.microsoft.com/office/drawing/2014/main" id="{3067E586-1EE1-8B82-97E9-E539AF22B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420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grpSp>
          <p:nvGrpSpPr>
            <p:cNvPr id="91" name="Group 173">
              <a:extLst>
                <a:ext uri="{FF2B5EF4-FFF2-40B4-BE49-F238E27FC236}">
                  <a16:creationId xmlns:a16="http://schemas.microsoft.com/office/drawing/2014/main" id="{64663EDD-5E8F-CC9A-1FFB-9B2ABE3312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2460"/>
              <a:ext cx="383" cy="39"/>
              <a:chOff x="1485" y="2460"/>
              <a:chExt cx="383" cy="39"/>
            </a:xfrm>
          </p:grpSpPr>
          <p:sp>
            <p:nvSpPr>
              <p:cNvPr id="92" name="Oval 106">
                <a:extLst>
                  <a:ext uri="{FF2B5EF4-FFF2-40B4-BE49-F238E27FC236}">
                    <a16:creationId xmlns:a16="http://schemas.microsoft.com/office/drawing/2014/main" id="{E1A71D75-CFF0-9786-C88B-ACBB13B64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5" y="2460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Oval 107">
                <a:extLst>
                  <a:ext uri="{FF2B5EF4-FFF2-40B4-BE49-F238E27FC236}">
                    <a16:creationId xmlns:a16="http://schemas.microsoft.com/office/drawing/2014/main" id="{D6FE0646-2419-0A76-814C-09FF527E1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461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4" name="Arc 112">
            <a:extLst>
              <a:ext uri="{FF2B5EF4-FFF2-40B4-BE49-F238E27FC236}">
                <a16:creationId xmlns:a16="http://schemas.microsoft.com/office/drawing/2014/main" id="{0287F1D2-80DB-7955-0041-C4E0F9D4DA09}"/>
              </a:ext>
            </a:extLst>
          </p:cNvPr>
          <p:cNvSpPr>
            <a:spLocks/>
          </p:cNvSpPr>
          <p:nvPr/>
        </p:nvSpPr>
        <p:spPr bwMode="auto">
          <a:xfrm flipV="1">
            <a:off x="2438971" y="3093044"/>
            <a:ext cx="288925" cy="541338"/>
          </a:xfrm>
          <a:custGeom>
            <a:avLst/>
            <a:gdLst>
              <a:gd name="T0" fmla="*/ 2147483646 w 20344"/>
              <a:gd name="T1" fmla="*/ 2147483646 h 21600"/>
              <a:gd name="T2" fmla="*/ 0 w 20344"/>
              <a:gd name="T3" fmla="*/ 2147483646 h 21600"/>
              <a:gd name="T4" fmla="*/ 2147483646 w 20344"/>
              <a:gd name="T5" fmla="*/ 0 h 21600"/>
              <a:gd name="T6" fmla="*/ 0 60000 65536"/>
              <a:gd name="T7" fmla="*/ 0 60000 65536"/>
              <a:gd name="T8" fmla="*/ 0 60000 65536"/>
              <a:gd name="T9" fmla="*/ 0 w 20344"/>
              <a:gd name="T10" fmla="*/ 0 h 21600"/>
              <a:gd name="T11" fmla="*/ 20344 w 2034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44" h="21600" fill="none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</a:path>
              <a:path w="20344" h="21600" stroke="0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  <a:lnTo>
                  <a:pt x="20128" y="0"/>
                </a:lnTo>
                <a:lnTo>
                  <a:pt x="20343" y="21598"/>
                </a:lnTo>
                <a:close/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5" name="Group 190">
            <a:extLst>
              <a:ext uri="{FF2B5EF4-FFF2-40B4-BE49-F238E27FC236}">
                <a16:creationId xmlns:a16="http://schemas.microsoft.com/office/drawing/2014/main" id="{CDAE413C-2BD2-8922-ADF5-F7B253B7F13E}"/>
              </a:ext>
            </a:extLst>
          </p:cNvPr>
          <p:cNvGrpSpPr>
            <a:grpSpLocks/>
          </p:cNvGrpSpPr>
          <p:nvPr/>
        </p:nvGrpSpPr>
        <p:grpSpPr bwMode="auto">
          <a:xfrm>
            <a:off x="2724721" y="3089869"/>
            <a:ext cx="247650" cy="531813"/>
            <a:chOff x="1856" y="1216"/>
            <a:chExt cx="156" cy="335"/>
          </a:xfrm>
        </p:grpSpPr>
        <p:sp>
          <p:nvSpPr>
            <p:cNvPr id="96" name="Arc 114">
              <a:extLst>
                <a:ext uri="{FF2B5EF4-FFF2-40B4-BE49-F238E27FC236}">
                  <a16:creationId xmlns:a16="http://schemas.microsoft.com/office/drawing/2014/main" id="{B2F46A08-99D5-3BEA-7CE8-BA4ABB2585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56" y="1216"/>
              <a:ext cx="156" cy="335"/>
            </a:xfrm>
            <a:custGeom>
              <a:avLst/>
              <a:gdLst>
                <a:gd name="T0" fmla="*/ 0 w 17798"/>
                <a:gd name="T1" fmla="*/ 0 h 21600"/>
                <a:gd name="T2" fmla="*/ 0 w 17798"/>
                <a:gd name="T3" fmla="*/ 0 h 21600"/>
                <a:gd name="T4" fmla="*/ 0 w 17798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98"/>
                <a:gd name="T10" fmla="*/ 0 h 21600"/>
                <a:gd name="T11" fmla="*/ 17798 w 177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98" h="21600" fill="none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</a:path>
                <a:path w="17798" h="21600" stroke="0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  <a:lnTo>
                    <a:pt x="128" y="0"/>
                  </a:lnTo>
                  <a:lnTo>
                    <a:pt x="17798" y="12422"/>
                  </a:lnTo>
                  <a:close/>
                </a:path>
              </a:pathLst>
            </a:cu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115">
              <a:extLst>
                <a:ext uri="{FF2B5EF4-FFF2-40B4-BE49-F238E27FC236}">
                  <a16:creationId xmlns:a16="http://schemas.microsoft.com/office/drawing/2014/main" id="{D715328D-E0F0-9840-47FD-FF5CA8F54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9" y="1272"/>
              <a:ext cx="18" cy="1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8" name="Group 127">
            <a:extLst>
              <a:ext uri="{FF2B5EF4-FFF2-40B4-BE49-F238E27FC236}">
                <a16:creationId xmlns:a16="http://schemas.microsoft.com/office/drawing/2014/main" id="{BFF68E45-0FB1-E849-746C-2886E377EB1A}"/>
              </a:ext>
            </a:extLst>
          </p:cNvPr>
          <p:cNvGrpSpPr>
            <a:grpSpLocks/>
          </p:cNvGrpSpPr>
          <p:nvPr/>
        </p:nvGrpSpPr>
        <p:grpSpPr bwMode="auto">
          <a:xfrm>
            <a:off x="1624584" y="3093044"/>
            <a:ext cx="1620837" cy="1081088"/>
            <a:chOff x="1023" y="1974"/>
            <a:chExt cx="1021" cy="681"/>
          </a:xfrm>
        </p:grpSpPr>
        <p:sp>
          <p:nvSpPr>
            <p:cNvPr id="99" name="Line 128">
              <a:extLst>
                <a:ext uri="{FF2B5EF4-FFF2-40B4-BE49-F238E27FC236}">
                  <a16:creationId xmlns:a16="http://schemas.microsoft.com/office/drawing/2014/main" id="{4AC86599-7F38-F2CE-CD6A-345C546AE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" y="1976"/>
              <a:ext cx="0" cy="67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129">
              <a:extLst>
                <a:ext uri="{FF2B5EF4-FFF2-40B4-BE49-F238E27FC236}">
                  <a16:creationId xmlns:a16="http://schemas.microsoft.com/office/drawing/2014/main" id="{5948FBCC-CB5A-5932-33B1-8E68617C1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" y="2655"/>
              <a:ext cx="1021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130">
              <a:extLst>
                <a:ext uri="{FF2B5EF4-FFF2-40B4-BE49-F238E27FC236}">
                  <a16:creationId xmlns:a16="http://schemas.microsoft.com/office/drawing/2014/main" id="{C83A4247-F88F-76D7-7D69-F42C7674F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3" y="1974"/>
              <a:ext cx="0" cy="68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" name="Line 131">
            <a:extLst>
              <a:ext uri="{FF2B5EF4-FFF2-40B4-BE49-F238E27FC236}">
                <a16:creationId xmlns:a16="http://schemas.microsoft.com/office/drawing/2014/main" id="{E3F7E3AD-56B3-08F2-A511-8E8AA02607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3734" y="2799357"/>
            <a:ext cx="0" cy="6096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Line 147">
            <a:extLst>
              <a:ext uri="{FF2B5EF4-FFF2-40B4-BE49-F238E27FC236}">
                <a16:creationId xmlns:a16="http://schemas.microsoft.com/office/drawing/2014/main" id="{5275F8DA-933A-FCA5-A001-C81D7EB155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0559" y="3439119"/>
            <a:ext cx="24130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4" name="Group 151">
            <a:extLst>
              <a:ext uri="{FF2B5EF4-FFF2-40B4-BE49-F238E27FC236}">
                <a16:creationId xmlns:a16="http://schemas.microsoft.com/office/drawing/2014/main" id="{53275FAA-F4DD-424A-87A0-E5769AD2A7C7}"/>
              </a:ext>
            </a:extLst>
          </p:cNvPr>
          <p:cNvGrpSpPr>
            <a:grpSpLocks/>
          </p:cNvGrpSpPr>
          <p:nvPr/>
        </p:nvGrpSpPr>
        <p:grpSpPr bwMode="auto">
          <a:xfrm>
            <a:off x="4828159" y="3197819"/>
            <a:ext cx="534987" cy="366713"/>
            <a:chOff x="2915" y="1935"/>
            <a:chExt cx="325" cy="231"/>
          </a:xfrm>
        </p:grpSpPr>
        <p:sp>
          <p:nvSpPr>
            <p:cNvPr id="105" name="Oval 152">
              <a:extLst>
                <a:ext uri="{FF2B5EF4-FFF2-40B4-BE49-F238E27FC236}">
                  <a16:creationId xmlns:a16="http://schemas.microsoft.com/office/drawing/2014/main" id="{9CB2F26B-86A5-04DA-3106-D14483C65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" y="2071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153">
              <a:extLst>
                <a:ext uri="{FF2B5EF4-FFF2-40B4-BE49-F238E27FC236}">
                  <a16:creationId xmlns:a16="http://schemas.microsoft.com/office/drawing/2014/main" id="{E6C28D9F-CEBD-B20D-F184-55F9F2CF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" y="1935"/>
              <a:ext cx="32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″</a:t>
              </a:r>
              <a:endParaRPr kumimoji="1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107" name="Group 240">
            <a:extLst>
              <a:ext uri="{FF2B5EF4-FFF2-40B4-BE49-F238E27FC236}">
                <a16:creationId xmlns:a16="http://schemas.microsoft.com/office/drawing/2014/main" id="{04105D81-3FB5-E8CD-0DF0-19F3C4181546}"/>
              </a:ext>
            </a:extLst>
          </p:cNvPr>
          <p:cNvGrpSpPr>
            <a:grpSpLocks/>
          </p:cNvGrpSpPr>
          <p:nvPr/>
        </p:nvGrpSpPr>
        <p:grpSpPr bwMode="auto">
          <a:xfrm>
            <a:off x="2277046" y="1848444"/>
            <a:ext cx="2293938" cy="1189038"/>
            <a:chOff x="1574" y="602"/>
            <a:chExt cx="1445" cy="749"/>
          </a:xfrm>
        </p:grpSpPr>
        <p:sp>
          <p:nvSpPr>
            <p:cNvPr id="108" name="Text Box 155">
              <a:extLst>
                <a:ext uri="{FF2B5EF4-FFF2-40B4-BE49-F238E27FC236}">
                  <a16:creationId xmlns:a16="http://schemas.microsoft.com/office/drawing/2014/main" id="{EFE3CF6F-BBDF-72AE-A166-E39E0E24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602"/>
              <a:ext cx="14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1800" dirty="0">
                  <a:solidFill>
                    <a:srgbClr val="A50021"/>
                  </a:solidFill>
                  <a:latin typeface="+mj-ea"/>
                  <a:ea typeface="+mj-ea"/>
                </a:rPr>
                <a:t>圆柱轮廓线终止点</a:t>
              </a:r>
            </a:p>
          </p:txBody>
        </p:sp>
        <p:grpSp>
          <p:nvGrpSpPr>
            <p:cNvPr id="109" name="Group 219">
              <a:extLst>
                <a:ext uri="{FF2B5EF4-FFF2-40B4-BE49-F238E27FC236}">
                  <a16:creationId xmlns:a16="http://schemas.microsoft.com/office/drawing/2014/main" id="{774389AB-718D-1B6E-FD37-988B9EB72E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9" y="808"/>
              <a:ext cx="415" cy="543"/>
              <a:chOff x="1505" y="598"/>
              <a:chExt cx="517" cy="570"/>
            </a:xfrm>
          </p:grpSpPr>
          <p:sp>
            <p:nvSpPr>
              <p:cNvPr id="110" name="Line 157">
                <a:extLst>
                  <a:ext uri="{FF2B5EF4-FFF2-40B4-BE49-F238E27FC236}">
                    <a16:creationId xmlns:a16="http://schemas.microsoft.com/office/drawing/2014/main" id="{3B3B9B39-34DA-1EA0-AEB8-BB7385357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5" y="604"/>
                <a:ext cx="513" cy="561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11" name="Line 158">
                <a:extLst>
                  <a:ext uri="{FF2B5EF4-FFF2-40B4-BE49-F238E27FC236}">
                    <a16:creationId xmlns:a16="http://schemas.microsoft.com/office/drawing/2014/main" id="{CCE2DEC7-C311-282E-44A7-B037214A8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75" y="598"/>
                <a:ext cx="147" cy="57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112" name="Group 242">
            <a:extLst>
              <a:ext uri="{FF2B5EF4-FFF2-40B4-BE49-F238E27FC236}">
                <a16:creationId xmlns:a16="http://schemas.microsoft.com/office/drawing/2014/main" id="{9881CA1E-4282-D522-7C15-28B01571C19E}"/>
              </a:ext>
            </a:extLst>
          </p:cNvPr>
          <p:cNvGrpSpPr>
            <a:grpSpLocks/>
          </p:cNvGrpSpPr>
          <p:nvPr/>
        </p:nvGrpSpPr>
        <p:grpSpPr bwMode="auto">
          <a:xfrm>
            <a:off x="1364234" y="2216744"/>
            <a:ext cx="1681162" cy="936625"/>
            <a:chOff x="999" y="834"/>
            <a:chExt cx="1059" cy="590"/>
          </a:xfrm>
        </p:grpSpPr>
        <p:sp>
          <p:nvSpPr>
            <p:cNvPr id="113" name="Text Box 160">
              <a:extLst>
                <a:ext uri="{FF2B5EF4-FFF2-40B4-BE49-F238E27FC236}">
                  <a16:creationId xmlns:a16="http://schemas.microsoft.com/office/drawing/2014/main" id="{3714C8F9-FE59-3891-2875-511F4BB1F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834"/>
              <a:ext cx="10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1800" dirty="0">
                  <a:solidFill>
                    <a:srgbClr val="A50021"/>
                  </a:solidFill>
                  <a:latin typeface="+mj-ea"/>
                  <a:ea typeface="+mj-ea"/>
                </a:rPr>
                <a:t>此段为虚线</a:t>
              </a:r>
            </a:p>
          </p:txBody>
        </p:sp>
        <p:sp>
          <p:nvSpPr>
            <p:cNvPr id="114" name="Line 161">
              <a:extLst>
                <a:ext uri="{FF2B5EF4-FFF2-40B4-BE49-F238E27FC236}">
                  <a16:creationId xmlns:a16="http://schemas.microsoft.com/office/drawing/2014/main" id="{D3A7242B-ADF3-542C-E216-D869AAFE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1042"/>
              <a:ext cx="48" cy="38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15" name="Group 67">
            <a:extLst>
              <a:ext uri="{FF2B5EF4-FFF2-40B4-BE49-F238E27FC236}">
                <a16:creationId xmlns:a16="http://schemas.microsoft.com/office/drawing/2014/main" id="{D74ABD9D-8E15-E06A-7FC5-01C73B286703}"/>
              </a:ext>
            </a:extLst>
          </p:cNvPr>
          <p:cNvGrpSpPr>
            <a:grpSpLocks/>
          </p:cNvGrpSpPr>
          <p:nvPr/>
        </p:nvGrpSpPr>
        <p:grpSpPr bwMode="auto">
          <a:xfrm>
            <a:off x="3251416" y="3005732"/>
            <a:ext cx="877888" cy="371475"/>
            <a:chOff x="2073" y="1839"/>
            <a:chExt cx="541" cy="234"/>
          </a:xfrm>
        </p:grpSpPr>
        <p:grpSp>
          <p:nvGrpSpPr>
            <p:cNvPr id="116" name="Group 68">
              <a:extLst>
                <a:ext uri="{FF2B5EF4-FFF2-40B4-BE49-F238E27FC236}">
                  <a16:creationId xmlns:a16="http://schemas.microsoft.com/office/drawing/2014/main" id="{67697290-18AD-8E27-062B-5CC321AE8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3" y="1839"/>
              <a:ext cx="541" cy="234"/>
              <a:chOff x="1122" y="1073"/>
              <a:chExt cx="541" cy="234"/>
            </a:xfrm>
          </p:grpSpPr>
          <p:grpSp>
            <p:nvGrpSpPr>
              <p:cNvPr id="118" name="Group 69">
                <a:extLst>
                  <a:ext uri="{FF2B5EF4-FFF2-40B4-BE49-F238E27FC236}">
                    <a16:creationId xmlns:a16="http://schemas.microsoft.com/office/drawing/2014/main" id="{148038EB-718D-0750-1B89-C779F1E833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5" y="1190"/>
                <a:ext cx="71" cy="56"/>
                <a:chOff x="231" y="2293"/>
                <a:chExt cx="57" cy="45"/>
              </a:xfrm>
            </p:grpSpPr>
            <p:sp>
              <p:nvSpPr>
                <p:cNvPr id="121" name="Line 70">
                  <a:extLst>
                    <a:ext uri="{FF2B5EF4-FFF2-40B4-BE49-F238E27FC236}">
                      <a16:creationId xmlns:a16="http://schemas.microsoft.com/office/drawing/2014/main" id="{9D57894E-9E09-E190-8D9C-7C71E55966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" y="2316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2" name="Line 71">
                  <a:extLst>
                    <a:ext uri="{FF2B5EF4-FFF2-40B4-BE49-F238E27FC236}">
                      <a16:creationId xmlns:a16="http://schemas.microsoft.com/office/drawing/2014/main" id="{A2A27E3B-8B6E-6AE3-25AC-C70BA7A45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" y="2338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Line 72">
                  <a:extLst>
                    <a:ext uri="{FF2B5EF4-FFF2-40B4-BE49-F238E27FC236}">
                      <a16:creationId xmlns:a16="http://schemas.microsoft.com/office/drawing/2014/main" id="{D7507096-A79F-6EFE-D6E8-83FD5982F5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" y="2293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9" name="Rectangle 73">
                <a:extLst>
                  <a:ext uri="{FF2B5EF4-FFF2-40B4-BE49-F238E27FC236}">
                    <a16:creationId xmlns:a16="http://schemas.microsoft.com/office/drawing/2014/main" id="{6A058CC7-FD35-1C7D-8EBE-298050AAE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1073"/>
                <a:ext cx="23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Rectangle 74">
                <a:extLst>
                  <a:ext uri="{FF2B5EF4-FFF2-40B4-BE49-F238E27FC236}">
                    <a16:creationId xmlns:a16="http://schemas.microsoft.com/office/drawing/2014/main" id="{553FB36F-87DF-B470-2B65-A5CC5FBCF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7" y="1076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7" name="Oval 75">
              <a:extLst>
                <a:ext uri="{FF2B5EF4-FFF2-40B4-BE49-F238E27FC236}">
                  <a16:creationId xmlns:a16="http://schemas.microsoft.com/office/drawing/2014/main" id="{5D46A875-6A5A-F98A-7439-47855A7C4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2021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4" name="Group 183">
            <a:extLst>
              <a:ext uri="{FF2B5EF4-FFF2-40B4-BE49-F238E27FC236}">
                <a16:creationId xmlns:a16="http://schemas.microsoft.com/office/drawing/2014/main" id="{65B68A8B-DD1D-0F61-F0BD-182A36FDD666}"/>
              </a:ext>
            </a:extLst>
          </p:cNvPr>
          <p:cNvGrpSpPr>
            <a:grpSpLocks/>
          </p:cNvGrpSpPr>
          <p:nvPr/>
        </p:nvGrpSpPr>
        <p:grpSpPr bwMode="auto">
          <a:xfrm>
            <a:off x="2035746" y="3289894"/>
            <a:ext cx="808038" cy="77788"/>
            <a:chOff x="1426" y="1342"/>
            <a:chExt cx="509" cy="49"/>
          </a:xfrm>
        </p:grpSpPr>
        <p:sp>
          <p:nvSpPr>
            <p:cNvPr id="125" name="Line 83">
              <a:extLst>
                <a:ext uri="{FF2B5EF4-FFF2-40B4-BE49-F238E27FC236}">
                  <a16:creationId xmlns:a16="http://schemas.microsoft.com/office/drawing/2014/main" id="{4ADE828E-2115-C60B-8CDC-89D14AEF8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1345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84">
              <a:extLst>
                <a:ext uri="{FF2B5EF4-FFF2-40B4-BE49-F238E27FC236}">
                  <a16:creationId xmlns:a16="http://schemas.microsoft.com/office/drawing/2014/main" id="{39FD073A-3791-C4B3-71F9-F6CFE041A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1342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85">
              <a:extLst>
                <a:ext uri="{FF2B5EF4-FFF2-40B4-BE49-F238E27FC236}">
                  <a16:creationId xmlns:a16="http://schemas.microsoft.com/office/drawing/2014/main" id="{FDD71204-8421-BD5F-9604-F47EA0E63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6" y="1345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8" name="Line 86">
              <a:extLst>
                <a:ext uri="{FF2B5EF4-FFF2-40B4-BE49-F238E27FC236}">
                  <a16:creationId xmlns:a16="http://schemas.microsoft.com/office/drawing/2014/main" id="{0A534D37-CAF3-7A75-9A3C-9199AECEF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" y="1345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" name="Line 181">
              <a:extLst>
                <a:ext uri="{FF2B5EF4-FFF2-40B4-BE49-F238E27FC236}">
                  <a16:creationId xmlns:a16="http://schemas.microsoft.com/office/drawing/2014/main" id="{E3BB795D-E0F8-C4E5-7640-5ED56F2F7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5" y="1347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" name="Line 182">
              <a:extLst>
                <a:ext uri="{FF2B5EF4-FFF2-40B4-BE49-F238E27FC236}">
                  <a16:creationId xmlns:a16="http://schemas.microsoft.com/office/drawing/2014/main" id="{2968BBD3-810E-933E-51C9-8FD817BEF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6" y="1349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1" name="Arc 191">
            <a:extLst>
              <a:ext uri="{FF2B5EF4-FFF2-40B4-BE49-F238E27FC236}">
                <a16:creationId xmlns:a16="http://schemas.microsoft.com/office/drawing/2014/main" id="{694E17CF-24ED-00F7-9F45-9D66814FF668}"/>
              </a:ext>
            </a:extLst>
          </p:cNvPr>
          <p:cNvSpPr>
            <a:spLocks/>
          </p:cNvSpPr>
          <p:nvPr/>
        </p:nvSpPr>
        <p:spPr bwMode="auto">
          <a:xfrm flipH="1" flipV="1">
            <a:off x="2156396" y="3091457"/>
            <a:ext cx="288925" cy="541337"/>
          </a:xfrm>
          <a:custGeom>
            <a:avLst/>
            <a:gdLst>
              <a:gd name="T0" fmla="*/ 2147483646 w 20344"/>
              <a:gd name="T1" fmla="*/ 2147483646 h 21600"/>
              <a:gd name="T2" fmla="*/ 0 w 20344"/>
              <a:gd name="T3" fmla="*/ 2147483646 h 21600"/>
              <a:gd name="T4" fmla="*/ 2147483646 w 20344"/>
              <a:gd name="T5" fmla="*/ 0 h 21600"/>
              <a:gd name="T6" fmla="*/ 0 60000 65536"/>
              <a:gd name="T7" fmla="*/ 0 60000 65536"/>
              <a:gd name="T8" fmla="*/ 0 60000 65536"/>
              <a:gd name="T9" fmla="*/ 0 w 20344"/>
              <a:gd name="T10" fmla="*/ 0 h 21600"/>
              <a:gd name="T11" fmla="*/ 20344 w 2034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44" h="21600" fill="none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</a:path>
              <a:path w="20344" h="21600" stroke="0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  <a:lnTo>
                  <a:pt x="20128" y="0"/>
                </a:lnTo>
                <a:lnTo>
                  <a:pt x="20343" y="21598"/>
                </a:lnTo>
                <a:close/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2" name="Group 192">
            <a:extLst>
              <a:ext uri="{FF2B5EF4-FFF2-40B4-BE49-F238E27FC236}">
                <a16:creationId xmlns:a16="http://schemas.microsoft.com/office/drawing/2014/main" id="{3693D287-2E92-A8EB-6C71-FCC770AD37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910334" y="3089869"/>
            <a:ext cx="247650" cy="531813"/>
            <a:chOff x="1856" y="1216"/>
            <a:chExt cx="156" cy="335"/>
          </a:xfrm>
        </p:grpSpPr>
        <p:sp>
          <p:nvSpPr>
            <p:cNvPr id="133" name="Arc 193">
              <a:extLst>
                <a:ext uri="{FF2B5EF4-FFF2-40B4-BE49-F238E27FC236}">
                  <a16:creationId xmlns:a16="http://schemas.microsoft.com/office/drawing/2014/main" id="{006B92F8-EDB5-FECF-94A2-3A0097B09B9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56" y="1216"/>
              <a:ext cx="156" cy="335"/>
            </a:xfrm>
            <a:custGeom>
              <a:avLst/>
              <a:gdLst>
                <a:gd name="T0" fmla="*/ 0 w 17798"/>
                <a:gd name="T1" fmla="*/ 0 h 21600"/>
                <a:gd name="T2" fmla="*/ 0 w 17798"/>
                <a:gd name="T3" fmla="*/ 0 h 21600"/>
                <a:gd name="T4" fmla="*/ 0 w 17798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98"/>
                <a:gd name="T10" fmla="*/ 0 h 21600"/>
                <a:gd name="T11" fmla="*/ 17798 w 177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98" h="21600" fill="none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</a:path>
                <a:path w="17798" h="21600" stroke="0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  <a:lnTo>
                    <a:pt x="128" y="0"/>
                  </a:lnTo>
                  <a:lnTo>
                    <a:pt x="17798" y="12422"/>
                  </a:lnTo>
                  <a:close/>
                </a:path>
              </a:pathLst>
            </a:cu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Line 194">
              <a:extLst>
                <a:ext uri="{FF2B5EF4-FFF2-40B4-BE49-F238E27FC236}">
                  <a16:creationId xmlns:a16="http://schemas.microsoft.com/office/drawing/2014/main" id="{29072747-AAFA-AF72-324F-2F564250D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9" y="1272"/>
              <a:ext cx="18" cy="1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5" name="Group 189">
            <a:extLst>
              <a:ext uri="{FF2B5EF4-FFF2-40B4-BE49-F238E27FC236}">
                <a16:creationId xmlns:a16="http://schemas.microsoft.com/office/drawing/2014/main" id="{1029ED40-680A-9518-1905-953D9B65271E}"/>
              </a:ext>
            </a:extLst>
          </p:cNvPr>
          <p:cNvGrpSpPr>
            <a:grpSpLocks/>
          </p:cNvGrpSpPr>
          <p:nvPr/>
        </p:nvGrpSpPr>
        <p:grpSpPr bwMode="auto">
          <a:xfrm>
            <a:off x="2380234" y="3293069"/>
            <a:ext cx="125412" cy="61913"/>
            <a:chOff x="1635" y="1344"/>
            <a:chExt cx="79" cy="39"/>
          </a:xfrm>
        </p:grpSpPr>
        <p:sp>
          <p:nvSpPr>
            <p:cNvPr id="136" name="Oval 117">
              <a:extLst>
                <a:ext uri="{FF2B5EF4-FFF2-40B4-BE49-F238E27FC236}">
                  <a16:creationId xmlns:a16="http://schemas.microsoft.com/office/drawing/2014/main" id="{B81D3104-3729-839E-3674-43935AF3F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1344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Oval 118">
              <a:extLst>
                <a:ext uri="{FF2B5EF4-FFF2-40B4-BE49-F238E27FC236}">
                  <a16:creationId xmlns:a16="http://schemas.microsoft.com/office/drawing/2014/main" id="{A22969F0-FB26-EB89-7FCF-FE99837E0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345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8" name="Group 185">
            <a:extLst>
              <a:ext uri="{FF2B5EF4-FFF2-40B4-BE49-F238E27FC236}">
                <a16:creationId xmlns:a16="http://schemas.microsoft.com/office/drawing/2014/main" id="{A8B24CDC-94BD-775E-6EC0-081DABD2E029}"/>
              </a:ext>
            </a:extLst>
          </p:cNvPr>
          <p:cNvGrpSpPr>
            <a:grpSpLocks/>
          </p:cNvGrpSpPr>
          <p:nvPr/>
        </p:nvGrpSpPr>
        <p:grpSpPr bwMode="auto">
          <a:xfrm>
            <a:off x="1581721" y="3115269"/>
            <a:ext cx="1858963" cy="377825"/>
            <a:chOff x="1136" y="1232"/>
            <a:chExt cx="1171" cy="238"/>
          </a:xfrm>
        </p:grpSpPr>
        <p:sp>
          <p:nvSpPr>
            <p:cNvPr id="139" name="Rectangle 120">
              <a:extLst>
                <a:ext uri="{FF2B5EF4-FFF2-40B4-BE49-F238E27FC236}">
                  <a16:creationId xmlns:a16="http://schemas.microsoft.com/office/drawing/2014/main" id="{851D79C9-22A3-8770-1E41-2401586E6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1232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′</a:t>
              </a:r>
            </a:p>
          </p:txBody>
        </p:sp>
        <p:grpSp>
          <p:nvGrpSpPr>
            <p:cNvPr id="140" name="Group 121">
              <a:extLst>
                <a:ext uri="{FF2B5EF4-FFF2-40B4-BE49-F238E27FC236}">
                  <a16:creationId xmlns:a16="http://schemas.microsoft.com/office/drawing/2014/main" id="{893DEE16-434F-80AE-A650-9D57C954E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1" y="1239"/>
              <a:ext cx="336" cy="231"/>
              <a:chOff x="1848" y="1657"/>
              <a:chExt cx="336" cy="231"/>
            </a:xfrm>
          </p:grpSpPr>
          <p:sp>
            <p:nvSpPr>
              <p:cNvPr id="144" name="Rectangle 122">
                <a:extLst>
                  <a:ext uri="{FF2B5EF4-FFF2-40B4-BE49-F238E27FC236}">
                    <a16:creationId xmlns:a16="http://schemas.microsoft.com/office/drawing/2014/main" id="{88EBE74F-F744-E58B-8640-C1F5BA356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1726"/>
                <a:ext cx="100" cy="1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Rectangle 123">
                <a:extLst>
                  <a:ext uri="{FF2B5EF4-FFF2-40B4-BE49-F238E27FC236}">
                    <a16:creationId xmlns:a16="http://schemas.microsoft.com/office/drawing/2014/main" id="{C37E8541-127D-349A-A2AC-99CFED86B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657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′</a:t>
                </a:r>
              </a:p>
            </p:txBody>
          </p:sp>
        </p:grpSp>
        <p:grpSp>
          <p:nvGrpSpPr>
            <p:cNvPr id="141" name="Group 184">
              <a:extLst>
                <a:ext uri="{FF2B5EF4-FFF2-40B4-BE49-F238E27FC236}">
                  <a16:creationId xmlns:a16="http://schemas.microsoft.com/office/drawing/2014/main" id="{2D0CCAC5-5C59-FDAB-1225-E141429CAB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" y="1344"/>
              <a:ext cx="704" cy="40"/>
              <a:chOff x="1326" y="1344"/>
              <a:chExt cx="704" cy="40"/>
            </a:xfrm>
          </p:grpSpPr>
          <p:sp>
            <p:nvSpPr>
              <p:cNvPr id="142" name="Oval 125">
                <a:extLst>
                  <a:ext uri="{FF2B5EF4-FFF2-40B4-BE49-F238E27FC236}">
                    <a16:creationId xmlns:a16="http://schemas.microsoft.com/office/drawing/2014/main" id="{9C9B089A-0CE5-0600-0D88-D02805BB2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6" y="1345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Oval 126">
                <a:extLst>
                  <a:ext uri="{FF2B5EF4-FFF2-40B4-BE49-F238E27FC236}">
                    <a16:creationId xmlns:a16="http://schemas.microsoft.com/office/drawing/2014/main" id="{739DE8E1-521E-719C-6AB4-4B783CA68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1" y="1344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6" name="Group 166">
            <a:extLst>
              <a:ext uri="{FF2B5EF4-FFF2-40B4-BE49-F238E27FC236}">
                <a16:creationId xmlns:a16="http://schemas.microsoft.com/office/drawing/2014/main" id="{31FA2E3E-D709-11DF-8423-84F69123E605}"/>
              </a:ext>
            </a:extLst>
          </p:cNvPr>
          <p:cNvGrpSpPr>
            <a:grpSpLocks/>
          </p:cNvGrpSpPr>
          <p:nvPr/>
        </p:nvGrpSpPr>
        <p:grpSpPr bwMode="auto">
          <a:xfrm>
            <a:off x="2102421" y="3318469"/>
            <a:ext cx="803275" cy="366713"/>
            <a:chOff x="1462" y="1357"/>
            <a:chExt cx="506" cy="231"/>
          </a:xfrm>
        </p:grpSpPr>
        <p:sp>
          <p:nvSpPr>
            <p:cNvPr id="147" name="Oval 149">
              <a:extLst>
                <a:ext uri="{FF2B5EF4-FFF2-40B4-BE49-F238E27FC236}">
                  <a16:creationId xmlns:a16="http://schemas.microsoft.com/office/drawing/2014/main" id="{B6EA4E37-A43A-35D6-F1DC-A837F4228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1414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Text Box 150">
              <a:extLst>
                <a:ext uri="{FF2B5EF4-FFF2-40B4-BE49-F238E27FC236}">
                  <a16:creationId xmlns:a16="http://schemas.microsoft.com/office/drawing/2014/main" id="{D8557112-B75A-9EB6-ED74-156CD0D8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2" y="1357"/>
              <a:ext cx="5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′</a:t>
              </a:r>
            </a:p>
          </p:txBody>
        </p:sp>
      </p:grpSp>
      <p:grpSp>
        <p:nvGrpSpPr>
          <p:cNvPr id="149" name="Group 197">
            <a:extLst>
              <a:ext uri="{FF2B5EF4-FFF2-40B4-BE49-F238E27FC236}">
                <a16:creationId xmlns:a16="http://schemas.microsoft.com/office/drawing/2014/main" id="{E812DD36-DEFC-D39E-E51B-0A06E332EB83}"/>
              </a:ext>
            </a:extLst>
          </p:cNvPr>
          <p:cNvGrpSpPr>
            <a:grpSpLocks/>
          </p:cNvGrpSpPr>
          <p:nvPr/>
        </p:nvGrpSpPr>
        <p:grpSpPr bwMode="auto">
          <a:xfrm>
            <a:off x="2958084" y="2810469"/>
            <a:ext cx="31750" cy="409575"/>
            <a:chOff x="2003" y="1040"/>
            <a:chExt cx="20" cy="258"/>
          </a:xfrm>
        </p:grpSpPr>
        <p:sp>
          <p:nvSpPr>
            <p:cNvPr id="150" name="Line 137">
              <a:extLst>
                <a:ext uri="{FF2B5EF4-FFF2-40B4-BE49-F238E27FC236}">
                  <a16:creationId xmlns:a16="http://schemas.microsoft.com/office/drawing/2014/main" id="{ED05B521-715E-A65A-4F0C-A6953040C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0" y="1040"/>
              <a:ext cx="0" cy="17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" name="Line 138">
              <a:extLst>
                <a:ext uri="{FF2B5EF4-FFF2-40B4-BE49-F238E27FC236}">
                  <a16:creationId xmlns:a16="http://schemas.microsoft.com/office/drawing/2014/main" id="{B87D9E26-D8F6-0A4E-DE2C-60D80A5F5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1298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196">
              <a:extLst>
                <a:ext uri="{FF2B5EF4-FFF2-40B4-BE49-F238E27FC236}">
                  <a16:creationId xmlns:a16="http://schemas.microsoft.com/office/drawing/2014/main" id="{51EF04C6-AE7B-49D9-5200-C44F678DA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1237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3" name="Group 198">
            <a:extLst>
              <a:ext uri="{FF2B5EF4-FFF2-40B4-BE49-F238E27FC236}">
                <a16:creationId xmlns:a16="http://schemas.microsoft.com/office/drawing/2014/main" id="{60EDB963-AD4A-DFFF-C4E0-01690FEEB568}"/>
              </a:ext>
            </a:extLst>
          </p:cNvPr>
          <p:cNvGrpSpPr>
            <a:grpSpLocks/>
          </p:cNvGrpSpPr>
          <p:nvPr/>
        </p:nvGrpSpPr>
        <p:grpSpPr bwMode="auto">
          <a:xfrm>
            <a:off x="1902396" y="2812057"/>
            <a:ext cx="31750" cy="409575"/>
            <a:chOff x="2003" y="1040"/>
            <a:chExt cx="20" cy="258"/>
          </a:xfrm>
        </p:grpSpPr>
        <p:sp>
          <p:nvSpPr>
            <p:cNvPr id="154" name="Line 199">
              <a:extLst>
                <a:ext uri="{FF2B5EF4-FFF2-40B4-BE49-F238E27FC236}">
                  <a16:creationId xmlns:a16="http://schemas.microsoft.com/office/drawing/2014/main" id="{6E6F4FCC-00D2-6398-46CF-98A75D4DB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0" y="1040"/>
              <a:ext cx="0" cy="17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200">
              <a:extLst>
                <a:ext uri="{FF2B5EF4-FFF2-40B4-BE49-F238E27FC236}">
                  <a16:creationId xmlns:a16="http://schemas.microsoft.com/office/drawing/2014/main" id="{E5624C45-5C84-5B35-0F73-5D2B68D06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1298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Line 201">
              <a:extLst>
                <a:ext uri="{FF2B5EF4-FFF2-40B4-BE49-F238E27FC236}">
                  <a16:creationId xmlns:a16="http://schemas.microsoft.com/office/drawing/2014/main" id="{8C3B0534-FCB3-8243-2AFC-04F98A2A2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1237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7" name="Line 139">
            <a:extLst>
              <a:ext uri="{FF2B5EF4-FFF2-40B4-BE49-F238E27FC236}">
                <a16:creationId xmlns:a16="http://schemas.microsoft.com/office/drawing/2014/main" id="{0449756C-C214-5D43-4E4B-7492374758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22996" y="3096219"/>
            <a:ext cx="53975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" name="Line 140">
            <a:extLst>
              <a:ext uri="{FF2B5EF4-FFF2-40B4-BE49-F238E27FC236}">
                <a16:creationId xmlns:a16="http://schemas.microsoft.com/office/drawing/2014/main" id="{B18D9BFB-3F6C-4EAD-4152-4D69309541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2021" y="3093044"/>
            <a:ext cx="53340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9" name="Group 187">
            <a:extLst>
              <a:ext uri="{FF2B5EF4-FFF2-40B4-BE49-F238E27FC236}">
                <a16:creationId xmlns:a16="http://schemas.microsoft.com/office/drawing/2014/main" id="{B7A15365-8F7F-51D9-2406-D5B9DF3CD587}"/>
              </a:ext>
            </a:extLst>
          </p:cNvPr>
          <p:cNvGrpSpPr>
            <a:grpSpLocks/>
          </p:cNvGrpSpPr>
          <p:nvPr/>
        </p:nvGrpSpPr>
        <p:grpSpPr bwMode="auto">
          <a:xfrm>
            <a:off x="2088135" y="2764434"/>
            <a:ext cx="1201738" cy="376238"/>
            <a:chOff x="1455" y="1011"/>
            <a:chExt cx="757" cy="237"/>
          </a:xfrm>
        </p:grpSpPr>
        <p:sp>
          <p:nvSpPr>
            <p:cNvPr id="160" name="Text Box 142">
              <a:extLst>
                <a:ext uri="{FF2B5EF4-FFF2-40B4-BE49-F238E27FC236}">
                  <a16:creationId xmlns:a16="http://schemas.microsoft.com/office/drawing/2014/main" id="{C3B94CD0-CBA6-1FAF-81F0-ACFF12ED4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5" y="1017"/>
              <a:ext cx="5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′</a:t>
              </a:r>
            </a:p>
          </p:txBody>
        </p:sp>
        <p:grpSp>
          <p:nvGrpSpPr>
            <p:cNvPr id="161" name="Group 186">
              <a:extLst>
                <a:ext uri="{FF2B5EF4-FFF2-40B4-BE49-F238E27FC236}">
                  <a16:creationId xmlns:a16="http://schemas.microsoft.com/office/drawing/2014/main" id="{CFAF2165-3ABC-EEBF-E403-4B3C4BF240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1198"/>
              <a:ext cx="382" cy="41"/>
              <a:chOff x="1485" y="1198"/>
              <a:chExt cx="382" cy="41"/>
            </a:xfrm>
          </p:grpSpPr>
          <p:sp>
            <p:nvSpPr>
              <p:cNvPr id="163" name="Oval 144">
                <a:extLst>
                  <a:ext uri="{FF2B5EF4-FFF2-40B4-BE49-F238E27FC236}">
                    <a16:creationId xmlns:a16="http://schemas.microsoft.com/office/drawing/2014/main" id="{B67E238F-718F-75C3-FD55-5FD8A5A4E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5" y="1201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Oval 145">
                <a:extLst>
                  <a:ext uri="{FF2B5EF4-FFF2-40B4-BE49-F238E27FC236}">
                    <a16:creationId xmlns:a16="http://schemas.microsoft.com/office/drawing/2014/main" id="{5FF0A355-A2C7-CA30-D102-482014814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9" y="1198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2" name="Text Box 146">
              <a:extLst>
                <a:ext uri="{FF2B5EF4-FFF2-40B4-BE49-F238E27FC236}">
                  <a16:creationId xmlns:a16="http://schemas.microsoft.com/office/drawing/2014/main" id="{F31260CF-9F01-B7B4-E6A0-80FF2550F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" y="1011"/>
              <a:ext cx="5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 </a:t>
              </a:r>
              <a:r>
                <a:rPr kumimoji="1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′</a:t>
              </a:r>
            </a:p>
          </p:txBody>
        </p:sp>
      </p:grpSp>
      <p:sp>
        <p:nvSpPr>
          <p:cNvPr id="165" name="Text Box 205">
            <a:extLst>
              <a:ext uri="{FF2B5EF4-FFF2-40B4-BE49-F238E27FC236}">
                <a16:creationId xmlns:a16="http://schemas.microsoft.com/office/drawing/2014/main" id="{475639F9-B64C-A62D-76B8-C97863F32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16" y="1403721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166" name="Text Box 207">
            <a:extLst>
              <a:ext uri="{FF2B5EF4-FFF2-40B4-BE49-F238E27FC236}">
                <a16:creationId xmlns:a16="http://schemas.microsoft.com/office/drawing/2014/main" id="{B92C750E-F61B-01B5-96EF-E82E27A36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16" y="2727174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167" name="Rectangle 208">
            <a:extLst>
              <a:ext uri="{FF2B5EF4-FFF2-40B4-BE49-F238E27FC236}">
                <a16:creationId xmlns:a16="http://schemas.microsoft.com/office/drawing/2014/main" id="{EA5DE1E8-6A73-DBB9-DA78-BF71BE010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3277600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求后棱面的交线</a:t>
            </a:r>
          </a:p>
        </p:txBody>
      </p:sp>
      <p:sp>
        <p:nvSpPr>
          <p:cNvPr id="168" name="Rectangle 210">
            <a:extLst>
              <a:ext uri="{FF2B5EF4-FFF2-40B4-BE49-F238E27FC236}">
                <a16:creationId xmlns:a16="http://schemas.microsoft.com/office/drawing/2014/main" id="{1B5B2586-F237-D290-55F5-43A5146F8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3827371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求前侧棱面的交线</a:t>
            </a:r>
          </a:p>
        </p:txBody>
      </p:sp>
      <p:sp>
        <p:nvSpPr>
          <p:cNvPr id="169" name="Rectangle 215">
            <a:extLst>
              <a:ext uri="{FF2B5EF4-FFF2-40B4-BE49-F238E27FC236}">
                <a16:creationId xmlns:a16="http://schemas.microsoft.com/office/drawing/2014/main" id="{DCF9E482-5191-8A7A-B38E-014EEF86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9616" y="4482701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轮廓线</a:t>
            </a:r>
          </a:p>
        </p:txBody>
      </p:sp>
      <p:sp>
        <p:nvSpPr>
          <p:cNvPr id="170" name="Line 132">
            <a:extLst>
              <a:ext uri="{FF2B5EF4-FFF2-40B4-BE49-F238E27FC236}">
                <a16:creationId xmlns:a16="http://schemas.microsoft.com/office/drawing/2014/main" id="{C69E09BD-B810-ECC2-AFC5-AAB4B6636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2871" y="2816819"/>
            <a:ext cx="1095375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" name="Rectangle 235">
            <a:extLst>
              <a:ext uri="{FF2B5EF4-FFF2-40B4-BE49-F238E27FC236}">
                <a16:creationId xmlns:a16="http://schemas.microsoft.com/office/drawing/2014/main" id="{67E943E8-CFE8-0F4A-6792-13A8E60D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5033127"/>
            <a:ext cx="21916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圆柱轮廓线  </a:t>
            </a:r>
          </a:p>
        </p:txBody>
      </p:sp>
      <p:sp>
        <p:nvSpPr>
          <p:cNvPr id="172" name="Rectangle 236">
            <a:extLst>
              <a:ext uri="{FF2B5EF4-FFF2-40B4-BE49-F238E27FC236}">
                <a16:creationId xmlns:a16="http://schemas.microsoft.com/office/drawing/2014/main" id="{82B92854-A134-4273-DB4F-A99668DC0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5582898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棱柱轮廓线</a:t>
            </a:r>
          </a:p>
        </p:txBody>
      </p:sp>
      <p:grpSp>
        <p:nvGrpSpPr>
          <p:cNvPr id="173" name="Group 239">
            <a:extLst>
              <a:ext uri="{FF2B5EF4-FFF2-40B4-BE49-F238E27FC236}">
                <a16:creationId xmlns:a16="http://schemas.microsoft.com/office/drawing/2014/main" id="{522C1CF9-B9EB-0C04-D443-D236A45B67E5}"/>
              </a:ext>
            </a:extLst>
          </p:cNvPr>
          <p:cNvGrpSpPr>
            <a:grpSpLocks/>
          </p:cNvGrpSpPr>
          <p:nvPr/>
        </p:nvGrpSpPr>
        <p:grpSpPr bwMode="auto">
          <a:xfrm>
            <a:off x="1956371" y="3386733"/>
            <a:ext cx="3094038" cy="1227138"/>
            <a:chOff x="1372" y="1403"/>
            <a:chExt cx="1949" cy="773"/>
          </a:xfrm>
        </p:grpSpPr>
        <p:sp>
          <p:nvSpPr>
            <p:cNvPr id="174" name="Text Box 224">
              <a:extLst>
                <a:ext uri="{FF2B5EF4-FFF2-40B4-BE49-F238E27FC236}">
                  <a16:creationId xmlns:a16="http://schemas.microsoft.com/office/drawing/2014/main" id="{C9DF1C76-C59B-EBFF-3ECD-FB67EBC6F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7" y="1943"/>
              <a:ext cx="11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1800" dirty="0">
                  <a:solidFill>
                    <a:srgbClr val="A50021"/>
                  </a:solidFill>
                  <a:latin typeface="+mj-ea"/>
                  <a:ea typeface="+mj-ea"/>
                </a:rPr>
                <a:t>棱线终止点</a:t>
              </a:r>
            </a:p>
          </p:txBody>
        </p:sp>
        <p:grpSp>
          <p:nvGrpSpPr>
            <p:cNvPr id="175" name="Group 238">
              <a:extLst>
                <a:ext uri="{FF2B5EF4-FFF2-40B4-BE49-F238E27FC236}">
                  <a16:creationId xmlns:a16="http://schemas.microsoft.com/office/drawing/2014/main" id="{870A64BE-7D94-6B6B-32F6-982DFF013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" y="1403"/>
              <a:ext cx="1031" cy="560"/>
              <a:chOff x="1372" y="1403"/>
              <a:chExt cx="1031" cy="560"/>
            </a:xfrm>
          </p:grpSpPr>
          <p:sp>
            <p:nvSpPr>
              <p:cNvPr id="176" name="Line 226">
                <a:extLst>
                  <a:ext uri="{FF2B5EF4-FFF2-40B4-BE49-F238E27FC236}">
                    <a16:creationId xmlns:a16="http://schemas.microsoft.com/office/drawing/2014/main" id="{9E7674CE-7488-B7C0-1D28-A27D26BE5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4" y="1403"/>
                <a:ext cx="399" cy="55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7" name="Line 227">
                <a:extLst>
                  <a:ext uri="{FF2B5EF4-FFF2-40B4-BE49-F238E27FC236}">
                    <a16:creationId xmlns:a16="http://schemas.microsoft.com/office/drawing/2014/main" id="{AC8B4423-CFD2-361A-47E8-7ED16CB7F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72" y="1405"/>
                <a:ext cx="1029" cy="55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8" name="Line 237">
                <a:extLst>
                  <a:ext uri="{FF2B5EF4-FFF2-40B4-BE49-F238E27FC236}">
                    <a16:creationId xmlns:a16="http://schemas.microsoft.com/office/drawing/2014/main" id="{948961B8-C564-8B6F-874F-EDE7835AD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4" y="1464"/>
                <a:ext cx="680" cy="493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79" name="Text Box 23">
            <a:extLst>
              <a:ext uri="{FF2B5EF4-FFF2-40B4-BE49-F238E27FC236}">
                <a16:creationId xmlns:a16="http://schemas.microsoft.com/office/drawing/2014/main" id="{16EC63D5-DE85-13A4-0C0A-F73FC816D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156295"/>
            <a:ext cx="61109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三棱柱与圆柱相贯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180" name="Text Box 205">
            <a:extLst>
              <a:ext uri="{FF2B5EF4-FFF2-40B4-BE49-F238E27FC236}">
                <a16:creationId xmlns:a16="http://schemas.microsoft.com/office/drawing/2014/main" id="{D8FB189F-AF84-C5CC-EB03-FD74C2EBD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16" y="2059051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</p:spTree>
    <p:extLst>
      <p:ext uri="{BB962C8B-B14F-4D97-AF65-F5344CB8AC3E}">
        <p14:creationId xmlns:p14="http://schemas.microsoft.com/office/powerpoint/2010/main" val="233417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94" grpId="0" animBg="1"/>
      <p:bldP spid="102" grpId="0" animBg="1"/>
      <p:bldP spid="103" grpId="0" animBg="1"/>
      <p:bldP spid="131" grpId="0" animBg="1"/>
      <p:bldP spid="157" grpId="0" animBg="1"/>
      <p:bldP spid="158" grpId="0" animBg="1"/>
      <p:bldP spid="165" grpId="0"/>
      <p:bldP spid="166" grpId="0"/>
      <p:bldP spid="167" grpId="0"/>
      <p:bldP spid="168" grpId="0"/>
      <p:bldP spid="169" grpId="0"/>
      <p:bldP spid="170" grpId="0" animBg="1"/>
      <p:bldP spid="171" grpId="0"/>
      <p:bldP spid="172" grpId="0"/>
      <p:bldP spid="1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436D-1384-9417-1DD5-1DE51AD3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836202-8C9F-1C1D-8690-4D07BC3DAF6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A6BD798-165C-C7CF-D119-F677AD7B39E3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510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1930-6D5F-D21E-EEAC-5294E9DD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8C35A33-A710-74EE-838F-31AAF9A93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CDC606A-F521-D941-55A7-CD7C84E51E7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2BB9625-E894-C684-8CFB-74DB5819B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64" y="1310864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C22A1B61-0BA5-B17B-088D-82BE1195C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1343987"/>
            <a:ext cx="16192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13D7384F-46C3-E56F-BAB8-2576E275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4712185"/>
            <a:ext cx="310854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CE46BF65-BFD2-E401-7FB1-12CDA467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5157192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辅助平面法</a:t>
            </a:r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C2932DAA-E85E-4397-9609-6513B585F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1863959"/>
            <a:ext cx="4801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相贯线一般为光滑封闭的空间曲线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6B6E48AD-3015-7828-6683-FB06F374439D}"/>
              </a:ext>
            </a:extLst>
          </p:cNvPr>
          <p:cNvGrpSpPr>
            <a:grpSpLocks/>
          </p:cNvGrpSpPr>
          <p:nvPr/>
        </p:nvGrpSpPr>
        <p:grpSpPr bwMode="auto">
          <a:xfrm>
            <a:off x="9868070" y="1411456"/>
            <a:ext cx="1284287" cy="1198563"/>
            <a:chOff x="2444" y="1408"/>
            <a:chExt cx="1089" cy="1011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6755CF33-98E8-D3CA-3C8F-FAC2EA276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408"/>
              <a:ext cx="1035" cy="968"/>
            </a:xfrm>
            <a:custGeom>
              <a:avLst/>
              <a:gdLst>
                <a:gd name="T0" fmla="*/ 0 w 1333"/>
                <a:gd name="T1" fmla="*/ 2 h 1246"/>
                <a:gd name="T2" fmla="*/ 2 w 1333"/>
                <a:gd name="T3" fmla="*/ 2 h 1246"/>
                <a:gd name="T4" fmla="*/ 2 w 1333"/>
                <a:gd name="T5" fmla="*/ 2 h 1246"/>
                <a:gd name="T6" fmla="*/ 2 w 1333"/>
                <a:gd name="T7" fmla="*/ 2 h 1246"/>
                <a:gd name="T8" fmla="*/ 2 w 1333"/>
                <a:gd name="T9" fmla="*/ 2 h 1246"/>
                <a:gd name="T10" fmla="*/ 2 w 1333"/>
                <a:gd name="T11" fmla="*/ 2 h 1246"/>
                <a:gd name="T12" fmla="*/ 2 w 1333"/>
                <a:gd name="T13" fmla="*/ 2 h 1246"/>
                <a:gd name="T14" fmla="*/ 2 w 1333"/>
                <a:gd name="T15" fmla="*/ 2 h 1246"/>
                <a:gd name="T16" fmla="*/ 2 w 1333"/>
                <a:gd name="T17" fmla="*/ 2 h 1246"/>
                <a:gd name="T18" fmla="*/ 2 w 1333"/>
                <a:gd name="T19" fmla="*/ 2 h 1246"/>
                <a:gd name="T20" fmla="*/ 2 w 1333"/>
                <a:gd name="T21" fmla="*/ 2 h 1246"/>
                <a:gd name="T22" fmla="*/ 2 w 1333"/>
                <a:gd name="T23" fmla="*/ 2 h 1246"/>
                <a:gd name="T24" fmla="*/ 2 w 1333"/>
                <a:gd name="T25" fmla="*/ 2 h 1246"/>
                <a:gd name="T26" fmla="*/ 2 w 1333"/>
                <a:gd name="T27" fmla="*/ 0 h 1246"/>
                <a:gd name="T28" fmla="*/ 2 w 1333"/>
                <a:gd name="T29" fmla="*/ 2 h 1246"/>
                <a:gd name="T30" fmla="*/ 2 w 1333"/>
                <a:gd name="T31" fmla="*/ 2 h 1246"/>
                <a:gd name="T32" fmla="*/ 2 w 1333"/>
                <a:gd name="T33" fmla="*/ 2 h 1246"/>
                <a:gd name="T34" fmla="*/ 2 w 1333"/>
                <a:gd name="T35" fmla="*/ 2 h 1246"/>
                <a:gd name="T36" fmla="*/ 2 w 1333"/>
                <a:gd name="T37" fmla="*/ 2 h 1246"/>
                <a:gd name="T38" fmla="*/ 2 w 1333"/>
                <a:gd name="T39" fmla="*/ 2 h 1246"/>
                <a:gd name="T40" fmla="*/ 2 w 1333"/>
                <a:gd name="T41" fmla="*/ 2 h 1246"/>
                <a:gd name="T42" fmla="*/ 2 w 1333"/>
                <a:gd name="T43" fmla="*/ 2 h 1246"/>
                <a:gd name="T44" fmla="*/ 2 w 1333"/>
                <a:gd name="T45" fmla="*/ 2 h 1246"/>
                <a:gd name="T46" fmla="*/ 2 w 1333"/>
                <a:gd name="T47" fmla="*/ 2 h 1246"/>
                <a:gd name="T48" fmla="*/ 2 w 1333"/>
                <a:gd name="T49" fmla="*/ 2 h 1246"/>
                <a:gd name="T50" fmla="*/ 2 w 1333"/>
                <a:gd name="T51" fmla="*/ 2 h 1246"/>
                <a:gd name="T52" fmla="*/ 2 w 1333"/>
                <a:gd name="T53" fmla="*/ 2 h 1246"/>
                <a:gd name="T54" fmla="*/ 2 w 1333"/>
                <a:gd name="T55" fmla="*/ 2 h 1246"/>
                <a:gd name="T56" fmla="*/ 2 w 1333"/>
                <a:gd name="T57" fmla="*/ 2 h 1246"/>
                <a:gd name="T58" fmla="*/ 2 w 1333"/>
                <a:gd name="T59" fmla="*/ 2 h 1246"/>
                <a:gd name="T60" fmla="*/ 2 w 1333"/>
                <a:gd name="T61" fmla="*/ 2 h 1246"/>
                <a:gd name="T62" fmla="*/ 2 w 1333"/>
                <a:gd name="T63" fmla="*/ 2 h 1246"/>
                <a:gd name="T64" fmla="*/ 2 w 1333"/>
                <a:gd name="T65" fmla="*/ 2 h 1246"/>
                <a:gd name="T66" fmla="*/ 2 w 1333"/>
                <a:gd name="T67" fmla="*/ 2 h 1246"/>
                <a:gd name="T68" fmla="*/ 2 w 1333"/>
                <a:gd name="T69" fmla="*/ 2 h 1246"/>
                <a:gd name="T70" fmla="*/ 2 w 1333"/>
                <a:gd name="T71" fmla="*/ 2 h 1246"/>
                <a:gd name="T72" fmla="*/ 2 w 1333"/>
                <a:gd name="T73" fmla="*/ 2 h 1246"/>
                <a:gd name="T74" fmla="*/ 2 w 1333"/>
                <a:gd name="T75" fmla="*/ 2 h 1246"/>
                <a:gd name="T76" fmla="*/ 2 w 1333"/>
                <a:gd name="T77" fmla="*/ 2 h 1246"/>
                <a:gd name="T78" fmla="*/ 2 w 1333"/>
                <a:gd name="T79" fmla="*/ 2 h 1246"/>
                <a:gd name="T80" fmla="*/ 2 w 1333"/>
                <a:gd name="T81" fmla="*/ 2 h 1246"/>
                <a:gd name="T82" fmla="*/ 2 w 1333"/>
                <a:gd name="T83" fmla="*/ 2 h 1246"/>
                <a:gd name="T84" fmla="*/ 0 w 1333"/>
                <a:gd name="T85" fmla="*/ 2 h 12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333"/>
                <a:gd name="T130" fmla="*/ 0 h 1246"/>
                <a:gd name="T131" fmla="*/ 1333 w 1333"/>
                <a:gd name="T132" fmla="*/ 1246 h 12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333" h="1246">
                  <a:moveTo>
                    <a:pt x="0" y="482"/>
                  </a:moveTo>
                  <a:lnTo>
                    <a:pt x="363" y="279"/>
                  </a:lnTo>
                  <a:lnTo>
                    <a:pt x="385" y="347"/>
                  </a:lnTo>
                  <a:lnTo>
                    <a:pt x="428" y="379"/>
                  </a:lnTo>
                  <a:lnTo>
                    <a:pt x="531" y="455"/>
                  </a:lnTo>
                  <a:lnTo>
                    <a:pt x="661" y="488"/>
                  </a:lnTo>
                  <a:lnTo>
                    <a:pt x="802" y="444"/>
                  </a:lnTo>
                  <a:lnTo>
                    <a:pt x="862" y="320"/>
                  </a:lnTo>
                  <a:lnTo>
                    <a:pt x="840" y="228"/>
                  </a:lnTo>
                  <a:lnTo>
                    <a:pt x="786" y="157"/>
                  </a:lnTo>
                  <a:lnTo>
                    <a:pt x="726" y="114"/>
                  </a:lnTo>
                  <a:lnTo>
                    <a:pt x="669" y="103"/>
                  </a:lnTo>
                  <a:lnTo>
                    <a:pt x="807" y="16"/>
                  </a:lnTo>
                  <a:lnTo>
                    <a:pt x="867" y="0"/>
                  </a:lnTo>
                  <a:lnTo>
                    <a:pt x="943" y="11"/>
                  </a:lnTo>
                  <a:lnTo>
                    <a:pt x="1002" y="27"/>
                  </a:lnTo>
                  <a:lnTo>
                    <a:pt x="1073" y="70"/>
                  </a:lnTo>
                  <a:lnTo>
                    <a:pt x="1127" y="114"/>
                  </a:lnTo>
                  <a:lnTo>
                    <a:pt x="1181" y="168"/>
                  </a:lnTo>
                  <a:lnTo>
                    <a:pt x="1219" y="222"/>
                  </a:lnTo>
                  <a:lnTo>
                    <a:pt x="1273" y="309"/>
                  </a:lnTo>
                  <a:lnTo>
                    <a:pt x="1311" y="390"/>
                  </a:lnTo>
                  <a:lnTo>
                    <a:pt x="1328" y="488"/>
                  </a:lnTo>
                  <a:lnTo>
                    <a:pt x="1333" y="563"/>
                  </a:lnTo>
                  <a:lnTo>
                    <a:pt x="1317" y="656"/>
                  </a:lnTo>
                  <a:lnTo>
                    <a:pt x="1290" y="721"/>
                  </a:lnTo>
                  <a:lnTo>
                    <a:pt x="1241" y="769"/>
                  </a:lnTo>
                  <a:lnTo>
                    <a:pt x="937" y="953"/>
                  </a:lnTo>
                  <a:lnTo>
                    <a:pt x="889" y="959"/>
                  </a:lnTo>
                  <a:lnTo>
                    <a:pt x="840" y="970"/>
                  </a:lnTo>
                  <a:lnTo>
                    <a:pt x="789" y="987"/>
                  </a:lnTo>
                  <a:lnTo>
                    <a:pt x="746" y="1031"/>
                  </a:lnTo>
                  <a:lnTo>
                    <a:pt x="702" y="1089"/>
                  </a:lnTo>
                  <a:lnTo>
                    <a:pt x="415" y="1246"/>
                  </a:lnTo>
                  <a:lnTo>
                    <a:pt x="471" y="1186"/>
                  </a:lnTo>
                  <a:lnTo>
                    <a:pt x="504" y="1105"/>
                  </a:lnTo>
                  <a:lnTo>
                    <a:pt x="509" y="1002"/>
                  </a:lnTo>
                  <a:lnTo>
                    <a:pt x="488" y="916"/>
                  </a:lnTo>
                  <a:lnTo>
                    <a:pt x="455" y="796"/>
                  </a:lnTo>
                  <a:lnTo>
                    <a:pt x="396" y="704"/>
                  </a:lnTo>
                  <a:lnTo>
                    <a:pt x="287" y="596"/>
                  </a:lnTo>
                  <a:lnTo>
                    <a:pt x="152" y="525"/>
                  </a:lnTo>
                  <a:lnTo>
                    <a:pt x="0" y="482"/>
                  </a:lnTo>
                  <a:close/>
                </a:path>
              </a:pathLst>
            </a:custGeom>
            <a:gradFill rotWithShape="0">
              <a:gsLst>
                <a:gs pos="0">
                  <a:srgbClr val="004E00"/>
                </a:gs>
                <a:gs pos="50000">
                  <a:srgbClr val="008000"/>
                </a:gs>
                <a:gs pos="100000">
                  <a:srgbClr val="004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7">
              <a:extLst>
                <a:ext uri="{FF2B5EF4-FFF2-40B4-BE49-F238E27FC236}">
                  <a16:creationId xmlns:a16="http://schemas.microsoft.com/office/drawing/2014/main" id="{C71963B1-706E-6F84-530E-8E40CBC232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7933">
              <a:off x="2444" y="1741"/>
              <a:ext cx="431" cy="678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5DE2ADC0-2818-C490-9123-6353D9E93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479"/>
              <a:ext cx="407" cy="324"/>
            </a:xfrm>
            <a:custGeom>
              <a:avLst/>
              <a:gdLst>
                <a:gd name="T0" fmla="*/ 0 w 1164"/>
                <a:gd name="T1" fmla="*/ 0 h 924"/>
                <a:gd name="T2" fmla="*/ 0 w 1164"/>
                <a:gd name="T3" fmla="*/ 0 h 924"/>
                <a:gd name="T4" fmla="*/ 0 w 1164"/>
                <a:gd name="T5" fmla="*/ 0 h 924"/>
                <a:gd name="T6" fmla="*/ 0 w 1164"/>
                <a:gd name="T7" fmla="*/ 0 h 924"/>
                <a:gd name="T8" fmla="*/ 0 w 1164"/>
                <a:gd name="T9" fmla="*/ 0 h 924"/>
                <a:gd name="T10" fmla="*/ 0 w 1164"/>
                <a:gd name="T11" fmla="*/ 0 h 924"/>
                <a:gd name="T12" fmla="*/ 0 w 1164"/>
                <a:gd name="T13" fmla="*/ 0 h 924"/>
                <a:gd name="T14" fmla="*/ 0 w 1164"/>
                <a:gd name="T15" fmla="*/ 0 h 924"/>
                <a:gd name="T16" fmla="*/ 0 w 1164"/>
                <a:gd name="T17" fmla="*/ 0 h 924"/>
                <a:gd name="T18" fmla="*/ 0 w 1164"/>
                <a:gd name="T19" fmla="*/ 0 h 924"/>
                <a:gd name="T20" fmla="*/ 0 w 1164"/>
                <a:gd name="T21" fmla="*/ 0 h 924"/>
                <a:gd name="T22" fmla="*/ 0 w 1164"/>
                <a:gd name="T23" fmla="*/ 0 h 924"/>
                <a:gd name="T24" fmla="*/ 0 w 1164"/>
                <a:gd name="T25" fmla="*/ 0 h 924"/>
                <a:gd name="T26" fmla="*/ 0 w 1164"/>
                <a:gd name="T27" fmla="*/ 0 h 924"/>
                <a:gd name="T28" fmla="*/ 0 w 1164"/>
                <a:gd name="T29" fmla="*/ 0 h 924"/>
                <a:gd name="T30" fmla="*/ 0 w 1164"/>
                <a:gd name="T31" fmla="*/ 0 h 924"/>
                <a:gd name="T32" fmla="*/ 0 w 1164"/>
                <a:gd name="T33" fmla="*/ 0 h 924"/>
                <a:gd name="T34" fmla="*/ 0 w 1164"/>
                <a:gd name="T35" fmla="*/ 0 h 924"/>
                <a:gd name="T36" fmla="*/ 0 w 1164"/>
                <a:gd name="T37" fmla="*/ 0 h 924"/>
                <a:gd name="T38" fmla="*/ 0 w 1164"/>
                <a:gd name="T39" fmla="*/ 0 h 924"/>
                <a:gd name="T40" fmla="*/ 0 w 1164"/>
                <a:gd name="T41" fmla="*/ 0 h 924"/>
                <a:gd name="T42" fmla="*/ 0 w 1164"/>
                <a:gd name="T43" fmla="*/ 0 h 924"/>
                <a:gd name="T44" fmla="*/ 0 w 1164"/>
                <a:gd name="T45" fmla="*/ 0 h 924"/>
                <a:gd name="T46" fmla="*/ 0 w 1164"/>
                <a:gd name="T47" fmla="*/ 0 h 924"/>
                <a:gd name="T48" fmla="*/ 0 w 1164"/>
                <a:gd name="T49" fmla="*/ 0 h 924"/>
                <a:gd name="T50" fmla="*/ 0 w 1164"/>
                <a:gd name="T51" fmla="*/ 0 h 924"/>
                <a:gd name="T52" fmla="*/ 0 w 1164"/>
                <a:gd name="T53" fmla="*/ 0 h 924"/>
                <a:gd name="T54" fmla="*/ 0 w 1164"/>
                <a:gd name="T55" fmla="*/ 0 h 924"/>
                <a:gd name="T56" fmla="*/ 0 w 1164"/>
                <a:gd name="T57" fmla="*/ 0 h 9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164"/>
                <a:gd name="T88" fmla="*/ 0 h 924"/>
                <a:gd name="T89" fmla="*/ 1164 w 1164"/>
                <a:gd name="T90" fmla="*/ 924 h 92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164" h="924">
                  <a:moveTo>
                    <a:pt x="516" y="300"/>
                  </a:moveTo>
                  <a:lnTo>
                    <a:pt x="624" y="216"/>
                  </a:lnTo>
                  <a:lnTo>
                    <a:pt x="672" y="132"/>
                  </a:lnTo>
                  <a:cubicBezTo>
                    <a:pt x="708" y="72"/>
                    <a:pt x="684" y="46"/>
                    <a:pt x="708" y="24"/>
                  </a:cubicBezTo>
                  <a:lnTo>
                    <a:pt x="816" y="0"/>
                  </a:lnTo>
                  <a:lnTo>
                    <a:pt x="912" y="36"/>
                  </a:lnTo>
                  <a:lnTo>
                    <a:pt x="1020" y="108"/>
                  </a:lnTo>
                  <a:lnTo>
                    <a:pt x="1092" y="204"/>
                  </a:lnTo>
                  <a:lnTo>
                    <a:pt x="1140" y="288"/>
                  </a:lnTo>
                  <a:lnTo>
                    <a:pt x="1164" y="396"/>
                  </a:lnTo>
                  <a:lnTo>
                    <a:pt x="1164" y="516"/>
                  </a:lnTo>
                  <a:lnTo>
                    <a:pt x="1152" y="636"/>
                  </a:lnTo>
                  <a:lnTo>
                    <a:pt x="1092" y="744"/>
                  </a:lnTo>
                  <a:lnTo>
                    <a:pt x="1044" y="828"/>
                  </a:lnTo>
                  <a:lnTo>
                    <a:pt x="948" y="888"/>
                  </a:lnTo>
                  <a:lnTo>
                    <a:pt x="816" y="924"/>
                  </a:lnTo>
                  <a:lnTo>
                    <a:pt x="636" y="924"/>
                  </a:lnTo>
                  <a:lnTo>
                    <a:pt x="504" y="876"/>
                  </a:lnTo>
                  <a:lnTo>
                    <a:pt x="396" y="828"/>
                  </a:lnTo>
                  <a:lnTo>
                    <a:pt x="288" y="768"/>
                  </a:lnTo>
                  <a:lnTo>
                    <a:pt x="192" y="708"/>
                  </a:lnTo>
                  <a:lnTo>
                    <a:pt x="96" y="624"/>
                  </a:lnTo>
                  <a:lnTo>
                    <a:pt x="12" y="528"/>
                  </a:lnTo>
                  <a:lnTo>
                    <a:pt x="0" y="444"/>
                  </a:lnTo>
                  <a:lnTo>
                    <a:pt x="70" y="403"/>
                  </a:lnTo>
                  <a:lnTo>
                    <a:pt x="180" y="396"/>
                  </a:lnTo>
                  <a:lnTo>
                    <a:pt x="276" y="384"/>
                  </a:lnTo>
                  <a:lnTo>
                    <a:pt x="420" y="348"/>
                  </a:lnTo>
                  <a:lnTo>
                    <a:pt x="516" y="300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1" name="Picture 24">
            <a:extLst>
              <a:ext uri="{FF2B5EF4-FFF2-40B4-BE49-F238E27FC236}">
                <a16:creationId xmlns:a16="http://schemas.microsoft.com/office/drawing/2014/main" id="{007E06E6-7C8C-BDAA-B281-287971753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610" y="2841383"/>
            <a:ext cx="1628775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C0D3100B-7A15-22D0-1DD5-54D2630A0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535136"/>
              </p:ext>
            </p:extLst>
          </p:nvPr>
        </p:nvGraphicFramePr>
        <p:xfrm>
          <a:off x="9736307" y="4456385"/>
          <a:ext cx="1547812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2343477" imgH="2190476" progId="Paint.Picture">
                  <p:embed/>
                </p:oleObj>
              </mc:Choice>
              <mc:Fallback>
                <p:oleObj name="位图图像" r:id="rId4" imgW="2343477" imgH="2190476" progId="Paint.Picture">
                  <p:embed/>
                  <p:pic>
                    <p:nvPicPr>
                      <p:cNvPr id="12" name="Object 26">
                        <a:extLst>
                          <a:ext uri="{FF2B5EF4-FFF2-40B4-BE49-F238E27FC236}">
                            <a16:creationId xmlns:a16="http://schemas.microsoft.com/office/drawing/2014/main" id="{C0D3100B-7A15-22D0-1DD5-54D2630A0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6307" y="4456385"/>
                        <a:ext cx="1547812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7">
            <a:extLst>
              <a:ext uri="{FF2B5EF4-FFF2-40B4-BE49-F238E27FC236}">
                <a16:creationId xmlns:a16="http://schemas.microsoft.com/office/drawing/2014/main" id="{3241AD46-201C-1AE4-D4E0-4F14C4954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05363"/>
              </p:ext>
            </p:extLst>
          </p:nvPr>
        </p:nvGraphicFramePr>
        <p:xfrm>
          <a:off x="7264003" y="4365104"/>
          <a:ext cx="15875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6" imgW="2991268" imgH="3067478" progId="Paint.Picture">
                  <p:embed/>
                </p:oleObj>
              </mc:Choice>
              <mc:Fallback>
                <p:oleObj name="位图图像" r:id="rId6" imgW="2991268" imgH="3067478" progId="Paint.Picture">
                  <p:embed/>
                  <p:pic>
                    <p:nvPicPr>
                      <p:cNvPr id="13" name="Object 27">
                        <a:extLst>
                          <a:ext uri="{FF2B5EF4-FFF2-40B4-BE49-F238E27FC236}">
                            <a16:creationId xmlns:a16="http://schemas.microsoft.com/office/drawing/2014/main" id="{3241AD46-201C-1AE4-D4E0-4F14C4954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003" y="4365104"/>
                        <a:ext cx="15875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0">
            <a:extLst>
              <a:ext uri="{FF2B5EF4-FFF2-40B4-BE49-F238E27FC236}">
                <a16:creationId xmlns:a16="http://schemas.microsoft.com/office/drawing/2014/main" id="{B823884E-316D-FB92-F3A6-01873C134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89" y="2599914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D7BF275F-91CC-821F-10AE-6ACF23B6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3153448"/>
            <a:ext cx="57246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求出相贯线上的一系列点，再光滑连接。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先取特殊点，后取中间点（一般位置）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0312171E-8EC9-C3EE-2E50-81EDAB38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4219399"/>
            <a:ext cx="418576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求作相贯线上点的基本方法：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id="{864403EC-E637-7F9D-4841-E4006ABE1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5645288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辅助球面法</a:t>
            </a:r>
          </a:p>
        </p:txBody>
      </p:sp>
    </p:spTree>
    <p:extLst>
      <p:ext uri="{BB962C8B-B14F-4D97-AF65-F5344CB8AC3E}">
        <p14:creationId xmlns:p14="http://schemas.microsoft.com/office/powerpoint/2010/main" val="282991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14" grpId="0"/>
      <p:bldP spid="15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EBF1-64DD-CE6A-C7C4-15E0DCF2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44C5B20D-A1A9-F939-1E58-24977EB4B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44815A3-12B7-3C95-D258-FE211921277F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2" name="AutoShape 33" descr="信纸">
            <a:extLst>
              <a:ext uri="{FF2B5EF4-FFF2-40B4-BE49-F238E27FC236}">
                <a16:creationId xmlns:a16="http://schemas.microsoft.com/office/drawing/2014/main" id="{F926FCC1-C580-8A1F-126B-BA629423F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10" y="2119537"/>
            <a:ext cx="3997117" cy="2314039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利用圆柱面投影具有积聚性的特点，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用圆柱面上取点的方法，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由两圆柱面上若干公有点的已知投影，求出公有点的未知投影。</a:t>
            </a:r>
          </a:p>
        </p:txBody>
      </p:sp>
      <p:sp>
        <p:nvSpPr>
          <p:cNvPr id="3" name="Text Box 21" descr="信纸">
            <a:extLst>
              <a:ext uri="{FF2B5EF4-FFF2-40B4-BE49-F238E27FC236}">
                <a16:creationId xmlns:a16="http://schemas.microsoft.com/office/drawing/2014/main" id="{65EF4B61-F426-B0EE-8D42-9CCC015F7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6" y="1196752"/>
            <a:ext cx="403225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B8DD13DF-1DCA-43C6-E70D-5BEC3DEED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45" y="3817414"/>
            <a:ext cx="2028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先找特殊点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8401AEF2-1D70-7F03-566B-55CACBDCC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45" y="4177777"/>
            <a:ext cx="2028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补充中间点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4105FD0F-EE52-38F4-50DF-D3B8D381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895" y="4538139"/>
            <a:ext cx="18716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光滑连接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C7FAD1C2-9D05-48C3-995E-1066D32F5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2097269"/>
            <a:ext cx="4862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空间分析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，确定交线的空间形状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054C8BBD-0E7F-2E54-B85B-393B01A3E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2725448"/>
            <a:ext cx="4862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投影分析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，确定交线的已知投影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2588B4A7-8181-4333-A1CD-259E3E35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3357982"/>
            <a:ext cx="33153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，求交线的投影</a:t>
            </a: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BEEECB99-2C9C-2ED5-A01C-F1494CDB5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920" y="5085184"/>
            <a:ext cx="3624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：轮廓线、可见性</a:t>
            </a:r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5099E13F-71D1-063E-AC46-C81AFFFC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558" y="1516469"/>
            <a:ext cx="3756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求相贯线的基本步骤：</a:t>
            </a:r>
          </a:p>
        </p:txBody>
      </p:sp>
      <p:grpSp>
        <p:nvGrpSpPr>
          <p:cNvPr id="12" name="Group 25">
            <a:extLst>
              <a:ext uri="{FF2B5EF4-FFF2-40B4-BE49-F238E27FC236}">
                <a16:creationId xmlns:a16="http://schemas.microsoft.com/office/drawing/2014/main" id="{5359A9EA-91C9-622C-908A-E7E904D6F5AB}"/>
              </a:ext>
            </a:extLst>
          </p:cNvPr>
          <p:cNvGrpSpPr>
            <a:grpSpLocks/>
          </p:cNvGrpSpPr>
          <p:nvPr/>
        </p:nvGrpSpPr>
        <p:grpSpPr bwMode="auto">
          <a:xfrm>
            <a:off x="9155264" y="3499915"/>
            <a:ext cx="2572159" cy="1447800"/>
            <a:chOff x="3349" y="2788"/>
            <a:chExt cx="1629" cy="91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3" name="AutoShape 24" descr="信纸">
              <a:extLst>
                <a:ext uri="{FF2B5EF4-FFF2-40B4-BE49-F238E27FC236}">
                  <a16:creationId xmlns:a16="http://schemas.microsoft.com/office/drawing/2014/main" id="{32B532E4-1052-EA2C-9DD0-5878B2E5E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788"/>
              <a:ext cx="1434" cy="912"/>
            </a:xfrm>
            <a:prstGeom prst="wedgeRoundRectCallout">
              <a:avLst>
                <a:gd name="adj1" fmla="val -87673"/>
                <a:gd name="adj2" fmla="val -11004"/>
                <a:gd name="adj3" fmla="val 16667"/>
              </a:avLst>
            </a:prstGeom>
            <a:grpFill/>
            <a:ln w="38100" algn="ctr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C3304085-FFE8-DAF3-A408-021AA5B6F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1" y="2817"/>
              <a:ext cx="1547" cy="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最高点、最低点、最左点、最右点、最前点、最后点、轮廓线上的点。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44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9CCC-6D38-688F-66D5-8B99A21A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A3EB6B0-2350-9715-83AD-E02FED565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E568988-0C7B-8569-E205-1136577C807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454A93-EC97-34C7-F77B-FDB402A22B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0" t="17548" r="32396" b="5622"/>
          <a:stretch/>
        </p:blipFill>
        <p:spPr>
          <a:xfrm rot="5400000">
            <a:off x="6900065" y="1866212"/>
            <a:ext cx="1193803" cy="2597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C335E3-727B-8990-78AC-95C1A89636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5" t="40981" r="24513" b="5838"/>
          <a:stretch/>
        </p:blipFill>
        <p:spPr>
          <a:xfrm>
            <a:off x="6153659" y="5107602"/>
            <a:ext cx="2706848" cy="1798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9F0BB4-9FB0-3E77-C0E7-0614497079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2" t="36070" r="37347" b="17800"/>
          <a:stretch/>
        </p:blipFill>
        <p:spPr>
          <a:xfrm rot="5400000">
            <a:off x="6680509" y="5101054"/>
            <a:ext cx="1638300" cy="155974"/>
          </a:xfrm>
          <a:prstGeom prst="rect">
            <a:avLst/>
          </a:prstGeom>
        </p:spPr>
      </p:pic>
      <p:sp>
        <p:nvSpPr>
          <p:cNvPr id="5" name="Freeform 9">
            <a:extLst>
              <a:ext uri="{FF2B5EF4-FFF2-40B4-BE49-F238E27FC236}">
                <a16:creationId xmlns:a16="http://schemas.microsoft.com/office/drawing/2014/main" id="{44D90D73-4782-6036-C12E-0B6FE4CF8EB9}"/>
              </a:ext>
            </a:extLst>
          </p:cNvPr>
          <p:cNvSpPr>
            <a:spLocks/>
          </p:cNvSpPr>
          <p:nvPr/>
        </p:nvSpPr>
        <p:spPr bwMode="auto">
          <a:xfrm>
            <a:off x="6303044" y="1971554"/>
            <a:ext cx="449263" cy="1587"/>
          </a:xfrm>
          <a:custGeom>
            <a:avLst/>
            <a:gdLst>
              <a:gd name="T0" fmla="*/ 0 w 283"/>
              <a:gd name="T1" fmla="*/ 0 h 1"/>
              <a:gd name="T2" fmla="*/ 2147483646 w 28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320A9EE1-E019-FDAA-0FD4-710865636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307" y="1962029"/>
            <a:ext cx="2001837" cy="1833562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13252252-5F39-0573-01F4-AE71F7E23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257" y="4454404"/>
            <a:ext cx="1577975" cy="141922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D147A14-5BDF-D302-A755-A54545443F38}"/>
              </a:ext>
            </a:extLst>
          </p:cNvPr>
          <p:cNvSpPr>
            <a:spLocks/>
          </p:cNvSpPr>
          <p:nvPr/>
        </p:nvSpPr>
        <p:spPr bwMode="auto">
          <a:xfrm flipH="1">
            <a:off x="6257007" y="1973141"/>
            <a:ext cx="46037" cy="1843088"/>
          </a:xfrm>
          <a:custGeom>
            <a:avLst/>
            <a:gdLst>
              <a:gd name="T0" fmla="*/ 0 w 1"/>
              <a:gd name="T1" fmla="*/ 0 h 1181"/>
              <a:gd name="T2" fmla="*/ 0 w 1"/>
              <a:gd name="T3" fmla="*/ 2147483646 h 118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81">
                <a:moveTo>
                  <a:pt x="0" y="0"/>
                </a:moveTo>
                <a:lnTo>
                  <a:pt x="0" y="1181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6780E10-C615-8026-1CD0-46BB2F4D001B}"/>
              </a:ext>
            </a:extLst>
          </p:cNvPr>
          <p:cNvSpPr>
            <a:spLocks/>
          </p:cNvSpPr>
          <p:nvPr/>
        </p:nvSpPr>
        <p:spPr bwMode="auto">
          <a:xfrm>
            <a:off x="6283994" y="3808291"/>
            <a:ext cx="2455863" cy="3175"/>
          </a:xfrm>
          <a:custGeom>
            <a:avLst/>
            <a:gdLst>
              <a:gd name="T0" fmla="*/ 0 w 1547"/>
              <a:gd name="T1" fmla="*/ 0 h 2"/>
              <a:gd name="T2" fmla="*/ 2147483646 w 1547"/>
              <a:gd name="T3" fmla="*/ 2147483646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47" h="2">
                <a:moveTo>
                  <a:pt x="0" y="0"/>
                </a:moveTo>
                <a:lnTo>
                  <a:pt x="1547" y="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93930ABF-6FDE-1B42-1554-680AC3EAAAFA}"/>
              </a:ext>
            </a:extLst>
          </p:cNvPr>
          <p:cNvSpPr>
            <a:spLocks/>
          </p:cNvSpPr>
          <p:nvPr/>
        </p:nvSpPr>
        <p:spPr bwMode="auto">
          <a:xfrm>
            <a:off x="8727157" y="1963616"/>
            <a:ext cx="1587" cy="1860550"/>
          </a:xfrm>
          <a:custGeom>
            <a:avLst/>
            <a:gdLst>
              <a:gd name="T0" fmla="*/ 0 w 1"/>
              <a:gd name="T1" fmla="*/ 2147483646 h 1172"/>
              <a:gd name="T2" fmla="*/ 0 w 1"/>
              <a:gd name="T3" fmla="*/ 0 h 117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72">
                <a:moveTo>
                  <a:pt x="0" y="1172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550BCD77-AD0B-0904-843A-5B1A889B6AC2}"/>
              </a:ext>
            </a:extLst>
          </p:cNvPr>
          <p:cNvSpPr>
            <a:spLocks/>
          </p:cNvSpPr>
          <p:nvPr/>
        </p:nvSpPr>
        <p:spPr bwMode="auto">
          <a:xfrm>
            <a:off x="8277894" y="1963616"/>
            <a:ext cx="449263" cy="1588"/>
          </a:xfrm>
          <a:custGeom>
            <a:avLst/>
            <a:gdLst>
              <a:gd name="T0" fmla="*/ 0 w 283"/>
              <a:gd name="T1" fmla="*/ 0 h 1"/>
              <a:gd name="T2" fmla="*/ 2147483646 w 28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B8BAA6A-BB8E-7BFB-19AF-BA437985E2EE}"/>
              </a:ext>
            </a:extLst>
          </p:cNvPr>
          <p:cNvSpPr>
            <a:spLocks/>
          </p:cNvSpPr>
          <p:nvPr/>
        </p:nvSpPr>
        <p:spPr bwMode="auto">
          <a:xfrm>
            <a:off x="6731669" y="1587379"/>
            <a:ext cx="7938" cy="393700"/>
          </a:xfrm>
          <a:custGeom>
            <a:avLst/>
            <a:gdLst>
              <a:gd name="T0" fmla="*/ 0 w 5"/>
              <a:gd name="T1" fmla="*/ 0 h 248"/>
              <a:gd name="T2" fmla="*/ 2147483646 w 5"/>
              <a:gd name="T3" fmla="*/ 2147483646 h 24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248">
                <a:moveTo>
                  <a:pt x="0" y="0"/>
                </a:moveTo>
                <a:lnTo>
                  <a:pt x="5" y="248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F957F66-EE31-3E8A-70CA-DDC07D2327D1}"/>
              </a:ext>
            </a:extLst>
          </p:cNvPr>
          <p:cNvSpPr>
            <a:spLocks/>
          </p:cNvSpPr>
          <p:nvPr/>
        </p:nvSpPr>
        <p:spPr bwMode="auto">
          <a:xfrm>
            <a:off x="6738019" y="1595316"/>
            <a:ext cx="1539875" cy="9525"/>
          </a:xfrm>
          <a:custGeom>
            <a:avLst/>
            <a:gdLst>
              <a:gd name="T0" fmla="*/ 0 w 970"/>
              <a:gd name="T1" fmla="*/ 0 h 6"/>
              <a:gd name="T2" fmla="*/ 2147483646 w 970"/>
              <a:gd name="T3" fmla="*/ 2147483646 h 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70" h="6">
                <a:moveTo>
                  <a:pt x="0" y="0"/>
                </a:moveTo>
                <a:lnTo>
                  <a:pt x="970" y="6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62191D93-05F9-5784-1419-DD65218587F5}"/>
              </a:ext>
            </a:extLst>
          </p:cNvPr>
          <p:cNvSpPr>
            <a:spLocks/>
          </p:cNvSpPr>
          <p:nvPr/>
        </p:nvSpPr>
        <p:spPr bwMode="auto">
          <a:xfrm>
            <a:off x="8276307" y="1600078"/>
            <a:ext cx="7937" cy="388939"/>
          </a:xfrm>
          <a:custGeom>
            <a:avLst/>
            <a:gdLst>
              <a:gd name="T0" fmla="*/ 0 w 5"/>
              <a:gd name="T1" fmla="*/ 0 h 245"/>
              <a:gd name="T2" fmla="*/ 2147483647 w 5"/>
              <a:gd name="T3" fmla="*/ 2147483647 h 24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245">
                <a:moveTo>
                  <a:pt x="0" y="0"/>
                </a:moveTo>
                <a:lnTo>
                  <a:pt x="5" y="245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ffectLst/>
          <a:scene3d>
            <a:camera prst="orthographicFront">
              <a:rot lat="0" lon="0" rev="21594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charset="-122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485EBFB8-B262-E28D-ACC6-35997A5EE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15" y="1207670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7CA3D48B-8E4E-C48F-CE79-15E64655F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869" y="4208341"/>
            <a:ext cx="2425700" cy="18923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A67964BE-0EFC-BF44-4936-74488EDB2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557" y="1606429"/>
            <a:ext cx="15779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57C221CC-4823-DDBF-3DD1-426FCE9D9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557" y="1606429"/>
            <a:ext cx="0" cy="7096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A96997F2-D658-7C24-939F-0C73EAC69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2532" y="1606429"/>
            <a:ext cx="0" cy="7096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Freeform 26">
            <a:extLst>
              <a:ext uri="{FF2B5EF4-FFF2-40B4-BE49-F238E27FC236}">
                <a16:creationId xmlns:a16="http://schemas.microsoft.com/office/drawing/2014/main" id="{9691AF75-EE81-2CEC-4EAD-1E7E8C74167B}"/>
              </a:ext>
            </a:extLst>
          </p:cNvPr>
          <p:cNvSpPr>
            <a:spLocks/>
          </p:cNvSpPr>
          <p:nvPr/>
        </p:nvSpPr>
        <p:spPr bwMode="auto">
          <a:xfrm>
            <a:off x="7404769" y="2292229"/>
            <a:ext cx="3698875" cy="1587"/>
          </a:xfrm>
          <a:custGeom>
            <a:avLst/>
            <a:gdLst>
              <a:gd name="T0" fmla="*/ 2147483646 w 2330"/>
              <a:gd name="T1" fmla="*/ 0 h 1"/>
              <a:gd name="T2" fmla="*/ 0 w 233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30" h="1">
                <a:moveTo>
                  <a:pt x="2330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0444996E-478F-1BCF-4975-70ED3F3EB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8408" y="2174760"/>
            <a:ext cx="4016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Freeform 28">
            <a:extLst>
              <a:ext uri="{FF2B5EF4-FFF2-40B4-BE49-F238E27FC236}">
                <a16:creationId xmlns:a16="http://schemas.microsoft.com/office/drawing/2014/main" id="{2049CA82-3993-3785-7A3F-E5D2712A7907}"/>
              </a:ext>
            </a:extLst>
          </p:cNvPr>
          <p:cNvSpPr>
            <a:spLocks/>
          </p:cNvSpPr>
          <p:nvPr/>
        </p:nvSpPr>
        <p:spPr bwMode="auto">
          <a:xfrm>
            <a:off x="6596732" y="2165229"/>
            <a:ext cx="4730750" cy="1587"/>
          </a:xfrm>
          <a:custGeom>
            <a:avLst/>
            <a:gdLst>
              <a:gd name="T0" fmla="*/ 0 w 2980"/>
              <a:gd name="T1" fmla="*/ 0 h 1"/>
              <a:gd name="T2" fmla="*/ 2147483646 w 298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980" h="1">
                <a:moveTo>
                  <a:pt x="0" y="0"/>
                </a:moveTo>
                <a:lnTo>
                  <a:pt x="2980" y="0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4" name="Group 29">
            <a:extLst>
              <a:ext uri="{FF2B5EF4-FFF2-40B4-BE49-F238E27FC236}">
                <a16:creationId xmlns:a16="http://schemas.microsoft.com/office/drawing/2014/main" id="{6C93D433-6132-E8B9-3883-14F796A8BB0A}"/>
              </a:ext>
            </a:extLst>
          </p:cNvPr>
          <p:cNvGrpSpPr>
            <a:grpSpLocks/>
          </p:cNvGrpSpPr>
          <p:nvPr/>
        </p:nvGrpSpPr>
        <p:grpSpPr bwMode="auto">
          <a:xfrm>
            <a:off x="7506369" y="2166816"/>
            <a:ext cx="3455988" cy="3646488"/>
            <a:chOff x="1900" y="1017"/>
            <a:chExt cx="2177" cy="2297"/>
          </a:xfrm>
        </p:grpSpPr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B468588D-6213-8EC1-1E8B-64EDDFC01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017"/>
              <a:ext cx="42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E1B6E426-E7ED-3F60-638C-907E80AD7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2894"/>
              <a:ext cx="1" cy="420"/>
            </a:xfrm>
            <a:custGeom>
              <a:avLst/>
              <a:gdLst>
                <a:gd name="T0" fmla="*/ 0 w 1"/>
                <a:gd name="T1" fmla="*/ 96 h 480"/>
                <a:gd name="T2" fmla="*/ 0 w 1"/>
                <a:gd name="T3" fmla="*/ 0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80">
                  <a:moveTo>
                    <a:pt x="0" y="48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Freeform 32">
            <a:extLst>
              <a:ext uri="{FF2B5EF4-FFF2-40B4-BE49-F238E27FC236}">
                <a16:creationId xmlns:a16="http://schemas.microsoft.com/office/drawing/2014/main" id="{CC4E1C6A-763D-8A26-042D-8AB3FC7E99AE}"/>
              </a:ext>
            </a:extLst>
          </p:cNvPr>
          <p:cNvSpPr>
            <a:spLocks/>
          </p:cNvSpPr>
          <p:nvPr/>
        </p:nvSpPr>
        <p:spPr bwMode="auto">
          <a:xfrm>
            <a:off x="6866607" y="5795841"/>
            <a:ext cx="1231900" cy="1588"/>
          </a:xfrm>
          <a:custGeom>
            <a:avLst/>
            <a:gdLst>
              <a:gd name="T0" fmla="*/ 0 w 776"/>
              <a:gd name="T1" fmla="*/ 0 h 1"/>
              <a:gd name="T2" fmla="*/ 2147483646 w 77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76" h="1">
                <a:moveTo>
                  <a:pt x="0" y="0"/>
                </a:moveTo>
                <a:lnTo>
                  <a:pt x="776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" name="Group 33">
            <a:extLst>
              <a:ext uri="{FF2B5EF4-FFF2-40B4-BE49-F238E27FC236}">
                <a16:creationId xmlns:a16="http://schemas.microsoft.com/office/drawing/2014/main" id="{D5445CB8-C7CA-F23F-9181-8367278EDF1B}"/>
              </a:ext>
            </a:extLst>
          </p:cNvPr>
          <p:cNvGrpSpPr>
            <a:grpSpLocks/>
          </p:cNvGrpSpPr>
          <p:nvPr/>
        </p:nvGrpSpPr>
        <p:grpSpPr bwMode="auto">
          <a:xfrm>
            <a:off x="7157119" y="2098554"/>
            <a:ext cx="698500" cy="3757612"/>
            <a:chOff x="1680" y="974"/>
            <a:chExt cx="440" cy="2367"/>
          </a:xfrm>
        </p:grpSpPr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4ED4B344-11C3-0866-BF6C-0F0B5F542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974"/>
              <a:ext cx="1" cy="2357"/>
            </a:xfrm>
            <a:custGeom>
              <a:avLst/>
              <a:gdLst>
                <a:gd name="T0" fmla="*/ 0 w 1"/>
                <a:gd name="T1" fmla="*/ 2357 h 2357"/>
                <a:gd name="T2" fmla="*/ 0 w 1"/>
                <a:gd name="T3" fmla="*/ 0 h 23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57">
                  <a:moveTo>
                    <a:pt x="0" y="2357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698A4D4-A4D9-C978-B75E-52976C5D3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979"/>
              <a:ext cx="1" cy="2362"/>
            </a:xfrm>
            <a:custGeom>
              <a:avLst/>
              <a:gdLst>
                <a:gd name="T0" fmla="*/ 0 w 1"/>
                <a:gd name="T1" fmla="*/ 2362 h 2362"/>
                <a:gd name="T2" fmla="*/ 0 w 1"/>
                <a:gd name="T3" fmla="*/ 0 h 23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62">
                  <a:moveTo>
                    <a:pt x="0" y="236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36">
            <a:extLst>
              <a:ext uri="{FF2B5EF4-FFF2-40B4-BE49-F238E27FC236}">
                <a16:creationId xmlns:a16="http://schemas.microsoft.com/office/drawing/2014/main" id="{29355A94-3537-AB71-CD94-24950E410922}"/>
              </a:ext>
            </a:extLst>
          </p:cNvPr>
          <p:cNvGrpSpPr>
            <a:grpSpLocks/>
          </p:cNvGrpSpPr>
          <p:nvPr/>
        </p:nvGrpSpPr>
        <p:grpSpPr bwMode="auto">
          <a:xfrm>
            <a:off x="6561807" y="1847729"/>
            <a:ext cx="1870075" cy="238125"/>
            <a:chOff x="1292" y="816"/>
            <a:chExt cx="1204" cy="150"/>
          </a:xfrm>
        </p:grpSpPr>
        <p:sp>
          <p:nvSpPr>
            <p:cNvPr id="32" name="Text Box 37">
              <a:extLst>
                <a:ext uri="{FF2B5EF4-FFF2-40B4-BE49-F238E27FC236}">
                  <a16:creationId xmlns:a16="http://schemas.microsoft.com/office/drawing/2014/main" id="{39512A52-88C3-AE31-FEAE-E736122BD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6" y="822"/>
              <a:ext cx="2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38">
              <a:extLst>
                <a:ext uri="{FF2B5EF4-FFF2-40B4-BE49-F238E27FC236}">
                  <a16:creationId xmlns:a16="http://schemas.microsoft.com/office/drawing/2014/main" id="{5DAD970A-1C63-625B-BE4D-4DC33D338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816"/>
              <a:ext cx="19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oup 39">
            <a:extLst>
              <a:ext uri="{FF2B5EF4-FFF2-40B4-BE49-F238E27FC236}">
                <a16:creationId xmlns:a16="http://schemas.microsoft.com/office/drawing/2014/main" id="{B07696C0-B2E8-687B-E269-E2AED24E6A36}"/>
              </a:ext>
            </a:extLst>
          </p:cNvPr>
          <p:cNvGrpSpPr>
            <a:grpSpLocks/>
          </p:cNvGrpSpPr>
          <p:nvPr/>
        </p:nvGrpSpPr>
        <p:grpSpPr bwMode="auto">
          <a:xfrm>
            <a:off x="6966619" y="2054104"/>
            <a:ext cx="1127125" cy="228600"/>
            <a:chOff x="1560" y="946"/>
            <a:chExt cx="710" cy="144"/>
          </a:xfrm>
        </p:grpSpPr>
        <p:sp>
          <p:nvSpPr>
            <p:cNvPr id="35" name="Text Box 40">
              <a:extLst>
                <a:ext uri="{FF2B5EF4-FFF2-40B4-BE49-F238E27FC236}">
                  <a16:creationId xmlns:a16="http://schemas.microsoft.com/office/drawing/2014/main" id="{93E7C561-C200-CA5C-F891-3056AEFEC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946"/>
              <a:ext cx="253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41">
              <a:extLst>
                <a:ext uri="{FF2B5EF4-FFF2-40B4-BE49-F238E27FC236}">
                  <a16:creationId xmlns:a16="http://schemas.microsoft.com/office/drawing/2014/main" id="{83184C0D-C3FF-B505-9141-B53CD82FA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" y="946"/>
              <a:ext cx="295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Oval 42">
            <a:extLst>
              <a:ext uri="{FF2B5EF4-FFF2-40B4-BE49-F238E27FC236}">
                <a16:creationId xmlns:a16="http://schemas.microsoft.com/office/drawing/2014/main" id="{455B5240-A214-D75F-DB14-01393C936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494" y="4454404"/>
            <a:ext cx="1582738" cy="14097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Freeform 43">
            <a:extLst>
              <a:ext uri="{FF2B5EF4-FFF2-40B4-BE49-F238E27FC236}">
                <a16:creationId xmlns:a16="http://schemas.microsoft.com/office/drawing/2014/main" id="{47F86543-3A8C-882F-CB30-B5E33C6185DC}"/>
              </a:ext>
            </a:extLst>
          </p:cNvPr>
          <p:cNvSpPr>
            <a:spLocks/>
          </p:cNvSpPr>
          <p:nvPr/>
        </p:nvSpPr>
        <p:spPr bwMode="auto">
          <a:xfrm>
            <a:off x="9538369" y="1954091"/>
            <a:ext cx="1538288" cy="328613"/>
          </a:xfrm>
          <a:custGeom>
            <a:avLst/>
            <a:gdLst>
              <a:gd name="T0" fmla="*/ 0 w 967"/>
              <a:gd name="T1" fmla="*/ 2147483646 h 192"/>
              <a:gd name="T2" fmla="*/ 2147483646 w 967"/>
              <a:gd name="T3" fmla="*/ 2147483646 h 192"/>
              <a:gd name="T4" fmla="*/ 2147483646 w 967"/>
              <a:gd name="T5" fmla="*/ 2147483646 h 192"/>
              <a:gd name="T6" fmla="*/ 2147483646 w 967"/>
              <a:gd name="T7" fmla="*/ 0 h 192"/>
              <a:gd name="T8" fmla="*/ 2147483646 w 967"/>
              <a:gd name="T9" fmla="*/ 2147483646 h 192"/>
              <a:gd name="T10" fmla="*/ 2147483646 w 967"/>
              <a:gd name="T11" fmla="*/ 2147483646 h 192"/>
              <a:gd name="T12" fmla="*/ 2147483646 w 967"/>
              <a:gd name="T13" fmla="*/ 2147483646 h 1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7" h="192">
                <a:moveTo>
                  <a:pt x="0" y="182"/>
                </a:moveTo>
                <a:cubicBezTo>
                  <a:pt x="25" y="165"/>
                  <a:pt x="99" y="104"/>
                  <a:pt x="151" y="77"/>
                </a:cubicBezTo>
                <a:cubicBezTo>
                  <a:pt x="203" y="50"/>
                  <a:pt x="257" y="30"/>
                  <a:pt x="315" y="17"/>
                </a:cubicBezTo>
                <a:cubicBezTo>
                  <a:pt x="373" y="4"/>
                  <a:pt x="443" y="0"/>
                  <a:pt x="497" y="0"/>
                </a:cubicBezTo>
                <a:cubicBezTo>
                  <a:pt x="551" y="0"/>
                  <a:pt x="588" y="5"/>
                  <a:pt x="641" y="19"/>
                </a:cubicBezTo>
                <a:cubicBezTo>
                  <a:pt x="694" y="33"/>
                  <a:pt x="760" y="58"/>
                  <a:pt x="814" y="87"/>
                </a:cubicBezTo>
                <a:cubicBezTo>
                  <a:pt x="868" y="116"/>
                  <a:pt x="935" y="170"/>
                  <a:pt x="967" y="192"/>
                </a:cubicBez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0" name="Group 44">
            <a:extLst>
              <a:ext uri="{FF2B5EF4-FFF2-40B4-BE49-F238E27FC236}">
                <a16:creationId xmlns:a16="http://schemas.microsoft.com/office/drawing/2014/main" id="{E1E72D9D-4573-B8A9-2B13-AB55BBA2D340}"/>
              </a:ext>
            </a:extLst>
          </p:cNvPr>
          <p:cNvGrpSpPr>
            <a:grpSpLocks/>
          </p:cNvGrpSpPr>
          <p:nvPr/>
        </p:nvGrpSpPr>
        <p:grpSpPr bwMode="auto">
          <a:xfrm>
            <a:off x="9506619" y="2036641"/>
            <a:ext cx="1606550" cy="246063"/>
            <a:chOff x="3160" y="935"/>
            <a:chExt cx="1012" cy="155"/>
          </a:xfrm>
        </p:grpSpPr>
        <p:sp>
          <p:nvSpPr>
            <p:cNvPr id="41" name="Text Box 45">
              <a:extLst>
                <a:ext uri="{FF2B5EF4-FFF2-40B4-BE49-F238E27FC236}">
                  <a16:creationId xmlns:a16="http://schemas.microsoft.com/office/drawing/2014/main" id="{E77F0F65-3BD5-E286-E76C-5BFC6F0F3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" y="93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2" name="Text Box 46">
              <a:extLst>
                <a:ext uri="{FF2B5EF4-FFF2-40B4-BE49-F238E27FC236}">
                  <a16:creationId xmlns:a16="http://schemas.microsoft.com/office/drawing/2014/main" id="{36031DF5-6654-5C0C-072D-526620B3D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6" y="935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43" name="Group 47">
            <a:extLst>
              <a:ext uri="{FF2B5EF4-FFF2-40B4-BE49-F238E27FC236}">
                <a16:creationId xmlns:a16="http://schemas.microsoft.com/office/drawing/2014/main" id="{1D995774-F48C-34A3-6693-25C88E72262B}"/>
              </a:ext>
            </a:extLst>
          </p:cNvPr>
          <p:cNvGrpSpPr>
            <a:grpSpLocks/>
          </p:cNvGrpSpPr>
          <p:nvPr/>
        </p:nvGrpSpPr>
        <p:grpSpPr bwMode="auto">
          <a:xfrm>
            <a:off x="7009482" y="5673604"/>
            <a:ext cx="1001712" cy="246062"/>
            <a:chOff x="1587" y="3226"/>
            <a:chExt cx="631" cy="155"/>
          </a:xfrm>
        </p:grpSpPr>
        <p:sp>
          <p:nvSpPr>
            <p:cNvPr id="44" name="Text Box 48">
              <a:extLst>
                <a:ext uri="{FF2B5EF4-FFF2-40B4-BE49-F238E27FC236}">
                  <a16:creationId xmlns:a16="http://schemas.microsoft.com/office/drawing/2014/main" id="{EC3A59F5-6679-F899-6008-6B5019246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227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507F5F1D-71B9-ED51-8621-900E87B3A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22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:a16="http://schemas.microsoft.com/office/drawing/2014/main" id="{F77971B6-2CA3-66E6-E27C-A69D744FDBD9}"/>
              </a:ext>
            </a:extLst>
          </p:cNvPr>
          <p:cNvSpPr>
            <a:spLocks/>
          </p:cNvSpPr>
          <p:nvPr/>
        </p:nvSpPr>
        <p:spPr bwMode="auto">
          <a:xfrm>
            <a:off x="6741194" y="1966792"/>
            <a:ext cx="1514475" cy="318300"/>
          </a:xfrm>
          <a:custGeom>
            <a:avLst/>
            <a:gdLst>
              <a:gd name="T0" fmla="*/ 0 w 954"/>
              <a:gd name="T1" fmla="*/ 0 h 189"/>
              <a:gd name="T2" fmla="*/ 2147483646 w 954"/>
              <a:gd name="T3" fmla="*/ 2147483646 h 189"/>
              <a:gd name="T4" fmla="*/ 2147483646 w 954"/>
              <a:gd name="T5" fmla="*/ 2147483646 h 189"/>
              <a:gd name="T6" fmla="*/ 2147483646 w 954"/>
              <a:gd name="T7" fmla="*/ 2147483646 h 189"/>
              <a:gd name="T8" fmla="*/ 2147483646 w 954"/>
              <a:gd name="T9" fmla="*/ 2147483646 h 189"/>
              <a:gd name="T10" fmla="*/ 2147483646 w 954"/>
              <a:gd name="T11" fmla="*/ 2147483646 h 189"/>
              <a:gd name="T12" fmla="*/ 2147483646 w 954"/>
              <a:gd name="T13" fmla="*/ 2147483646 h 189"/>
              <a:gd name="T14" fmla="*/ 2147483646 w 954"/>
              <a:gd name="T15" fmla="*/ 2147483646 h 189"/>
              <a:gd name="T16" fmla="*/ 2147483646 w 954"/>
              <a:gd name="T17" fmla="*/ 2147483646 h 189"/>
              <a:gd name="T18" fmla="*/ 2147483646 w 954"/>
              <a:gd name="T19" fmla="*/ 2147483646 h 189"/>
              <a:gd name="T20" fmla="*/ 2147483646 w 954"/>
              <a:gd name="T21" fmla="*/ 2147483646 h 18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0 w 10000"/>
              <a:gd name="connsiteY0" fmla="*/ 0 h 9894"/>
              <a:gd name="connsiteX1" fmla="*/ 1143 w 10000"/>
              <a:gd name="connsiteY1" fmla="*/ 4021 h 9894"/>
              <a:gd name="connsiteX2" fmla="*/ 2715 w 10000"/>
              <a:gd name="connsiteY2" fmla="*/ 7302 h 9894"/>
              <a:gd name="connsiteX3" fmla="*/ 2579 w 10000"/>
              <a:gd name="connsiteY3" fmla="*/ 7302 h 9894"/>
              <a:gd name="connsiteX4" fmla="*/ 3878 w 10000"/>
              <a:gd name="connsiteY4" fmla="*/ 9259 h 9894"/>
              <a:gd name="connsiteX5" fmla="*/ 5052 w 10000"/>
              <a:gd name="connsiteY5" fmla="*/ 9894 h 9894"/>
              <a:gd name="connsiteX6" fmla="*/ 6226 w 10000"/>
              <a:gd name="connsiteY6" fmla="*/ 8624 h 9894"/>
              <a:gd name="connsiteX7" fmla="*/ 7338 w 10000"/>
              <a:gd name="connsiteY7" fmla="*/ 7354 h 9894"/>
              <a:gd name="connsiteX8" fmla="*/ 8229 w 10000"/>
              <a:gd name="connsiteY8" fmla="*/ 5132 h 9894"/>
              <a:gd name="connsiteX9" fmla="*/ 9119 w 10000"/>
              <a:gd name="connsiteY9" fmla="*/ 2910 h 9894"/>
              <a:gd name="connsiteX10" fmla="*/ 10000 w 10000"/>
              <a:gd name="connsiteY10" fmla="*/ 635 h 9894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8229 w 10000"/>
              <a:gd name="connsiteY7" fmla="*/ 5187 h 10098"/>
              <a:gd name="connsiteX8" fmla="*/ 9119 w 10000"/>
              <a:gd name="connsiteY8" fmla="*/ 2941 h 10098"/>
              <a:gd name="connsiteX9" fmla="*/ 10000 w 10000"/>
              <a:gd name="connsiteY9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8229 w 10000"/>
              <a:gd name="connsiteY7" fmla="*/ 5187 h 10098"/>
              <a:gd name="connsiteX8" fmla="*/ 9119 w 10000"/>
              <a:gd name="connsiteY8" fmla="*/ 2941 h 10098"/>
              <a:gd name="connsiteX9" fmla="*/ 10000 w 10000"/>
              <a:gd name="connsiteY9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9119 w 10000"/>
              <a:gd name="connsiteY7" fmla="*/ 2941 h 10098"/>
              <a:gd name="connsiteX8" fmla="*/ 10000 w 10000"/>
              <a:gd name="connsiteY8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470"/>
              <a:gd name="connsiteX1" fmla="*/ 1143 w 10000"/>
              <a:gd name="connsiteY1" fmla="*/ 4064 h 10470"/>
              <a:gd name="connsiteX2" fmla="*/ 2715 w 10000"/>
              <a:gd name="connsiteY2" fmla="*/ 7380 h 10470"/>
              <a:gd name="connsiteX3" fmla="*/ 2579 w 10000"/>
              <a:gd name="connsiteY3" fmla="*/ 7380 h 10470"/>
              <a:gd name="connsiteX4" fmla="*/ 3878 w 10000"/>
              <a:gd name="connsiteY4" fmla="*/ 9358 h 10470"/>
              <a:gd name="connsiteX5" fmla="*/ 4942 w 10000"/>
              <a:gd name="connsiteY5" fmla="*/ 10401 h 10470"/>
              <a:gd name="connsiteX6" fmla="*/ 7338 w 10000"/>
              <a:gd name="connsiteY6" fmla="*/ 7433 h 10470"/>
              <a:gd name="connsiteX7" fmla="*/ 10000 w 10000"/>
              <a:gd name="connsiteY7" fmla="*/ 642 h 10470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2715 w 10000"/>
              <a:gd name="connsiteY2" fmla="*/ 7380 h 10401"/>
              <a:gd name="connsiteX3" fmla="*/ 2579 w 10000"/>
              <a:gd name="connsiteY3" fmla="*/ 7380 h 10401"/>
              <a:gd name="connsiteX4" fmla="*/ 4942 w 10000"/>
              <a:gd name="connsiteY4" fmla="*/ 10401 h 10401"/>
              <a:gd name="connsiteX5" fmla="*/ 7338 w 10000"/>
              <a:gd name="connsiteY5" fmla="*/ 7433 h 10401"/>
              <a:gd name="connsiteX6" fmla="*/ 10000 w 10000"/>
              <a:gd name="connsiteY6" fmla="*/ 642 h 10401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2715 w 10000"/>
              <a:gd name="connsiteY2" fmla="*/ 7380 h 10401"/>
              <a:gd name="connsiteX3" fmla="*/ 4942 w 10000"/>
              <a:gd name="connsiteY3" fmla="*/ 10401 h 10401"/>
              <a:gd name="connsiteX4" fmla="*/ 7338 w 10000"/>
              <a:gd name="connsiteY4" fmla="*/ 7433 h 10401"/>
              <a:gd name="connsiteX5" fmla="*/ 10000 w 10000"/>
              <a:gd name="connsiteY5" fmla="*/ 642 h 10401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4942 w 10000"/>
              <a:gd name="connsiteY2" fmla="*/ 10401 h 10401"/>
              <a:gd name="connsiteX3" fmla="*/ 7338 w 10000"/>
              <a:gd name="connsiteY3" fmla="*/ 7433 h 10401"/>
              <a:gd name="connsiteX4" fmla="*/ 10000 w 10000"/>
              <a:gd name="connsiteY4" fmla="*/ 642 h 10401"/>
              <a:gd name="connsiteX0" fmla="*/ 0 w 10000"/>
              <a:gd name="connsiteY0" fmla="*/ 0 h 10411"/>
              <a:gd name="connsiteX1" fmla="*/ 2668 w 10000"/>
              <a:gd name="connsiteY1" fmla="*/ 6551 h 10411"/>
              <a:gd name="connsiteX2" fmla="*/ 4942 w 10000"/>
              <a:gd name="connsiteY2" fmla="*/ 10401 h 10411"/>
              <a:gd name="connsiteX3" fmla="*/ 7338 w 10000"/>
              <a:gd name="connsiteY3" fmla="*/ 7433 h 10411"/>
              <a:gd name="connsiteX4" fmla="*/ 10000 w 10000"/>
              <a:gd name="connsiteY4" fmla="*/ 642 h 10411"/>
              <a:gd name="connsiteX0" fmla="*/ 0 w 10000"/>
              <a:gd name="connsiteY0" fmla="*/ 0 h 10411"/>
              <a:gd name="connsiteX1" fmla="*/ 2668 w 10000"/>
              <a:gd name="connsiteY1" fmla="*/ 6551 h 10411"/>
              <a:gd name="connsiteX2" fmla="*/ 4942 w 10000"/>
              <a:gd name="connsiteY2" fmla="*/ 10401 h 10411"/>
              <a:gd name="connsiteX3" fmla="*/ 7338 w 10000"/>
              <a:gd name="connsiteY3" fmla="*/ 7433 h 10411"/>
              <a:gd name="connsiteX4" fmla="*/ 10000 w 10000"/>
              <a:gd name="connsiteY4" fmla="*/ 642 h 10411"/>
              <a:gd name="connsiteX0" fmla="*/ 0 w 10000"/>
              <a:gd name="connsiteY0" fmla="*/ 0 h 10404"/>
              <a:gd name="connsiteX1" fmla="*/ 2762 w 10000"/>
              <a:gd name="connsiteY1" fmla="*/ 6952 h 10404"/>
              <a:gd name="connsiteX2" fmla="*/ 4942 w 10000"/>
              <a:gd name="connsiteY2" fmla="*/ 10401 h 10404"/>
              <a:gd name="connsiteX3" fmla="*/ 7338 w 10000"/>
              <a:gd name="connsiteY3" fmla="*/ 7433 h 10404"/>
              <a:gd name="connsiteX4" fmla="*/ 10000 w 10000"/>
              <a:gd name="connsiteY4" fmla="*/ 642 h 10404"/>
              <a:gd name="connsiteX0" fmla="*/ 0 w 10000"/>
              <a:gd name="connsiteY0" fmla="*/ 0 h 9604"/>
              <a:gd name="connsiteX1" fmla="*/ 2762 w 10000"/>
              <a:gd name="connsiteY1" fmla="*/ 6952 h 9604"/>
              <a:gd name="connsiteX2" fmla="*/ 5021 w 10000"/>
              <a:gd name="connsiteY2" fmla="*/ 9599 h 9604"/>
              <a:gd name="connsiteX3" fmla="*/ 7338 w 10000"/>
              <a:gd name="connsiteY3" fmla="*/ 7433 h 9604"/>
              <a:gd name="connsiteX4" fmla="*/ 10000 w 10000"/>
              <a:gd name="connsiteY4" fmla="*/ 642 h 9604"/>
              <a:gd name="connsiteX0" fmla="*/ 0 w 10000"/>
              <a:gd name="connsiteY0" fmla="*/ 0 h 10001"/>
              <a:gd name="connsiteX1" fmla="*/ 2762 w 10000"/>
              <a:gd name="connsiteY1" fmla="*/ 7239 h 10001"/>
              <a:gd name="connsiteX2" fmla="*/ 5021 w 10000"/>
              <a:gd name="connsiteY2" fmla="*/ 9995 h 10001"/>
              <a:gd name="connsiteX3" fmla="*/ 7338 w 10000"/>
              <a:gd name="connsiteY3" fmla="*/ 7739 h 10001"/>
              <a:gd name="connsiteX4" fmla="*/ 10000 w 10000"/>
              <a:gd name="connsiteY4" fmla="*/ 668 h 10001"/>
              <a:gd name="connsiteX0" fmla="*/ 0 w 10000"/>
              <a:gd name="connsiteY0" fmla="*/ 0 h 9995"/>
              <a:gd name="connsiteX1" fmla="*/ 2762 w 10000"/>
              <a:gd name="connsiteY1" fmla="*/ 7239 h 9995"/>
              <a:gd name="connsiteX2" fmla="*/ 5021 w 10000"/>
              <a:gd name="connsiteY2" fmla="*/ 9995 h 9995"/>
              <a:gd name="connsiteX3" fmla="*/ 7338 w 10000"/>
              <a:gd name="connsiteY3" fmla="*/ 7739 h 9995"/>
              <a:gd name="connsiteX4" fmla="*/ 10000 w 10000"/>
              <a:gd name="connsiteY4" fmla="*/ 668 h 9995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1170"/>
              <a:gd name="connsiteX1" fmla="*/ 2762 w 10000"/>
              <a:gd name="connsiteY1" fmla="*/ 7243 h 11170"/>
              <a:gd name="connsiteX2" fmla="*/ 5021 w 10000"/>
              <a:gd name="connsiteY2" fmla="*/ 11170 h 11170"/>
              <a:gd name="connsiteX3" fmla="*/ 7401 w 10000"/>
              <a:gd name="connsiteY3" fmla="*/ 7492 h 11170"/>
              <a:gd name="connsiteX4" fmla="*/ 10000 w 10000"/>
              <a:gd name="connsiteY4" fmla="*/ 668 h 1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0">
                <a:moveTo>
                  <a:pt x="0" y="0"/>
                </a:moveTo>
                <a:cubicBezTo>
                  <a:pt x="1085" y="3678"/>
                  <a:pt x="1925" y="5381"/>
                  <a:pt x="2762" y="7243"/>
                </a:cubicBezTo>
                <a:cubicBezTo>
                  <a:pt x="3599" y="9105"/>
                  <a:pt x="4248" y="11129"/>
                  <a:pt x="5021" y="11170"/>
                </a:cubicBezTo>
                <a:cubicBezTo>
                  <a:pt x="5794" y="11211"/>
                  <a:pt x="6571" y="9242"/>
                  <a:pt x="7401" y="7492"/>
                </a:cubicBezTo>
                <a:cubicBezTo>
                  <a:pt x="8231" y="5742"/>
                  <a:pt x="8613" y="5235"/>
                  <a:pt x="10000" y="66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Text Box 51">
            <a:extLst>
              <a:ext uri="{FF2B5EF4-FFF2-40B4-BE49-F238E27FC236}">
                <a16:creationId xmlns:a16="http://schemas.microsoft.com/office/drawing/2014/main" id="{AF37A594-D74B-BEC7-9EAC-B407BF17E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082" y="1777879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Text Box 52">
            <a:extLst>
              <a:ext uri="{FF2B5EF4-FFF2-40B4-BE49-F238E27FC236}">
                <a16:creationId xmlns:a16="http://schemas.microsoft.com/office/drawing/2014/main" id="{AF3DBE85-0687-0A50-3573-AB86949FA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032" y="4956698"/>
            <a:ext cx="28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Text Box 53">
            <a:extLst>
              <a:ext uri="{FF2B5EF4-FFF2-40B4-BE49-F238E27FC236}">
                <a16:creationId xmlns:a16="http://schemas.microsoft.com/office/drawing/2014/main" id="{EFCF311F-C85D-25CC-5803-22145CCA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944" y="4970341"/>
            <a:ext cx="28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Text Box 54">
            <a:extLst>
              <a:ext uri="{FF2B5EF4-FFF2-40B4-BE49-F238E27FC236}">
                <a16:creationId xmlns:a16="http://schemas.microsoft.com/office/drawing/2014/main" id="{7D0AC2E0-0942-8165-03B3-EFE813F0D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242" y="5683341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Text Box 55">
            <a:extLst>
              <a:ext uri="{FF2B5EF4-FFF2-40B4-BE49-F238E27FC236}">
                <a16:creationId xmlns:a16="http://schemas.microsoft.com/office/drawing/2014/main" id="{E390257A-9643-6E76-2220-E508BDEA9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2093652"/>
            <a:ext cx="20521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52" name="Text Box 56">
            <a:extLst>
              <a:ext uri="{FF2B5EF4-FFF2-40B4-BE49-F238E27FC236}">
                <a16:creationId xmlns:a16="http://schemas.microsoft.com/office/drawing/2014/main" id="{88B6F246-C3A3-4EB7-F1B5-B0F82A665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2712777"/>
            <a:ext cx="20521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53" name="Text Box 57">
            <a:extLst>
              <a:ext uri="{FF2B5EF4-FFF2-40B4-BE49-F238E27FC236}">
                <a16:creationId xmlns:a16="http://schemas.microsoft.com/office/drawing/2014/main" id="{C3617C57-549F-960E-05F9-545C3EC1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3365129"/>
            <a:ext cx="15488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  </a:t>
            </a:r>
          </a:p>
        </p:txBody>
      </p:sp>
      <p:sp>
        <p:nvSpPr>
          <p:cNvPr id="54" name="Text Box 58">
            <a:extLst>
              <a:ext uri="{FF2B5EF4-FFF2-40B4-BE49-F238E27FC236}">
                <a16:creationId xmlns:a16="http://schemas.microsoft.com/office/drawing/2014/main" id="{7F9AF024-9F42-4B87-BE20-E6953B3C3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4354687"/>
            <a:ext cx="16049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）中间点</a:t>
            </a:r>
          </a:p>
        </p:txBody>
      </p:sp>
      <p:sp>
        <p:nvSpPr>
          <p:cNvPr id="55" name="Text Box 59">
            <a:extLst>
              <a:ext uri="{FF2B5EF4-FFF2-40B4-BE49-F238E27FC236}">
                <a16:creationId xmlns:a16="http://schemas.microsoft.com/office/drawing/2014/main" id="{459600AC-C3A0-4852-3929-C8EFCC15D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5353181"/>
            <a:ext cx="34884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检查轮廓线的投影</a:t>
            </a:r>
          </a:p>
        </p:txBody>
      </p:sp>
      <p:sp>
        <p:nvSpPr>
          <p:cNvPr id="56" name="Text Box 60">
            <a:extLst>
              <a:ext uri="{FF2B5EF4-FFF2-40B4-BE49-F238E27FC236}">
                <a16:creationId xmlns:a16="http://schemas.microsoft.com/office/drawing/2014/main" id="{A87960E9-29A7-3602-7206-3703A36F9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4730924"/>
            <a:ext cx="19127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光滑连接</a:t>
            </a:r>
            <a:endParaRPr lang="zh-CN" altLang="en-US" sz="2400" b="1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61">
            <a:extLst>
              <a:ext uri="{FF2B5EF4-FFF2-40B4-BE49-F238E27FC236}">
                <a16:creationId xmlns:a16="http://schemas.microsoft.com/office/drawing/2014/main" id="{69073BC1-AB62-3CE5-AD8B-02D194B6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425" y="4290097"/>
            <a:ext cx="21336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Text Box 62">
            <a:extLst>
              <a:ext uri="{FF2B5EF4-FFF2-40B4-BE49-F238E27FC236}">
                <a16:creationId xmlns:a16="http://schemas.microsoft.com/office/drawing/2014/main" id="{5525D1E4-DE04-D224-929A-8BAB4CDB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6681" y="2038229"/>
            <a:ext cx="13922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封闭的</a:t>
            </a:r>
            <a:endParaRPr lang="en-US" altLang="zh-CN" sz="20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algn="ctr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空间曲线</a:t>
            </a:r>
          </a:p>
        </p:txBody>
      </p:sp>
      <p:sp>
        <p:nvSpPr>
          <p:cNvPr id="60" name="Text Box 64">
            <a:extLst>
              <a:ext uri="{FF2B5EF4-FFF2-40B4-BE49-F238E27FC236}">
                <a16:creationId xmlns:a16="http://schemas.microsoft.com/office/drawing/2014/main" id="{C829FF3B-756D-FEF1-C414-B95C8643B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3978449"/>
            <a:ext cx="16049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）特殊点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8731CE8-17B1-D15C-A842-CE305E0457F5}"/>
              </a:ext>
            </a:extLst>
          </p:cNvPr>
          <p:cNvGrpSpPr/>
          <p:nvPr/>
        </p:nvGrpSpPr>
        <p:grpSpPr>
          <a:xfrm>
            <a:off x="7754019" y="1053979"/>
            <a:ext cx="2979738" cy="919162"/>
            <a:chOff x="7754019" y="1053979"/>
            <a:chExt cx="2979738" cy="919162"/>
          </a:xfrm>
        </p:grpSpPr>
        <p:sp>
          <p:nvSpPr>
            <p:cNvPr id="61" name="Text Box 65">
              <a:extLst>
                <a:ext uri="{FF2B5EF4-FFF2-40B4-BE49-F238E27FC236}">
                  <a16:creationId xmlns:a16="http://schemas.microsoft.com/office/drawing/2014/main" id="{674E50C8-CC21-12EE-7858-7DCBCAECB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3269" y="1053979"/>
              <a:ext cx="2630488" cy="39687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FF0000"/>
                  </a:solidFill>
                  <a:ea typeface="黑体" panose="02010609060101010101" pitchFamily="49" charset="-122"/>
                </a:rPr>
                <a:t>此段外形轮廓线消失</a:t>
              </a:r>
            </a:p>
          </p:txBody>
        </p:sp>
        <p:sp>
          <p:nvSpPr>
            <p:cNvPr id="62" name="Line 66">
              <a:extLst>
                <a:ext uri="{FF2B5EF4-FFF2-40B4-BE49-F238E27FC236}">
                  <a16:creationId xmlns:a16="http://schemas.microsoft.com/office/drawing/2014/main" id="{A942E123-8EBE-B0E7-A541-0EEE91DD7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54019" y="1469904"/>
              <a:ext cx="395288" cy="5032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" name="Text Box 67">
            <a:extLst>
              <a:ext uri="{FF2B5EF4-FFF2-40B4-BE49-F238E27FC236}">
                <a16:creationId xmlns:a16="http://schemas.microsoft.com/office/drawing/2014/main" id="{D6A650C5-1CD6-9018-2C12-A82D72EE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2194" y="2089029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Text Box 68">
            <a:extLst>
              <a:ext uri="{FF2B5EF4-FFF2-40B4-BE49-F238E27FC236}">
                <a16:creationId xmlns:a16="http://schemas.microsoft.com/office/drawing/2014/main" id="{A4BFB7B4-AE37-7BF6-F12A-4E3F78407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3694" y="1574679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1"</a:t>
            </a:r>
          </a:p>
        </p:txBody>
      </p:sp>
      <p:sp>
        <p:nvSpPr>
          <p:cNvPr id="65" name="Rectangle 69">
            <a:extLst>
              <a:ext uri="{FF2B5EF4-FFF2-40B4-BE49-F238E27FC236}">
                <a16:creationId xmlns:a16="http://schemas.microsoft.com/office/drawing/2014/main" id="{33D2D681-C6EA-C597-0AC7-EB134DB7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894" y="157467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1'</a:t>
            </a:r>
          </a:p>
        </p:txBody>
      </p:sp>
      <p:sp>
        <p:nvSpPr>
          <p:cNvPr id="66" name="Text Box 70">
            <a:extLst>
              <a:ext uri="{FF2B5EF4-FFF2-40B4-BE49-F238E27FC236}">
                <a16:creationId xmlns:a16="http://schemas.microsoft.com/office/drawing/2014/main" id="{AE3CC260-7B78-237F-4263-C2533C3D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6819" y="2055691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2"</a:t>
            </a:r>
          </a:p>
        </p:txBody>
      </p:sp>
      <p:sp>
        <p:nvSpPr>
          <p:cNvPr id="67" name="Text Box 71">
            <a:extLst>
              <a:ext uri="{FF2B5EF4-FFF2-40B4-BE49-F238E27FC236}">
                <a16:creationId xmlns:a16="http://schemas.microsoft.com/office/drawing/2014/main" id="{182E84D8-8657-1EE4-DF3A-7794F4AE8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9607" y="1595316"/>
            <a:ext cx="58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,3"</a:t>
            </a:r>
          </a:p>
        </p:txBody>
      </p:sp>
      <p:sp>
        <p:nvSpPr>
          <p:cNvPr id="68" name="Rectangle 72">
            <a:extLst>
              <a:ext uri="{FF2B5EF4-FFF2-40B4-BE49-F238E27FC236}">
                <a16:creationId xmlns:a16="http://schemas.microsoft.com/office/drawing/2014/main" id="{06105A5D-F5B6-404A-5936-D00F4B3E4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3307" y="219062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2'</a:t>
            </a:r>
          </a:p>
        </p:txBody>
      </p:sp>
      <p:sp>
        <p:nvSpPr>
          <p:cNvPr id="69" name="Rectangle 73">
            <a:extLst>
              <a:ext uri="{FF2B5EF4-FFF2-40B4-BE49-F238E27FC236}">
                <a16:creationId xmlns:a16="http://schemas.microsoft.com/office/drawing/2014/main" id="{0B4EC0F1-3531-27BB-28C8-110D74B73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382" y="155562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3'</a:t>
            </a:r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0024B656-A458-DF2D-7703-E638A5EF8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044" y="5075116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71" name="Rectangle 75">
            <a:extLst>
              <a:ext uri="{FF2B5EF4-FFF2-40B4-BE49-F238E27FC236}">
                <a16:creationId xmlns:a16="http://schemas.microsoft.com/office/drawing/2014/main" id="{0DD8B312-84E3-460A-8FC7-6E1BA7E97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620" y="5738952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72" name="Rectangle 76">
            <a:extLst>
              <a:ext uri="{FF2B5EF4-FFF2-40B4-BE49-F238E27FC236}">
                <a16:creationId xmlns:a16="http://schemas.microsoft.com/office/drawing/2014/main" id="{4BD25A72-8B54-806C-691E-3792B05F7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419" y="509257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3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CCB76D6F-13AB-5A41-1E50-7EBB5E266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6" t="26771" r="30327" b="11254"/>
          <a:stretch/>
        </p:blipFill>
        <p:spPr>
          <a:xfrm>
            <a:off x="9195308" y="2783503"/>
            <a:ext cx="2222501" cy="2095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BF53146-F84E-00E6-FAD6-1D7A31052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3" t="35317" r="33002" b="21487"/>
          <a:stretch/>
        </p:blipFill>
        <p:spPr>
          <a:xfrm rot="5400000">
            <a:off x="9096884" y="2621579"/>
            <a:ext cx="2412998" cy="146051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B66B377B-BB78-64AC-C501-7505A6C05F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9613" b="5622"/>
          <a:stretch/>
        </p:blipFill>
        <p:spPr>
          <a:xfrm>
            <a:off x="6204619" y="2795466"/>
            <a:ext cx="2666840" cy="21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7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1" grpId="0" animBg="1"/>
      <p:bldP spid="22" grpId="0" autoUpdateAnimBg="0"/>
      <p:bldP spid="23" grpId="0" animBg="1"/>
      <p:bldP spid="27" grpId="0" animBg="1"/>
      <p:bldP spid="38" grpId="0" animBg="1"/>
      <p:bldP spid="39" grpId="0" animBg="1"/>
      <p:bldP spid="46" grpId="0" animBg="1"/>
      <p:bldP spid="47" grpId="0" autoUpdateAnimBg="0"/>
      <p:bldP spid="48" grpId="0" autoUpdateAnimBg="0"/>
      <p:bldP spid="49" grpId="0" autoUpdateAnimBg="0"/>
      <p:bldP spid="50" grpId="0" autoUpdateAnimBg="0"/>
      <p:bldP spid="51" grpId="0"/>
      <p:bldP spid="52" grpId="0"/>
      <p:bldP spid="53" grpId="0"/>
      <p:bldP spid="54" grpId="0"/>
      <p:bldP spid="55" grpId="0"/>
      <p:bldP spid="56" grpId="0"/>
      <p:bldP spid="58" grpId="0"/>
      <p:bldP spid="60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CC1C-462E-9CC6-33F1-C62F3EFB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48075E7-1625-D96F-18E6-1130CB2D1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00EFB52-29A7-0C59-67E6-FA4685F12F3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516" name="Text Box 3">
            <a:extLst>
              <a:ext uri="{FF2B5EF4-FFF2-40B4-BE49-F238E27FC236}">
                <a16:creationId xmlns:a16="http://schemas.microsoft.com/office/drawing/2014/main" id="{8600019F-EA2B-D86D-E10E-1277F0C18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899" y="1157072"/>
            <a:ext cx="3637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：相贯线的产生</a:t>
            </a:r>
          </a:p>
        </p:txBody>
      </p:sp>
      <p:sp>
        <p:nvSpPr>
          <p:cNvPr id="517" name="Text Box 4">
            <a:extLst>
              <a:ext uri="{FF2B5EF4-FFF2-40B4-BE49-F238E27FC236}">
                <a16:creationId xmlns:a16="http://schemas.microsoft.com/office/drawing/2014/main" id="{7927C98C-6793-6FEC-1F57-1705BD38B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61" y="1868987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两外表面相交</a:t>
            </a:r>
          </a:p>
        </p:txBody>
      </p:sp>
      <p:sp>
        <p:nvSpPr>
          <p:cNvPr id="518" name="Text Box 5">
            <a:extLst>
              <a:ext uri="{FF2B5EF4-FFF2-40B4-BE49-F238E27FC236}">
                <a16:creationId xmlns:a16="http://schemas.microsoft.com/office/drawing/2014/main" id="{5037A5EE-D9CF-E673-4BBA-871B55F37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728" y="1844824"/>
            <a:ext cx="37417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外表面与内表面相交</a:t>
            </a:r>
          </a:p>
        </p:txBody>
      </p:sp>
      <p:sp>
        <p:nvSpPr>
          <p:cNvPr id="519" name="Text Box 6">
            <a:extLst>
              <a:ext uri="{FF2B5EF4-FFF2-40B4-BE49-F238E27FC236}">
                <a16:creationId xmlns:a16="http://schemas.microsoft.com/office/drawing/2014/main" id="{B6370E14-22B0-7CC5-0CC3-3C36A0734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334" y="1878423"/>
            <a:ext cx="282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两内表面相交</a:t>
            </a:r>
          </a:p>
        </p:txBody>
      </p:sp>
      <p:pic>
        <p:nvPicPr>
          <p:cNvPr id="520" name="Picture 172">
            <a:extLst>
              <a:ext uri="{FF2B5EF4-FFF2-40B4-BE49-F238E27FC236}">
                <a16:creationId xmlns:a16="http://schemas.microsoft.com/office/drawing/2014/main" id="{A4E08D62-410B-7CD6-C613-BEF88C6D2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087" y="4899025"/>
            <a:ext cx="1465262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1" name="Picture 173">
            <a:extLst>
              <a:ext uri="{FF2B5EF4-FFF2-40B4-BE49-F238E27FC236}">
                <a16:creationId xmlns:a16="http://schemas.microsoft.com/office/drawing/2014/main" id="{2BEB2DB7-9741-B376-812D-CF2C2A462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82" y="4983957"/>
            <a:ext cx="1433512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22" name="Group 174">
            <a:extLst>
              <a:ext uri="{FF2B5EF4-FFF2-40B4-BE49-F238E27FC236}">
                <a16:creationId xmlns:a16="http://schemas.microsoft.com/office/drawing/2014/main" id="{C2A81E5E-684D-A79F-13B6-A3B6957B6A16}"/>
              </a:ext>
            </a:extLst>
          </p:cNvPr>
          <p:cNvGrpSpPr>
            <a:grpSpLocks/>
          </p:cNvGrpSpPr>
          <p:nvPr/>
        </p:nvGrpSpPr>
        <p:grpSpPr bwMode="auto">
          <a:xfrm>
            <a:off x="1272037" y="4829175"/>
            <a:ext cx="1679575" cy="655638"/>
            <a:chOff x="213" y="1044"/>
            <a:chExt cx="1058" cy="413"/>
          </a:xfrm>
        </p:grpSpPr>
        <p:sp>
          <p:nvSpPr>
            <p:cNvPr id="523" name="Line 175">
              <a:extLst>
                <a:ext uri="{FF2B5EF4-FFF2-40B4-BE49-F238E27FC236}">
                  <a16:creationId xmlns:a16="http://schemas.microsoft.com/office/drawing/2014/main" id="{546C1BC9-4FC3-C7DA-D280-4CDC1A843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2" y="1235"/>
              <a:ext cx="235" cy="22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4" name="Text Box 176">
              <a:extLst>
                <a:ext uri="{FF2B5EF4-FFF2-40B4-BE49-F238E27FC236}">
                  <a16:creationId xmlns:a16="http://schemas.microsoft.com/office/drawing/2014/main" id="{693E051A-82F4-B77E-420C-3FFE40A0B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" y="104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Ⅰ</a:t>
              </a:r>
            </a:p>
          </p:txBody>
        </p:sp>
      </p:grpSp>
      <p:grpSp>
        <p:nvGrpSpPr>
          <p:cNvPr id="525" name="Group 177">
            <a:extLst>
              <a:ext uri="{FF2B5EF4-FFF2-40B4-BE49-F238E27FC236}">
                <a16:creationId xmlns:a16="http://schemas.microsoft.com/office/drawing/2014/main" id="{1683895C-18E0-6DE1-B318-1FB692CA6373}"/>
              </a:ext>
            </a:extLst>
          </p:cNvPr>
          <p:cNvGrpSpPr>
            <a:grpSpLocks/>
          </p:cNvGrpSpPr>
          <p:nvPr/>
        </p:nvGrpSpPr>
        <p:grpSpPr bwMode="auto">
          <a:xfrm>
            <a:off x="2718249" y="4554538"/>
            <a:ext cx="1701800" cy="809625"/>
            <a:chOff x="1124" y="1193"/>
            <a:chExt cx="1072" cy="510"/>
          </a:xfrm>
        </p:grpSpPr>
        <p:sp>
          <p:nvSpPr>
            <p:cNvPr id="526" name="Line 178">
              <a:extLst>
                <a:ext uri="{FF2B5EF4-FFF2-40B4-BE49-F238E27FC236}">
                  <a16:creationId xmlns:a16="http://schemas.microsoft.com/office/drawing/2014/main" id="{C5EC5992-FB9C-79F1-468F-6B2F86FFD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4" y="1384"/>
              <a:ext cx="299" cy="31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" name="Text Box 179">
              <a:extLst>
                <a:ext uri="{FF2B5EF4-FFF2-40B4-BE49-F238E27FC236}">
                  <a16:creationId xmlns:a16="http://schemas.microsoft.com/office/drawing/2014/main" id="{A018C673-3035-B8CB-D214-BD9E5185B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8" y="1193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Ⅱ</a:t>
              </a:r>
            </a:p>
          </p:txBody>
        </p:sp>
      </p:grpSp>
      <p:grpSp>
        <p:nvGrpSpPr>
          <p:cNvPr id="528" name="Group 180">
            <a:extLst>
              <a:ext uri="{FF2B5EF4-FFF2-40B4-BE49-F238E27FC236}">
                <a16:creationId xmlns:a16="http://schemas.microsoft.com/office/drawing/2014/main" id="{90AC4A43-154E-DF48-7C15-9B2A271ECD04}"/>
              </a:ext>
            </a:extLst>
          </p:cNvPr>
          <p:cNvGrpSpPr>
            <a:grpSpLocks/>
          </p:cNvGrpSpPr>
          <p:nvPr/>
        </p:nvGrpSpPr>
        <p:grpSpPr bwMode="auto">
          <a:xfrm>
            <a:off x="4763657" y="4855370"/>
            <a:ext cx="1679575" cy="655637"/>
            <a:chOff x="213" y="1044"/>
            <a:chExt cx="1058" cy="413"/>
          </a:xfrm>
        </p:grpSpPr>
        <p:sp>
          <p:nvSpPr>
            <p:cNvPr id="529" name="Line 181">
              <a:extLst>
                <a:ext uri="{FF2B5EF4-FFF2-40B4-BE49-F238E27FC236}">
                  <a16:creationId xmlns:a16="http://schemas.microsoft.com/office/drawing/2014/main" id="{1592296A-96A7-8E14-1655-87893C681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2" y="1235"/>
              <a:ext cx="235" cy="22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0" name="Text Box 182">
              <a:extLst>
                <a:ext uri="{FF2B5EF4-FFF2-40B4-BE49-F238E27FC236}">
                  <a16:creationId xmlns:a16="http://schemas.microsoft.com/office/drawing/2014/main" id="{09F15F32-8799-461F-F183-297B1EF61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" y="104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 dirty="0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Ⅰ</a:t>
              </a:r>
            </a:p>
          </p:txBody>
        </p:sp>
      </p:grpSp>
      <p:grpSp>
        <p:nvGrpSpPr>
          <p:cNvPr id="531" name="Group 183">
            <a:extLst>
              <a:ext uri="{FF2B5EF4-FFF2-40B4-BE49-F238E27FC236}">
                <a16:creationId xmlns:a16="http://schemas.microsoft.com/office/drawing/2014/main" id="{08A488F4-E0C3-9E1C-F180-E65C6DDEF415}"/>
              </a:ext>
            </a:extLst>
          </p:cNvPr>
          <p:cNvGrpSpPr>
            <a:grpSpLocks/>
          </p:cNvGrpSpPr>
          <p:nvPr/>
        </p:nvGrpSpPr>
        <p:grpSpPr bwMode="auto">
          <a:xfrm>
            <a:off x="5725682" y="4502945"/>
            <a:ext cx="1679575" cy="798512"/>
            <a:chOff x="2360" y="1194"/>
            <a:chExt cx="1058" cy="503"/>
          </a:xfrm>
        </p:grpSpPr>
        <p:sp>
          <p:nvSpPr>
            <p:cNvPr id="532" name="Line 184">
              <a:extLst>
                <a:ext uri="{FF2B5EF4-FFF2-40B4-BE49-F238E27FC236}">
                  <a16:creationId xmlns:a16="http://schemas.microsoft.com/office/drawing/2014/main" id="{DAC1339E-4546-3CA6-BF65-850497E29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6" y="1399"/>
              <a:ext cx="52" cy="298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" name="Text Box 185">
              <a:extLst>
                <a:ext uri="{FF2B5EF4-FFF2-40B4-BE49-F238E27FC236}">
                  <a16:creationId xmlns:a16="http://schemas.microsoft.com/office/drawing/2014/main" id="{75FDE643-8C06-F8D3-D2E0-CE52C50FF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119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Ⅱ</a:t>
              </a:r>
            </a:p>
          </p:txBody>
        </p:sp>
      </p:grpSp>
      <p:grpSp>
        <p:nvGrpSpPr>
          <p:cNvPr id="534" name="Group 195">
            <a:extLst>
              <a:ext uri="{FF2B5EF4-FFF2-40B4-BE49-F238E27FC236}">
                <a16:creationId xmlns:a16="http://schemas.microsoft.com/office/drawing/2014/main" id="{2A3E3176-73D1-104A-D959-D875C0347E61}"/>
              </a:ext>
            </a:extLst>
          </p:cNvPr>
          <p:cNvGrpSpPr>
            <a:grpSpLocks/>
          </p:cNvGrpSpPr>
          <p:nvPr/>
        </p:nvGrpSpPr>
        <p:grpSpPr bwMode="auto">
          <a:xfrm>
            <a:off x="1311723" y="2500812"/>
            <a:ext cx="2209800" cy="2019300"/>
            <a:chOff x="456" y="2614"/>
            <a:chExt cx="1392" cy="1272"/>
          </a:xfrm>
        </p:grpSpPr>
        <p:grpSp>
          <p:nvGrpSpPr>
            <p:cNvPr id="535" name="Group 196">
              <a:extLst>
                <a:ext uri="{FF2B5EF4-FFF2-40B4-BE49-F238E27FC236}">
                  <a16:creationId xmlns:a16="http://schemas.microsoft.com/office/drawing/2014/main" id="{464AC818-5825-A640-AF13-B0E83BD19F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" y="2614"/>
              <a:ext cx="1392" cy="1272"/>
              <a:chOff x="456" y="2614"/>
              <a:chExt cx="1392" cy="1272"/>
            </a:xfrm>
          </p:grpSpPr>
          <p:grpSp>
            <p:nvGrpSpPr>
              <p:cNvPr id="539" name="Group 197">
                <a:extLst>
                  <a:ext uri="{FF2B5EF4-FFF2-40B4-BE49-F238E27FC236}">
                    <a16:creationId xmlns:a16="http://schemas.microsoft.com/office/drawing/2014/main" id="{3219C13F-7269-1900-81B5-B734FD6D2A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" y="3436"/>
                <a:ext cx="694" cy="450"/>
                <a:chOff x="468" y="3496"/>
                <a:chExt cx="694" cy="450"/>
              </a:xfrm>
            </p:grpSpPr>
            <p:sp>
              <p:nvSpPr>
                <p:cNvPr id="578" name="Rectangle 198">
                  <a:extLst>
                    <a:ext uri="{FF2B5EF4-FFF2-40B4-BE49-F238E27FC236}">
                      <a16:creationId xmlns:a16="http://schemas.microsoft.com/office/drawing/2014/main" id="{458C826B-0AF1-8C88-96A3-995056A61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3505"/>
                  <a:ext cx="612" cy="44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9" name="Oval 199">
                  <a:extLst>
                    <a:ext uri="{FF2B5EF4-FFF2-40B4-BE49-F238E27FC236}">
                      <a16:creationId xmlns:a16="http://schemas.microsoft.com/office/drawing/2014/main" id="{836CD720-B2AC-8B8E-3BFE-10D7C7CD98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3540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0" name="Line 200">
                  <a:extLst>
                    <a:ext uri="{FF2B5EF4-FFF2-40B4-BE49-F238E27FC236}">
                      <a16:creationId xmlns:a16="http://schemas.microsoft.com/office/drawing/2014/main" id="{E5F45644-C977-0CF7-7A88-80B27C5B4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" y="3726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1" name="Line 201">
                  <a:extLst>
                    <a:ext uri="{FF2B5EF4-FFF2-40B4-BE49-F238E27FC236}">
                      <a16:creationId xmlns:a16="http://schemas.microsoft.com/office/drawing/2014/main" id="{40F5C379-32D3-62ED-59E6-F4F62DDC69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1" y="3496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82" name="Group 202">
                  <a:extLst>
                    <a:ext uri="{FF2B5EF4-FFF2-40B4-BE49-F238E27FC236}">
                      <a16:creationId xmlns:a16="http://schemas.microsoft.com/office/drawing/2014/main" id="{5ABD5FA1-9E7A-0647-FD0F-FB37FA24DA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" y="3788"/>
                  <a:ext cx="34" cy="60"/>
                  <a:chOff x="538" y="3398"/>
                  <a:chExt cx="31" cy="55"/>
                </a:xfrm>
              </p:grpSpPr>
              <p:sp>
                <p:nvSpPr>
                  <p:cNvPr id="586" name="Line 203">
                    <a:extLst>
                      <a:ext uri="{FF2B5EF4-FFF2-40B4-BE49-F238E27FC236}">
                        <a16:creationId xmlns:a16="http://schemas.microsoft.com/office/drawing/2014/main" id="{255482B7-9585-2F65-0756-01CDFA3BE7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87" name="Line 204">
                    <a:extLst>
                      <a:ext uri="{FF2B5EF4-FFF2-40B4-BE49-F238E27FC236}">
                        <a16:creationId xmlns:a16="http://schemas.microsoft.com/office/drawing/2014/main" id="{432FBB31-A41E-3987-38CA-A4212C2525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83" name="Group 205">
                  <a:extLst>
                    <a:ext uri="{FF2B5EF4-FFF2-40B4-BE49-F238E27FC236}">
                      <a16:creationId xmlns:a16="http://schemas.microsoft.com/office/drawing/2014/main" id="{E7DC4A94-3755-247B-461D-798C92A4B2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9" y="3702"/>
                  <a:ext cx="65" cy="45"/>
                  <a:chOff x="616" y="3326"/>
                  <a:chExt cx="59" cy="41"/>
                </a:xfrm>
              </p:grpSpPr>
              <p:sp>
                <p:nvSpPr>
                  <p:cNvPr id="584" name="Line 206">
                    <a:extLst>
                      <a:ext uri="{FF2B5EF4-FFF2-40B4-BE49-F238E27FC236}">
                        <a16:creationId xmlns:a16="http://schemas.microsoft.com/office/drawing/2014/main" id="{B1F13367-FE92-A59A-5BBE-9C81102C75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85" name="Line 207">
                    <a:extLst>
                      <a:ext uri="{FF2B5EF4-FFF2-40B4-BE49-F238E27FC236}">
                        <a16:creationId xmlns:a16="http://schemas.microsoft.com/office/drawing/2014/main" id="{BFD454BD-F478-7418-21E0-6C72148E7D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40" name="Group 208">
                <a:extLst>
                  <a:ext uri="{FF2B5EF4-FFF2-40B4-BE49-F238E27FC236}">
                    <a16:creationId xmlns:a16="http://schemas.microsoft.com/office/drawing/2014/main" id="{4E7F767B-37BC-84D5-2D8B-63A48A216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" y="2614"/>
                <a:ext cx="700" cy="702"/>
                <a:chOff x="469" y="2614"/>
                <a:chExt cx="700" cy="702"/>
              </a:xfrm>
            </p:grpSpPr>
            <p:sp>
              <p:nvSpPr>
                <p:cNvPr id="552" name="Rectangle 209">
                  <a:extLst>
                    <a:ext uri="{FF2B5EF4-FFF2-40B4-BE49-F238E27FC236}">
                      <a16:creationId xmlns:a16="http://schemas.microsoft.com/office/drawing/2014/main" id="{6C08AF6E-1E77-6267-95DF-DA03B6255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646"/>
                  <a:ext cx="372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3" name="Rectangle 210">
                  <a:extLst>
                    <a:ext uri="{FF2B5EF4-FFF2-40B4-BE49-F238E27FC236}">
                      <a16:creationId xmlns:a16="http://schemas.microsoft.com/office/drawing/2014/main" id="{058CC0FE-FEA0-FFF8-5B43-BEF7B78C8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762"/>
                  <a:ext cx="399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4" name="Line 211">
                  <a:extLst>
                    <a:ext uri="{FF2B5EF4-FFF2-40B4-BE49-F238E27FC236}">
                      <a16:creationId xmlns:a16="http://schemas.microsoft.com/office/drawing/2014/main" id="{3B91DC40-B520-0439-B86D-C195BA87EF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1" y="2614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5" name="Line 212">
                  <a:extLst>
                    <a:ext uri="{FF2B5EF4-FFF2-40B4-BE49-F238E27FC236}">
                      <a16:creationId xmlns:a16="http://schemas.microsoft.com/office/drawing/2014/main" id="{D70E86DF-D6AD-FB20-BA84-00D41675E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" y="2969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56" name="Group 213">
                  <a:extLst>
                    <a:ext uri="{FF2B5EF4-FFF2-40B4-BE49-F238E27FC236}">
                      <a16:creationId xmlns:a16="http://schemas.microsoft.com/office/drawing/2014/main" id="{D1096193-262E-2A3A-A3BB-3EF2CAC47C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2" y="2732"/>
                  <a:ext cx="126" cy="471"/>
                  <a:chOff x="210" y="2288"/>
                  <a:chExt cx="177" cy="429"/>
                </a:xfrm>
              </p:grpSpPr>
              <p:sp>
                <p:nvSpPr>
                  <p:cNvPr id="575" name="Line 214">
                    <a:extLst>
                      <a:ext uri="{FF2B5EF4-FFF2-40B4-BE49-F238E27FC236}">
                        <a16:creationId xmlns:a16="http://schemas.microsoft.com/office/drawing/2014/main" id="{74BC2268-9374-65E1-0F7E-3117B65360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6" name="Line 215">
                    <a:extLst>
                      <a:ext uri="{FF2B5EF4-FFF2-40B4-BE49-F238E27FC236}">
                        <a16:creationId xmlns:a16="http://schemas.microsoft.com/office/drawing/2014/main" id="{724DB312-4758-4490-BFBB-37D4C00360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7" name="Line 216">
                    <a:extLst>
                      <a:ext uri="{FF2B5EF4-FFF2-40B4-BE49-F238E27FC236}">
                        <a16:creationId xmlns:a16="http://schemas.microsoft.com/office/drawing/2014/main" id="{33FD06E5-1870-5254-4E59-90EAD40C42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57" name="Group 217">
                  <a:extLst>
                    <a:ext uri="{FF2B5EF4-FFF2-40B4-BE49-F238E27FC236}">
                      <a16:creationId xmlns:a16="http://schemas.microsoft.com/office/drawing/2014/main" id="{C4B7BF54-DE13-98C2-B8BA-D57978666E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998" y="2732"/>
                  <a:ext cx="124" cy="471"/>
                  <a:chOff x="210" y="2288"/>
                  <a:chExt cx="177" cy="429"/>
                </a:xfrm>
              </p:grpSpPr>
              <p:sp>
                <p:nvSpPr>
                  <p:cNvPr id="572" name="Line 218">
                    <a:extLst>
                      <a:ext uri="{FF2B5EF4-FFF2-40B4-BE49-F238E27FC236}">
                        <a16:creationId xmlns:a16="http://schemas.microsoft.com/office/drawing/2014/main" id="{FC9E2D10-2CDD-F26C-3996-AD5C205983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3" name="Line 219">
                    <a:extLst>
                      <a:ext uri="{FF2B5EF4-FFF2-40B4-BE49-F238E27FC236}">
                        <a16:creationId xmlns:a16="http://schemas.microsoft.com/office/drawing/2014/main" id="{19055E23-8C91-8AC9-460B-A6BC2D2AD8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" name="Line 220">
                    <a:extLst>
                      <a:ext uri="{FF2B5EF4-FFF2-40B4-BE49-F238E27FC236}">
                        <a16:creationId xmlns:a16="http://schemas.microsoft.com/office/drawing/2014/main" id="{547BC3FB-275E-E435-83C6-6A9E05B709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558" name="Freeform 221">
                  <a:extLst>
                    <a:ext uri="{FF2B5EF4-FFF2-40B4-BE49-F238E27FC236}">
                      <a16:creationId xmlns:a16="http://schemas.microsoft.com/office/drawing/2014/main" id="{97FF2B91-E945-5DBE-048E-1BBAC2EA86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4" y="2739"/>
                  <a:ext cx="392" cy="117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68 h 107"/>
                    <a:gd name="T4" fmla="*/ 172 w 358"/>
                    <a:gd name="T5" fmla="*/ 126 h 107"/>
                    <a:gd name="T6" fmla="*/ 253 w 358"/>
                    <a:gd name="T7" fmla="*/ 152 h 107"/>
                    <a:gd name="T8" fmla="*/ 333 w 358"/>
                    <a:gd name="T9" fmla="*/ 138 h 107"/>
                    <a:gd name="T10" fmla="*/ 414 w 358"/>
                    <a:gd name="T11" fmla="*/ 82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9" name="Freeform 222">
                  <a:extLst>
                    <a:ext uri="{FF2B5EF4-FFF2-40B4-BE49-F238E27FC236}">
                      <a16:creationId xmlns:a16="http://schemas.microsoft.com/office/drawing/2014/main" id="{CA59080A-72BB-8A72-CF98-5DA6E256C9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623" y="3080"/>
                  <a:ext cx="392" cy="118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71 h 107"/>
                    <a:gd name="T4" fmla="*/ 172 w 358"/>
                    <a:gd name="T5" fmla="*/ 130 h 107"/>
                    <a:gd name="T6" fmla="*/ 253 w 358"/>
                    <a:gd name="T7" fmla="*/ 157 h 107"/>
                    <a:gd name="T8" fmla="*/ 333 w 358"/>
                    <a:gd name="T9" fmla="*/ 142 h 107"/>
                    <a:gd name="T10" fmla="*/ 414 w 358"/>
                    <a:gd name="T11" fmla="*/ 86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60" name="Group 223">
                  <a:extLst>
                    <a:ext uri="{FF2B5EF4-FFF2-40B4-BE49-F238E27FC236}">
                      <a16:creationId xmlns:a16="http://schemas.microsoft.com/office/drawing/2014/main" id="{095D7F08-C305-B72D-196C-13B12E015A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8" y="2951"/>
                  <a:ext cx="61" cy="39"/>
                  <a:chOff x="323" y="2487"/>
                  <a:chExt cx="61" cy="36"/>
                </a:xfrm>
              </p:grpSpPr>
              <p:sp>
                <p:nvSpPr>
                  <p:cNvPr id="570" name="Line 224">
                    <a:extLst>
                      <a:ext uri="{FF2B5EF4-FFF2-40B4-BE49-F238E27FC236}">
                        <a16:creationId xmlns:a16="http://schemas.microsoft.com/office/drawing/2014/main" id="{A4B7D1FD-D735-A9CE-3593-CC47B10C5A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1" name="Line 225">
                    <a:extLst>
                      <a:ext uri="{FF2B5EF4-FFF2-40B4-BE49-F238E27FC236}">
                        <a16:creationId xmlns:a16="http://schemas.microsoft.com/office/drawing/2014/main" id="{731D8477-1BB5-92CD-C9D0-5AF3B33967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1" name="Group 226">
                  <a:extLst>
                    <a:ext uri="{FF2B5EF4-FFF2-40B4-BE49-F238E27FC236}">
                      <a16:creationId xmlns:a16="http://schemas.microsoft.com/office/drawing/2014/main" id="{40A62976-76F1-1EEE-80D8-DA4B2648CF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1" y="2951"/>
                  <a:ext cx="62" cy="39"/>
                  <a:chOff x="323" y="2487"/>
                  <a:chExt cx="61" cy="36"/>
                </a:xfrm>
              </p:grpSpPr>
              <p:sp>
                <p:nvSpPr>
                  <p:cNvPr id="568" name="Line 227">
                    <a:extLst>
                      <a:ext uri="{FF2B5EF4-FFF2-40B4-BE49-F238E27FC236}">
                        <a16:creationId xmlns:a16="http://schemas.microsoft.com/office/drawing/2014/main" id="{97C1E788-C5F7-BD79-BF30-2ECF673A7F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9" name="Line 228">
                    <a:extLst>
                      <a:ext uri="{FF2B5EF4-FFF2-40B4-BE49-F238E27FC236}">
                        <a16:creationId xmlns:a16="http://schemas.microsoft.com/office/drawing/2014/main" id="{B4A37C73-8768-AFE4-FD64-DAE4FA3B48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2" name="Group 229">
                  <a:extLst>
                    <a:ext uri="{FF2B5EF4-FFF2-40B4-BE49-F238E27FC236}">
                      <a16:creationId xmlns:a16="http://schemas.microsoft.com/office/drawing/2014/main" id="{72152CAB-9ECA-D4A3-2E49-57E41D0D7F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789" y="3150"/>
                  <a:ext cx="62" cy="40"/>
                  <a:chOff x="323" y="2487"/>
                  <a:chExt cx="61" cy="36"/>
                </a:xfrm>
              </p:grpSpPr>
              <p:sp>
                <p:nvSpPr>
                  <p:cNvPr id="566" name="Line 230">
                    <a:extLst>
                      <a:ext uri="{FF2B5EF4-FFF2-40B4-BE49-F238E27FC236}">
                        <a16:creationId xmlns:a16="http://schemas.microsoft.com/office/drawing/2014/main" id="{B3AE6301-F039-4D9C-D9BD-63131FC38F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7" name="Line 231">
                    <a:extLst>
                      <a:ext uri="{FF2B5EF4-FFF2-40B4-BE49-F238E27FC236}">
                        <a16:creationId xmlns:a16="http://schemas.microsoft.com/office/drawing/2014/main" id="{F540DD7E-7749-C6F8-56AC-28702939E3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3" name="Group 232">
                  <a:extLst>
                    <a:ext uri="{FF2B5EF4-FFF2-40B4-BE49-F238E27FC236}">
                      <a16:creationId xmlns:a16="http://schemas.microsoft.com/office/drawing/2014/main" id="{2B85E1E7-34E2-5DA3-87A4-FA56C9D636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791" y="2731"/>
                  <a:ext cx="62" cy="40"/>
                  <a:chOff x="323" y="2487"/>
                  <a:chExt cx="61" cy="36"/>
                </a:xfrm>
              </p:grpSpPr>
              <p:sp>
                <p:nvSpPr>
                  <p:cNvPr id="564" name="Line 233">
                    <a:extLst>
                      <a:ext uri="{FF2B5EF4-FFF2-40B4-BE49-F238E27FC236}">
                        <a16:creationId xmlns:a16="http://schemas.microsoft.com/office/drawing/2014/main" id="{C1058F09-717B-48BB-51DC-8E2AE2332B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5" name="Line 234">
                    <a:extLst>
                      <a:ext uri="{FF2B5EF4-FFF2-40B4-BE49-F238E27FC236}">
                        <a16:creationId xmlns:a16="http://schemas.microsoft.com/office/drawing/2014/main" id="{11F5EF84-EFDD-6F2C-22B2-80B9176617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41" name="Group 235">
                <a:extLst>
                  <a:ext uri="{FF2B5EF4-FFF2-40B4-BE49-F238E27FC236}">
                    <a16:creationId xmlns:a16="http://schemas.microsoft.com/office/drawing/2014/main" id="{94F6212B-31BF-F94B-A184-EF0404D8DD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2" y="2615"/>
                <a:ext cx="516" cy="702"/>
                <a:chOff x="1332" y="2615"/>
                <a:chExt cx="516" cy="702"/>
              </a:xfrm>
            </p:grpSpPr>
            <p:sp>
              <p:nvSpPr>
                <p:cNvPr id="542" name="Rectangle 236">
                  <a:extLst>
                    <a:ext uri="{FF2B5EF4-FFF2-40B4-BE49-F238E27FC236}">
                      <a16:creationId xmlns:a16="http://schemas.microsoft.com/office/drawing/2014/main" id="{DA6DF602-98B2-8DE3-9F0D-889AF35766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0" y="2647"/>
                  <a:ext cx="373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" name="Oval 237">
                  <a:extLst>
                    <a:ext uri="{FF2B5EF4-FFF2-40B4-BE49-F238E27FC236}">
                      <a16:creationId xmlns:a16="http://schemas.microsoft.com/office/drawing/2014/main" id="{ADECD559-4670-D732-5EFB-A424A34E7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7" y="2750"/>
                  <a:ext cx="439" cy="439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4" name="Line 238">
                  <a:extLst>
                    <a:ext uri="{FF2B5EF4-FFF2-40B4-BE49-F238E27FC236}">
                      <a16:creationId xmlns:a16="http://schemas.microsoft.com/office/drawing/2014/main" id="{B2F68874-0E98-2D76-0AB8-57003CE7F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2" y="2969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5" name="Line 239">
                  <a:extLst>
                    <a:ext uri="{FF2B5EF4-FFF2-40B4-BE49-F238E27FC236}">
                      <a16:creationId xmlns:a16="http://schemas.microsoft.com/office/drawing/2014/main" id="{6ADC429B-1C08-0C4A-2BD5-A765323A4D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88" y="2615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46" name="Group 240">
                  <a:extLst>
                    <a:ext uri="{FF2B5EF4-FFF2-40B4-BE49-F238E27FC236}">
                      <a16:creationId xmlns:a16="http://schemas.microsoft.com/office/drawing/2014/main" id="{06C635B9-B08E-48D4-CDB3-FCD2A84553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1558" y="3050"/>
                  <a:ext cx="62" cy="40"/>
                  <a:chOff x="323" y="2487"/>
                  <a:chExt cx="61" cy="36"/>
                </a:xfrm>
              </p:grpSpPr>
              <p:sp>
                <p:nvSpPr>
                  <p:cNvPr id="550" name="Line 241">
                    <a:extLst>
                      <a:ext uri="{FF2B5EF4-FFF2-40B4-BE49-F238E27FC236}">
                        <a16:creationId xmlns:a16="http://schemas.microsoft.com/office/drawing/2014/main" id="{B7496AA4-6BF6-AD81-D9A8-B5A7B8C41A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51" name="Line 242">
                    <a:extLst>
                      <a:ext uri="{FF2B5EF4-FFF2-40B4-BE49-F238E27FC236}">
                        <a16:creationId xmlns:a16="http://schemas.microsoft.com/office/drawing/2014/main" id="{1118CC44-8B24-82BA-AC44-FB9E078BF7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47" name="Group 243">
                  <a:extLst>
                    <a:ext uri="{FF2B5EF4-FFF2-40B4-BE49-F238E27FC236}">
                      <a16:creationId xmlns:a16="http://schemas.microsoft.com/office/drawing/2014/main" id="{536FB923-08C7-0B46-72B1-6AFEE6171A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1458" y="2950"/>
                  <a:ext cx="62" cy="39"/>
                  <a:chOff x="323" y="2487"/>
                  <a:chExt cx="61" cy="36"/>
                </a:xfrm>
              </p:grpSpPr>
              <p:sp>
                <p:nvSpPr>
                  <p:cNvPr id="548" name="Line 244">
                    <a:extLst>
                      <a:ext uri="{FF2B5EF4-FFF2-40B4-BE49-F238E27FC236}">
                        <a16:creationId xmlns:a16="http://schemas.microsoft.com/office/drawing/2014/main" id="{500F2AAD-A319-676A-362B-EA44C84CE7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49" name="Line 245">
                    <a:extLst>
                      <a:ext uri="{FF2B5EF4-FFF2-40B4-BE49-F238E27FC236}">
                        <a16:creationId xmlns:a16="http://schemas.microsoft.com/office/drawing/2014/main" id="{0BEBE7C0-657B-4B86-32DC-96487BE028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36" name="Group 246">
              <a:extLst>
                <a:ext uri="{FF2B5EF4-FFF2-40B4-BE49-F238E27FC236}">
                  <a16:creationId xmlns:a16="http://schemas.microsoft.com/office/drawing/2014/main" id="{9CF54FB8-11C6-8D4F-C9FF-85798AE00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2749"/>
              <a:ext cx="376" cy="440"/>
              <a:chOff x="1399" y="2749"/>
              <a:chExt cx="376" cy="440"/>
            </a:xfrm>
          </p:grpSpPr>
          <p:sp>
            <p:nvSpPr>
              <p:cNvPr id="537" name="Arc 247">
                <a:extLst>
                  <a:ext uri="{FF2B5EF4-FFF2-40B4-BE49-F238E27FC236}">
                    <a16:creationId xmlns:a16="http://schemas.microsoft.com/office/drawing/2014/main" id="{5C0ABFD8-2265-1BFE-86AB-9BB1D2B8D43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8" name="Arc 248">
                <a:extLst>
                  <a:ext uri="{FF2B5EF4-FFF2-40B4-BE49-F238E27FC236}">
                    <a16:creationId xmlns:a16="http://schemas.microsoft.com/office/drawing/2014/main" id="{E61E8038-511F-90BD-C91D-FD855F104EC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402" y="2970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88" name="Group 249">
            <a:extLst>
              <a:ext uri="{FF2B5EF4-FFF2-40B4-BE49-F238E27FC236}">
                <a16:creationId xmlns:a16="http://schemas.microsoft.com/office/drawing/2014/main" id="{792F3B0D-F9F0-66BD-66BE-5817B618C09C}"/>
              </a:ext>
            </a:extLst>
          </p:cNvPr>
          <p:cNvGrpSpPr>
            <a:grpSpLocks/>
          </p:cNvGrpSpPr>
          <p:nvPr/>
        </p:nvGrpSpPr>
        <p:grpSpPr bwMode="auto">
          <a:xfrm>
            <a:off x="4717703" y="2529798"/>
            <a:ext cx="2209800" cy="1865312"/>
            <a:chOff x="2099" y="2710"/>
            <a:chExt cx="1392" cy="1175"/>
          </a:xfrm>
        </p:grpSpPr>
        <p:grpSp>
          <p:nvGrpSpPr>
            <p:cNvPr id="589" name="Group 250">
              <a:extLst>
                <a:ext uri="{FF2B5EF4-FFF2-40B4-BE49-F238E27FC236}">
                  <a16:creationId xmlns:a16="http://schemas.microsoft.com/office/drawing/2014/main" id="{206ED254-3EA3-5E21-C697-B9AF4F9C3D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9" y="2710"/>
              <a:ext cx="1392" cy="1175"/>
              <a:chOff x="2015" y="2710"/>
              <a:chExt cx="1392" cy="1175"/>
            </a:xfrm>
          </p:grpSpPr>
          <p:grpSp>
            <p:nvGrpSpPr>
              <p:cNvPr id="593" name="Group 251">
                <a:extLst>
                  <a:ext uri="{FF2B5EF4-FFF2-40B4-BE49-F238E27FC236}">
                    <a16:creationId xmlns:a16="http://schemas.microsoft.com/office/drawing/2014/main" id="{04B39A3E-DCB4-8648-25B6-8080CCB9A7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5" y="3435"/>
                <a:ext cx="694" cy="450"/>
                <a:chOff x="468" y="3496"/>
                <a:chExt cx="694" cy="450"/>
              </a:xfrm>
            </p:grpSpPr>
            <p:sp>
              <p:nvSpPr>
                <p:cNvPr id="643" name="Rectangle 252">
                  <a:extLst>
                    <a:ext uri="{FF2B5EF4-FFF2-40B4-BE49-F238E27FC236}">
                      <a16:creationId xmlns:a16="http://schemas.microsoft.com/office/drawing/2014/main" id="{B4365A1C-4500-D04A-9CB9-EE56264F98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3505"/>
                  <a:ext cx="612" cy="44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4" name="Oval 253">
                  <a:extLst>
                    <a:ext uri="{FF2B5EF4-FFF2-40B4-BE49-F238E27FC236}">
                      <a16:creationId xmlns:a16="http://schemas.microsoft.com/office/drawing/2014/main" id="{47C0EE79-D275-65FD-A547-4C299AC41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3540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" name="Line 254">
                  <a:extLst>
                    <a:ext uri="{FF2B5EF4-FFF2-40B4-BE49-F238E27FC236}">
                      <a16:creationId xmlns:a16="http://schemas.microsoft.com/office/drawing/2014/main" id="{905C341D-7628-0D36-0DAE-C1D1E2957B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" y="3726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" name="Line 255">
                  <a:extLst>
                    <a:ext uri="{FF2B5EF4-FFF2-40B4-BE49-F238E27FC236}">
                      <a16:creationId xmlns:a16="http://schemas.microsoft.com/office/drawing/2014/main" id="{D55DBA22-950F-C5E9-4829-0AC4A05E28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1" y="3496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47" name="Group 256">
                  <a:extLst>
                    <a:ext uri="{FF2B5EF4-FFF2-40B4-BE49-F238E27FC236}">
                      <a16:creationId xmlns:a16="http://schemas.microsoft.com/office/drawing/2014/main" id="{C509F6AC-52FD-D272-22E3-DDE339A3B4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" y="3788"/>
                  <a:ext cx="34" cy="60"/>
                  <a:chOff x="538" y="3398"/>
                  <a:chExt cx="31" cy="55"/>
                </a:xfrm>
              </p:grpSpPr>
              <p:sp>
                <p:nvSpPr>
                  <p:cNvPr id="651" name="Line 257">
                    <a:extLst>
                      <a:ext uri="{FF2B5EF4-FFF2-40B4-BE49-F238E27FC236}">
                        <a16:creationId xmlns:a16="http://schemas.microsoft.com/office/drawing/2014/main" id="{3F1A2BD8-1CCA-914D-2E7B-A817BDEFA6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2" name="Line 258">
                    <a:extLst>
                      <a:ext uri="{FF2B5EF4-FFF2-40B4-BE49-F238E27FC236}">
                        <a16:creationId xmlns:a16="http://schemas.microsoft.com/office/drawing/2014/main" id="{DA55258C-B9BF-78F1-0724-9F6438FBB9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48" name="Group 259">
                  <a:extLst>
                    <a:ext uri="{FF2B5EF4-FFF2-40B4-BE49-F238E27FC236}">
                      <a16:creationId xmlns:a16="http://schemas.microsoft.com/office/drawing/2014/main" id="{F201D507-2E57-B7A3-5263-5E29144CCB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9" y="3702"/>
                  <a:ext cx="65" cy="45"/>
                  <a:chOff x="616" y="3326"/>
                  <a:chExt cx="59" cy="41"/>
                </a:xfrm>
              </p:grpSpPr>
              <p:sp>
                <p:nvSpPr>
                  <p:cNvPr id="649" name="Line 260">
                    <a:extLst>
                      <a:ext uri="{FF2B5EF4-FFF2-40B4-BE49-F238E27FC236}">
                        <a16:creationId xmlns:a16="http://schemas.microsoft.com/office/drawing/2014/main" id="{FA0FB7CC-A1A4-2AD0-E723-B560B69124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0" name="Line 261">
                    <a:extLst>
                      <a:ext uri="{FF2B5EF4-FFF2-40B4-BE49-F238E27FC236}">
                        <a16:creationId xmlns:a16="http://schemas.microsoft.com/office/drawing/2014/main" id="{13C2DB69-A936-2251-72E4-89D2CB6884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94" name="Group 262">
                <a:extLst>
                  <a:ext uri="{FF2B5EF4-FFF2-40B4-BE49-F238E27FC236}">
                    <a16:creationId xmlns:a16="http://schemas.microsoft.com/office/drawing/2014/main" id="{7E8A1F47-7FB4-7B3F-C897-F22609C6C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8" y="2715"/>
                <a:ext cx="700" cy="494"/>
                <a:chOff x="2028" y="2715"/>
                <a:chExt cx="700" cy="494"/>
              </a:xfrm>
            </p:grpSpPr>
            <p:sp>
              <p:nvSpPr>
                <p:cNvPr id="613" name="Line 263">
                  <a:extLst>
                    <a:ext uri="{FF2B5EF4-FFF2-40B4-BE49-F238E27FC236}">
                      <a16:creationId xmlns:a16="http://schemas.microsoft.com/office/drawing/2014/main" id="{5E770950-3B4B-134E-13FE-8501AFA04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80" y="2715"/>
                  <a:ext cx="0" cy="49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" name="Line 264">
                  <a:extLst>
                    <a:ext uri="{FF2B5EF4-FFF2-40B4-BE49-F238E27FC236}">
                      <a16:creationId xmlns:a16="http://schemas.microsoft.com/office/drawing/2014/main" id="{60D56268-3456-9B17-245F-483BB8AEF3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8" y="2968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15" name="Group 265">
                  <a:extLst>
                    <a:ext uri="{FF2B5EF4-FFF2-40B4-BE49-F238E27FC236}">
                      <a16:creationId xmlns:a16="http://schemas.microsoft.com/office/drawing/2014/main" id="{48319306-09FE-0F80-BBBF-5EF2A2735C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71" y="2731"/>
                  <a:ext cx="126" cy="471"/>
                  <a:chOff x="210" y="2288"/>
                  <a:chExt cx="177" cy="429"/>
                </a:xfrm>
              </p:grpSpPr>
              <p:sp>
                <p:nvSpPr>
                  <p:cNvPr id="640" name="Line 266">
                    <a:extLst>
                      <a:ext uri="{FF2B5EF4-FFF2-40B4-BE49-F238E27FC236}">
                        <a16:creationId xmlns:a16="http://schemas.microsoft.com/office/drawing/2014/main" id="{7CEDE8C4-3643-BADD-A37A-50E4C4379C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1" name="Line 267">
                    <a:extLst>
                      <a:ext uri="{FF2B5EF4-FFF2-40B4-BE49-F238E27FC236}">
                        <a16:creationId xmlns:a16="http://schemas.microsoft.com/office/drawing/2014/main" id="{D93BD6C1-2055-2C77-8C78-09FA503EA9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2" name="Line 268">
                    <a:extLst>
                      <a:ext uri="{FF2B5EF4-FFF2-40B4-BE49-F238E27FC236}">
                        <a16:creationId xmlns:a16="http://schemas.microsoft.com/office/drawing/2014/main" id="{E3FB1E39-C57A-EE28-8BCB-32DEA0BF03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16" name="Group 269">
                  <a:extLst>
                    <a:ext uri="{FF2B5EF4-FFF2-40B4-BE49-F238E27FC236}">
                      <a16:creationId xmlns:a16="http://schemas.microsoft.com/office/drawing/2014/main" id="{1FCD1FDE-FF09-E114-64A7-90348F3491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557" y="2731"/>
                  <a:ext cx="124" cy="471"/>
                  <a:chOff x="210" y="2288"/>
                  <a:chExt cx="177" cy="429"/>
                </a:xfrm>
              </p:grpSpPr>
              <p:sp>
                <p:nvSpPr>
                  <p:cNvPr id="637" name="Line 270">
                    <a:extLst>
                      <a:ext uri="{FF2B5EF4-FFF2-40B4-BE49-F238E27FC236}">
                        <a16:creationId xmlns:a16="http://schemas.microsoft.com/office/drawing/2014/main" id="{DAFDA794-1AED-0464-1D7A-5A0FA7CE7E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8" name="Line 271">
                    <a:extLst>
                      <a:ext uri="{FF2B5EF4-FFF2-40B4-BE49-F238E27FC236}">
                        <a16:creationId xmlns:a16="http://schemas.microsoft.com/office/drawing/2014/main" id="{358517C7-CFB3-F09F-D791-ED996360A1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9" name="Line 272">
                    <a:extLst>
                      <a:ext uri="{FF2B5EF4-FFF2-40B4-BE49-F238E27FC236}">
                        <a16:creationId xmlns:a16="http://schemas.microsoft.com/office/drawing/2014/main" id="{C42EC302-C7C3-DD40-B20D-12B146FF4D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17" name="Group 273">
                  <a:extLst>
                    <a:ext uri="{FF2B5EF4-FFF2-40B4-BE49-F238E27FC236}">
                      <a16:creationId xmlns:a16="http://schemas.microsoft.com/office/drawing/2014/main" id="{E9DBD758-1B4D-D8DF-A6E8-359AA069F0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45" y="2952"/>
                  <a:ext cx="61" cy="39"/>
                  <a:chOff x="323" y="2487"/>
                  <a:chExt cx="61" cy="36"/>
                </a:xfrm>
              </p:grpSpPr>
              <p:sp>
                <p:nvSpPr>
                  <p:cNvPr id="635" name="Line 274">
                    <a:extLst>
                      <a:ext uri="{FF2B5EF4-FFF2-40B4-BE49-F238E27FC236}">
                        <a16:creationId xmlns:a16="http://schemas.microsoft.com/office/drawing/2014/main" id="{8358694D-466F-9A60-62CF-578B3486C8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6" name="Line 275">
                    <a:extLst>
                      <a:ext uri="{FF2B5EF4-FFF2-40B4-BE49-F238E27FC236}">
                        <a16:creationId xmlns:a16="http://schemas.microsoft.com/office/drawing/2014/main" id="{0FE139A4-2A52-5B71-CB6A-03AE751461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18" name="Group 276">
                  <a:extLst>
                    <a:ext uri="{FF2B5EF4-FFF2-40B4-BE49-F238E27FC236}">
                      <a16:creationId xmlns:a16="http://schemas.microsoft.com/office/drawing/2014/main" id="{8C9CA7D2-2DE1-284C-4FF1-BF266A80E4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2350" y="2894"/>
                  <a:ext cx="62" cy="40"/>
                  <a:chOff x="323" y="2487"/>
                  <a:chExt cx="61" cy="36"/>
                </a:xfrm>
              </p:grpSpPr>
              <p:sp>
                <p:nvSpPr>
                  <p:cNvPr id="633" name="Line 277">
                    <a:extLst>
                      <a:ext uri="{FF2B5EF4-FFF2-40B4-BE49-F238E27FC236}">
                        <a16:creationId xmlns:a16="http://schemas.microsoft.com/office/drawing/2014/main" id="{D4030A3C-7E5A-58B9-0427-F6AE6DA633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4" name="Line 278">
                    <a:extLst>
                      <a:ext uri="{FF2B5EF4-FFF2-40B4-BE49-F238E27FC236}">
                        <a16:creationId xmlns:a16="http://schemas.microsoft.com/office/drawing/2014/main" id="{38941DD7-B82A-E909-704A-E73C11740B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19" name="Line 279">
                  <a:extLst>
                    <a:ext uri="{FF2B5EF4-FFF2-40B4-BE49-F238E27FC236}">
                      <a16:creationId xmlns:a16="http://schemas.microsoft.com/office/drawing/2014/main" id="{93F047F8-AE01-36F0-4A3B-FFA526AB86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0" y="2744"/>
                  <a:ext cx="0" cy="44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0" name="Line 280">
                  <a:extLst>
                    <a:ext uri="{FF2B5EF4-FFF2-40B4-BE49-F238E27FC236}">
                      <a16:creationId xmlns:a16="http://schemas.microsoft.com/office/drawing/2014/main" id="{C6DA7632-FF37-4AA2-7144-13EA9EC813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9" y="2745"/>
                  <a:ext cx="0" cy="44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21" name="Group 281">
                  <a:extLst>
                    <a:ext uri="{FF2B5EF4-FFF2-40B4-BE49-F238E27FC236}">
                      <a16:creationId xmlns:a16="http://schemas.microsoft.com/office/drawing/2014/main" id="{CDE3EE31-2132-09F6-E4F6-38AEA0AF48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67" y="2834"/>
                  <a:ext cx="42" cy="265"/>
                  <a:chOff x="2167" y="2834"/>
                  <a:chExt cx="42" cy="265"/>
                </a:xfrm>
              </p:grpSpPr>
              <p:sp>
                <p:nvSpPr>
                  <p:cNvPr id="629" name="Line 282">
                    <a:extLst>
                      <a:ext uri="{FF2B5EF4-FFF2-40B4-BE49-F238E27FC236}">
                        <a16:creationId xmlns:a16="http://schemas.microsoft.com/office/drawing/2014/main" id="{F2D8F652-906B-8EE1-8AE2-40981279B0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9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0" name="Line 283">
                    <a:extLst>
                      <a:ext uri="{FF2B5EF4-FFF2-40B4-BE49-F238E27FC236}">
                        <a16:creationId xmlns:a16="http://schemas.microsoft.com/office/drawing/2014/main" id="{DA0D9B08-8AD7-7E32-6041-5CDC1AA562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8" y="2814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1" name="Line 284">
                    <a:extLst>
                      <a:ext uri="{FF2B5EF4-FFF2-40B4-BE49-F238E27FC236}">
                        <a16:creationId xmlns:a16="http://schemas.microsoft.com/office/drawing/2014/main" id="{CAE8E471-5ABD-2B4E-D5DE-A732CDF4FC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90" y="3079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2" name="Line 285">
                    <a:extLst>
                      <a:ext uri="{FF2B5EF4-FFF2-40B4-BE49-F238E27FC236}">
                        <a16:creationId xmlns:a16="http://schemas.microsoft.com/office/drawing/2014/main" id="{668A48A7-46BA-CF6A-CAF2-183EF88ED0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7" y="2993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22" name="Group 286">
                  <a:extLst>
                    <a:ext uri="{FF2B5EF4-FFF2-40B4-BE49-F238E27FC236}">
                      <a16:creationId xmlns:a16="http://schemas.microsoft.com/office/drawing/2014/main" id="{E7B2A997-40FC-DD68-2F09-5A751ED11B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46" y="2835"/>
                  <a:ext cx="42" cy="265"/>
                  <a:chOff x="2167" y="2834"/>
                  <a:chExt cx="42" cy="265"/>
                </a:xfrm>
              </p:grpSpPr>
              <p:sp>
                <p:nvSpPr>
                  <p:cNvPr id="625" name="Line 287">
                    <a:extLst>
                      <a:ext uri="{FF2B5EF4-FFF2-40B4-BE49-F238E27FC236}">
                        <a16:creationId xmlns:a16="http://schemas.microsoft.com/office/drawing/2014/main" id="{75FBCA89-32D5-AA09-D163-88E2FAC152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9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6" name="Line 288">
                    <a:extLst>
                      <a:ext uri="{FF2B5EF4-FFF2-40B4-BE49-F238E27FC236}">
                        <a16:creationId xmlns:a16="http://schemas.microsoft.com/office/drawing/2014/main" id="{949FF527-2881-EA00-BDEA-5F5D4086F5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8" y="2814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7" name="Line 289">
                    <a:extLst>
                      <a:ext uri="{FF2B5EF4-FFF2-40B4-BE49-F238E27FC236}">
                        <a16:creationId xmlns:a16="http://schemas.microsoft.com/office/drawing/2014/main" id="{5FD1C763-FF81-B2B7-5416-236347D327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90" y="3079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8" name="Line 290">
                    <a:extLst>
                      <a:ext uri="{FF2B5EF4-FFF2-40B4-BE49-F238E27FC236}">
                        <a16:creationId xmlns:a16="http://schemas.microsoft.com/office/drawing/2014/main" id="{B997886A-81A6-33F0-FEAE-71AE26DAF7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7" y="2993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23" name="Freeform 291">
                  <a:extLst>
                    <a:ext uri="{FF2B5EF4-FFF2-40B4-BE49-F238E27FC236}">
                      <a16:creationId xmlns:a16="http://schemas.microsoft.com/office/drawing/2014/main" id="{8F13D678-3E72-9417-33D5-92CC4B4A98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3" y="2738"/>
                  <a:ext cx="392" cy="117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68 h 107"/>
                    <a:gd name="T4" fmla="*/ 172 w 358"/>
                    <a:gd name="T5" fmla="*/ 126 h 107"/>
                    <a:gd name="T6" fmla="*/ 253 w 358"/>
                    <a:gd name="T7" fmla="*/ 152 h 107"/>
                    <a:gd name="T8" fmla="*/ 333 w 358"/>
                    <a:gd name="T9" fmla="*/ 138 h 107"/>
                    <a:gd name="T10" fmla="*/ 414 w 358"/>
                    <a:gd name="T11" fmla="*/ 82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4" name="Freeform 292">
                  <a:extLst>
                    <a:ext uri="{FF2B5EF4-FFF2-40B4-BE49-F238E27FC236}">
                      <a16:creationId xmlns:a16="http://schemas.microsoft.com/office/drawing/2014/main" id="{D83C99CB-3F45-14E7-C05A-C8C1155FA6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182" y="3079"/>
                  <a:ext cx="392" cy="118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71 h 107"/>
                    <a:gd name="T4" fmla="*/ 172 w 358"/>
                    <a:gd name="T5" fmla="*/ 130 h 107"/>
                    <a:gd name="T6" fmla="*/ 253 w 358"/>
                    <a:gd name="T7" fmla="*/ 157 h 107"/>
                    <a:gd name="T8" fmla="*/ 333 w 358"/>
                    <a:gd name="T9" fmla="*/ 142 h 107"/>
                    <a:gd name="T10" fmla="*/ 414 w 358"/>
                    <a:gd name="T11" fmla="*/ 86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95" name="Group 293">
                <a:extLst>
                  <a:ext uri="{FF2B5EF4-FFF2-40B4-BE49-F238E27FC236}">
                    <a16:creationId xmlns:a16="http://schemas.microsoft.com/office/drawing/2014/main" id="{293562AD-114F-A587-31B0-04A93053CC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1" y="2710"/>
                <a:ext cx="516" cy="524"/>
                <a:chOff x="2891" y="2710"/>
                <a:chExt cx="516" cy="524"/>
              </a:xfrm>
            </p:grpSpPr>
            <p:sp>
              <p:nvSpPr>
                <p:cNvPr id="596" name="Oval 294">
                  <a:extLst>
                    <a:ext uri="{FF2B5EF4-FFF2-40B4-BE49-F238E27FC236}">
                      <a16:creationId xmlns:a16="http://schemas.microsoft.com/office/drawing/2014/main" id="{DD3FC1FD-B46F-4F31-FEF4-60DD12BE2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6" y="2749"/>
                  <a:ext cx="439" cy="439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7" name="Line 295">
                  <a:extLst>
                    <a:ext uri="{FF2B5EF4-FFF2-40B4-BE49-F238E27FC236}">
                      <a16:creationId xmlns:a16="http://schemas.microsoft.com/office/drawing/2014/main" id="{48E7A9B3-A7A1-4951-60F7-62D9DDDDBA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1" y="2968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8" name="Line 296">
                  <a:extLst>
                    <a:ext uri="{FF2B5EF4-FFF2-40B4-BE49-F238E27FC236}">
                      <a16:creationId xmlns:a16="http://schemas.microsoft.com/office/drawing/2014/main" id="{BEBCF151-1913-89C2-F9C7-4D3D6375F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47" y="2710"/>
                  <a:ext cx="0" cy="52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99" name="Group 297">
                  <a:extLst>
                    <a:ext uri="{FF2B5EF4-FFF2-40B4-BE49-F238E27FC236}">
                      <a16:creationId xmlns:a16="http://schemas.microsoft.com/office/drawing/2014/main" id="{4F848763-7D93-E1D7-D317-D836F196C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3117" y="3049"/>
                  <a:ext cx="62" cy="40"/>
                  <a:chOff x="323" y="2487"/>
                  <a:chExt cx="61" cy="36"/>
                </a:xfrm>
              </p:grpSpPr>
              <p:sp>
                <p:nvSpPr>
                  <p:cNvPr id="611" name="Line 298">
                    <a:extLst>
                      <a:ext uri="{FF2B5EF4-FFF2-40B4-BE49-F238E27FC236}">
                        <a16:creationId xmlns:a16="http://schemas.microsoft.com/office/drawing/2014/main" id="{5DF5EFFE-6DAD-D48A-B91D-16CC5469DC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2" name="Line 299">
                    <a:extLst>
                      <a:ext uri="{FF2B5EF4-FFF2-40B4-BE49-F238E27FC236}">
                        <a16:creationId xmlns:a16="http://schemas.microsoft.com/office/drawing/2014/main" id="{846E4441-A201-EAFE-A34C-93B9C5EE8C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00" name="Group 300">
                  <a:extLst>
                    <a:ext uri="{FF2B5EF4-FFF2-40B4-BE49-F238E27FC236}">
                      <a16:creationId xmlns:a16="http://schemas.microsoft.com/office/drawing/2014/main" id="{84F4E7D9-C0D5-CBFF-8672-0053C66CB4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3029" y="2949"/>
                  <a:ext cx="62" cy="39"/>
                  <a:chOff x="323" y="2487"/>
                  <a:chExt cx="61" cy="36"/>
                </a:xfrm>
              </p:grpSpPr>
              <p:sp>
                <p:nvSpPr>
                  <p:cNvPr id="609" name="Line 301">
                    <a:extLst>
                      <a:ext uri="{FF2B5EF4-FFF2-40B4-BE49-F238E27FC236}">
                        <a16:creationId xmlns:a16="http://schemas.microsoft.com/office/drawing/2014/main" id="{CBBFBD9E-5EC1-FFAE-0FB1-84D43BCB1D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0" name="Line 302">
                    <a:extLst>
                      <a:ext uri="{FF2B5EF4-FFF2-40B4-BE49-F238E27FC236}">
                        <a16:creationId xmlns:a16="http://schemas.microsoft.com/office/drawing/2014/main" id="{B70ADAAE-6754-8E44-27CF-AA99872E7D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01" name="Line 303">
                  <a:extLst>
                    <a:ext uri="{FF2B5EF4-FFF2-40B4-BE49-F238E27FC236}">
                      <a16:creationId xmlns:a16="http://schemas.microsoft.com/office/drawing/2014/main" id="{9DC7CD2D-E75C-D795-7565-ACB46B818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0" y="2864"/>
                  <a:ext cx="0" cy="22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2" name="Line 304">
                  <a:extLst>
                    <a:ext uri="{FF2B5EF4-FFF2-40B4-BE49-F238E27FC236}">
                      <a16:creationId xmlns:a16="http://schemas.microsoft.com/office/drawing/2014/main" id="{A61CF9CF-AB5D-78DF-3818-A7D3C420C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0" y="2850"/>
                  <a:ext cx="0" cy="2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03" name="Group 305">
                  <a:extLst>
                    <a:ext uri="{FF2B5EF4-FFF2-40B4-BE49-F238E27FC236}">
                      <a16:creationId xmlns:a16="http://schemas.microsoft.com/office/drawing/2014/main" id="{06400309-C4BC-C164-C7DF-080E93A654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46" y="2922"/>
                  <a:ext cx="40" cy="88"/>
                  <a:chOff x="2946" y="2922"/>
                  <a:chExt cx="40" cy="88"/>
                </a:xfrm>
              </p:grpSpPr>
              <p:sp>
                <p:nvSpPr>
                  <p:cNvPr id="607" name="Line 306">
                    <a:extLst>
                      <a:ext uri="{FF2B5EF4-FFF2-40B4-BE49-F238E27FC236}">
                        <a16:creationId xmlns:a16="http://schemas.microsoft.com/office/drawing/2014/main" id="{1E52D470-9D56-D0B6-20E8-77F9AB771C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6" y="2990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8" name="Line 307">
                    <a:extLst>
                      <a:ext uri="{FF2B5EF4-FFF2-40B4-BE49-F238E27FC236}">
                        <a16:creationId xmlns:a16="http://schemas.microsoft.com/office/drawing/2014/main" id="{7FD1FDEF-20AA-B03E-F319-CDE7509F87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7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04" name="Group 308">
                  <a:extLst>
                    <a:ext uri="{FF2B5EF4-FFF2-40B4-BE49-F238E27FC236}">
                      <a16:creationId xmlns:a16="http://schemas.microsoft.com/office/drawing/2014/main" id="{69A4EE24-A9DB-759B-56FA-1022D89784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03" y="2925"/>
                  <a:ext cx="40" cy="88"/>
                  <a:chOff x="2946" y="2922"/>
                  <a:chExt cx="40" cy="88"/>
                </a:xfrm>
              </p:grpSpPr>
              <p:sp>
                <p:nvSpPr>
                  <p:cNvPr id="605" name="Line 309">
                    <a:extLst>
                      <a:ext uri="{FF2B5EF4-FFF2-40B4-BE49-F238E27FC236}">
                        <a16:creationId xmlns:a16="http://schemas.microsoft.com/office/drawing/2014/main" id="{61DFCB7F-F6AB-9E1D-EC58-2C12D928BE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6" y="2990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6" name="Line 310">
                    <a:extLst>
                      <a:ext uri="{FF2B5EF4-FFF2-40B4-BE49-F238E27FC236}">
                        <a16:creationId xmlns:a16="http://schemas.microsoft.com/office/drawing/2014/main" id="{D79502BD-C968-F579-CFBD-31BE149682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7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90" name="Group 311">
              <a:extLst>
                <a:ext uri="{FF2B5EF4-FFF2-40B4-BE49-F238E27FC236}">
                  <a16:creationId xmlns:a16="http://schemas.microsoft.com/office/drawing/2014/main" id="{6AADFE2A-E279-B36C-8CA7-BC691C49BE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2" y="2748"/>
              <a:ext cx="376" cy="440"/>
              <a:chOff x="1399" y="2749"/>
              <a:chExt cx="376" cy="440"/>
            </a:xfrm>
          </p:grpSpPr>
          <p:sp>
            <p:nvSpPr>
              <p:cNvPr id="591" name="Arc 312">
                <a:extLst>
                  <a:ext uri="{FF2B5EF4-FFF2-40B4-BE49-F238E27FC236}">
                    <a16:creationId xmlns:a16="http://schemas.microsoft.com/office/drawing/2014/main" id="{2E44FF21-C025-9128-E9E9-440ADB5755D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2" name="Arc 313">
                <a:extLst>
                  <a:ext uri="{FF2B5EF4-FFF2-40B4-BE49-F238E27FC236}">
                    <a16:creationId xmlns:a16="http://schemas.microsoft.com/office/drawing/2014/main" id="{6CE1D2A2-2F64-4EBC-D89B-A4FC43118FB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402" y="2970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53" name="Group 314">
            <a:extLst>
              <a:ext uri="{FF2B5EF4-FFF2-40B4-BE49-F238E27FC236}">
                <a16:creationId xmlns:a16="http://schemas.microsoft.com/office/drawing/2014/main" id="{94465073-3EE2-E403-586B-09F450EB5F7F}"/>
              </a:ext>
            </a:extLst>
          </p:cNvPr>
          <p:cNvGrpSpPr>
            <a:grpSpLocks/>
          </p:cNvGrpSpPr>
          <p:nvPr/>
        </p:nvGrpSpPr>
        <p:grpSpPr bwMode="auto">
          <a:xfrm>
            <a:off x="8043346" y="2504275"/>
            <a:ext cx="2266950" cy="2136775"/>
            <a:chOff x="3730" y="2610"/>
            <a:chExt cx="1428" cy="1346"/>
          </a:xfrm>
        </p:grpSpPr>
        <p:grpSp>
          <p:nvGrpSpPr>
            <p:cNvPr id="654" name="Group 315">
              <a:extLst>
                <a:ext uri="{FF2B5EF4-FFF2-40B4-BE49-F238E27FC236}">
                  <a16:creationId xmlns:a16="http://schemas.microsoft.com/office/drawing/2014/main" id="{B2C78B05-B5C2-FA91-61DE-28AA6D76A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0" y="2610"/>
              <a:ext cx="1428" cy="1346"/>
              <a:chOff x="3730" y="2610"/>
              <a:chExt cx="1428" cy="1346"/>
            </a:xfrm>
          </p:grpSpPr>
          <p:grpSp>
            <p:nvGrpSpPr>
              <p:cNvPr id="658" name="Group 316">
                <a:extLst>
                  <a:ext uri="{FF2B5EF4-FFF2-40B4-BE49-F238E27FC236}">
                    <a16:creationId xmlns:a16="http://schemas.microsoft.com/office/drawing/2014/main" id="{04366F1C-18CE-B607-775B-7F92A4AF4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3" y="2610"/>
                <a:ext cx="700" cy="702"/>
                <a:chOff x="3743" y="2610"/>
                <a:chExt cx="700" cy="702"/>
              </a:xfrm>
            </p:grpSpPr>
            <p:sp>
              <p:nvSpPr>
                <p:cNvPr id="715" name="Rectangle 317">
                  <a:extLst>
                    <a:ext uri="{FF2B5EF4-FFF2-40B4-BE49-F238E27FC236}">
                      <a16:creationId xmlns:a16="http://schemas.microsoft.com/office/drawing/2014/main" id="{7B632000-A076-864F-01EB-4083963D0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4" y="2642"/>
                  <a:ext cx="610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6" name="Line 318">
                  <a:extLst>
                    <a:ext uri="{FF2B5EF4-FFF2-40B4-BE49-F238E27FC236}">
                      <a16:creationId xmlns:a16="http://schemas.microsoft.com/office/drawing/2014/main" id="{90B69D6B-FE60-4D58-AA3E-11393AE6A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95" y="2610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7" name="Line 319">
                  <a:extLst>
                    <a:ext uri="{FF2B5EF4-FFF2-40B4-BE49-F238E27FC236}">
                      <a16:creationId xmlns:a16="http://schemas.microsoft.com/office/drawing/2014/main" id="{DC96C3FD-C334-A450-E187-9B2A467C50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3" y="2965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8" name="Line 320">
                  <a:extLst>
                    <a:ext uri="{FF2B5EF4-FFF2-40B4-BE49-F238E27FC236}">
                      <a16:creationId xmlns:a16="http://schemas.microsoft.com/office/drawing/2014/main" id="{40D072A6-F5FD-0D9E-A0F3-F96D031FC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86" y="2739"/>
                  <a:ext cx="1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9" name="Line 321">
                  <a:extLst>
                    <a:ext uri="{FF2B5EF4-FFF2-40B4-BE49-F238E27FC236}">
                      <a16:creationId xmlns:a16="http://schemas.microsoft.com/office/drawing/2014/main" id="{7CBF1E0C-526F-26D8-3206-F38113F8D6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6" y="3187"/>
                  <a:ext cx="1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0" name="Line 322">
                  <a:extLst>
                    <a:ext uri="{FF2B5EF4-FFF2-40B4-BE49-F238E27FC236}">
                      <a16:creationId xmlns:a16="http://schemas.microsoft.com/office/drawing/2014/main" id="{B9119E67-E376-8E89-B6F4-2BD0FCCA2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6" y="2739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1" name="Line 323">
                  <a:extLst>
                    <a:ext uri="{FF2B5EF4-FFF2-40B4-BE49-F238E27FC236}">
                      <a16:creationId xmlns:a16="http://schemas.microsoft.com/office/drawing/2014/main" id="{308C51A4-FEC3-998A-B8DD-660F42365F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4" y="3187"/>
                  <a:ext cx="12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2" name="Freeform 324">
                  <a:extLst>
                    <a:ext uri="{FF2B5EF4-FFF2-40B4-BE49-F238E27FC236}">
                      <a16:creationId xmlns:a16="http://schemas.microsoft.com/office/drawing/2014/main" id="{4DD3FE28-3A4B-8E96-5C1D-69E9A7E25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2" y="2737"/>
                  <a:ext cx="376" cy="115"/>
                </a:xfrm>
                <a:custGeom>
                  <a:avLst/>
                  <a:gdLst>
                    <a:gd name="T0" fmla="*/ 0 w 376"/>
                    <a:gd name="T1" fmla="*/ 0 h 115"/>
                    <a:gd name="T2" fmla="*/ 62 w 376"/>
                    <a:gd name="T3" fmla="*/ 50 h 115"/>
                    <a:gd name="T4" fmla="*/ 127 w 376"/>
                    <a:gd name="T5" fmla="*/ 94 h 115"/>
                    <a:gd name="T6" fmla="*/ 189 w 376"/>
                    <a:gd name="T7" fmla="*/ 114 h 115"/>
                    <a:gd name="T8" fmla="*/ 250 w 376"/>
                    <a:gd name="T9" fmla="*/ 103 h 115"/>
                    <a:gd name="T10" fmla="*/ 311 w 376"/>
                    <a:gd name="T11" fmla="*/ 61 h 115"/>
                    <a:gd name="T12" fmla="*/ 376 w 376"/>
                    <a:gd name="T13" fmla="*/ 2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76" h="115">
                      <a:moveTo>
                        <a:pt x="0" y="0"/>
                      </a:moveTo>
                      <a:cubicBezTo>
                        <a:pt x="10" y="8"/>
                        <a:pt x="41" y="34"/>
                        <a:pt x="62" y="50"/>
                      </a:cubicBezTo>
                      <a:cubicBezTo>
                        <a:pt x="83" y="66"/>
                        <a:pt x="107" y="83"/>
                        <a:pt x="127" y="94"/>
                      </a:cubicBezTo>
                      <a:cubicBezTo>
                        <a:pt x="148" y="105"/>
                        <a:pt x="168" y="113"/>
                        <a:pt x="189" y="114"/>
                      </a:cubicBezTo>
                      <a:cubicBezTo>
                        <a:pt x="210" y="115"/>
                        <a:pt x="229" y="112"/>
                        <a:pt x="250" y="103"/>
                      </a:cubicBezTo>
                      <a:cubicBezTo>
                        <a:pt x="271" y="94"/>
                        <a:pt x="290" y="78"/>
                        <a:pt x="311" y="61"/>
                      </a:cubicBezTo>
                      <a:cubicBezTo>
                        <a:pt x="332" y="44"/>
                        <a:pt x="362" y="14"/>
                        <a:pt x="376" y="2"/>
                      </a:cubicBezTo>
                    </a:path>
                  </a:pathLst>
                </a:custGeom>
                <a:noFill/>
                <a:ln w="9525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3" name="Freeform 325">
                  <a:extLst>
                    <a:ext uri="{FF2B5EF4-FFF2-40B4-BE49-F238E27FC236}">
                      <a16:creationId xmlns:a16="http://schemas.microsoft.com/office/drawing/2014/main" id="{4916C164-A44A-68D5-75F8-728F0F96DD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3" y="3075"/>
                  <a:ext cx="372" cy="114"/>
                </a:xfrm>
                <a:custGeom>
                  <a:avLst/>
                  <a:gdLst>
                    <a:gd name="T0" fmla="*/ 372 w 372"/>
                    <a:gd name="T1" fmla="*/ 114 h 114"/>
                    <a:gd name="T2" fmla="*/ 320 w 372"/>
                    <a:gd name="T3" fmla="*/ 65 h 114"/>
                    <a:gd name="T4" fmla="*/ 255 w 372"/>
                    <a:gd name="T5" fmla="*/ 21 h 114"/>
                    <a:gd name="T6" fmla="*/ 193 w 372"/>
                    <a:gd name="T7" fmla="*/ 1 h 114"/>
                    <a:gd name="T8" fmla="*/ 132 w 372"/>
                    <a:gd name="T9" fmla="*/ 12 h 114"/>
                    <a:gd name="T10" fmla="*/ 71 w 372"/>
                    <a:gd name="T11" fmla="*/ 54 h 114"/>
                    <a:gd name="T12" fmla="*/ 0 w 372"/>
                    <a:gd name="T13" fmla="*/ 113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72" h="114">
                      <a:moveTo>
                        <a:pt x="372" y="114"/>
                      </a:moveTo>
                      <a:cubicBezTo>
                        <a:pt x="364" y="106"/>
                        <a:pt x="339" y="80"/>
                        <a:pt x="320" y="65"/>
                      </a:cubicBezTo>
                      <a:cubicBezTo>
                        <a:pt x="301" y="50"/>
                        <a:pt x="275" y="32"/>
                        <a:pt x="255" y="21"/>
                      </a:cubicBezTo>
                      <a:cubicBezTo>
                        <a:pt x="234" y="10"/>
                        <a:pt x="214" y="2"/>
                        <a:pt x="193" y="1"/>
                      </a:cubicBezTo>
                      <a:cubicBezTo>
                        <a:pt x="172" y="0"/>
                        <a:pt x="153" y="3"/>
                        <a:pt x="132" y="12"/>
                      </a:cubicBezTo>
                      <a:cubicBezTo>
                        <a:pt x="111" y="21"/>
                        <a:pt x="93" y="37"/>
                        <a:pt x="71" y="54"/>
                      </a:cubicBezTo>
                      <a:cubicBezTo>
                        <a:pt x="49" y="71"/>
                        <a:pt x="15" y="101"/>
                        <a:pt x="0" y="113"/>
                      </a:cubicBezTo>
                    </a:path>
                  </a:pathLst>
                </a:custGeom>
                <a:noFill/>
                <a:ln w="9525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24" name="Group 326">
                  <a:extLst>
                    <a:ext uri="{FF2B5EF4-FFF2-40B4-BE49-F238E27FC236}">
                      <a16:creationId xmlns:a16="http://schemas.microsoft.com/office/drawing/2014/main" id="{A93329E9-B835-838D-1A85-5B8BC863A5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6" y="2947"/>
                  <a:ext cx="61" cy="39"/>
                  <a:chOff x="323" y="2487"/>
                  <a:chExt cx="61" cy="36"/>
                </a:xfrm>
              </p:grpSpPr>
              <p:sp>
                <p:nvSpPr>
                  <p:cNvPr id="760" name="Line 327">
                    <a:extLst>
                      <a:ext uri="{FF2B5EF4-FFF2-40B4-BE49-F238E27FC236}">
                        <a16:creationId xmlns:a16="http://schemas.microsoft.com/office/drawing/2014/main" id="{7F5F3AF1-D023-6703-E305-CA2BE01D18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61" name="Line 328">
                    <a:extLst>
                      <a:ext uri="{FF2B5EF4-FFF2-40B4-BE49-F238E27FC236}">
                        <a16:creationId xmlns:a16="http://schemas.microsoft.com/office/drawing/2014/main" id="{773C9B39-D033-D591-E397-F24703E383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25" name="Group 329">
                  <a:extLst>
                    <a:ext uri="{FF2B5EF4-FFF2-40B4-BE49-F238E27FC236}">
                      <a16:creationId xmlns:a16="http://schemas.microsoft.com/office/drawing/2014/main" id="{34A5825A-FF15-41B6-388F-2B2BE2E52F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39" y="2947"/>
                  <a:ext cx="62" cy="39"/>
                  <a:chOff x="323" y="2487"/>
                  <a:chExt cx="61" cy="36"/>
                </a:xfrm>
              </p:grpSpPr>
              <p:sp>
                <p:nvSpPr>
                  <p:cNvPr id="758" name="Line 330">
                    <a:extLst>
                      <a:ext uri="{FF2B5EF4-FFF2-40B4-BE49-F238E27FC236}">
                        <a16:creationId xmlns:a16="http://schemas.microsoft.com/office/drawing/2014/main" id="{F5662C12-987E-5DB8-437E-20058C8896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9" name="Line 331">
                    <a:extLst>
                      <a:ext uri="{FF2B5EF4-FFF2-40B4-BE49-F238E27FC236}">
                        <a16:creationId xmlns:a16="http://schemas.microsoft.com/office/drawing/2014/main" id="{B1FCDB7B-9F23-90A5-844B-F1A7AEBB37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26" name="Group 332">
                  <a:extLst>
                    <a:ext uri="{FF2B5EF4-FFF2-40B4-BE49-F238E27FC236}">
                      <a16:creationId xmlns:a16="http://schemas.microsoft.com/office/drawing/2014/main" id="{13045070-4785-6A71-1320-87EF58509A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4063" y="3142"/>
                  <a:ext cx="62" cy="40"/>
                  <a:chOff x="323" y="2487"/>
                  <a:chExt cx="61" cy="36"/>
                </a:xfrm>
              </p:grpSpPr>
              <p:sp>
                <p:nvSpPr>
                  <p:cNvPr id="756" name="Line 333">
                    <a:extLst>
                      <a:ext uri="{FF2B5EF4-FFF2-40B4-BE49-F238E27FC236}">
                        <a16:creationId xmlns:a16="http://schemas.microsoft.com/office/drawing/2014/main" id="{7CC79DBD-FC83-E970-F3F4-E449690A5F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7" name="Line 334">
                    <a:extLst>
                      <a:ext uri="{FF2B5EF4-FFF2-40B4-BE49-F238E27FC236}">
                        <a16:creationId xmlns:a16="http://schemas.microsoft.com/office/drawing/2014/main" id="{7CDFD1FD-77AC-BD33-6FEC-D012B346E4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27" name="Group 335">
                  <a:extLst>
                    <a:ext uri="{FF2B5EF4-FFF2-40B4-BE49-F238E27FC236}">
                      <a16:creationId xmlns:a16="http://schemas.microsoft.com/office/drawing/2014/main" id="{4CB53DD7-47BB-156F-6C7D-35A841FE81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4065" y="2731"/>
                  <a:ext cx="62" cy="40"/>
                  <a:chOff x="323" y="2487"/>
                  <a:chExt cx="61" cy="36"/>
                </a:xfrm>
              </p:grpSpPr>
              <p:sp>
                <p:nvSpPr>
                  <p:cNvPr id="754" name="Line 336">
                    <a:extLst>
                      <a:ext uri="{FF2B5EF4-FFF2-40B4-BE49-F238E27FC236}">
                        <a16:creationId xmlns:a16="http://schemas.microsoft.com/office/drawing/2014/main" id="{77BCC545-B45B-8384-173C-FBD3D3F508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5" name="Line 337">
                    <a:extLst>
                      <a:ext uri="{FF2B5EF4-FFF2-40B4-BE49-F238E27FC236}">
                        <a16:creationId xmlns:a16="http://schemas.microsoft.com/office/drawing/2014/main" id="{4E45307F-5C4D-89EC-552F-52E0249F0D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728" name="Line 338">
                  <a:extLst>
                    <a:ext uri="{FF2B5EF4-FFF2-40B4-BE49-F238E27FC236}">
                      <a16:creationId xmlns:a16="http://schemas.microsoft.com/office/drawing/2014/main" id="{6571C5B8-E889-BD64-F0A5-62A2BA60F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4" y="26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9" name="Line 339">
                  <a:extLst>
                    <a:ext uri="{FF2B5EF4-FFF2-40B4-BE49-F238E27FC236}">
                      <a16:creationId xmlns:a16="http://schemas.microsoft.com/office/drawing/2014/main" id="{5597CE60-CA77-5C9C-EECE-583C2CE60A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4" y="3187"/>
                  <a:ext cx="0" cy="9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0" name="Line 340">
                  <a:extLst>
                    <a:ext uri="{FF2B5EF4-FFF2-40B4-BE49-F238E27FC236}">
                      <a16:creationId xmlns:a16="http://schemas.microsoft.com/office/drawing/2014/main" id="{F9373D1B-7090-A172-A990-9F532C55C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6" y="2638"/>
                  <a:ext cx="0" cy="10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1" name="Line 341">
                  <a:extLst>
                    <a:ext uri="{FF2B5EF4-FFF2-40B4-BE49-F238E27FC236}">
                      <a16:creationId xmlns:a16="http://schemas.microsoft.com/office/drawing/2014/main" id="{045A7BB0-83FD-1774-0533-2B6070513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6" y="3187"/>
                  <a:ext cx="0" cy="9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2" name="Line 342">
                  <a:extLst>
                    <a:ext uri="{FF2B5EF4-FFF2-40B4-BE49-F238E27FC236}">
                      <a16:creationId xmlns:a16="http://schemas.microsoft.com/office/drawing/2014/main" id="{21CDBAD3-E25F-BFB2-FA78-E76212D89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0" y="2694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3" name="Line 343">
                  <a:extLst>
                    <a:ext uri="{FF2B5EF4-FFF2-40B4-BE49-F238E27FC236}">
                      <a16:creationId xmlns:a16="http://schemas.microsoft.com/office/drawing/2014/main" id="{B2E1C3FC-84A5-FD7C-ED42-63AA0D473D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8" y="2724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4" name="Line 344">
                  <a:extLst>
                    <a:ext uri="{FF2B5EF4-FFF2-40B4-BE49-F238E27FC236}">
                      <a16:creationId xmlns:a16="http://schemas.microsoft.com/office/drawing/2014/main" id="{7D01EAB8-1A56-2BD5-D454-D9D34A334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2" y="2726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5" name="Line 345">
                  <a:extLst>
                    <a:ext uri="{FF2B5EF4-FFF2-40B4-BE49-F238E27FC236}">
                      <a16:creationId xmlns:a16="http://schemas.microsoft.com/office/drawing/2014/main" id="{E0FBD84A-7847-1BBF-7953-6E6EE3ABE4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3" y="2698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6" name="Line 346">
                  <a:extLst>
                    <a:ext uri="{FF2B5EF4-FFF2-40B4-BE49-F238E27FC236}">
                      <a16:creationId xmlns:a16="http://schemas.microsoft.com/office/drawing/2014/main" id="{368B69B6-440D-693F-053D-85C7A52688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6" y="3229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7" name="Line 347">
                  <a:extLst>
                    <a:ext uri="{FF2B5EF4-FFF2-40B4-BE49-F238E27FC236}">
                      <a16:creationId xmlns:a16="http://schemas.microsoft.com/office/drawing/2014/main" id="{40A148A8-3E99-ED28-B7C0-D78DE9CCA5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9" y="3233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8" name="Line 348">
                  <a:extLst>
                    <a:ext uri="{FF2B5EF4-FFF2-40B4-BE49-F238E27FC236}">
                      <a16:creationId xmlns:a16="http://schemas.microsoft.com/office/drawing/2014/main" id="{F6803569-EBE4-4E31-6E94-CD305C7C16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6" y="3173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9" name="Line 349">
                  <a:extLst>
                    <a:ext uri="{FF2B5EF4-FFF2-40B4-BE49-F238E27FC236}">
                      <a16:creationId xmlns:a16="http://schemas.microsoft.com/office/drawing/2014/main" id="{4F0245DB-BBB1-C6B2-6423-B84E7821A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2" y="3175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40" name="Group 350">
                  <a:extLst>
                    <a:ext uri="{FF2B5EF4-FFF2-40B4-BE49-F238E27FC236}">
                      <a16:creationId xmlns:a16="http://schemas.microsoft.com/office/drawing/2014/main" id="{BFBD823E-F996-9884-FEC1-CA74809FE6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2" y="2766"/>
                  <a:ext cx="305" cy="95"/>
                  <a:chOff x="3942" y="2766"/>
                  <a:chExt cx="305" cy="95"/>
                </a:xfrm>
              </p:grpSpPr>
              <p:sp>
                <p:nvSpPr>
                  <p:cNvPr id="748" name="Line 351">
                    <a:extLst>
                      <a:ext uri="{FF2B5EF4-FFF2-40B4-BE49-F238E27FC236}">
                        <a16:creationId xmlns:a16="http://schemas.microsoft.com/office/drawing/2014/main" id="{C6E900EC-F073-457E-86A2-2F783588FD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42" y="2768"/>
                    <a:ext cx="15" cy="19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9" name="Line 352">
                    <a:extLst>
                      <a:ext uri="{FF2B5EF4-FFF2-40B4-BE49-F238E27FC236}">
                        <a16:creationId xmlns:a16="http://schemas.microsoft.com/office/drawing/2014/main" id="{5F38E222-9AF5-FA16-6BF5-D83E5268DC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8" y="2802"/>
                    <a:ext cx="15" cy="2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0" name="Line 353">
                    <a:extLst>
                      <a:ext uri="{FF2B5EF4-FFF2-40B4-BE49-F238E27FC236}">
                        <a16:creationId xmlns:a16="http://schemas.microsoft.com/office/drawing/2014/main" id="{0B7D5283-D005-27A4-0AB3-19EAE457B8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2831"/>
                    <a:ext cx="8" cy="3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1" name="Line 354">
                    <a:extLst>
                      <a:ext uri="{FF2B5EF4-FFF2-40B4-BE49-F238E27FC236}">
                        <a16:creationId xmlns:a16="http://schemas.microsoft.com/office/drawing/2014/main" id="{958AFC21-54E0-65D1-08BC-D51EB3B662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7" y="2831"/>
                    <a:ext cx="9" cy="26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2" name="Line 355">
                    <a:extLst>
                      <a:ext uri="{FF2B5EF4-FFF2-40B4-BE49-F238E27FC236}">
                        <a16:creationId xmlns:a16="http://schemas.microsoft.com/office/drawing/2014/main" id="{026937E2-2248-6EC0-1F56-E73A22827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2" y="2802"/>
                    <a:ext cx="18" cy="21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3" name="Line 356">
                    <a:extLst>
                      <a:ext uri="{FF2B5EF4-FFF2-40B4-BE49-F238E27FC236}">
                        <a16:creationId xmlns:a16="http://schemas.microsoft.com/office/drawing/2014/main" id="{44F6643E-3DA1-89C6-D401-FE0C8CBED6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3" y="2766"/>
                    <a:ext cx="14" cy="1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41" name="Group 357">
                  <a:extLst>
                    <a:ext uri="{FF2B5EF4-FFF2-40B4-BE49-F238E27FC236}">
                      <a16:creationId xmlns:a16="http://schemas.microsoft.com/office/drawing/2014/main" id="{FBF4FD54-B4AF-586A-0548-9554654C18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3941" y="3065"/>
                  <a:ext cx="305" cy="95"/>
                  <a:chOff x="3942" y="2766"/>
                  <a:chExt cx="305" cy="95"/>
                </a:xfrm>
              </p:grpSpPr>
              <p:sp>
                <p:nvSpPr>
                  <p:cNvPr id="742" name="Line 358">
                    <a:extLst>
                      <a:ext uri="{FF2B5EF4-FFF2-40B4-BE49-F238E27FC236}">
                        <a16:creationId xmlns:a16="http://schemas.microsoft.com/office/drawing/2014/main" id="{FFF3E31A-CDEE-E854-168E-D9A94720A5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42" y="2768"/>
                    <a:ext cx="15" cy="19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3" name="Line 359">
                    <a:extLst>
                      <a:ext uri="{FF2B5EF4-FFF2-40B4-BE49-F238E27FC236}">
                        <a16:creationId xmlns:a16="http://schemas.microsoft.com/office/drawing/2014/main" id="{AD16D668-A0F9-1A8E-92E2-7CA1FED9DB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8" y="2802"/>
                    <a:ext cx="15" cy="2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4" name="Line 360">
                    <a:extLst>
                      <a:ext uri="{FF2B5EF4-FFF2-40B4-BE49-F238E27FC236}">
                        <a16:creationId xmlns:a16="http://schemas.microsoft.com/office/drawing/2014/main" id="{9AF4A28E-F667-1E48-2693-AB1226C679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2831"/>
                    <a:ext cx="8" cy="3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5" name="Line 361">
                    <a:extLst>
                      <a:ext uri="{FF2B5EF4-FFF2-40B4-BE49-F238E27FC236}">
                        <a16:creationId xmlns:a16="http://schemas.microsoft.com/office/drawing/2014/main" id="{36F5D4E9-A40E-319A-6F43-A0CB6BE039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7" y="2831"/>
                    <a:ext cx="9" cy="26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6" name="Line 362">
                    <a:extLst>
                      <a:ext uri="{FF2B5EF4-FFF2-40B4-BE49-F238E27FC236}">
                        <a16:creationId xmlns:a16="http://schemas.microsoft.com/office/drawing/2014/main" id="{3151D587-CF99-DDF5-ABEA-7E581AE7AC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2" y="2802"/>
                    <a:ext cx="18" cy="21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7" name="Line 363">
                    <a:extLst>
                      <a:ext uri="{FF2B5EF4-FFF2-40B4-BE49-F238E27FC236}">
                        <a16:creationId xmlns:a16="http://schemas.microsoft.com/office/drawing/2014/main" id="{510573B9-456B-B838-AA7C-6D181C5685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3" y="2766"/>
                    <a:ext cx="14" cy="1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9" name="Group 364">
                <a:extLst>
                  <a:ext uri="{FF2B5EF4-FFF2-40B4-BE49-F238E27FC236}">
                    <a16:creationId xmlns:a16="http://schemas.microsoft.com/office/drawing/2014/main" id="{C7B595C7-5512-D8D3-D156-21829C7FD5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3" y="2611"/>
                <a:ext cx="595" cy="702"/>
                <a:chOff x="4563" y="2611"/>
                <a:chExt cx="595" cy="702"/>
              </a:xfrm>
            </p:grpSpPr>
            <p:sp>
              <p:nvSpPr>
                <p:cNvPr id="689" name="Rectangle 365">
                  <a:extLst>
                    <a:ext uri="{FF2B5EF4-FFF2-40B4-BE49-F238E27FC236}">
                      <a16:creationId xmlns:a16="http://schemas.microsoft.com/office/drawing/2014/main" id="{788554ED-1136-DA9A-04F7-4145BD572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63" y="2643"/>
                  <a:ext cx="595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0" name="Oval 366">
                  <a:extLst>
                    <a:ext uri="{FF2B5EF4-FFF2-40B4-BE49-F238E27FC236}">
                      <a16:creationId xmlns:a16="http://schemas.microsoft.com/office/drawing/2014/main" id="{418CE074-8B83-0969-3552-2FC4D75A7F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1" y="2746"/>
                  <a:ext cx="439" cy="439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1" name="Line 367">
                  <a:extLst>
                    <a:ext uri="{FF2B5EF4-FFF2-40B4-BE49-F238E27FC236}">
                      <a16:creationId xmlns:a16="http://schemas.microsoft.com/office/drawing/2014/main" id="{A28A4FDC-2B3F-E229-33DC-E46A3B0318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6" y="2965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2" name="Line 368">
                  <a:extLst>
                    <a:ext uri="{FF2B5EF4-FFF2-40B4-BE49-F238E27FC236}">
                      <a16:creationId xmlns:a16="http://schemas.microsoft.com/office/drawing/2014/main" id="{08DE517D-0E65-7E8F-6EFE-9D7B40427F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62" y="2611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93" name="Group 369">
                  <a:extLst>
                    <a:ext uri="{FF2B5EF4-FFF2-40B4-BE49-F238E27FC236}">
                      <a16:creationId xmlns:a16="http://schemas.microsoft.com/office/drawing/2014/main" id="{7BF408DA-7DFB-AE1E-E433-D3C1B06356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4832" y="3046"/>
                  <a:ext cx="62" cy="40"/>
                  <a:chOff x="323" y="2487"/>
                  <a:chExt cx="61" cy="36"/>
                </a:xfrm>
              </p:grpSpPr>
              <p:sp>
                <p:nvSpPr>
                  <p:cNvPr id="713" name="Line 370">
                    <a:extLst>
                      <a:ext uri="{FF2B5EF4-FFF2-40B4-BE49-F238E27FC236}">
                        <a16:creationId xmlns:a16="http://schemas.microsoft.com/office/drawing/2014/main" id="{56F38B68-F086-8E7A-BCE5-0CC03A6CD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4" name="Line 371">
                    <a:extLst>
                      <a:ext uri="{FF2B5EF4-FFF2-40B4-BE49-F238E27FC236}">
                        <a16:creationId xmlns:a16="http://schemas.microsoft.com/office/drawing/2014/main" id="{500536F8-579D-5216-8F1D-09C57F0E6A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94" name="Group 372">
                  <a:extLst>
                    <a:ext uri="{FF2B5EF4-FFF2-40B4-BE49-F238E27FC236}">
                      <a16:creationId xmlns:a16="http://schemas.microsoft.com/office/drawing/2014/main" id="{E95A8640-2769-F067-02B0-527A0384E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4732" y="2946"/>
                  <a:ext cx="62" cy="39"/>
                  <a:chOff x="323" y="2487"/>
                  <a:chExt cx="61" cy="36"/>
                </a:xfrm>
              </p:grpSpPr>
              <p:sp>
                <p:nvSpPr>
                  <p:cNvPr id="711" name="Line 373">
                    <a:extLst>
                      <a:ext uri="{FF2B5EF4-FFF2-40B4-BE49-F238E27FC236}">
                        <a16:creationId xmlns:a16="http://schemas.microsoft.com/office/drawing/2014/main" id="{9A8317EA-9033-42FA-53D0-FC62DB6793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2" name="Line 374">
                    <a:extLst>
                      <a:ext uri="{FF2B5EF4-FFF2-40B4-BE49-F238E27FC236}">
                        <a16:creationId xmlns:a16="http://schemas.microsoft.com/office/drawing/2014/main" id="{CF059BEE-6A86-E833-DFD4-7539CFEDF9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95" name="Line 375">
                  <a:extLst>
                    <a:ext uri="{FF2B5EF4-FFF2-40B4-BE49-F238E27FC236}">
                      <a16:creationId xmlns:a16="http://schemas.microsoft.com/office/drawing/2014/main" id="{A1B21BF5-C3ED-4A0E-CB04-3BA200FBB9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3" y="2646"/>
                  <a:ext cx="0" cy="20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6" name="Line 376">
                  <a:extLst>
                    <a:ext uri="{FF2B5EF4-FFF2-40B4-BE49-F238E27FC236}">
                      <a16:creationId xmlns:a16="http://schemas.microsoft.com/office/drawing/2014/main" id="{A1A8621F-2A7D-FAA2-2526-DF646017A5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4" y="3081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7" name="Line 377">
                  <a:extLst>
                    <a:ext uri="{FF2B5EF4-FFF2-40B4-BE49-F238E27FC236}">
                      <a16:creationId xmlns:a16="http://schemas.microsoft.com/office/drawing/2014/main" id="{C44F908C-9D7F-C596-C381-CCAD6B9F69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6" y="2643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8" name="Line 378">
                  <a:extLst>
                    <a:ext uri="{FF2B5EF4-FFF2-40B4-BE49-F238E27FC236}">
                      <a16:creationId xmlns:a16="http://schemas.microsoft.com/office/drawing/2014/main" id="{B46B3F8B-24BA-AF0E-4075-E7872D94EE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6" y="3087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99" name="Group 379">
                  <a:extLst>
                    <a:ext uri="{FF2B5EF4-FFF2-40B4-BE49-F238E27FC236}">
                      <a16:creationId xmlns:a16="http://schemas.microsoft.com/office/drawing/2014/main" id="{56B268A5-5107-28B1-AC9C-FAEEE4BC0D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" y="2710"/>
                  <a:ext cx="41" cy="69"/>
                  <a:chOff x="4651" y="2710"/>
                  <a:chExt cx="41" cy="69"/>
                </a:xfrm>
              </p:grpSpPr>
              <p:sp>
                <p:nvSpPr>
                  <p:cNvPr id="709" name="Line 380">
                    <a:extLst>
                      <a:ext uri="{FF2B5EF4-FFF2-40B4-BE49-F238E27FC236}">
                        <a16:creationId xmlns:a16="http://schemas.microsoft.com/office/drawing/2014/main" id="{CD1B2E90-8D87-B120-7F9C-38CCA2E3C3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0" name="Line 381">
                    <a:extLst>
                      <a:ext uri="{FF2B5EF4-FFF2-40B4-BE49-F238E27FC236}">
                        <a16:creationId xmlns:a16="http://schemas.microsoft.com/office/drawing/2014/main" id="{80F71BA1-6A70-0E20-72C7-4AA42D642D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00" name="Group 382">
                  <a:extLst>
                    <a:ext uri="{FF2B5EF4-FFF2-40B4-BE49-F238E27FC236}">
                      <a16:creationId xmlns:a16="http://schemas.microsoft.com/office/drawing/2014/main" id="{397187C8-3A22-DCB0-860D-CD71A876D4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22" y="2709"/>
                  <a:ext cx="41" cy="69"/>
                  <a:chOff x="4651" y="2710"/>
                  <a:chExt cx="41" cy="69"/>
                </a:xfrm>
              </p:grpSpPr>
              <p:sp>
                <p:nvSpPr>
                  <p:cNvPr id="707" name="Line 383">
                    <a:extLst>
                      <a:ext uri="{FF2B5EF4-FFF2-40B4-BE49-F238E27FC236}">
                        <a16:creationId xmlns:a16="http://schemas.microsoft.com/office/drawing/2014/main" id="{71C8DF2C-BE02-98DC-6213-F4BCC52EAA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8" name="Line 384">
                    <a:extLst>
                      <a:ext uri="{FF2B5EF4-FFF2-40B4-BE49-F238E27FC236}">
                        <a16:creationId xmlns:a16="http://schemas.microsoft.com/office/drawing/2014/main" id="{D3AEC5AF-1A83-ADFF-F0F8-FB2598B1FE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01" name="Group 385">
                  <a:extLst>
                    <a:ext uri="{FF2B5EF4-FFF2-40B4-BE49-F238E27FC236}">
                      <a16:creationId xmlns:a16="http://schemas.microsoft.com/office/drawing/2014/main" id="{6F2DE20E-D5DA-458D-3ADD-74C89A7332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6" y="3157"/>
                  <a:ext cx="41" cy="69"/>
                  <a:chOff x="4651" y="2710"/>
                  <a:chExt cx="41" cy="69"/>
                </a:xfrm>
              </p:grpSpPr>
              <p:sp>
                <p:nvSpPr>
                  <p:cNvPr id="705" name="Line 386">
                    <a:extLst>
                      <a:ext uri="{FF2B5EF4-FFF2-40B4-BE49-F238E27FC236}">
                        <a16:creationId xmlns:a16="http://schemas.microsoft.com/office/drawing/2014/main" id="{F0FE9B24-75AE-03F8-3F38-E62CA8F05F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6" name="Line 387">
                    <a:extLst>
                      <a:ext uri="{FF2B5EF4-FFF2-40B4-BE49-F238E27FC236}">
                        <a16:creationId xmlns:a16="http://schemas.microsoft.com/office/drawing/2014/main" id="{80EB567F-4C75-97A9-9A10-BC5AFB8603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02" name="Group 388">
                  <a:extLst>
                    <a:ext uri="{FF2B5EF4-FFF2-40B4-BE49-F238E27FC236}">
                      <a16:creationId xmlns:a16="http://schemas.microsoft.com/office/drawing/2014/main" id="{18A981BB-0AAE-55FE-99A3-F89A603808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27" y="3156"/>
                  <a:ext cx="41" cy="69"/>
                  <a:chOff x="4651" y="2710"/>
                  <a:chExt cx="41" cy="69"/>
                </a:xfrm>
              </p:grpSpPr>
              <p:sp>
                <p:nvSpPr>
                  <p:cNvPr id="703" name="Line 389">
                    <a:extLst>
                      <a:ext uri="{FF2B5EF4-FFF2-40B4-BE49-F238E27FC236}">
                        <a16:creationId xmlns:a16="http://schemas.microsoft.com/office/drawing/2014/main" id="{8E96F4D1-EACA-BDD9-398F-6A6443D4CA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4" name="Line 390">
                    <a:extLst>
                      <a:ext uri="{FF2B5EF4-FFF2-40B4-BE49-F238E27FC236}">
                        <a16:creationId xmlns:a16="http://schemas.microsoft.com/office/drawing/2014/main" id="{10BFE0C0-460F-2DA4-1A51-58230F7A66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60" name="Group 391">
                <a:extLst>
                  <a:ext uri="{FF2B5EF4-FFF2-40B4-BE49-F238E27FC236}">
                    <a16:creationId xmlns:a16="http://schemas.microsoft.com/office/drawing/2014/main" id="{6F754978-7B63-6DC7-329F-0DD414900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0" y="3361"/>
                <a:ext cx="694" cy="595"/>
                <a:chOff x="3730" y="3361"/>
                <a:chExt cx="694" cy="595"/>
              </a:xfrm>
            </p:grpSpPr>
            <p:sp>
              <p:nvSpPr>
                <p:cNvPr id="661" name="Rectangle 392">
                  <a:extLst>
                    <a:ext uri="{FF2B5EF4-FFF2-40B4-BE49-F238E27FC236}">
                      <a16:creationId xmlns:a16="http://schemas.microsoft.com/office/drawing/2014/main" id="{8E7C80F1-C38F-09D7-B190-D607BF0F8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5" y="3361"/>
                  <a:ext cx="612" cy="595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2" name="Oval 393">
                  <a:extLst>
                    <a:ext uri="{FF2B5EF4-FFF2-40B4-BE49-F238E27FC236}">
                      <a16:creationId xmlns:a16="http://schemas.microsoft.com/office/drawing/2014/main" id="{E0B4F3DF-C7BC-BDDB-2438-91CB5897E3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4" y="3476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3" name="Line 394">
                  <a:extLst>
                    <a:ext uri="{FF2B5EF4-FFF2-40B4-BE49-F238E27FC236}">
                      <a16:creationId xmlns:a16="http://schemas.microsoft.com/office/drawing/2014/main" id="{C484C7B1-1E5C-FD00-E20C-8DAAA43B8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0" y="3662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4" name="Line 395">
                  <a:extLst>
                    <a:ext uri="{FF2B5EF4-FFF2-40B4-BE49-F238E27FC236}">
                      <a16:creationId xmlns:a16="http://schemas.microsoft.com/office/drawing/2014/main" id="{EAF790A9-6743-3BA5-3AF2-030F429288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3" y="3438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65" name="Group 396">
                  <a:extLst>
                    <a:ext uri="{FF2B5EF4-FFF2-40B4-BE49-F238E27FC236}">
                      <a16:creationId xmlns:a16="http://schemas.microsoft.com/office/drawing/2014/main" id="{7D934A77-6E65-74C7-2D77-01BBDDA931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65" y="3724"/>
                  <a:ext cx="34" cy="60"/>
                  <a:chOff x="538" y="3398"/>
                  <a:chExt cx="31" cy="55"/>
                </a:xfrm>
              </p:grpSpPr>
              <p:sp>
                <p:nvSpPr>
                  <p:cNvPr id="687" name="Line 397">
                    <a:extLst>
                      <a:ext uri="{FF2B5EF4-FFF2-40B4-BE49-F238E27FC236}">
                        <a16:creationId xmlns:a16="http://schemas.microsoft.com/office/drawing/2014/main" id="{CAEF96BE-49DD-63CB-0B14-326C938FEB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8" name="Line 398">
                    <a:extLst>
                      <a:ext uri="{FF2B5EF4-FFF2-40B4-BE49-F238E27FC236}">
                        <a16:creationId xmlns:a16="http://schemas.microsoft.com/office/drawing/2014/main" id="{D64AF008-920D-3593-12CD-3C0DAC5567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66" name="Group 399">
                  <a:extLst>
                    <a:ext uri="{FF2B5EF4-FFF2-40B4-BE49-F238E27FC236}">
                      <a16:creationId xmlns:a16="http://schemas.microsoft.com/office/drawing/2014/main" id="{1156FC6C-3A90-F0C8-0645-289DD5B733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51" y="3638"/>
                  <a:ext cx="65" cy="45"/>
                  <a:chOff x="616" y="3326"/>
                  <a:chExt cx="59" cy="41"/>
                </a:xfrm>
              </p:grpSpPr>
              <p:sp>
                <p:nvSpPr>
                  <p:cNvPr id="685" name="Line 400">
                    <a:extLst>
                      <a:ext uri="{FF2B5EF4-FFF2-40B4-BE49-F238E27FC236}">
                        <a16:creationId xmlns:a16="http://schemas.microsoft.com/office/drawing/2014/main" id="{06E86018-A1B8-725C-F616-51EA271BDC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6" name="Line 401">
                    <a:extLst>
                      <a:ext uri="{FF2B5EF4-FFF2-40B4-BE49-F238E27FC236}">
                        <a16:creationId xmlns:a16="http://schemas.microsoft.com/office/drawing/2014/main" id="{428A82D2-0760-9AA3-0C65-92D754A113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67" name="Line 402">
                  <a:extLst>
                    <a:ext uri="{FF2B5EF4-FFF2-40B4-BE49-F238E27FC236}">
                      <a16:creationId xmlns:a16="http://schemas.microsoft.com/office/drawing/2014/main" id="{F3F09341-4FF5-A1C0-3ADB-9B1BD32A6E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4" y="3440"/>
                  <a:ext cx="6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8" name="Line 403">
                  <a:extLst>
                    <a:ext uri="{FF2B5EF4-FFF2-40B4-BE49-F238E27FC236}">
                      <a16:creationId xmlns:a16="http://schemas.microsoft.com/office/drawing/2014/main" id="{2F9BC27A-7ADA-9F11-407A-3D8D27AB46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2" y="3880"/>
                  <a:ext cx="6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69" name="Group 404">
                  <a:extLst>
                    <a:ext uri="{FF2B5EF4-FFF2-40B4-BE49-F238E27FC236}">
                      <a16:creationId xmlns:a16="http://schemas.microsoft.com/office/drawing/2014/main" id="{BEBF3454-89D0-FBBE-1A02-954C2761C3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8" y="3415"/>
                  <a:ext cx="462" cy="45"/>
                  <a:chOff x="3858" y="3415"/>
                  <a:chExt cx="462" cy="45"/>
                </a:xfrm>
              </p:grpSpPr>
              <p:sp>
                <p:nvSpPr>
                  <p:cNvPr id="678" name="Line 405">
                    <a:extLst>
                      <a:ext uri="{FF2B5EF4-FFF2-40B4-BE49-F238E27FC236}">
                        <a16:creationId xmlns:a16="http://schemas.microsoft.com/office/drawing/2014/main" id="{EBFB31BA-0497-55B0-0B23-7DF39E9BF9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58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9" name="Line 406">
                    <a:extLst>
                      <a:ext uri="{FF2B5EF4-FFF2-40B4-BE49-F238E27FC236}">
                        <a16:creationId xmlns:a16="http://schemas.microsoft.com/office/drawing/2014/main" id="{7372EC1E-1709-3657-E362-B9C9759A1E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0" name="Line 407">
                    <a:extLst>
                      <a:ext uri="{FF2B5EF4-FFF2-40B4-BE49-F238E27FC236}">
                        <a16:creationId xmlns:a16="http://schemas.microsoft.com/office/drawing/2014/main" id="{65006928-9875-BA4A-6D16-3E683F7019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8" y="3420"/>
                    <a:ext cx="0" cy="4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1" name="Line 408">
                    <a:extLst>
                      <a:ext uri="{FF2B5EF4-FFF2-40B4-BE49-F238E27FC236}">
                        <a16:creationId xmlns:a16="http://schemas.microsoft.com/office/drawing/2014/main" id="{51805850-58D0-E88E-0B6B-7E08054A2C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415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2" name="Line 409">
                    <a:extLst>
                      <a:ext uri="{FF2B5EF4-FFF2-40B4-BE49-F238E27FC236}">
                        <a16:creationId xmlns:a16="http://schemas.microsoft.com/office/drawing/2014/main" id="{6A92A718-0417-3DA9-EAFE-A52DA821EE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3" name="Line 410">
                    <a:extLst>
                      <a:ext uri="{FF2B5EF4-FFF2-40B4-BE49-F238E27FC236}">
                        <a16:creationId xmlns:a16="http://schemas.microsoft.com/office/drawing/2014/main" id="{6DC6FB5F-4ACF-3983-EC79-B1C0A3F884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51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4" name="Line 411">
                    <a:extLst>
                      <a:ext uri="{FF2B5EF4-FFF2-40B4-BE49-F238E27FC236}">
                        <a16:creationId xmlns:a16="http://schemas.microsoft.com/office/drawing/2014/main" id="{FFE437D3-86ED-0756-B626-6814652B52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70" name="Group 412">
                  <a:extLst>
                    <a:ext uri="{FF2B5EF4-FFF2-40B4-BE49-F238E27FC236}">
                      <a16:creationId xmlns:a16="http://schemas.microsoft.com/office/drawing/2014/main" id="{1C65FACD-58FF-78A9-F80F-CD97DC3CA0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9" y="3854"/>
                  <a:ext cx="462" cy="45"/>
                  <a:chOff x="3858" y="3415"/>
                  <a:chExt cx="462" cy="45"/>
                </a:xfrm>
              </p:grpSpPr>
              <p:sp>
                <p:nvSpPr>
                  <p:cNvPr id="671" name="Line 413">
                    <a:extLst>
                      <a:ext uri="{FF2B5EF4-FFF2-40B4-BE49-F238E27FC236}">
                        <a16:creationId xmlns:a16="http://schemas.microsoft.com/office/drawing/2014/main" id="{46F9E53A-C7F5-86FE-EBC7-9E8ED898A3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58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2" name="Line 414">
                    <a:extLst>
                      <a:ext uri="{FF2B5EF4-FFF2-40B4-BE49-F238E27FC236}">
                        <a16:creationId xmlns:a16="http://schemas.microsoft.com/office/drawing/2014/main" id="{986C694E-F89F-D39D-3BB7-4B85226BE4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3" name="Line 415">
                    <a:extLst>
                      <a:ext uri="{FF2B5EF4-FFF2-40B4-BE49-F238E27FC236}">
                        <a16:creationId xmlns:a16="http://schemas.microsoft.com/office/drawing/2014/main" id="{2B7D4BF5-4A7D-4AD4-0BCD-6B8CF32E44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8" y="3420"/>
                    <a:ext cx="0" cy="4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4" name="Line 416">
                    <a:extLst>
                      <a:ext uri="{FF2B5EF4-FFF2-40B4-BE49-F238E27FC236}">
                        <a16:creationId xmlns:a16="http://schemas.microsoft.com/office/drawing/2014/main" id="{9716F74D-6531-4C7D-EE78-6663662D7D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415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5" name="Line 417">
                    <a:extLst>
                      <a:ext uri="{FF2B5EF4-FFF2-40B4-BE49-F238E27FC236}">
                        <a16:creationId xmlns:a16="http://schemas.microsoft.com/office/drawing/2014/main" id="{37F0168C-D048-942C-D1E3-023E4D7794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6" name="Line 418">
                    <a:extLst>
                      <a:ext uri="{FF2B5EF4-FFF2-40B4-BE49-F238E27FC236}">
                        <a16:creationId xmlns:a16="http://schemas.microsoft.com/office/drawing/2014/main" id="{2A49BDAE-777F-9EE1-C20F-3AF98D1A4E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51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7" name="Line 419">
                    <a:extLst>
                      <a:ext uri="{FF2B5EF4-FFF2-40B4-BE49-F238E27FC236}">
                        <a16:creationId xmlns:a16="http://schemas.microsoft.com/office/drawing/2014/main" id="{2A1927F8-E4B1-42B7-AF02-C92E791C71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655" name="Group 420">
              <a:extLst>
                <a:ext uri="{FF2B5EF4-FFF2-40B4-BE49-F238E27FC236}">
                  <a16:creationId xmlns:a16="http://schemas.microsoft.com/office/drawing/2014/main" id="{D8A102FE-125B-75C1-CD62-8632383DFF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3" y="2744"/>
              <a:ext cx="376" cy="440"/>
              <a:chOff x="1399" y="2749"/>
              <a:chExt cx="376" cy="440"/>
            </a:xfrm>
          </p:grpSpPr>
          <p:sp>
            <p:nvSpPr>
              <p:cNvPr id="656" name="Arc 421">
                <a:extLst>
                  <a:ext uri="{FF2B5EF4-FFF2-40B4-BE49-F238E27FC236}">
                    <a16:creationId xmlns:a16="http://schemas.microsoft.com/office/drawing/2014/main" id="{8F648661-9062-9894-3164-52B8B1D43D4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7" name="Arc 422">
                <a:extLst>
                  <a:ext uri="{FF2B5EF4-FFF2-40B4-BE49-F238E27FC236}">
                    <a16:creationId xmlns:a16="http://schemas.microsoft.com/office/drawing/2014/main" id="{32ACD0FF-9C58-442F-41B9-8B2920FA2F3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402" y="2970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762" name="Picture 432">
            <a:extLst>
              <a:ext uri="{FF2B5EF4-FFF2-40B4-BE49-F238E27FC236}">
                <a16:creationId xmlns:a16="http://schemas.microsoft.com/office/drawing/2014/main" id="{0C8E6869-8851-855C-4B9C-C2B8F284B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471" y="4101301"/>
            <a:ext cx="2170112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63" name="Group 433">
            <a:extLst>
              <a:ext uri="{FF2B5EF4-FFF2-40B4-BE49-F238E27FC236}">
                <a16:creationId xmlns:a16="http://schemas.microsoft.com/office/drawing/2014/main" id="{70B48A21-D4A2-2DDA-8529-36824E68F27B}"/>
              </a:ext>
            </a:extLst>
          </p:cNvPr>
          <p:cNvGrpSpPr>
            <a:grpSpLocks/>
          </p:cNvGrpSpPr>
          <p:nvPr/>
        </p:nvGrpSpPr>
        <p:grpSpPr bwMode="auto">
          <a:xfrm>
            <a:off x="8641121" y="5199851"/>
            <a:ext cx="1679575" cy="1049337"/>
            <a:chOff x="3071" y="1432"/>
            <a:chExt cx="1058" cy="661"/>
          </a:xfrm>
        </p:grpSpPr>
        <p:sp>
          <p:nvSpPr>
            <p:cNvPr id="764" name="Line 434">
              <a:extLst>
                <a:ext uri="{FF2B5EF4-FFF2-40B4-BE49-F238E27FC236}">
                  <a16:creationId xmlns:a16="http://schemas.microsoft.com/office/drawing/2014/main" id="{B30CCF08-1769-0D8F-4B9C-6242C6E72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8" y="1432"/>
              <a:ext cx="290" cy="471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5" name="Text Box 435">
              <a:extLst>
                <a:ext uri="{FF2B5EF4-FFF2-40B4-BE49-F238E27FC236}">
                  <a16:creationId xmlns:a16="http://schemas.microsoft.com/office/drawing/2014/main" id="{AD51314A-E435-6F67-3E6F-DA51ABD0D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81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Ⅰ</a:t>
              </a:r>
            </a:p>
          </p:txBody>
        </p:sp>
      </p:grpSp>
      <p:grpSp>
        <p:nvGrpSpPr>
          <p:cNvPr id="766" name="Group 436">
            <a:extLst>
              <a:ext uri="{FF2B5EF4-FFF2-40B4-BE49-F238E27FC236}">
                <a16:creationId xmlns:a16="http://schemas.microsoft.com/office/drawing/2014/main" id="{1DE54379-465F-4F49-71E7-866DB7A48501}"/>
              </a:ext>
            </a:extLst>
          </p:cNvPr>
          <p:cNvGrpSpPr>
            <a:grpSpLocks/>
          </p:cNvGrpSpPr>
          <p:nvPr/>
        </p:nvGrpSpPr>
        <p:grpSpPr bwMode="auto">
          <a:xfrm>
            <a:off x="9652358" y="5182388"/>
            <a:ext cx="1679575" cy="773113"/>
            <a:chOff x="3900" y="1529"/>
            <a:chExt cx="1058" cy="487"/>
          </a:xfrm>
        </p:grpSpPr>
        <p:sp>
          <p:nvSpPr>
            <p:cNvPr id="767" name="Line 437">
              <a:extLst>
                <a:ext uri="{FF2B5EF4-FFF2-40B4-BE49-F238E27FC236}">
                  <a16:creationId xmlns:a16="http://schemas.microsoft.com/office/drawing/2014/main" id="{9BB28707-9F13-FBD9-3F77-24F29754C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3" y="1529"/>
              <a:ext cx="112" cy="27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" name="Text Box 438">
              <a:extLst>
                <a:ext uri="{FF2B5EF4-FFF2-40B4-BE49-F238E27FC236}">
                  <a16:creationId xmlns:a16="http://schemas.microsoft.com/office/drawing/2014/main" id="{8ACA80C9-B47E-524A-AB2D-E2121702B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180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Ⅱ</a:t>
              </a:r>
            </a:p>
          </p:txBody>
        </p:sp>
      </p:grpSp>
      <p:sp>
        <p:nvSpPr>
          <p:cNvPr id="769" name="Rectangle 183" descr="信纸">
            <a:extLst>
              <a:ext uri="{FF2B5EF4-FFF2-40B4-BE49-F238E27FC236}">
                <a16:creationId xmlns:a16="http://schemas.microsoft.com/office/drawing/2014/main" id="{CBA316C7-3A98-E3D8-1B8A-C5242F474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409" y="1137852"/>
            <a:ext cx="5824915" cy="624423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黑体" panose="02010609060101010101" pitchFamily="49" charset="-122"/>
              </a:rPr>
              <a:t>相贯线相同，求相贯线的方法相同</a:t>
            </a:r>
          </a:p>
        </p:txBody>
      </p:sp>
    </p:spTree>
    <p:extLst>
      <p:ext uri="{BB962C8B-B14F-4D97-AF65-F5344CB8AC3E}">
        <p14:creationId xmlns:p14="http://schemas.microsoft.com/office/powerpoint/2010/main" val="380401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" grpId="0"/>
      <p:bldP spid="518" grpId="0"/>
      <p:bldP spid="519" grpId="0"/>
      <p:bldP spid="76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4922-B8E5-00FB-DB26-CFBCBB6E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2C71165-88C2-7259-DD0A-FBA2E60FE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19959341-0DB7-FEBC-E1AB-E231901BA27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68B8F1B-F7B7-92C7-1ED8-48A08B979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91" y="1654044"/>
            <a:ext cx="2214471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两轴线垂直相交的圆柱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直径的相对大小对相贯线的影响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10D1C2-1824-4F3A-7E12-5C9E72C28941}"/>
              </a:ext>
            </a:extLst>
          </p:cNvPr>
          <p:cNvGrpSpPr>
            <a:grpSpLocks/>
          </p:cNvGrpSpPr>
          <p:nvPr/>
        </p:nvGrpSpPr>
        <p:grpSpPr bwMode="auto">
          <a:xfrm>
            <a:off x="5663952" y="1160686"/>
            <a:ext cx="1573212" cy="1658937"/>
            <a:chOff x="2362" y="363"/>
            <a:chExt cx="1322" cy="139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D9030A9-F860-B69A-13DB-056AD9BAA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461"/>
              <a:ext cx="1275" cy="1177"/>
            </a:xfrm>
            <a:custGeom>
              <a:avLst/>
              <a:gdLst>
                <a:gd name="T0" fmla="*/ 0 w 2964"/>
                <a:gd name="T1" fmla="*/ 0 h 2736"/>
                <a:gd name="T2" fmla="*/ 0 w 2964"/>
                <a:gd name="T3" fmla="*/ 0 h 2736"/>
                <a:gd name="T4" fmla="*/ 0 w 2964"/>
                <a:gd name="T5" fmla="*/ 0 h 2736"/>
                <a:gd name="T6" fmla="*/ 0 w 2964"/>
                <a:gd name="T7" fmla="*/ 0 h 2736"/>
                <a:gd name="T8" fmla="*/ 0 w 2964"/>
                <a:gd name="T9" fmla="*/ 0 h 2736"/>
                <a:gd name="T10" fmla="*/ 0 w 2964"/>
                <a:gd name="T11" fmla="*/ 0 h 2736"/>
                <a:gd name="T12" fmla="*/ 0 w 2964"/>
                <a:gd name="T13" fmla="*/ 0 h 2736"/>
                <a:gd name="T14" fmla="*/ 0 w 2964"/>
                <a:gd name="T15" fmla="*/ 0 h 2736"/>
                <a:gd name="T16" fmla="*/ 0 w 2964"/>
                <a:gd name="T17" fmla="*/ 0 h 2736"/>
                <a:gd name="T18" fmla="*/ 0 w 2964"/>
                <a:gd name="T19" fmla="*/ 0 h 2736"/>
                <a:gd name="T20" fmla="*/ 0 w 2964"/>
                <a:gd name="T21" fmla="*/ 0 h 2736"/>
                <a:gd name="T22" fmla="*/ 0 w 2964"/>
                <a:gd name="T23" fmla="*/ 0 h 2736"/>
                <a:gd name="T24" fmla="*/ 0 w 2964"/>
                <a:gd name="T25" fmla="*/ 0 h 2736"/>
                <a:gd name="T26" fmla="*/ 0 w 2964"/>
                <a:gd name="T27" fmla="*/ 0 h 2736"/>
                <a:gd name="T28" fmla="*/ 0 w 2964"/>
                <a:gd name="T29" fmla="*/ 0 h 2736"/>
                <a:gd name="T30" fmla="*/ 0 w 2964"/>
                <a:gd name="T31" fmla="*/ 0 h 2736"/>
                <a:gd name="T32" fmla="*/ 0 w 2964"/>
                <a:gd name="T33" fmla="*/ 0 h 2736"/>
                <a:gd name="T34" fmla="*/ 0 w 2964"/>
                <a:gd name="T35" fmla="*/ 0 h 2736"/>
                <a:gd name="T36" fmla="*/ 0 w 2964"/>
                <a:gd name="T37" fmla="*/ 0 h 2736"/>
                <a:gd name="T38" fmla="*/ 0 w 2964"/>
                <a:gd name="T39" fmla="*/ 0 h 2736"/>
                <a:gd name="T40" fmla="*/ 0 w 2964"/>
                <a:gd name="T41" fmla="*/ 0 h 2736"/>
                <a:gd name="T42" fmla="*/ 0 w 2964"/>
                <a:gd name="T43" fmla="*/ 0 h 2736"/>
                <a:gd name="T44" fmla="*/ 0 w 2964"/>
                <a:gd name="T45" fmla="*/ 0 h 2736"/>
                <a:gd name="T46" fmla="*/ 0 w 2964"/>
                <a:gd name="T47" fmla="*/ 0 h 2736"/>
                <a:gd name="T48" fmla="*/ 0 w 2964"/>
                <a:gd name="T49" fmla="*/ 0 h 2736"/>
                <a:gd name="T50" fmla="*/ 0 w 2964"/>
                <a:gd name="T51" fmla="*/ 0 h 2736"/>
                <a:gd name="T52" fmla="*/ 0 w 2964"/>
                <a:gd name="T53" fmla="*/ 0 h 2736"/>
                <a:gd name="T54" fmla="*/ 0 w 2964"/>
                <a:gd name="T55" fmla="*/ 0 h 2736"/>
                <a:gd name="T56" fmla="*/ 0 w 2964"/>
                <a:gd name="T57" fmla="*/ 0 h 2736"/>
                <a:gd name="T58" fmla="*/ 0 w 2964"/>
                <a:gd name="T59" fmla="*/ 0 h 2736"/>
                <a:gd name="T60" fmla="*/ 0 w 2964"/>
                <a:gd name="T61" fmla="*/ 0 h 2736"/>
                <a:gd name="T62" fmla="*/ 0 w 2964"/>
                <a:gd name="T63" fmla="*/ 0 h 2736"/>
                <a:gd name="T64" fmla="*/ 0 w 2964"/>
                <a:gd name="T65" fmla="*/ 0 h 2736"/>
                <a:gd name="T66" fmla="*/ 0 w 2964"/>
                <a:gd name="T67" fmla="*/ 0 h 2736"/>
                <a:gd name="T68" fmla="*/ 0 w 2964"/>
                <a:gd name="T69" fmla="*/ 0 h 2736"/>
                <a:gd name="T70" fmla="*/ 0 w 2964"/>
                <a:gd name="T71" fmla="*/ 0 h 2736"/>
                <a:gd name="T72" fmla="*/ 0 w 2964"/>
                <a:gd name="T73" fmla="*/ 0 h 2736"/>
                <a:gd name="T74" fmla="*/ 0 w 2964"/>
                <a:gd name="T75" fmla="*/ 0 h 2736"/>
                <a:gd name="T76" fmla="*/ 0 w 2964"/>
                <a:gd name="T77" fmla="*/ 0 h 2736"/>
                <a:gd name="T78" fmla="*/ 0 w 2964"/>
                <a:gd name="T79" fmla="*/ 0 h 2736"/>
                <a:gd name="T80" fmla="*/ 0 w 2964"/>
                <a:gd name="T81" fmla="*/ 0 h 2736"/>
                <a:gd name="T82" fmla="*/ 0 w 2964"/>
                <a:gd name="T83" fmla="*/ 0 h 2736"/>
                <a:gd name="T84" fmla="*/ 0 w 2964"/>
                <a:gd name="T85" fmla="*/ 0 h 2736"/>
                <a:gd name="T86" fmla="*/ 0 w 2964"/>
                <a:gd name="T87" fmla="*/ 0 h 2736"/>
                <a:gd name="T88" fmla="*/ 0 w 2964"/>
                <a:gd name="T89" fmla="*/ 0 h 2736"/>
                <a:gd name="T90" fmla="*/ 0 w 2964"/>
                <a:gd name="T91" fmla="*/ 0 h 2736"/>
                <a:gd name="T92" fmla="*/ 0 w 2964"/>
                <a:gd name="T93" fmla="*/ 0 h 2736"/>
                <a:gd name="T94" fmla="*/ 0 w 2964"/>
                <a:gd name="T95" fmla="*/ 0 h 27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964"/>
                <a:gd name="T145" fmla="*/ 0 h 2736"/>
                <a:gd name="T146" fmla="*/ 2964 w 2964"/>
                <a:gd name="T147" fmla="*/ 2736 h 27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964" h="2736">
                  <a:moveTo>
                    <a:pt x="0" y="1140"/>
                  </a:moveTo>
                  <a:lnTo>
                    <a:pt x="561" y="816"/>
                  </a:lnTo>
                  <a:lnTo>
                    <a:pt x="852" y="912"/>
                  </a:lnTo>
                  <a:lnTo>
                    <a:pt x="1116" y="996"/>
                  </a:lnTo>
                  <a:lnTo>
                    <a:pt x="1668" y="1332"/>
                  </a:lnTo>
                  <a:lnTo>
                    <a:pt x="1860" y="1464"/>
                  </a:lnTo>
                  <a:lnTo>
                    <a:pt x="1992" y="1596"/>
                  </a:lnTo>
                  <a:lnTo>
                    <a:pt x="2100" y="1392"/>
                  </a:lnTo>
                  <a:lnTo>
                    <a:pt x="2148" y="1200"/>
                  </a:lnTo>
                  <a:lnTo>
                    <a:pt x="2184" y="1020"/>
                  </a:lnTo>
                  <a:lnTo>
                    <a:pt x="2220" y="720"/>
                  </a:lnTo>
                  <a:lnTo>
                    <a:pt x="2220" y="552"/>
                  </a:lnTo>
                  <a:lnTo>
                    <a:pt x="2208" y="384"/>
                  </a:lnTo>
                  <a:lnTo>
                    <a:pt x="2160" y="168"/>
                  </a:lnTo>
                  <a:lnTo>
                    <a:pt x="2100" y="0"/>
                  </a:lnTo>
                  <a:lnTo>
                    <a:pt x="2184" y="12"/>
                  </a:lnTo>
                  <a:lnTo>
                    <a:pt x="2352" y="72"/>
                  </a:lnTo>
                  <a:lnTo>
                    <a:pt x="2436" y="144"/>
                  </a:lnTo>
                  <a:lnTo>
                    <a:pt x="2520" y="204"/>
                  </a:lnTo>
                  <a:lnTo>
                    <a:pt x="2604" y="276"/>
                  </a:lnTo>
                  <a:lnTo>
                    <a:pt x="2712" y="396"/>
                  </a:lnTo>
                  <a:lnTo>
                    <a:pt x="2808" y="540"/>
                  </a:lnTo>
                  <a:lnTo>
                    <a:pt x="2880" y="684"/>
                  </a:lnTo>
                  <a:lnTo>
                    <a:pt x="2916" y="804"/>
                  </a:lnTo>
                  <a:lnTo>
                    <a:pt x="2940" y="960"/>
                  </a:lnTo>
                  <a:lnTo>
                    <a:pt x="2964" y="1116"/>
                  </a:lnTo>
                  <a:lnTo>
                    <a:pt x="2952" y="1248"/>
                  </a:lnTo>
                  <a:lnTo>
                    <a:pt x="2928" y="1368"/>
                  </a:lnTo>
                  <a:lnTo>
                    <a:pt x="2880" y="1428"/>
                  </a:lnTo>
                  <a:lnTo>
                    <a:pt x="2820" y="1500"/>
                  </a:lnTo>
                  <a:lnTo>
                    <a:pt x="2256" y="1826"/>
                  </a:lnTo>
                  <a:lnTo>
                    <a:pt x="2184" y="1860"/>
                  </a:lnTo>
                  <a:lnTo>
                    <a:pt x="2064" y="1728"/>
                  </a:lnTo>
                  <a:lnTo>
                    <a:pt x="1896" y="1980"/>
                  </a:lnTo>
                  <a:lnTo>
                    <a:pt x="1608" y="2244"/>
                  </a:lnTo>
                  <a:lnTo>
                    <a:pt x="1356" y="2448"/>
                  </a:lnTo>
                  <a:lnTo>
                    <a:pt x="960" y="2676"/>
                  </a:lnTo>
                  <a:lnTo>
                    <a:pt x="816" y="2736"/>
                  </a:lnTo>
                  <a:lnTo>
                    <a:pt x="828" y="2544"/>
                  </a:lnTo>
                  <a:lnTo>
                    <a:pt x="936" y="2196"/>
                  </a:lnTo>
                  <a:lnTo>
                    <a:pt x="888" y="1896"/>
                  </a:lnTo>
                  <a:lnTo>
                    <a:pt x="804" y="1656"/>
                  </a:lnTo>
                  <a:lnTo>
                    <a:pt x="696" y="1464"/>
                  </a:lnTo>
                  <a:lnTo>
                    <a:pt x="612" y="1356"/>
                  </a:lnTo>
                  <a:lnTo>
                    <a:pt x="408" y="1248"/>
                  </a:lnTo>
                  <a:lnTo>
                    <a:pt x="252" y="1188"/>
                  </a:lnTo>
                  <a:lnTo>
                    <a:pt x="120" y="1176"/>
                  </a:lnTo>
                  <a:lnTo>
                    <a:pt x="0" y="1140"/>
                  </a:lnTo>
                  <a:close/>
                </a:path>
              </a:pathLst>
            </a:custGeom>
            <a:gradFill rotWithShape="0">
              <a:gsLst>
                <a:gs pos="0">
                  <a:srgbClr val="1B5136"/>
                </a:gs>
                <a:gs pos="50000">
                  <a:srgbClr val="339966"/>
                </a:gs>
                <a:gs pos="100000">
                  <a:srgbClr val="1B513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943343C-37ED-90B4-4125-5EC84AFEF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575"/>
              <a:ext cx="754" cy="609"/>
            </a:xfrm>
            <a:custGeom>
              <a:avLst/>
              <a:gdLst>
                <a:gd name="T0" fmla="*/ 0 w 1752"/>
                <a:gd name="T1" fmla="*/ 0 h 1416"/>
                <a:gd name="T2" fmla="*/ 0 w 1752"/>
                <a:gd name="T3" fmla="*/ 0 h 1416"/>
                <a:gd name="T4" fmla="*/ 0 w 1752"/>
                <a:gd name="T5" fmla="*/ 0 h 1416"/>
                <a:gd name="T6" fmla="*/ 0 w 1752"/>
                <a:gd name="T7" fmla="*/ 0 h 1416"/>
                <a:gd name="T8" fmla="*/ 0 w 1752"/>
                <a:gd name="T9" fmla="*/ 0 h 1416"/>
                <a:gd name="T10" fmla="*/ 0 w 1752"/>
                <a:gd name="T11" fmla="*/ 0 h 1416"/>
                <a:gd name="T12" fmla="*/ 0 w 1752"/>
                <a:gd name="T13" fmla="*/ 0 h 1416"/>
                <a:gd name="T14" fmla="*/ 0 w 1752"/>
                <a:gd name="T15" fmla="*/ 0 h 1416"/>
                <a:gd name="T16" fmla="*/ 0 w 1752"/>
                <a:gd name="T17" fmla="*/ 0 h 1416"/>
                <a:gd name="T18" fmla="*/ 0 w 1752"/>
                <a:gd name="T19" fmla="*/ 0 h 1416"/>
                <a:gd name="T20" fmla="*/ 0 w 1752"/>
                <a:gd name="T21" fmla="*/ 0 h 1416"/>
                <a:gd name="T22" fmla="*/ 0 w 1752"/>
                <a:gd name="T23" fmla="*/ 0 h 1416"/>
                <a:gd name="T24" fmla="*/ 0 w 1752"/>
                <a:gd name="T25" fmla="*/ 0 h 1416"/>
                <a:gd name="T26" fmla="*/ 0 w 1752"/>
                <a:gd name="T27" fmla="*/ 0 h 1416"/>
                <a:gd name="T28" fmla="*/ 0 w 1752"/>
                <a:gd name="T29" fmla="*/ 0 h 1416"/>
                <a:gd name="T30" fmla="*/ 0 w 1752"/>
                <a:gd name="T31" fmla="*/ 0 h 1416"/>
                <a:gd name="T32" fmla="*/ 0 w 1752"/>
                <a:gd name="T33" fmla="*/ 0 h 14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52"/>
                <a:gd name="T52" fmla="*/ 0 h 1416"/>
                <a:gd name="T53" fmla="*/ 1752 w 1752"/>
                <a:gd name="T54" fmla="*/ 1416 h 14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52" h="1416">
                  <a:moveTo>
                    <a:pt x="1752" y="12"/>
                  </a:moveTo>
                  <a:lnTo>
                    <a:pt x="1752" y="612"/>
                  </a:lnTo>
                  <a:lnTo>
                    <a:pt x="1740" y="828"/>
                  </a:lnTo>
                  <a:lnTo>
                    <a:pt x="1704" y="972"/>
                  </a:lnTo>
                  <a:lnTo>
                    <a:pt x="1668" y="1128"/>
                  </a:lnTo>
                  <a:lnTo>
                    <a:pt x="1608" y="1284"/>
                  </a:lnTo>
                  <a:lnTo>
                    <a:pt x="1536" y="1416"/>
                  </a:lnTo>
                  <a:lnTo>
                    <a:pt x="1392" y="1296"/>
                  </a:lnTo>
                  <a:lnTo>
                    <a:pt x="1212" y="1152"/>
                  </a:lnTo>
                  <a:lnTo>
                    <a:pt x="1008" y="1020"/>
                  </a:lnTo>
                  <a:lnTo>
                    <a:pt x="828" y="924"/>
                  </a:lnTo>
                  <a:lnTo>
                    <a:pt x="576" y="780"/>
                  </a:lnTo>
                  <a:lnTo>
                    <a:pt x="396" y="708"/>
                  </a:lnTo>
                  <a:lnTo>
                    <a:pt x="192" y="636"/>
                  </a:lnTo>
                  <a:lnTo>
                    <a:pt x="0" y="600"/>
                  </a:lnTo>
                  <a:lnTo>
                    <a:pt x="0" y="0"/>
                  </a:lnTo>
                  <a:lnTo>
                    <a:pt x="1752" y="12"/>
                  </a:lnTo>
                  <a:close/>
                </a:path>
              </a:pathLst>
            </a:custGeom>
            <a:gradFill rotWithShape="0">
              <a:gsLst>
                <a:gs pos="0">
                  <a:srgbClr val="A00040"/>
                </a:gs>
                <a:gs pos="50000">
                  <a:srgbClr val="FF0066"/>
                </a:gs>
                <a:gs pos="100000">
                  <a:srgbClr val="A0004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6C41B790-85E1-4B27-FB5A-8CDEB88C3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63"/>
              <a:ext cx="754" cy="444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A022B2-B210-B147-31C7-C3B2802F4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179"/>
              <a:ext cx="738" cy="578"/>
            </a:xfrm>
            <a:custGeom>
              <a:avLst/>
              <a:gdLst>
                <a:gd name="T0" fmla="*/ 0 w 1716"/>
                <a:gd name="T1" fmla="*/ 0 h 1344"/>
                <a:gd name="T2" fmla="*/ 0 w 1716"/>
                <a:gd name="T3" fmla="*/ 0 h 1344"/>
                <a:gd name="T4" fmla="*/ 0 w 1716"/>
                <a:gd name="T5" fmla="*/ 0 h 1344"/>
                <a:gd name="T6" fmla="*/ 0 w 1716"/>
                <a:gd name="T7" fmla="*/ 0 h 1344"/>
                <a:gd name="T8" fmla="*/ 0 w 1716"/>
                <a:gd name="T9" fmla="*/ 0 h 1344"/>
                <a:gd name="T10" fmla="*/ 0 w 1716"/>
                <a:gd name="T11" fmla="*/ 0 h 1344"/>
                <a:gd name="T12" fmla="*/ 0 w 1716"/>
                <a:gd name="T13" fmla="*/ 0 h 1344"/>
                <a:gd name="T14" fmla="*/ 0 w 1716"/>
                <a:gd name="T15" fmla="*/ 0 h 1344"/>
                <a:gd name="T16" fmla="*/ 0 w 1716"/>
                <a:gd name="T17" fmla="*/ 0 h 1344"/>
                <a:gd name="T18" fmla="*/ 0 w 1716"/>
                <a:gd name="T19" fmla="*/ 0 h 1344"/>
                <a:gd name="T20" fmla="*/ 0 w 1716"/>
                <a:gd name="T21" fmla="*/ 0 h 1344"/>
                <a:gd name="T22" fmla="*/ 0 w 1716"/>
                <a:gd name="T23" fmla="*/ 0 h 1344"/>
                <a:gd name="T24" fmla="*/ 0 w 1716"/>
                <a:gd name="T25" fmla="*/ 0 h 1344"/>
                <a:gd name="T26" fmla="*/ 0 w 1716"/>
                <a:gd name="T27" fmla="*/ 0 h 1344"/>
                <a:gd name="T28" fmla="*/ 0 w 1716"/>
                <a:gd name="T29" fmla="*/ 0 h 1344"/>
                <a:gd name="T30" fmla="*/ 0 w 1716"/>
                <a:gd name="T31" fmla="*/ 0 h 1344"/>
                <a:gd name="T32" fmla="*/ 0 w 1716"/>
                <a:gd name="T33" fmla="*/ 0 h 1344"/>
                <a:gd name="T34" fmla="*/ 0 w 1716"/>
                <a:gd name="T35" fmla="*/ 0 h 1344"/>
                <a:gd name="T36" fmla="*/ 0 w 1716"/>
                <a:gd name="T37" fmla="*/ 0 h 1344"/>
                <a:gd name="T38" fmla="*/ 0 w 1716"/>
                <a:gd name="T39" fmla="*/ 0 h 1344"/>
                <a:gd name="T40" fmla="*/ 0 w 1716"/>
                <a:gd name="T41" fmla="*/ 0 h 1344"/>
                <a:gd name="T42" fmla="*/ 0 w 1716"/>
                <a:gd name="T43" fmla="*/ 0 h 1344"/>
                <a:gd name="T44" fmla="*/ 0 w 1716"/>
                <a:gd name="T45" fmla="*/ 0 h 1344"/>
                <a:gd name="T46" fmla="*/ 0 w 1716"/>
                <a:gd name="T47" fmla="*/ 0 h 1344"/>
                <a:gd name="T48" fmla="*/ 0 w 1716"/>
                <a:gd name="T49" fmla="*/ 0 h 1344"/>
                <a:gd name="T50" fmla="*/ 0 w 1716"/>
                <a:gd name="T51" fmla="*/ 0 h 1344"/>
                <a:gd name="T52" fmla="*/ 0 w 1716"/>
                <a:gd name="T53" fmla="*/ 0 h 13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16"/>
                <a:gd name="T82" fmla="*/ 0 h 1344"/>
                <a:gd name="T83" fmla="*/ 1716 w 1716"/>
                <a:gd name="T84" fmla="*/ 1344 h 13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16" h="1344">
                  <a:moveTo>
                    <a:pt x="1416" y="108"/>
                  </a:moveTo>
                  <a:lnTo>
                    <a:pt x="1320" y="240"/>
                  </a:lnTo>
                  <a:lnTo>
                    <a:pt x="1236" y="336"/>
                  </a:lnTo>
                  <a:lnTo>
                    <a:pt x="1140" y="432"/>
                  </a:lnTo>
                  <a:lnTo>
                    <a:pt x="1056" y="504"/>
                  </a:lnTo>
                  <a:lnTo>
                    <a:pt x="948" y="588"/>
                  </a:lnTo>
                  <a:lnTo>
                    <a:pt x="852" y="684"/>
                  </a:lnTo>
                  <a:lnTo>
                    <a:pt x="312" y="996"/>
                  </a:lnTo>
                  <a:lnTo>
                    <a:pt x="0" y="960"/>
                  </a:lnTo>
                  <a:lnTo>
                    <a:pt x="72" y="1032"/>
                  </a:lnTo>
                  <a:lnTo>
                    <a:pt x="144" y="1128"/>
                  </a:lnTo>
                  <a:lnTo>
                    <a:pt x="240" y="1176"/>
                  </a:lnTo>
                  <a:lnTo>
                    <a:pt x="372" y="1236"/>
                  </a:lnTo>
                  <a:lnTo>
                    <a:pt x="504" y="1296"/>
                  </a:lnTo>
                  <a:lnTo>
                    <a:pt x="648" y="1320"/>
                  </a:lnTo>
                  <a:lnTo>
                    <a:pt x="864" y="1344"/>
                  </a:lnTo>
                  <a:lnTo>
                    <a:pt x="1092" y="1308"/>
                  </a:lnTo>
                  <a:lnTo>
                    <a:pt x="1308" y="1248"/>
                  </a:lnTo>
                  <a:lnTo>
                    <a:pt x="1500" y="1140"/>
                  </a:lnTo>
                  <a:lnTo>
                    <a:pt x="1632" y="1032"/>
                  </a:lnTo>
                  <a:lnTo>
                    <a:pt x="1692" y="864"/>
                  </a:lnTo>
                  <a:lnTo>
                    <a:pt x="1716" y="684"/>
                  </a:lnTo>
                  <a:lnTo>
                    <a:pt x="1716" y="168"/>
                  </a:lnTo>
                  <a:lnTo>
                    <a:pt x="1656" y="108"/>
                  </a:lnTo>
                  <a:lnTo>
                    <a:pt x="1584" y="48"/>
                  </a:lnTo>
                  <a:lnTo>
                    <a:pt x="1500" y="0"/>
                  </a:lnTo>
                  <a:lnTo>
                    <a:pt x="1416" y="108"/>
                  </a:lnTo>
                  <a:close/>
                </a:path>
              </a:pathLst>
            </a:custGeom>
            <a:gradFill rotWithShape="0">
              <a:gsLst>
                <a:gs pos="0">
                  <a:srgbClr val="A50042"/>
                </a:gs>
                <a:gs pos="50000">
                  <a:srgbClr val="FF0066"/>
                </a:gs>
                <a:gs pos="100000">
                  <a:srgbClr val="A5004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F51398F2-D84A-531E-DD40-8527263886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75859">
              <a:off x="2362" y="900"/>
              <a:ext cx="472" cy="754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BD20DB7-1DC7-EB43-1C22-0E3676D51BAD}"/>
              </a:ext>
            </a:extLst>
          </p:cNvPr>
          <p:cNvGrpSpPr>
            <a:grpSpLocks/>
          </p:cNvGrpSpPr>
          <p:nvPr/>
        </p:nvGrpSpPr>
        <p:grpSpPr bwMode="auto">
          <a:xfrm>
            <a:off x="3360489" y="1233711"/>
            <a:ext cx="1604963" cy="1531937"/>
            <a:chOff x="516" y="445"/>
            <a:chExt cx="1392" cy="132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349A193-3434-AD8A-70ED-39BFFED88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487"/>
              <a:ext cx="1334" cy="1240"/>
            </a:xfrm>
            <a:custGeom>
              <a:avLst/>
              <a:gdLst>
                <a:gd name="T0" fmla="*/ 0 w 1334"/>
                <a:gd name="T1" fmla="*/ 478 h 1240"/>
                <a:gd name="T2" fmla="*/ 300 w 1334"/>
                <a:gd name="T3" fmla="*/ 305 h 1240"/>
                <a:gd name="T4" fmla="*/ 374 w 1334"/>
                <a:gd name="T5" fmla="*/ 341 h 1240"/>
                <a:gd name="T6" fmla="*/ 437 w 1334"/>
                <a:gd name="T7" fmla="*/ 371 h 1240"/>
                <a:gd name="T8" fmla="*/ 466 w 1334"/>
                <a:gd name="T9" fmla="*/ 408 h 1240"/>
                <a:gd name="T10" fmla="*/ 509 w 1334"/>
                <a:gd name="T11" fmla="*/ 478 h 1240"/>
                <a:gd name="T12" fmla="*/ 620 w 1334"/>
                <a:gd name="T13" fmla="*/ 536 h 1240"/>
                <a:gd name="T14" fmla="*/ 741 w 1334"/>
                <a:gd name="T15" fmla="*/ 557 h 1240"/>
                <a:gd name="T16" fmla="*/ 846 w 1334"/>
                <a:gd name="T17" fmla="*/ 546 h 1240"/>
                <a:gd name="T18" fmla="*/ 872 w 1334"/>
                <a:gd name="T19" fmla="*/ 489 h 1240"/>
                <a:gd name="T20" fmla="*/ 898 w 1334"/>
                <a:gd name="T21" fmla="*/ 399 h 1240"/>
                <a:gd name="T22" fmla="*/ 909 w 1334"/>
                <a:gd name="T23" fmla="*/ 315 h 1240"/>
                <a:gd name="T24" fmla="*/ 919 w 1334"/>
                <a:gd name="T25" fmla="*/ 226 h 1240"/>
                <a:gd name="T26" fmla="*/ 893 w 1334"/>
                <a:gd name="T27" fmla="*/ 126 h 1240"/>
                <a:gd name="T28" fmla="*/ 861 w 1334"/>
                <a:gd name="T29" fmla="*/ 63 h 1240"/>
                <a:gd name="T30" fmla="*/ 804 w 1334"/>
                <a:gd name="T31" fmla="*/ 16 h 1240"/>
                <a:gd name="T32" fmla="*/ 840 w 1334"/>
                <a:gd name="T33" fmla="*/ 0 h 1240"/>
                <a:gd name="T34" fmla="*/ 898 w 1334"/>
                <a:gd name="T35" fmla="*/ 0 h 1240"/>
                <a:gd name="T36" fmla="*/ 956 w 1334"/>
                <a:gd name="T37" fmla="*/ 11 h 1240"/>
                <a:gd name="T38" fmla="*/ 1014 w 1334"/>
                <a:gd name="T39" fmla="*/ 26 h 1240"/>
                <a:gd name="T40" fmla="*/ 1071 w 1334"/>
                <a:gd name="T41" fmla="*/ 63 h 1240"/>
                <a:gd name="T42" fmla="*/ 1124 w 1334"/>
                <a:gd name="T43" fmla="*/ 95 h 1240"/>
                <a:gd name="T44" fmla="*/ 1166 w 1334"/>
                <a:gd name="T45" fmla="*/ 131 h 1240"/>
                <a:gd name="T46" fmla="*/ 1208 w 1334"/>
                <a:gd name="T47" fmla="*/ 184 h 1240"/>
                <a:gd name="T48" fmla="*/ 1239 w 1334"/>
                <a:gd name="T49" fmla="*/ 231 h 1240"/>
                <a:gd name="T50" fmla="*/ 1276 w 1334"/>
                <a:gd name="T51" fmla="*/ 299 h 1240"/>
                <a:gd name="T52" fmla="*/ 1297 w 1334"/>
                <a:gd name="T53" fmla="*/ 342 h 1240"/>
                <a:gd name="T54" fmla="*/ 1323 w 1334"/>
                <a:gd name="T55" fmla="*/ 420 h 1240"/>
                <a:gd name="T56" fmla="*/ 1334 w 1334"/>
                <a:gd name="T57" fmla="*/ 494 h 1240"/>
                <a:gd name="T58" fmla="*/ 1334 w 1334"/>
                <a:gd name="T59" fmla="*/ 562 h 1240"/>
                <a:gd name="T60" fmla="*/ 1318 w 1334"/>
                <a:gd name="T61" fmla="*/ 636 h 1240"/>
                <a:gd name="T62" fmla="*/ 1297 w 1334"/>
                <a:gd name="T63" fmla="*/ 699 h 1240"/>
                <a:gd name="T64" fmla="*/ 1266 w 1334"/>
                <a:gd name="T65" fmla="*/ 736 h 1240"/>
                <a:gd name="T66" fmla="*/ 919 w 1334"/>
                <a:gd name="T67" fmla="*/ 946 h 1240"/>
                <a:gd name="T68" fmla="*/ 410 w 1334"/>
                <a:gd name="T69" fmla="*/ 1240 h 1240"/>
                <a:gd name="T70" fmla="*/ 462 w 1334"/>
                <a:gd name="T71" fmla="*/ 1161 h 1240"/>
                <a:gd name="T72" fmla="*/ 509 w 1334"/>
                <a:gd name="T73" fmla="*/ 1082 h 1240"/>
                <a:gd name="T74" fmla="*/ 520 w 1334"/>
                <a:gd name="T75" fmla="*/ 962 h 1240"/>
                <a:gd name="T76" fmla="*/ 488 w 1334"/>
                <a:gd name="T77" fmla="*/ 851 h 1240"/>
                <a:gd name="T78" fmla="*/ 441 w 1334"/>
                <a:gd name="T79" fmla="*/ 741 h 1240"/>
                <a:gd name="T80" fmla="*/ 404 w 1334"/>
                <a:gd name="T81" fmla="*/ 678 h 1240"/>
                <a:gd name="T82" fmla="*/ 341 w 1334"/>
                <a:gd name="T83" fmla="*/ 615 h 1240"/>
                <a:gd name="T84" fmla="*/ 268 w 1334"/>
                <a:gd name="T85" fmla="*/ 546 h 1240"/>
                <a:gd name="T86" fmla="*/ 152 w 1334"/>
                <a:gd name="T87" fmla="*/ 489 h 1240"/>
                <a:gd name="T88" fmla="*/ 74 w 1334"/>
                <a:gd name="T89" fmla="*/ 473 h 1240"/>
                <a:gd name="T90" fmla="*/ 0 w 1334"/>
                <a:gd name="T91" fmla="*/ 478 h 124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34"/>
                <a:gd name="T139" fmla="*/ 0 h 1240"/>
                <a:gd name="T140" fmla="*/ 1334 w 1334"/>
                <a:gd name="T141" fmla="*/ 1240 h 124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16422C"/>
                </a:gs>
                <a:gs pos="50000">
                  <a:srgbClr val="339966"/>
                </a:gs>
                <a:gs pos="100000">
                  <a:srgbClr val="16422C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6C609DCE-B136-45A4-F6A5-A900FAA886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516" y="910"/>
              <a:ext cx="546" cy="863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FE92026-5FBF-12E2-8353-C6CBED4F4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613"/>
              <a:ext cx="620" cy="468"/>
            </a:xfrm>
            <a:custGeom>
              <a:avLst/>
              <a:gdLst>
                <a:gd name="T0" fmla="*/ 0 w 1416"/>
                <a:gd name="T1" fmla="*/ 0 h 1068"/>
                <a:gd name="T2" fmla="*/ 0 w 1416"/>
                <a:gd name="T3" fmla="*/ 0 h 1068"/>
                <a:gd name="T4" fmla="*/ 0 w 1416"/>
                <a:gd name="T5" fmla="*/ 0 h 1068"/>
                <a:gd name="T6" fmla="*/ 0 w 1416"/>
                <a:gd name="T7" fmla="*/ 0 h 1068"/>
                <a:gd name="T8" fmla="*/ 0 w 1416"/>
                <a:gd name="T9" fmla="*/ 0 h 1068"/>
                <a:gd name="T10" fmla="*/ 0 w 1416"/>
                <a:gd name="T11" fmla="*/ 0 h 1068"/>
                <a:gd name="T12" fmla="*/ 0 w 1416"/>
                <a:gd name="T13" fmla="*/ 0 h 1068"/>
                <a:gd name="T14" fmla="*/ 0 w 1416"/>
                <a:gd name="T15" fmla="*/ 0 h 1068"/>
                <a:gd name="T16" fmla="*/ 0 w 1416"/>
                <a:gd name="T17" fmla="*/ 0 h 1068"/>
                <a:gd name="T18" fmla="*/ 0 w 1416"/>
                <a:gd name="T19" fmla="*/ 0 h 1068"/>
                <a:gd name="T20" fmla="*/ 0 w 1416"/>
                <a:gd name="T21" fmla="*/ 0 h 1068"/>
                <a:gd name="T22" fmla="*/ 0 w 1416"/>
                <a:gd name="T23" fmla="*/ 0 h 1068"/>
                <a:gd name="T24" fmla="*/ 0 w 1416"/>
                <a:gd name="T25" fmla="*/ 0 h 1068"/>
                <a:gd name="T26" fmla="*/ 0 w 1416"/>
                <a:gd name="T27" fmla="*/ 0 h 1068"/>
                <a:gd name="T28" fmla="*/ 0 w 1416"/>
                <a:gd name="T29" fmla="*/ 0 h 1068"/>
                <a:gd name="T30" fmla="*/ 0 w 1416"/>
                <a:gd name="T31" fmla="*/ 0 h 1068"/>
                <a:gd name="T32" fmla="*/ 0 w 1416"/>
                <a:gd name="T33" fmla="*/ 0 h 1068"/>
                <a:gd name="T34" fmla="*/ 0 w 1416"/>
                <a:gd name="T35" fmla="*/ 0 h 1068"/>
                <a:gd name="T36" fmla="*/ 0 w 1416"/>
                <a:gd name="T37" fmla="*/ 0 h 1068"/>
                <a:gd name="T38" fmla="*/ 0 w 1416"/>
                <a:gd name="T39" fmla="*/ 0 h 1068"/>
                <a:gd name="T40" fmla="*/ 0 w 1416"/>
                <a:gd name="T41" fmla="*/ 0 h 1068"/>
                <a:gd name="T42" fmla="*/ 0 w 1416"/>
                <a:gd name="T43" fmla="*/ 0 h 1068"/>
                <a:gd name="T44" fmla="*/ 0 w 1416"/>
                <a:gd name="T45" fmla="*/ 0 h 1068"/>
                <a:gd name="T46" fmla="*/ 0 w 1416"/>
                <a:gd name="T47" fmla="*/ 0 h 1068"/>
                <a:gd name="T48" fmla="*/ 0 w 1416"/>
                <a:gd name="T49" fmla="*/ 0 h 1068"/>
                <a:gd name="T50" fmla="*/ 0 w 1416"/>
                <a:gd name="T51" fmla="*/ 0 h 1068"/>
                <a:gd name="T52" fmla="*/ 0 w 1416"/>
                <a:gd name="T53" fmla="*/ 0 h 1068"/>
                <a:gd name="T54" fmla="*/ 0 w 1416"/>
                <a:gd name="T55" fmla="*/ 0 h 1068"/>
                <a:gd name="T56" fmla="*/ 0 w 1416"/>
                <a:gd name="T57" fmla="*/ 0 h 1068"/>
                <a:gd name="T58" fmla="*/ 0 w 1416"/>
                <a:gd name="T59" fmla="*/ 0 h 106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416"/>
                <a:gd name="T91" fmla="*/ 0 h 1068"/>
                <a:gd name="T92" fmla="*/ 1416 w 1416"/>
                <a:gd name="T93" fmla="*/ 1068 h 106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9B3E00"/>
                </a:gs>
                <a:gs pos="50000">
                  <a:srgbClr val="FF6600"/>
                </a:gs>
                <a:gs pos="100000">
                  <a:srgbClr val="9B3E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F8F1EEF4-B4B9-ABF3-DD44-DBBD0C443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445"/>
              <a:ext cx="609" cy="388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EDF9035-27C7-1756-4D98-93D62DEA3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428"/>
              <a:ext cx="510" cy="341"/>
            </a:xfrm>
            <a:custGeom>
              <a:avLst/>
              <a:gdLst>
                <a:gd name="T0" fmla="*/ 0 w 1164"/>
                <a:gd name="T1" fmla="*/ 0 h 780"/>
                <a:gd name="T2" fmla="*/ 0 w 1164"/>
                <a:gd name="T3" fmla="*/ 0 h 780"/>
                <a:gd name="T4" fmla="*/ 0 w 1164"/>
                <a:gd name="T5" fmla="*/ 0 h 780"/>
                <a:gd name="T6" fmla="*/ 0 w 1164"/>
                <a:gd name="T7" fmla="*/ 0 h 780"/>
                <a:gd name="T8" fmla="*/ 0 w 1164"/>
                <a:gd name="T9" fmla="*/ 0 h 780"/>
                <a:gd name="T10" fmla="*/ 0 w 1164"/>
                <a:gd name="T11" fmla="*/ 0 h 780"/>
                <a:gd name="T12" fmla="*/ 0 w 1164"/>
                <a:gd name="T13" fmla="*/ 0 h 780"/>
                <a:gd name="T14" fmla="*/ 0 w 1164"/>
                <a:gd name="T15" fmla="*/ 0 h 780"/>
                <a:gd name="T16" fmla="*/ 0 w 1164"/>
                <a:gd name="T17" fmla="*/ 0 h 780"/>
                <a:gd name="T18" fmla="*/ 0 w 1164"/>
                <a:gd name="T19" fmla="*/ 0 h 780"/>
                <a:gd name="T20" fmla="*/ 0 w 1164"/>
                <a:gd name="T21" fmla="*/ 0 h 780"/>
                <a:gd name="T22" fmla="*/ 0 w 1164"/>
                <a:gd name="T23" fmla="*/ 0 h 780"/>
                <a:gd name="T24" fmla="*/ 0 w 1164"/>
                <a:gd name="T25" fmla="*/ 0 h 780"/>
                <a:gd name="T26" fmla="*/ 0 w 1164"/>
                <a:gd name="T27" fmla="*/ 0 h 780"/>
                <a:gd name="T28" fmla="*/ 0 w 1164"/>
                <a:gd name="T29" fmla="*/ 0 h 780"/>
                <a:gd name="T30" fmla="*/ 0 w 1164"/>
                <a:gd name="T31" fmla="*/ 0 h 780"/>
                <a:gd name="T32" fmla="*/ 0 w 1164"/>
                <a:gd name="T33" fmla="*/ 0 h 780"/>
                <a:gd name="T34" fmla="*/ 0 w 1164"/>
                <a:gd name="T35" fmla="*/ 0 h 780"/>
                <a:gd name="T36" fmla="*/ 0 w 1164"/>
                <a:gd name="T37" fmla="*/ 0 h 780"/>
                <a:gd name="T38" fmla="*/ 0 w 1164"/>
                <a:gd name="T39" fmla="*/ 0 h 7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4"/>
                <a:gd name="T61" fmla="*/ 0 h 780"/>
                <a:gd name="T62" fmla="*/ 1164 w 1164"/>
                <a:gd name="T63" fmla="*/ 780 h 78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BE4C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50F226F-B25B-8E13-6C3E-DE06C4B78F40}"/>
              </a:ext>
            </a:extLst>
          </p:cNvPr>
          <p:cNvGrpSpPr>
            <a:grpSpLocks/>
          </p:cNvGrpSpPr>
          <p:nvPr/>
        </p:nvGrpSpPr>
        <p:grpSpPr bwMode="auto">
          <a:xfrm>
            <a:off x="10201027" y="1197198"/>
            <a:ext cx="1312862" cy="1563688"/>
            <a:chOff x="4280" y="375"/>
            <a:chExt cx="1156" cy="137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DAF0976-D49C-EBF8-40FF-38619C139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612"/>
              <a:ext cx="821" cy="1140"/>
            </a:xfrm>
            <a:custGeom>
              <a:avLst/>
              <a:gdLst>
                <a:gd name="T0" fmla="*/ 0 w 2028"/>
                <a:gd name="T1" fmla="*/ 0 h 2832"/>
                <a:gd name="T2" fmla="*/ 0 w 2028"/>
                <a:gd name="T3" fmla="*/ 0 h 2832"/>
                <a:gd name="T4" fmla="*/ 0 w 2028"/>
                <a:gd name="T5" fmla="*/ 0 h 2832"/>
                <a:gd name="T6" fmla="*/ 0 w 2028"/>
                <a:gd name="T7" fmla="*/ 0 h 2832"/>
                <a:gd name="T8" fmla="*/ 0 w 2028"/>
                <a:gd name="T9" fmla="*/ 0 h 2832"/>
                <a:gd name="T10" fmla="*/ 0 w 2028"/>
                <a:gd name="T11" fmla="*/ 0 h 2832"/>
                <a:gd name="T12" fmla="*/ 0 w 2028"/>
                <a:gd name="T13" fmla="*/ 0 h 2832"/>
                <a:gd name="T14" fmla="*/ 0 w 2028"/>
                <a:gd name="T15" fmla="*/ 0 h 2832"/>
                <a:gd name="T16" fmla="*/ 0 w 2028"/>
                <a:gd name="T17" fmla="*/ 0 h 2832"/>
                <a:gd name="T18" fmla="*/ 0 w 2028"/>
                <a:gd name="T19" fmla="*/ 0 h 2832"/>
                <a:gd name="T20" fmla="*/ 0 w 2028"/>
                <a:gd name="T21" fmla="*/ 0 h 2832"/>
                <a:gd name="T22" fmla="*/ 0 w 2028"/>
                <a:gd name="T23" fmla="*/ 0 h 2832"/>
                <a:gd name="T24" fmla="*/ 0 w 2028"/>
                <a:gd name="T25" fmla="*/ 0 h 2832"/>
                <a:gd name="T26" fmla="*/ 0 w 2028"/>
                <a:gd name="T27" fmla="*/ 0 h 2832"/>
                <a:gd name="T28" fmla="*/ 0 w 2028"/>
                <a:gd name="T29" fmla="*/ 0 h 2832"/>
                <a:gd name="T30" fmla="*/ 0 w 2028"/>
                <a:gd name="T31" fmla="*/ 0 h 2832"/>
                <a:gd name="T32" fmla="*/ 0 w 2028"/>
                <a:gd name="T33" fmla="*/ 0 h 2832"/>
                <a:gd name="T34" fmla="*/ 0 w 2028"/>
                <a:gd name="T35" fmla="*/ 0 h 2832"/>
                <a:gd name="T36" fmla="*/ 0 w 2028"/>
                <a:gd name="T37" fmla="*/ 0 h 2832"/>
                <a:gd name="T38" fmla="*/ 0 w 2028"/>
                <a:gd name="T39" fmla="*/ 0 h 2832"/>
                <a:gd name="T40" fmla="*/ 0 w 2028"/>
                <a:gd name="T41" fmla="*/ 0 h 28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28"/>
                <a:gd name="T64" fmla="*/ 0 h 2832"/>
                <a:gd name="T65" fmla="*/ 2028 w 2028"/>
                <a:gd name="T66" fmla="*/ 2832 h 283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28" h="2832">
                  <a:moveTo>
                    <a:pt x="0" y="48"/>
                  </a:moveTo>
                  <a:lnTo>
                    <a:pt x="0" y="2208"/>
                  </a:lnTo>
                  <a:lnTo>
                    <a:pt x="24" y="2304"/>
                  </a:lnTo>
                  <a:lnTo>
                    <a:pt x="96" y="2460"/>
                  </a:lnTo>
                  <a:lnTo>
                    <a:pt x="192" y="2556"/>
                  </a:lnTo>
                  <a:lnTo>
                    <a:pt x="336" y="2652"/>
                  </a:lnTo>
                  <a:lnTo>
                    <a:pt x="468" y="2724"/>
                  </a:lnTo>
                  <a:lnTo>
                    <a:pt x="636" y="2784"/>
                  </a:lnTo>
                  <a:lnTo>
                    <a:pt x="768" y="2820"/>
                  </a:lnTo>
                  <a:lnTo>
                    <a:pt x="936" y="2832"/>
                  </a:lnTo>
                  <a:lnTo>
                    <a:pt x="1116" y="2832"/>
                  </a:lnTo>
                  <a:lnTo>
                    <a:pt x="1296" y="2808"/>
                  </a:lnTo>
                  <a:lnTo>
                    <a:pt x="1452" y="2784"/>
                  </a:lnTo>
                  <a:lnTo>
                    <a:pt x="1596" y="2724"/>
                  </a:lnTo>
                  <a:lnTo>
                    <a:pt x="1716" y="2664"/>
                  </a:lnTo>
                  <a:lnTo>
                    <a:pt x="1836" y="2580"/>
                  </a:lnTo>
                  <a:lnTo>
                    <a:pt x="1944" y="2460"/>
                  </a:lnTo>
                  <a:lnTo>
                    <a:pt x="2016" y="2328"/>
                  </a:lnTo>
                  <a:lnTo>
                    <a:pt x="2028" y="2208"/>
                  </a:lnTo>
                  <a:lnTo>
                    <a:pt x="2028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9BE12D-6329-D007-F28A-F3D724F74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75"/>
              <a:ext cx="817" cy="488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D574D7-BB3E-CF7D-8376-6C4473990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955"/>
              <a:ext cx="541" cy="584"/>
            </a:xfrm>
            <a:custGeom>
              <a:avLst/>
              <a:gdLst>
                <a:gd name="T0" fmla="*/ 0 w 1344"/>
                <a:gd name="T1" fmla="*/ 0 h 1452"/>
                <a:gd name="T2" fmla="*/ 0 w 1344"/>
                <a:gd name="T3" fmla="*/ 0 h 1452"/>
                <a:gd name="T4" fmla="*/ 0 w 1344"/>
                <a:gd name="T5" fmla="*/ 0 h 1452"/>
                <a:gd name="T6" fmla="*/ 0 w 1344"/>
                <a:gd name="T7" fmla="*/ 0 h 1452"/>
                <a:gd name="T8" fmla="*/ 0 w 1344"/>
                <a:gd name="T9" fmla="*/ 0 h 1452"/>
                <a:gd name="T10" fmla="*/ 0 w 1344"/>
                <a:gd name="T11" fmla="*/ 0 h 1452"/>
                <a:gd name="T12" fmla="*/ 0 w 1344"/>
                <a:gd name="T13" fmla="*/ 0 h 1452"/>
                <a:gd name="T14" fmla="*/ 0 w 1344"/>
                <a:gd name="T15" fmla="*/ 0 h 1452"/>
                <a:gd name="T16" fmla="*/ 0 w 1344"/>
                <a:gd name="T17" fmla="*/ 0 h 1452"/>
                <a:gd name="T18" fmla="*/ 0 w 1344"/>
                <a:gd name="T19" fmla="*/ 0 h 1452"/>
                <a:gd name="T20" fmla="*/ 0 w 1344"/>
                <a:gd name="T21" fmla="*/ 0 h 1452"/>
                <a:gd name="T22" fmla="*/ 0 w 1344"/>
                <a:gd name="T23" fmla="*/ 0 h 1452"/>
                <a:gd name="T24" fmla="*/ 0 w 1344"/>
                <a:gd name="T25" fmla="*/ 0 h 1452"/>
                <a:gd name="T26" fmla="*/ 0 w 1344"/>
                <a:gd name="T27" fmla="*/ 0 h 1452"/>
                <a:gd name="T28" fmla="*/ 0 w 1344"/>
                <a:gd name="T29" fmla="*/ 0 h 1452"/>
                <a:gd name="T30" fmla="*/ 0 w 1344"/>
                <a:gd name="T31" fmla="*/ 0 h 1452"/>
                <a:gd name="T32" fmla="*/ 0 w 1344"/>
                <a:gd name="T33" fmla="*/ 0 h 1452"/>
                <a:gd name="T34" fmla="*/ 0 w 1344"/>
                <a:gd name="T35" fmla="*/ 0 h 1452"/>
                <a:gd name="T36" fmla="*/ 0 w 1344"/>
                <a:gd name="T37" fmla="*/ 0 h 1452"/>
                <a:gd name="T38" fmla="*/ 0 w 1344"/>
                <a:gd name="T39" fmla="*/ 0 h 1452"/>
                <a:gd name="T40" fmla="*/ 0 w 1344"/>
                <a:gd name="T41" fmla="*/ 0 h 1452"/>
                <a:gd name="T42" fmla="*/ 0 w 1344"/>
                <a:gd name="T43" fmla="*/ 0 h 1452"/>
                <a:gd name="T44" fmla="*/ 0 w 1344"/>
                <a:gd name="T45" fmla="*/ 0 h 14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44"/>
                <a:gd name="T70" fmla="*/ 0 h 1452"/>
                <a:gd name="T71" fmla="*/ 1344 w 1344"/>
                <a:gd name="T72" fmla="*/ 1452 h 145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44" h="1452">
                  <a:moveTo>
                    <a:pt x="0" y="168"/>
                  </a:moveTo>
                  <a:lnTo>
                    <a:pt x="192" y="216"/>
                  </a:lnTo>
                  <a:lnTo>
                    <a:pt x="420" y="348"/>
                  </a:lnTo>
                  <a:lnTo>
                    <a:pt x="660" y="576"/>
                  </a:lnTo>
                  <a:lnTo>
                    <a:pt x="756" y="804"/>
                  </a:lnTo>
                  <a:lnTo>
                    <a:pt x="792" y="1080"/>
                  </a:lnTo>
                  <a:lnTo>
                    <a:pt x="732" y="1308"/>
                  </a:lnTo>
                  <a:lnTo>
                    <a:pt x="696" y="1452"/>
                  </a:lnTo>
                  <a:lnTo>
                    <a:pt x="1008" y="1272"/>
                  </a:lnTo>
                  <a:lnTo>
                    <a:pt x="1140" y="1176"/>
                  </a:lnTo>
                  <a:lnTo>
                    <a:pt x="1236" y="1056"/>
                  </a:lnTo>
                  <a:lnTo>
                    <a:pt x="1308" y="936"/>
                  </a:lnTo>
                  <a:lnTo>
                    <a:pt x="1344" y="780"/>
                  </a:lnTo>
                  <a:lnTo>
                    <a:pt x="1344" y="636"/>
                  </a:lnTo>
                  <a:lnTo>
                    <a:pt x="1296" y="504"/>
                  </a:lnTo>
                  <a:lnTo>
                    <a:pt x="1200" y="396"/>
                  </a:lnTo>
                  <a:lnTo>
                    <a:pt x="1080" y="312"/>
                  </a:lnTo>
                  <a:lnTo>
                    <a:pt x="900" y="216"/>
                  </a:lnTo>
                  <a:lnTo>
                    <a:pt x="732" y="144"/>
                  </a:lnTo>
                  <a:lnTo>
                    <a:pt x="528" y="84"/>
                  </a:lnTo>
                  <a:lnTo>
                    <a:pt x="408" y="36"/>
                  </a:lnTo>
                  <a:lnTo>
                    <a:pt x="276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50000">
                  <a:srgbClr val="339966"/>
                </a:gs>
                <a:gs pos="100000">
                  <a:srgbClr val="18472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500A21D-6B27-7A74-E233-AD1094212D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47301">
              <a:off x="4280" y="983"/>
              <a:ext cx="368" cy="58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C824B29-0B56-55FF-E756-86FD2A59D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3" y="612"/>
              <a:ext cx="213" cy="551"/>
            </a:xfrm>
            <a:custGeom>
              <a:avLst/>
              <a:gdLst>
                <a:gd name="T0" fmla="*/ 0 w 528"/>
                <a:gd name="T1" fmla="*/ 0 h 1368"/>
                <a:gd name="T2" fmla="*/ 0 w 528"/>
                <a:gd name="T3" fmla="*/ 0 h 1368"/>
                <a:gd name="T4" fmla="*/ 0 w 528"/>
                <a:gd name="T5" fmla="*/ 0 h 1368"/>
                <a:gd name="T6" fmla="*/ 0 w 528"/>
                <a:gd name="T7" fmla="*/ 0 h 1368"/>
                <a:gd name="T8" fmla="*/ 0 w 528"/>
                <a:gd name="T9" fmla="*/ 0 h 1368"/>
                <a:gd name="T10" fmla="*/ 0 w 528"/>
                <a:gd name="T11" fmla="*/ 0 h 1368"/>
                <a:gd name="T12" fmla="*/ 0 w 528"/>
                <a:gd name="T13" fmla="*/ 0 h 1368"/>
                <a:gd name="T14" fmla="*/ 0 w 528"/>
                <a:gd name="T15" fmla="*/ 0 h 1368"/>
                <a:gd name="T16" fmla="*/ 0 w 528"/>
                <a:gd name="T17" fmla="*/ 0 h 1368"/>
                <a:gd name="T18" fmla="*/ 0 w 528"/>
                <a:gd name="T19" fmla="*/ 0 h 1368"/>
                <a:gd name="T20" fmla="*/ 0 w 528"/>
                <a:gd name="T21" fmla="*/ 0 h 1368"/>
                <a:gd name="T22" fmla="*/ 0 w 528"/>
                <a:gd name="T23" fmla="*/ 0 h 1368"/>
                <a:gd name="T24" fmla="*/ 0 w 528"/>
                <a:gd name="T25" fmla="*/ 0 h 1368"/>
                <a:gd name="T26" fmla="*/ 0 w 528"/>
                <a:gd name="T27" fmla="*/ 0 h 1368"/>
                <a:gd name="T28" fmla="*/ 0 w 528"/>
                <a:gd name="T29" fmla="*/ 0 h 1368"/>
                <a:gd name="T30" fmla="*/ 0 w 528"/>
                <a:gd name="T31" fmla="*/ 0 h 1368"/>
                <a:gd name="T32" fmla="*/ 0 w 528"/>
                <a:gd name="T33" fmla="*/ 0 h 1368"/>
                <a:gd name="T34" fmla="*/ 0 w 528"/>
                <a:gd name="T35" fmla="*/ 0 h 136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28"/>
                <a:gd name="T55" fmla="*/ 0 h 1368"/>
                <a:gd name="T56" fmla="*/ 528 w 528"/>
                <a:gd name="T57" fmla="*/ 1368 h 136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28" h="1368">
                  <a:moveTo>
                    <a:pt x="72" y="0"/>
                  </a:moveTo>
                  <a:lnTo>
                    <a:pt x="72" y="684"/>
                  </a:lnTo>
                  <a:lnTo>
                    <a:pt x="36" y="876"/>
                  </a:lnTo>
                  <a:lnTo>
                    <a:pt x="0" y="1044"/>
                  </a:lnTo>
                  <a:lnTo>
                    <a:pt x="0" y="1152"/>
                  </a:lnTo>
                  <a:lnTo>
                    <a:pt x="36" y="1284"/>
                  </a:lnTo>
                  <a:lnTo>
                    <a:pt x="60" y="1368"/>
                  </a:lnTo>
                  <a:lnTo>
                    <a:pt x="413" y="1164"/>
                  </a:lnTo>
                  <a:lnTo>
                    <a:pt x="492" y="1056"/>
                  </a:lnTo>
                  <a:lnTo>
                    <a:pt x="528" y="924"/>
                  </a:lnTo>
                  <a:lnTo>
                    <a:pt x="528" y="768"/>
                  </a:lnTo>
                  <a:lnTo>
                    <a:pt x="516" y="612"/>
                  </a:lnTo>
                  <a:lnTo>
                    <a:pt x="480" y="480"/>
                  </a:lnTo>
                  <a:lnTo>
                    <a:pt x="420" y="372"/>
                  </a:lnTo>
                  <a:lnTo>
                    <a:pt x="348" y="252"/>
                  </a:lnTo>
                  <a:lnTo>
                    <a:pt x="264" y="144"/>
                  </a:lnTo>
                  <a:lnTo>
                    <a:pt x="180" y="6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48B504-614A-9905-20D1-A151ADF698D2}"/>
              </a:ext>
            </a:extLst>
          </p:cNvPr>
          <p:cNvGrpSpPr>
            <a:grpSpLocks/>
          </p:cNvGrpSpPr>
          <p:nvPr/>
        </p:nvGrpSpPr>
        <p:grpSpPr bwMode="auto">
          <a:xfrm>
            <a:off x="6332289" y="2879948"/>
            <a:ext cx="1574800" cy="2638425"/>
            <a:chOff x="2058" y="1780"/>
            <a:chExt cx="1144" cy="1917"/>
          </a:xfrm>
        </p:grpSpPr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B6366E29-0044-A569-88CE-02ACD9E912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7" y="2076"/>
              <a:ext cx="563" cy="56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00D4B3B7-9CA3-DAF2-3CAF-8A2B253E1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2076"/>
              <a:ext cx="562" cy="56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1314A7AB-6C12-FBD4-42AA-4090CC018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2824"/>
              <a:ext cx="5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8DBD9D31-25F3-1BB6-97FE-8B91743597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7" y="263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5BB0F647-BFD6-87E3-3C59-2205C3E6E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38"/>
              <a:ext cx="1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F4147711-8FBE-BC23-CA53-392668176A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76"/>
              <a:ext cx="0" cy="5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6AD73669-6102-6AAD-9BF0-6C9E99C8E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76"/>
              <a:ext cx="1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FB992EED-0171-ECEE-4C03-F2D590C23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7" y="1890"/>
              <a:ext cx="0" cy="1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E3D6EE08-DF16-C295-C70F-3DEBA8382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1890"/>
              <a:ext cx="5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16EC10F7-F7A1-1B06-450B-39ED7F43F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890"/>
              <a:ext cx="0" cy="2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FEE7351B-74D3-1658-70E6-7305922BF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2084"/>
              <a:ext cx="1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149C8C3D-98AB-31D9-4AB7-AE77955BC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" y="2083"/>
              <a:ext cx="0" cy="5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666A864A-814A-9575-AF61-604F0A89B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0" y="2638"/>
              <a:ext cx="1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BA2AC6FC-66C0-1BF1-D140-43FE36839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" y="263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Oval 36">
              <a:extLst>
                <a:ext uri="{FF2B5EF4-FFF2-40B4-BE49-F238E27FC236}">
                  <a16:creationId xmlns:a16="http://schemas.microsoft.com/office/drawing/2014/main" id="{A10DA686-233D-0EE2-51C9-7F328A09D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3050"/>
              <a:ext cx="563" cy="5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C3108BAE-9554-6A17-B86B-374312F12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050"/>
              <a:ext cx="937" cy="56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1284FBE7-6F2B-6103-8E17-2FC0BEBD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8" y="2356"/>
              <a:ext cx="1144" cy="1"/>
              <a:chOff x="2268" y="1265"/>
              <a:chExt cx="1144" cy="1"/>
            </a:xfrm>
          </p:grpSpPr>
          <p:sp>
            <p:nvSpPr>
              <p:cNvPr id="57" name="Freeform 39">
                <a:extLst>
                  <a:ext uri="{FF2B5EF4-FFF2-40B4-BE49-F238E27FC236}">
                    <a16:creationId xmlns:a16="http://schemas.microsoft.com/office/drawing/2014/main" id="{D691B6CD-E69B-5F47-0396-D8A521780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1265"/>
                <a:ext cx="360" cy="1"/>
              </a:xfrm>
              <a:custGeom>
                <a:avLst/>
                <a:gdLst>
                  <a:gd name="T0" fmla="*/ 0 w 1080"/>
                  <a:gd name="T1" fmla="*/ 0 h 1"/>
                  <a:gd name="T2" fmla="*/ 0 w 1080"/>
                  <a:gd name="T3" fmla="*/ 0 h 1"/>
                  <a:gd name="T4" fmla="*/ 0 w 10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80"/>
                  <a:gd name="T10" fmla="*/ 0 h 1"/>
                  <a:gd name="T11" fmla="*/ 1080 w 10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80" h="1">
                    <a:moveTo>
                      <a:pt x="0" y="0"/>
                    </a:moveTo>
                    <a:lnTo>
                      <a:pt x="1079" y="0"/>
                    </a:lnTo>
                    <a:lnTo>
                      <a:pt x="108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Freeform 40">
                <a:extLst>
                  <a:ext uri="{FF2B5EF4-FFF2-40B4-BE49-F238E27FC236}">
                    <a16:creationId xmlns:a16="http://schemas.microsoft.com/office/drawing/2014/main" id="{E66C7A27-4487-0900-3862-1D7B99971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1265"/>
                <a:ext cx="8" cy="1"/>
              </a:xfrm>
              <a:custGeom>
                <a:avLst/>
                <a:gdLst>
                  <a:gd name="T0" fmla="*/ 0 w 24"/>
                  <a:gd name="T1" fmla="*/ 0 h 1"/>
                  <a:gd name="T2" fmla="*/ 0 w 24"/>
                  <a:gd name="T3" fmla="*/ 0 h 1"/>
                  <a:gd name="T4" fmla="*/ 0 w 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"/>
                  <a:gd name="T11" fmla="*/ 24 w 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">
                    <a:moveTo>
                      <a:pt x="0" y="0"/>
                    </a:moveTo>
                    <a:lnTo>
                      <a:pt x="22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Freeform 41">
                <a:extLst>
                  <a:ext uri="{FF2B5EF4-FFF2-40B4-BE49-F238E27FC236}">
                    <a16:creationId xmlns:a16="http://schemas.microsoft.com/office/drawing/2014/main" id="{8D847366-12AC-07D4-473A-DACEC4081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1265"/>
                <a:ext cx="460" cy="1"/>
              </a:xfrm>
              <a:custGeom>
                <a:avLst/>
                <a:gdLst>
                  <a:gd name="T0" fmla="*/ 0 w 1382"/>
                  <a:gd name="T1" fmla="*/ 0 h 1"/>
                  <a:gd name="T2" fmla="*/ 0 w 1382"/>
                  <a:gd name="T3" fmla="*/ 0 h 1"/>
                  <a:gd name="T4" fmla="*/ 0 w 138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82"/>
                  <a:gd name="T10" fmla="*/ 0 h 1"/>
                  <a:gd name="T11" fmla="*/ 1382 w 138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82" h="1">
                    <a:moveTo>
                      <a:pt x="0" y="0"/>
                    </a:moveTo>
                    <a:lnTo>
                      <a:pt x="1380" y="0"/>
                    </a:lnTo>
                    <a:lnTo>
                      <a:pt x="138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42">
                <a:extLst>
                  <a:ext uri="{FF2B5EF4-FFF2-40B4-BE49-F238E27FC236}">
                    <a16:creationId xmlns:a16="http://schemas.microsoft.com/office/drawing/2014/main" id="{59B74936-7D9B-8CB9-14F7-DCBE3EEA8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265"/>
                <a:ext cx="8" cy="1"/>
              </a:xfrm>
              <a:custGeom>
                <a:avLst/>
                <a:gdLst>
                  <a:gd name="T0" fmla="*/ 0 w 23"/>
                  <a:gd name="T1" fmla="*/ 0 h 1"/>
                  <a:gd name="T2" fmla="*/ 0 w 23"/>
                  <a:gd name="T3" fmla="*/ 0 h 1"/>
                  <a:gd name="T4" fmla="*/ 0 w 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1"/>
                  <a:gd name="T11" fmla="*/ 23 w 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1">
                    <a:moveTo>
                      <a:pt x="0" y="0"/>
                    </a:moveTo>
                    <a:lnTo>
                      <a:pt x="22" y="0"/>
                    </a:lnTo>
                    <a:lnTo>
                      <a:pt x="2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43">
                <a:extLst>
                  <a:ext uri="{FF2B5EF4-FFF2-40B4-BE49-F238E27FC236}">
                    <a16:creationId xmlns:a16="http://schemas.microsoft.com/office/drawing/2014/main" id="{E630A18C-DCA5-216E-5656-02D0F0681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1265"/>
                <a:ext cx="189" cy="1"/>
              </a:xfrm>
              <a:custGeom>
                <a:avLst/>
                <a:gdLst>
                  <a:gd name="T0" fmla="*/ 0 w 567"/>
                  <a:gd name="T1" fmla="*/ 0 h 1"/>
                  <a:gd name="T2" fmla="*/ 0 w 567"/>
                  <a:gd name="T3" fmla="*/ 0 h 1"/>
                  <a:gd name="T4" fmla="*/ 0 w 5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1"/>
                  <a:gd name="T11" fmla="*/ 567 w 5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1">
                    <a:moveTo>
                      <a:pt x="0" y="0"/>
                    </a:moveTo>
                    <a:lnTo>
                      <a:pt x="566" y="0"/>
                    </a:lnTo>
                    <a:lnTo>
                      <a:pt x="56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" name="Group 44">
              <a:extLst>
                <a:ext uri="{FF2B5EF4-FFF2-40B4-BE49-F238E27FC236}">
                  <a16:creationId xmlns:a16="http://schemas.microsoft.com/office/drawing/2014/main" id="{A744A9BA-5182-B32F-FF2C-658829AB1C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" y="1780"/>
              <a:ext cx="1" cy="1133"/>
              <a:chOff x="2838" y="689"/>
              <a:chExt cx="1" cy="1133"/>
            </a:xfrm>
          </p:grpSpPr>
          <p:sp>
            <p:nvSpPr>
              <p:cNvPr id="52" name="Freeform 45">
                <a:extLst>
                  <a:ext uri="{FF2B5EF4-FFF2-40B4-BE49-F238E27FC236}">
                    <a16:creationId xmlns:a16="http://schemas.microsoft.com/office/drawing/2014/main" id="{57EE74C6-0159-13B6-C63C-5493772F3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689"/>
                <a:ext cx="1" cy="194"/>
              </a:xfrm>
              <a:custGeom>
                <a:avLst/>
                <a:gdLst>
                  <a:gd name="T0" fmla="*/ 0 w 1"/>
                  <a:gd name="T1" fmla="*/ 0 h 582"/>
                  <a:gd name="T2" fmla="*/ 0 w 1"/>
                  <a:gd name="T3" fmla="*/ 0 h 582"/>
                  <a:gd name="T4" fmla="*/ 1 w 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2"/>
                  <a:gd name="T11" fmla="*/ 1 w 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2">
                    <a:moveTo>
                      <a:pt x="0" y="0"/>
                    </a:moveTo>
                    <a:lnTo>
                      <a:pt x="0" y="582"/>
                    </a:lnTo>
                    <a:lnTo>
                      <a:pt x="1" y="582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46">
                <a:extLst>
                  <a:ext uri="{FF2B5EF4-FFF2-40B4-BE49-F238E27FC236}">
                    <a16:creationId xmlns:a16="http://schemas.microsoft.com/office/drawing/2014/main" id="{17685894-6BDD-3A2A-966F-9645C15BC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57"/>
                <a:ext cx="1" cy="365"/>
              </a:xfrm>
              <a:custGeom>
                <a:avLst/>
                <a:gdLst>
                  <a:gd name="T0" fmla="*/ 0 w 1"/>
                  <a:gd name="T1" fmla="*/ 0 h 1095"/>
                  <a:gd name="T2" fmla="*/ 0 w 1"/>
                  <a:gd name="T3" fmla="*/ 0 h 1095"/>
                  <a:gd name="T4" fmla="*/ 1 w 1"/>
                  <a:gd name="T5" fmla="*/ 0 h 109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95"/>
                  <a:gd name="T11" fmla="*/ 1 w 1"/>
                  <a:gd name="T12" fmla="*/ 1095 h 10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95">
                    <a:moveTo>
                      <a:pt x="0" y="0"/>
                    </a:moveTo>
                    <a:lnTo>
                      <a:pt x="0" y="1095"/>
                    </a:lnTo>
                    <a:lnTo>
                      <a:pt x="1" y="109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Freeform 47">
                <a:extLst>
                  <a:ext uri="{FF2B5EF4-FFF2-40B4-BE49-F238E27FC236}">
                    <a16:creationId xmlns:a16="http://schemas.microsoft.com/office/drawing/2014/main" id="{1ABA731B-0195-CD03-581D-1B5D196BC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0 h 44"/>
                  <a:gd name="T4" fmla="*/ 1 w 1"/>
                  <a:gd name="T5" fmla="*/ 0 h 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4"/>
                  <a:gd name="T11" fmla="*/ 1 w 1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Freeform 48">
                <a:extLst>
                  <a:ext uri="{FF2B5EF4-FFF2-40B4-BE49-F238E27FC236}">
                    <a16:creationId xmlns:a16="http://schemas.microsoft.com/office/drawing/2014/main" id="{843D6608-5AAB-427D-E127-699F0506EE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953"/>
                <a:ext cx="1" cy="423"/>
              </a:xfrm>
              <a:custGeom>
                <a:avLst/>
                <a:gdLst>
                  <a:gd name="T0" fmla="*/ 0 w 1"/>
                  <a:gd name="T1" fmla="*/ 0 h 1271"/>
                  <a:gd name="T2" fmla="*/ 0 w 1"/>
                  <a:gd name="T3" fmla="*/ 0 h 1271"/>
                  <a:gd name="T4" fmla="*/ 1 w 1"/>
                  <a:gd name="T5" fmla="*/ 0 h 12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71"/>
                  <a:gd name="T11" fmla="*/ 1 w 1"/>
                  <a:gd name="T12" fmla="*/ 1271 h 12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71">
                    <a:moveTo>
                      <a:pt x="0" y="0"/>
                    </a:moveTo>
                    <a:lnTo>
                      <a:pt x="0" y="1271"/>
                    </a:lnTo>
                    <a:lnTo>
                      <a:pt x="1" y="1271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49">
                <a:extLst>
                  <a:ext uri="{FF2B5EF4-FFF2-40B4-BE49-F238E27FC236}">
                    <a16:creationId xmlns:a16="http://schemas.microsoft.com/office/drawing/2014/main" id="{0D1A1F52-3560-669E-07E2-4CB3AADB8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9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0 h 44"/>
                  <a:gd name="T4" fmla="*/ 1 w 1"/>
                  <a:gd name="T5" fmla="*/ 0 h 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4"/>
                  <a:gd name="T11" fmla="*/ 1 w 1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Group 50">
              <a:extLst>
                <a:ext uri="{FF2B5EF4-FFF2-40B4-BE49-F238E27FC236}">
                  <a16:creationId xmlns:a16="http://schemas.microsoft.com/office/drawing/2014/main" id="{E4CC507E-EC70-9BBF-1F50-D7BC6E363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" y="2985"/>
              <a:ext cx="1" cy="712"/>
              <a:chOff x="2838" y="2048"/>
              <a:chExt cx="1" cy="712"/>
            </a:xfrm>
          </p:grpSpPr>
          <p:sp>
            <p:nvSpPr>
              <p:cNvPr id="49" name="Freeform 51">
                <a:extLst>
                  <a:ext uri="{FF2B5EF4-FFF2-40B4-BE49-F238E27FC236}">
                    <a16:creationId xmlns:a16="http://schemas.microsoft.com/office/drawing/2014/main" id="{2DCBB804-4ADD-6E43-4B7D-B848BBCA8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048"/>
                <a:ext cx="1" cy="433"/>
              </a:xfrm>
              <a:custGeom>
                <a:avLst/>
                <a:gdLst>
                  <a:gd name="T0" fmla="*/ 0 w 1"/>
                  <a:gd name="T1" fmla="*/ 0 h 1299"/>
                  <a:gd name="T2" fmla="*/ 0 w 1"/>
                  <a:gd name="T3" fmla="*/ 0 h 1299"/>
                  <a:gd name="T4" fmla="*/ 1 w 1"/>
                  <a:gd name="T5" fmla="*/ 0 h 12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99"/>
                  <a:gd name="T11" fmla="*/ 1 w 1"/>
                  <a:gd name="T12" fmla="*/ 1299 h 12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99">
                    <a:moveTo>
                      <a:pt x="0" y="0"/>
                    </a:moveTo>
                    <a:lnTo>
                      <a:pt x="0" y="1299"/>
                    </a:lnTo>
                    <a:lnTo>
                      <a:pt x="1" y="129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52">
                <a:extLst>
                  <a:ext uri="{FF2B5EF4-FFF2-40B4-BE49-F238E27FC236}">
                    <a16:creationId xmlns:a16="http://schemas.microsoft.com/office/drawing/2014/main" id="{4BB44718-011C-1EE7-3F3F-BE9B7F6EE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588"/>
                <a:ext cx="1" cy="172"/>
              </a:xfrm>
              <a:custGeom>
                <a:avLst/>
                <a:gdLst>
                  <a:gd name="T0" fmla="*/ 0 w 1"/>
                  <a:gd name="T1" fmla="*/ 0 h 517"/>
                  <a:gd name="T2" fmla="*/ 0 w 1"/>
                  <a:gd name="T3" fmla="*/ 0 h 517"/>
                  <a:gd name="T4" fmla="*/ 1 w 1"/>
                  <a:gd name="T5" fmla="*/ 0 h 51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7"/>
                  <a:gd name="T11" fmla="*/ 1 w 1"/>
                  <a:gd name="T12" fmla="*/ 517 h 5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7">
                    <a:moveTo>
                      <a:pt x="0" y="0"/>
                    </a:moveTo>
                    <a:lnTo>
                      <a:pt x="0" y="517"/>
                    </a:lnTo>
                    <a:lnTo>
                      <a:pt x="1" y="51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53">
                <a:extLst>
                  <a:ext uri="{FF2B5EF4-FFF2-40B4-BE49-F238E27FC236}">
                    <a16:creationId xmlns:a16="http://schemas.microsoft.com/office/drawing/2014/main" id="{1AE8B9D9-D531-33DB-5E7D-E0E982118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525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54">
              <a:extLst>
                <a:ext uri="{FF2B5EF4-FFF2-40B4-BE49-F238E27FC236}">
                  <a16:creationId xmlns:a16="http://schemas.microsoft.com/office/drawing/2014/main" id="{68F9275B-901D-F504-B813-E35D5C4E2B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8" y="3332"/>
              <a:ext cx="1103" cy="1"/>
              <a:chOff x="2278" y="2395"/>
              <a:chExt cx="1103" cy="1"/>
            </a:xfrm>
          </p:grpSpPr>
          <p:sp>
            <p:nvSpPr>
              <p:cNvPr id="44" name="Freeform 55">
                <a:extLst>
                  <a:ext uri="{FF2B5EF4-FFF2-40B4-BE49-F238E27FC236}">
                    <a16:creationId xmlns:a16="http://schemas.microsoft.com/office/drawing/2014/main" id="{D59F55CA-6ABD-BCF3-DB9A-0239A1F9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8" y="2395"/>
                <a:ext cx="139" cy="1"/>
              </a:xfrm>
              <a:custGeom>
                <a:avLst/>
                <a:gdLst>
                  <a:gd name="T0" fmla="*/ 0 w 416"/>
                  <a:gd name="T1" fmla="*/ 0 h 1"/>
                  <a:gd name="T2" fmla="*/ 0 w 416"/>
                  <a:gd name="T3" fmla="*/ 0 h 1"/>
                  <a:gd name="T4" fmla="*/ 0 w 4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16"/>
                  <a:gd name="T10" fmla="*/ 0 h 1"/>
                  <a:gd name="T11" fmla="*/ 416 w 4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6" h="1">
                    <a:moveTo>
                      <a:pt x="0" y="0"/>
                    </a:moveTo>
                    <a:lnTo>
                      <a:pt x="414" y="0"/>
                    </a:lnTo>
                    <a:lnTo>
                      <a:pt x="41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Freeform 56">
                <a:extLst>
                  <a:ext uri="{FF2B5EF4-FFF2-40B4-BE49-F238E27FC236}">
                    <a16:creationId xmlns:a16="http://schemas.microsoft.com/office/drawing/2014/main" id="{BD4AFD23-B7BA-E10B-7FA2-4FE38884F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395"/>
                <a:ext cx="20" cy="1"/>
              </a:xfrm>
              <a:custGeom>
                <a:avLst/>
                <a:gdLst>
                  <a:gd name="T0" fmla="*/ 0 w 58"/>
                  <a:gd name="T1" fmla="*/ 0 h 1"/>
                  <a:gd name="T2" fmla="*/ 0 w 58"/>
                  <a:gd name="T3" fmla="*/ 0 h 1"/>
                  <a:gd name="T4" fmla="*/ 0 w 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"/>
                  <a:gd name="T11" fmla="*/ 58 w 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">
                    <a:moveTo>
                      <a:pt x="0" y="0"/>
                    </a:moveTo>
                    <a:lnTo>
                      <a:pt x="56" y="0"/>
                    </a:lnTo>
                    <a:lnTo>
                      <a:pt x="5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57">
                <a:extLst>
                  <a:ext uri="{FF2B5EF4-FFF2-40B4-BE49-F238E27FC236}">
                    <a16:creationId xmlns:a16="http://schemas.microsoft.com/office/drawing/2014/main" id="{F4A8CA67-2CCC-8AFC-381E-028B90E37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5" y="2395"/>
                <a:ext cx="450" cy="1"/>
              </a:xfrm>
              <a:custGeom>
                <a:avLst/>
                <a:gdLst>
                  <a:gd name="T0" fmla="*/ 0 w 1349"/>
                  <a:gd name="T1" fmla="*/ 0 h 1"/>
                  <a:gd name="T2" fmla="*/ 0 w 1349"/>
                  <a:gd name="T3" fmla="*/ 0 h 1"/>
                  <a:gd name="T4" fmla="*/ 0 w 1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49"/>
                  <a:gd name="T10" fmla="*/ 0 h 1"/>
                  <a:gd name="T11" fmla="*/ 1349 w 1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49" h="1">
                    <a:moveTo>
                      <a:pt x="0" y="0"/>
                    </a:moveTo>
                    <a:lnTo>
                      <a:pt x="1347" y="0"/>
                    </a:lnTo>
                    <a:lnTo>
                      <a:pt x="134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45255649-0BE8-BF75-2810-2017083F3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2395"/>
                <a:ext cx="15" cy="1"/>
              </a:xfrm>
              <a:custGeom>
                <a:avLst/>
                <a:gdLst>
                  <a:gd name="T0" fmla="*/ 0 w 45"/>
                  <a:gd name="T1" fmla="*/ 0 h 1"/>
                  <a:gd name="T2" fmla="*/ 0 w 45"/>
                  <a:gd name="T3" fmla="*/ 0 h 1"/>
                  <a:gd name="T4" fmla="*/ 0 w 4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1"/>
                  <a:gd name="T11" fmla="*/ 45 w 4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1">
                    <a:moveTo>
                      <a:pt x="0" y="0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59">
                <a:extLst>
                  <a:ext uri="{FF2B5EF4-FFF2-40B4-BE49-F238E27FC236}">
                    <a16:creationId xmlns:a16="http://schemas.microsoft.com/office/drawing/2014/main" id="{427BAF6F-B109-A1B0-DF22-8970672C5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2395"/>
                <a:ext cx="322" cy="1"/>
              </a:xfrm>
              <a:custGeom>
                <a:avLst/>
                <a:gdLst>
                  <a:gd name="T0" fmla="*/ 0 w 967"/>
                  <a:gd name="T1" fmla="*/ 0 h 1"/>
                  <a:gd name="T2" fmla="*/ 0 w 967"/>
                  <a:gd name="T3" fmla="*/ 0 h 1"/>
                  <a:gd name="T4" fmla="*/ 0 w 9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67"/>
                  <a:gd name="T10" fmla="*/ 0 h 1"/>
                  <a:gd name="T11" fmla="*/ 967 w 9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7" h="1">
                    <a:moveTo>
                      <a:pt x="0" y="0"/>
                    </a:moveTo>
                    <a:lnTo>
                      <a:pt x="966" y="0"/>
                    </a:lnTo>
                    <a:lnTo>
                      <a:pt x="96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DE38498F-10F2-4A08-4A16-829B6AD25B82}"/>
              </a:ext>
            </a:extLst>
          </p:cNvPr>
          <p:cNvGrpSpPr>
            <a:grpSpLocks/>
          </p:cNvGrpSpPr>
          <p:nvPr/>
        </p:nvGrpSpPr>
        <p:grpSpPr bwMode="auto">
          <a:xfrm>
            <a:off x="9629527" y="2883123"/>
            <a:ext cx="1746250" cy="2743200"/>
            <a:chOff x="3994" y="1782"/>
            <a:chExt cx="1244" cy="1955"/>
          </a:xfrm>
        </p:grpSpPr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E724D570-EE79-007B-205C-885BB112A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8" y="3097"/>
              <a:ext cx="0" cy="4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CBC7B057-3C70-3CE0-85D7-F983D2817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3572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1D6DA47B-C189-3FC1-C1C1-0F561249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3097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Line 64">
              <a:extLst>
                <a:ext uri="{FF2B5EF4-FFF2-40B4-BE49-F238E27FC236}">
                  <a16:creationId xmlns:a16="http://schemas.microsoft.com/office/drawing/2014/main" id="{E499DA0F-4C4F-80D6-BE53-B798F9910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7" y="3097"/>
              <a:ext cx="0" cy="4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0810B1C6-E113-0483-F7A1-586A784ED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" y="3572"/>
              <a:ext cx="34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456D3AF6-8C9C-8A5F-FCD5-AEFD8C187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" y="3097"/>
              <a:ext cx="34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D3B4CA62-E66F-2176-C286-130FAAFCE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9" y="1890"/>
              <a:ext cx="62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E30508C0-0F38-9319-95CB-E1819BFA1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1890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E9952F7E-180C-C7D8-9082-5EF0613ED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124"/>
              <a:ext cx="2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5394E67B-9364-C3F7-3353-4A7DC11AE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2124"/>
              <a:ext cx="0" cy="4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02430563-C498-001F-0D1C-9F94C20CF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0" y="2591"/>
              <a:ext cx="2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8FECA7EB-C6BD-32EC-653F-A434BE2C5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591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E0DF86AC-1FEE-28B5-A8A9-3F9D669D1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2823"/>
              <a:ext cx="62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547D563C-12F8-11B5-AF24-50CAC42A01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2591"/>
              <a:ext cx="0" cy="2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2AF113A0-7E61-B44E-0283-DF0A06832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7" y="2591"/>
              <a:ext cx="2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76">
              <a:extLst>
                <a:ext uri="{FF2B5EF4-FFF2-40B4-BE49-F238E27FC236}">
                  <a16:creationId xmlns:a16="http://schemas.microsoft.com/office/drawing/2014/main" id="{139AE4AF-1B0E-18C2-4044-81ACF9F96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7" y="2124"/>
              <a:ext cx="0" cy="4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77">
              <a:extLst>
                <a:ext uri="{FF2B5EF4-FFF2-40B4-BE49-F238E27FC236}">
                  <a16:creationId xmlns:a16="http://schemas.microsoft.com/office/drawing/2014/main" id="{13644283-6BEF-28BA-1AEC-97F844EF0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124"/>
              <a:ext cx="2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78">
              <a:extLst>
                <a:ext uri="{FF2B5EF4-FFF2-40B4-BE49-F238E27FC236}">
                  <a16:creationId xmlns:a16="http://schemas.microsoft.com/office/drawing/2014/main" id="{5C7E2B27-087F-4276-E353-F3730A50E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1891"/>
              <a:ext cx="0" cy="2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Oval 79">
              <a:extLst>
                <a:ext uri="{FF2B5EF4-FFF2-40B4-BE49-F238E27FC236}">
                  <a16:creationId xmlns:a16="http://schemas.microsoft.com/office/drawing/2014/main" id="{8FE25FE4-1E36-B8F2-CAD8-098C99EF8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3041"/>
              <a:ext cx="621" cy="58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E74C82D0-9433-F79F-7769-9F3D873A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122"/>
              <a:ext cx="81" cy="469"/>
            </a:xfrm>
            <a:custGeom>
              <a:avLst/>
              <a:gdLst>
                <a:gd name="T0" fmla="*/ 80 w 81"/>
                <a:gd name="T1" fmla="*/ 0 h 469"/>
                <a:gd name="T2" fmla="*/ 22 w 81"/>
                <a:gd name="T3" fmla="*/ 124 h 469"/>
                <a:gd name="T4" fmla="*/ 0 w 81"/>
                <a:gd name="T5" fmla="*/ 236 h 469"/>
                <a:gd name="T6" fmla="*/ 22 w 81"/>
                <a:gd name="T7" fmla="*/ 347 h 469"/>
                <a:gd name="T8" fmla="*/ 80 w 81"/>
                <a:gd name="T9" fmla="*/ 469 h 469"/>
                <a:gd name="T10" fmla="*/ 81 w 81"/>
                <a:gd name="T11" fmla="*/ 469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"/>
                <a:gd name="T19" fmla="*/ 0 h 469"/>
                <a:gd name="T20" fmla="*/ 81 w 81"/>
                <a:gd name="T21" fmla="*/ 469 h 4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" h="469">
                  <a:moveTo>
                    <a:pt x="80" y="0"/>
                  </a:moveTo>
                  <a:lnTo>
                    <a:pt x="22" y="124"/>
                  </a:lnTo>
                  <a:lnTo>
                    <a:pt x="0" y="236"/>
                  </a:lnTo>
                  <a:lnTo>
                    <a:pt x="22" y="347"/>
                  </a:lnTo>
                  <a:lnTo>
                    <a:pt x="80" y="469"/>
                  </a:lnTo>
                  <a:lnTo>
                    <a:pt x="81" y="469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6F8F3EA1-9CE6-2A90-2F9F-948D908F3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122"/>
              <a:ext cx="90" cy="469"/>
            </a:xfrm>
            <a:custGeom>
              <a:avLst/>
              <a:gdLst>
                <a:gd name="T0" fmla="*/ 0 w 90"/>
                <a:gd name="T1" fmla="*/ 469 h 469"/>
                <a:gd name="T2" fmla="*/ 79 w 90"/>
                <a:gd name="T3" fmla="*/ 336 h 469"/>
                <a:gd name="T4" fmla="*/ 90 w 90"/>
                <a:gd name="T5" fmla="*/ 236 h 469"/>
                <a:gd name="T6" fmla="*/ 79 w 90"/>
                <a:gd name="T7" fmla="*/ 124 h 469"/>
                <a:gd name="T8" fmla="*/ 0 w 90"/>
                <a:gd name="T9" fmla="*/ 0 h 469"/>
                <a:gd name="T10" fmla="*/ 0 w 90"/>
                <a:gd name="T11" fmla="*/ 0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469"/>
                <a:gd name="T20" fmla="*/ 90 w 90"/>
                <a:gd name="T21" fmla="*/ 469 h 4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469">
                  <a:moveTo>
                    <a:pt x="0" y="469"/>
                  </a:moveTo>
                  <a:lnTo>
                    <a:pt x="79" y="336"/>
                  </a:lnTo>
                  <a:lnTo>
                    <a:pt x="90" y="236"/>
                  </a:lnTo>
                  <a:lnTo>
                    <a:pt x="79" y="124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4" name="Group 82">
              <a:extLst>
                <a:ext uri="{FF2B5EF4-FFF2-40B4-BE49-F238E27FC236}">
                  <a16:creationId xmlns:a16="http://schemas.microsoft.com/office/drawing/2014/main" id="{5246FB17-82DA-1F0E-169F-47B677DB3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4" y="2356"/>
              <a:ext cx="1234" cy="1"/>
              <a:chOff x="3950" y="1265"/>
              <a:chExt cx="1234" cy="1"/>
            </a:xfrm>
          </p:grpSpPr>
          <p:sp>
            <p:nvSpPr>
              <p:cNvPr id="103" name="Freeform 83">
                <a:extLst>
                  <a:ext uri="{FF2B5EF4-FFF2-40B4-BE49-F238E27FC236}">
                    <a16:creationId xmlns:a16="http://schemas.microsoft.com/office/drawing/2014/main" id="{C4AAE6EC-412B-170F-E25F-F541D5BB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0" y="1265"/>
                <a:ext cx="207" cy="1"/>
              </a:xfrm>
              <a:custGeom>
                <a:avLst/>
                <a:gdLst>
                  <a:gd name="T0" fmla="*/ 0 w 621"/>
                  <a:gd name="T1" fmla="*/ 0 h 1"/>
                  <a:gd name="T2" fmla="*/ 0 w 621"/>
                  <a:gd name="T3" fmla="*/ 0 h 1"/>
                  <a:gd name="T4" fmla="*/ 0 w 6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1"/>
                  <a:gd name="T10" fmla="*/ 0 h 1"/>
                  <a:gd name="T11" fmla="*/ 621 w 6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1" h="1">
                    <a:moveTo>
                      <a:pt x="0" y="0"/>
                    </a:moveTo>
                    <a:lnTo>
                      <a:pt x="620" y="0"/>
                    </a:lnTo>
                    <a:lnTo>
                      <a:pt x="62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Freeform 84">
                <a:extLst>
                  <a:ext uri="{FF2B5EF4-FFF2-40B4-BE49-F238E27FC236}">
                    <a16:creationId xmlns:a16="http://schemas.microsoft.com/office/drawing/2014/main" id="{17FA86A3-E00E-4AE1-F511-ECC745D69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" y="1265"/>
                <a:ext cx="596" cy="1"/>
              </a:xfrm>
              <a:custGeom>
                <a:avLst/>
                <a:gdLst>
                  <a:gd name="T0" fmla="*/ 0 w 1787"/>
                  <a:gd name="T1" fmla="*/ 0 h 1"/>
                  <a:gd name="T2" fmla="*/ 0 w 1787"/>
                  <a:gd name="T3" fmla="*/ 0 h 1"/>
                  <a:gd name="T4" fmla="*/ 0 w 178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787"/>
                  <a:gd name="T10" fmla="*/ 0 h 1"/>
                  <a:gd name="T11" fmla="*/ 1787 w 178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87" h="1">
                    <a:moveTo>
                      <a:pt x="0" y="0"/>
                    </a:moveTo>
                    <a:lnTo>
                      <a:pt x="1785" y="0"/>
                    </a:lnTo>
                    <a:lnTo>
                      <a:pt x="178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Freeform 85">
                <a:extLst>
                  <a:ext uri="{FF2B5EF4-FFF2-40B4-BE49-F238E27FC236}">
                    <a16:creationId xmlns:a16="http://schemas.microsoft.com/office/drawing/2014/main" id="{08982635-CCA0-29E1-FE05-02188FDF1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265"/>
                <a:ext cx="19" cy="1"/>
              </a:xfrm>
              <a:custGeom>
                <a:avLst/>
                <a:gdLst>
                  <a:gd name="T0" fmla="*/ 0 w 56"/>
                  <a:gd name="T1" fmla="*/ 0 h 1"/>
                  <a:gd name="T2" fmla="*/ 0 w 56"/>
                  <a:gd name="T3" fmla="*/ 0 h 1"/>
                  <a:gd name="T4" fmla="*/ 0 w 5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1"/>
                  <a:gd name="T11" fmla="*/ 56 w 5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1">
                    <a:moveTo>
                      <a:pt x="0" y="0"/>
                    </a:moveTo>
                    <a:lnTo>
                      <a:pt x="55" y="0"/>
                    </a:lnTo>
                    <a:lnTo>
                      <a:pt x="5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Freeform 86">
                <a:extLst>
                  <a:ext uri="{FF2B5EF4-FFF2-40B4-BE49-F238E27FC236}">
                    <a16:creationId xmlns:a16="http://schemas.microsoft.com/office/drawing/2014/main" id="{CFB8C8D2-07E9-09C6-75E0-6A4722959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9" y="1265"/>
                <a:ext cx="18" cy="1"/>
              </a:xfrm>
              <a:custGeom>
                <a:avLst/>
                <a:gdLst>
                  <a:gd name="T0" fmla="*/ 0 w 55"/>
                  <a:gd name="T1" fmla="*/ 0 h 1"/>
                  <a:gd name="T2" fmla="*/ 0 w 55"/>
                  <a:gd name="T3" fmla="*/ 0 h 1"/>
                  <a:gd name="T4" fmla="*/ 0 w 5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1"/>
                  <a:gd name="T11" fmla="*/ 55 w 5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1">
                    <a:moveTo>
                      <a:pt x="0" y="0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Freeform 87">
                <a:extLst>
                  <a:ext uri="{FF2B5EF4-FFF2-40B4-BE49-F238E27FC236}">
                    <a16:creationId xmlns:a16="http://schemas.microsoft.com/office/drawing/2014/main" id="{A5DE3D3C-0ACA-094E-F674-D39239B17E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1" y="1265"/>
                <a:ext cx="213" cy="1"/>
              </a:xfrm>
              <a:custGeom>
                <a:avLst/>
                <a:gdLst>
                  <a:gd name="T0" fmla="*/ 0 w 639"/>
                  <a:gd name="T1" fmla="*/ 0 h 1"/>
                  <a:gd name="T2" fmla="*/ 0 w 639"/>
                  <a:gd name="T3" fmla="*/ 0 h 1"/>
                  <a:gd name="T4" fmla="*/ 0 w 63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9"/>
                  <a:gd name="T10" fmla="*/ 0 h 1"/>
                  <a:gd name="T11" fmla="*/ 639 w 63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9" h="1">
                    <a:moveTo>
                      <a:pt x="0" y="0"/>
                    </a:moveTo>
                    <a:lnTo>
                      <a:pt x="637" y="0"/>
                    </a:lnTo>
                    <a:lnTo>
                      <a:pt x="63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5" name="Group 88">
              <a:extLst>
                <a:ext uri="{FF2B5EF4-FFF2-40B4-BE49-F238E27FC236}">
                  <a16:creationId xmlns:a16="http://schemas.microsoft.com/office/drawing/2014/main" id="{FCAD00C5-276D-8409-FF2C-89814CC2B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1782"/>
              <a:ext cx="1" cy="1131"/>
              <a:chOff x="4558" y="691"/>
              <a:chExt cx="1" cy="1131"/>
            </a:xfrm>
          </p:grpSpPr>
          <p:sp>
            <p:nvSpPr>
              <p:cNvPr id="98" name="Freeform 89">
                <a:extLst>
                  <a:ext uri="{FF2B5EF4-FFF2-40B4-BE49-F238E27FC236}">
                    <a16:creationId xmlns:a16="http://schemas.microsoft.com/office/drawing/2014/main" id="{2EBDEA0C-9929-FCC2-C4DE-F62379E9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691"/>
                <a:ext cx="1" cy="255"/>
              </a:xfrm>
              <a:custGeom>
                <a:avLst/>
                <a:gdLst>
                  <a:gd name="T0" fmla="*/ 0 w 1"/>
                  <a:gd name="T1" fmla="*/ 0 h 765"/>
                  <a:gd name="T2" fmla="*/ 0 w 1"/>
                  <a:gd name="T3" fmla="*/ 0 h 765"/>
                  <a:gd name="T4" fmla="*/ 1 w 1"/>
                  <a:gd name="T5" fmla="*/ 0 h 76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65"/>
                  <a:gd name="T11" fmla="*/ 1 w 1"/>
                  <a:gd name="T12" fmla="*/ 765 h 7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65">
                    <a:moveTo>
                      <a:pt x="0" y="0"/>
                    </a:moveTo>
                    <a:lnTo>
                      <a:pt x="0" y="765"/>
                    </a:lnTo>
                    <a:lnTo>
                      <a:pt x="1" y="76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Freeform 90">
                <a:extLst>
                  <a:ext uri="{FF2B5EF4-FFF2-40B4-BE49-F238E27FC236}">
                    <a16:creationId xmlns:a16="http://schemas.microsoft.com/office/drawing/2014/main" id="{7659DC20-5328-65CD-E8EB-5F43F2D3D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614"/>
                <a:ext cx="1" cy="208"/>
              </a:xfrm>
              <a:custGeom>
                <a:avLst/>
                <a:gdLst>
                  <a:gd name="T0" fmla="*/ 0 w 1"/>
                  <a:gd name="T1" fmla="*/ 0 h 623"/>
                  <a:gd name="T2" fmla="*/ 0 w 1"/>
                  <a:gd name="T3" fmla="*/ 0 h 623"/>
                  <a:gd name="T4" fmla="*/ 1 w 1"/>
                  <a:gd name="T5" fmla="*/ 0 h 6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23"/>
                  <a:gd name="T11" fmla="*/ 1 w 1"/>
                  <a:gd name="T12" fmla="*/ 623 h 6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23">
                    <a:moveTo>
                      <a:pt x="0" y="0"/>
                    </a:moveTo>
                    <a:lnTo>
                      <a:pt x="0" y="623"/>
                    </a:lnTo>
                    <a:lnTo>
                      <a:pt x="1" y="62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Freeform 91">
                <a:extLst>
                  <a:ext uri="{FF2B5EF4-FFF2-40B4-BE49-F238E27FC236}">
                    <a16:creationId xmlns:a16="http://schemas.microsoft.com/office/drawing/2014/main" id="{028A81E8-FC11-7AFC-1098-EA717C65C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541"/>
                <a:ext cx="1" cy="26"/>
              </a:xfrm>
              <a:custGeom>
                <a:avLst/>
                <a:gdLst>
                  <a:gd name="T0" fmla="*/ 0 w 1"/>
                  <a:gd name="T1" fmla="*/ 0 h 77"/>
                  <a:gd name="T2" fmla="*/ 0 w 1"/>
                  <a:gd name="T3" fmla="*/ 0 h 77"/>
                  <a:gd name="T4" fmla="*/ 1 w 1"/>
                  <a:gd name="T5" fmla="*/ 0 h 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7"/>
                  <a:gd name="T11" fmla="*/ 1 w 1"/>
                  <a:gd name="T12" fmla="*/ 77 h 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7">
                    <a:moveTo>
                      <a:pt x="0" y="0"/>
                    </a:moveTo>
                    <a:lnTo>
                      <a:pt x="0" y="77"/>
                    </a:lnTo>
                    <a:lnTo>
                      <a:pt x="1" y="7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Freeform 92">
                <a:extLst>
                  <a:ext uri="{FF2B5EF4-FFF2-40B4-BE49-F238E27FC236}">
                    <a16:creationId xmlns:a16="http://schemas.microsoft.com/office/drawing/2014/main" id="{E6C0BC81-982C-D777-98B2-9CC6E31F2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045"/>
                <a:ext cx="1" cy="452"/>
              </a:xfrm>
              <a:custGeom>
                <a:avLst/>
                <a:gdLst>
                  <a:gd name="T0" fmla="*/ 0 w 1"/>
                  <a:gd name="T1" fmla="*/ 0 h 1358"/>
                  <a:gd name="T2" fmla="*/ 0 w 1"/>
                  <a:gd name="T3" fmla="*/ 0 h 1358"/>
                  <a:gd name="T4" fmla="*/ 1 w 1"/>
                  <a:gd name="T5" fmla="*/ 0 h 135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358"/>
                  <a:gd name="T11" fmla="*/ 1 w 1"/>
                  <a:gd name="T12" fmla="*/ 1358 h 13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358">
                    <a:moveTo>
                      <a:pt x="0" y="0"/>
                    </a:moveTo>
                    <a:lnTo>
                      <a:pt x="0" y="1358"/>
                    </a:lnTo>
                    <a:lnTo>
                      <a:pt x="1" y="135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Freeform 93">
                <a:extLst>
                  <a:ext uri="{FF2B5EF4-FFF2-40B4-BE49-F238E27FC236}">
                    <a16:creationId xmlns:a16="http://schemas.microsoft.com/office/drawing/2014/main" id="{5F8843C2-932A-4C3F-7BD3-13F7C2E46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982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6" name="Group 94">
              <a:extLst>
                <a:ext uri="{FF2B5EF4-FFF2-40B4-BE49-F238E27FC236}">
                  <a16:creationId xmlns:a16="http://schemas.microsoft.com/office/drawing/2014/main" id="{2DAA7837-5608-1696-A6C6-2C6B9830E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4" y="3332"/>
              <a:ext cx="1234" cy="1"/>
              <a:chOff x="3940" y="2395"/>
              <a:chExt cx="1234" cy="1"/>
            </a:xfrm>
          </p:grpSpPr>
          <p:sp>
            <p:nvSpPr>
              <p:cNvPr id="93" name="Freeform 95">
                <a:extLst>
                  <a:ext uri="{FF2B5EF4-FFF2-40B4-BE49-F238E27FC236}">
                    <a16:creationId xmlns:a16="http://schemas.microsoft.com/office/drawing/2014/main" id="{37A5D149-D760-4AED-58A2-FB78AE231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2395"/>
                <a:ext cx="140" cy="1"/>
              </a:xfrm>
              <a:custGeom>
                <a:avLst/>
                <a:gdLst>
                  <a:gd name="T0" fmla="*/ 0 w 421"/>
                  <a:gd name="T1" fmla="*/ 0 h 1"/>
                  <a:gd name="T2" fmla="*/ 0 w 421"/>
                  <a:gd name="T3" fmla="*/ 0 h 1"/>
                  <a:gd name="T4" fmla="*/ 0 w 4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21"/>
                  <a:gd name="T10" fmla="*/ 0 h 1"/>
                  <a:gd name="T11" fmla="*/ 421 w 4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" h="1">
                    <a:moveTo>
                      <a:pt x="0" y="0"/>
                    </a:moveTo>
                    <a:lnTo>
                      <a:pt x="420" y="0"/>
                    </a:lnTo>
                    <a:lnTo>
                      <a:pt x="42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Freeform 96">
                <a:extLst>
                  <a:ext uri="{FF2B5EF4-FFF2-40B4-BE49-F238E27FC236}">
                    <a16:creationId xmlns:a16="http://schemas.microsoft.com/office/drawing/2014/main" id="{2AA672FA-EB16-25F1-250F-252730412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2395"/>
                <a:ext cx="14" cy="1"/>
              </a:xfrm>
              <a:custGeom>
                <a:avLst/>
                <a:gdLst>
                  <a:gd name="T0" fmla="*/ 0 w 44"/>
                  <a:gd name="T1" fmla="*/ 0 h 1"/>
                  <a:gd name="T2" fmla="*/ 0 w 44"/>
                  <a:gd name="T3" fmla="*/ 0 h 1"/>
                  <a:gd name="T4" fmla="*/ 0 w 4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"/>
                  <a:gd name="T10" fmla="*/ 0 h 1"/>
                  <a:gd name="T11" fmla="*/ 44 w 4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" h="1">
                    <a:moveTo>
                      <a:pt x="0" y="0"/>
                    </a:moveTo>
                    <a:lnTo>
                      <a:pt x="42" y="0"/>
                    </a:lnTo>
                    <a:lnTo>
                      <a:pt x="4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Freeform 97">
                <a:extLst>
                  <a:ext uri="{FF2B5EF4-FFF2-40B4-BE49-F238E27FC236}">
                    <a16:creationId xmlns:a16="http://schemas.microsoft.com/office/drawing/2014/main" id="{8DB4AD1F-A075-16B7-C6D8-609DCFE99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2395"/>
                <a:ext cx="504" cy="1"/>
              </a:xfrm>
              <a:custGeom>
                <a:avLst/>
                <a:gdLst>
                  <a:gd name="T0" fmla="*/ 0 w 1513"/>
                  <a:gd name="T1" fmla="*/ 0 h 1"/>
                  <a:gd name="T2" fmla="*/ 0 w 1513"/>
                  <a:gd name="T3" fmla="*/ 0 h 1"/>
                  <a:gd name="T4" fmla="*/ 0 w 151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13"/>
                  <a:gd name="T10" fmla="*/ 0 h 1"/>
                  <a:gd name="T11" fmla="*/ 1513 w 151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3" h="1">
                    <a:moveTo>
                      <a:pt x="0" y="0"/>
                    </a:moveTo>
                    <a:lnTo>
                      <a:pt x="1511" y="0"/>
                    </a:lnTo>
                    <a:lnTo>
                      <a:pt x="151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Freeform 98">
                <a:extLst>
                  <a:ext uri="{FF2B5EF4-FFF2-40B4-BE49-F238E27FC236}">
                    <a16:creationId xmlns:a16="http://schemas.microsoft.com/office/drawing/2014/main" id="{AFF8830B-ED09-47DB-0884-1C6831946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2" y="2395"/>
                <a:ext cx="22" cy="1"/>
              </a:xfrm>
              <a:custGeom>
                <a:avLst/>
                <a:gdLst>
                  <a:gd name="T0" fmla="*/ 0 w 67"/>
                  <a:gd name="T1" fmla="*/ 0 h 1"/>
                  <a:gd name="T2" fmla="*/ 0 w 67"/>
                  <a:gd name="T3" fmla="*/ 0 h 1"/>
                  <a:gd name="T4" fmla="*/ 0 w 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7"/>
                  <a:gd name="T10" fmla="*/ 0 h 1"/>
                  <a:gd name="T11" fmla="*/ 67 w 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" h="1">
                    <a:moveTo>
                      <a:pt x="0" y="0"/>
                    </a:moveTo>
                    <a:lnTo>
                      <a:pt x="65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Freeform 99">
                <a:extLst>
                  <a:ext uri="{FF2B5EF4-FFF2-40B4-BE49-F238E27FC236}">
                    <a16:creationId xmlns:a16="http://schemas.microsoft.com/office/drawing/2014/main" id="{267BE674-9121-9F10-5B02-4C6EEA9BD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4" y="2395"/>
                <a:ext cx="400" cy="1"/>
              </a:xfrm>
              <a:custGeom>
                <a:avLst/>
                <a:gdLst>
                  <a:gd name="T0" fmla="*/ 0 w 1200"/>
                  <a:gd name="T1" fmla="*/ 0 h 1"/>
                  <a:gd name="T2" fmla="*/ 0 w 1200"/>
                  <a:gd name="T3" fmla="*/ 0 h 1"/>
                  <a:gd name="T4" fmla="*/ 0 w 120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00"/>
                  <a:gd name="T10" fmla="*/ 0 h 1"/>
                  <a:gd name="T11" fmla="*/ 1200 w 120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0" h="1">
                    <a:moveTo>
                      <a:pt x="0" y="0"/>
                    </a:moveTo>
                    <a:lnTo>
                      <a:pt x="1198" y="0"/>
                    </a:lnTo>
                    <a:lnTo>
                      <a:pt x="120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" name="Group 100">
              <a:extLst>
                <a:ext uri="{FF2B5EF4-FFF2-40B4-BE49-F238E27FC236}">
                  <a16:creationId xmlns:a16="http://schemas.microsoft.com/office/drawing/2014/main" id="{721375DE-FA3B-5D7C-582F-D44751FCB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2945"/>
              <a:ext cx="1" cy="792"/>
              <a:chOff x="4558" y="2008"/>
              <a:chExt cx="1" cy="792"/>
            </a:xfrm>
          </p:grpSpPr>
          <p:sp>
            <p:nvSpPr>
              <p:cNvPr id="88" name="Freeform 101">
                <a:extLst>
                  <a:ext uri="{FF2B5EF4-FFF2-40B4-BE49-F238E27FC236}">
                    <a16:creationId xmlns:a16="http://schemas.microsoft.com/office/drawing/2014/main" id="{F404BB82-66E3-8D0B-6DB2-662E894C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008"/>
                <a:ext cx="1" cy="152"/>
              </a:xfrm>
              <a:custGeom>
                <a:avLst/>
                <a:gdLst>
                  <a:gd name="T0" fmla="*/ 0 w 1"/>
                  <a:gd name="T1" fmla="*/ 0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0"/>
                    </a:moveTo>
                    <a:lnTo>
                      <a:pt x="0" y="457"/>
                    </a:lnTo>
                    <a:lnTo>
                      <a:pt x="1" y="45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Freeform 102">
                <a:extLst>
                  <a:ext uri="{FF2B5EF4-FFF2-40B4-BE49-F238E27FC236}">
                    <a16:creationId xmlns:a16="http://schemas.microsoft.com/office/drawing/2014/main" id="{A65F7E3A-FAAA-937E-1F29-7933D26BA9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57"/>
                <a:ext cx="1" cy="143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0 h 429"/>
                  <a:gd name="T4" fmla="*/ 1 w 1"/>
                  <a:gd name="T5" fmla="*/ 0 h 4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29"/>
                  <a:gd name="T11" fmla="*/ 1 w 1"/>
                  <a:gd name="T12" fmla="*/ 429 h 4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Freeform 103">
                <a:extLst>
                  <a:ext uri="{FF2B5EF4-FFF2-40B4-BE49-F238E27FC236}">
                    <a16:creationId xmlns:a16="http://schemas.microsoft.com/office/drawing/2014/main" id="{E89403FF-C1C6-0A4B-FA13-7E0A3859C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591"/>
                <a:ext cx="1" cy="23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Freeform 104">
                <a:extLst>
                  <a:ext uri="{FF2B5EF4-FFF2-40B4-BE49-F238E27FC236}">
                    <a16:creationId xmlns:a16="http://schemas.microsoft.com/office/drawing/2014/main" id="{CB3BBBA7-A070-4B19-2E77-C32A4049C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256"/>
                <a:ext cx="1" cy="303"/>
              </a:xfrm>
              <a:custGeom>
                <a:avLst/>
                <a:gdLst>
                  <a:gd name="T0" fmla="*/ 0 w 1"/>
                  <a:gd name="T1" fmla="*/ 0 h 909"/>
                  <a:gd name="T2" fmla="*/ 0 w 1"/>
                  <a:gd name="T3" fmla="*/ 0 h 909"/>
                  <a:gd name="T4" fmla="*/ 1 w 1"/>
                  <a:gd name="T5" fmla="*/ 0 h 90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09"/>
                  <a:gd name="T11" fmla="*/ 1 w 1"/>
                  <a:gd name="T12" fmla="*/ 909 h 9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09">
                    <a:moveTo>
                      <a:pt x="0" y="0"/>
                    </a:moveTo>
                    <a:lnTo>
                      <a:pt x="0" y="909"/>
                    </a:lnTo>
                    <a:lnTo>
                      <a:pt x="1" y="90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Freeform 105">
                <a:extLst>
                  <a:ext uri="{FF2B5EF4-FFF2-40B4-BE49-F238E27FC236}">
                    <a16:creationId xmlns:a16="http://schemas.microsoft.com/office/drawing/2014/main" id="{73F847A9-39B1-CD8E-31FD-5FB9FCF66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193"/>
                <a:ext cx="1" cy="19"/>
              </a:xfrm>
              <a:custGeom>
                <a:avLst/>
                <a:gdLst>
                  <a:gd name="T0" fmla="*/ 0 w 1"/>
                  <a:gd name="T1" fmla="*/ 0 h 55"/>
                  <a:gd name="T2" fmla="*/ 0 w 1"/>
                  <a:gd name="T3" fmla="*/ 0 h 55"/>
                  <a:gd name="T4" fmla="*/ 1 w 1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5"/>
                  <a:gd name="T11" fmla="*/ 1 w 1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5">
                    <a:moveTo>
                      <a:pt x="0" y="0"/>
                    </a:moveTo>
                    <a:lnTo>
                      <a:pt x="0" y="55"/>
                    </a:lnTo>
                    <a:lnTo>
                      <a:pt x="1" y="5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08" name="Group 106">
            <a:extLst>
              <a:ext uri="{FF2B5EF4-FFF2-40B4-BE49-F238E27FC236}">
                <a16:creationId xmlns:a16="http://schemas.microsoft.com/office/drawing/2014/main" id="{CB4B08E9-7666-F4D7-BE26-D8654FC54322}"/>
              </a:ext>
            </a:extLst>
          </p:cNvPr>
          <p:cNvGrpSpPr>
            <a:grpSpLocks/>
          </p:cNvGrpSpPr>
          <p:nvPr/>
        </p:nvGrpSpPr>
        <p:grpSpPr bwMode="auto">
          <a:xfrm>
            <a:off x="3323977" y="2827561"/>
            <a:ext cx="1673225" cy="2833687"/>
            <a:chOff x="594" y="1747"/>
            <a:chExt cx="1187" cy="2010"/>
          </a:xfrm>
        </p:grpSpPr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29FBDA31-153C-6B13-A885-9C21677DF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048"/>
              <a:ext cx="0" cy="6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7B0001CC-D800-6D09-A343-88EFD53D7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670"/>
              <a:ext cx="27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80B4D7E6-F1F1-EA94-95B4-58109441C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2658"/>
              <a:ext cx="0" cy="1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A5484AD2-E76F-48F0-90DF-1257D8A65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2834"/>
              <a:ext cx="4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111">
              <a:extLst>
                <a:ext uri="{FF2B5EF4-FFF2-40B4-BE49-F238E27FC236}">
                  <a16:creationId xmlns:a16="http://schemas.microsoft.com/office/drawing/2014/main" id="{898642B1-BD75-ADAD-E313-936056BAE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7" y="2670"/>
              <a:ext cx="0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Line 112">
              <a:extLst>
                <a:ext uri="{FF2B5EF4-FFF2-40B4-BE49-F238E27FC236}">
                  <a16:creationId xmlns:a16="http://schemas.microsoft.com/office/drawing/2014/main" id="{4778C6DF-6E60-EAE8-66E1-919106FF8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2669"/>
              <a:ext cx="2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113">
              <a:extLst>
                <a:ext uri="{FF2B5EF4-FFF2-40B4-BE49-F238E27FC236}">
                  <a16:creationId xmlns:a16="http://schemas.microsoft.com/office/drawing/2014/main" id="{4EEF975E-752D-DE24-5423-9E59EE76C2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6" y="2044"/>
              <a:ext cx="0" cy="6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114">
              <a:extLst>
                <a:ext uri="{FF2B5EF4-FFF2-40B4-BE49-F238E27FC236}">
                  <a16:creationId xmlns:a16="http://schemas.microsoft.com/office/drawing/2014/main" id="{94523179-A8F6-C311-D28F-D5C03AEB3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2" y="2050"/>
              <a:ext cx="2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116BEA5B-09CA-095B-7F82-2C6E4A314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2" y="1880"/>
              <a:ext cx="0" cy="1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86D8CF12-4C7F-37AC-3517-6773EFF64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1880"/>
              <a:ext cx="4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75418903-DC69-8DDC-3E14-AFEFEB8C2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5" y="1880"/>
              <a:ext cx="0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B5074C91-33E7-C7B3-FD65-2AA76A098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" y="2048"/>
              <a:ext cx="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Oval 119">
              <a:extLst>
                <a:ext uri="{FF2B5EF4-FFF2-40B4-BE49-F238E27FC236}">
                  <a16:creationId xmlns:a16="http://schemas.microsoft.com/office/drawing/2014/main" id="{5370683B-C53B-A62E-2083-6EF814CE6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3119"/>
              <a:ext cx="461" cy="43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Rectangle 120">
              <a:extLst>
                <a:ext uri="{FF2B5EF4-FFF2-40B4-BE49-F238E27FC236}">
                  <a16:creationId xmlns:a16="http://schemas.microsoft.com/office/drawing/2014/main" id="{0EDDEDFC-241D-615D-2FD9-470988401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3018"/>
              <a:ext cx="994" cy="62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Freeform 121">
              <a:extLst>
                <a:ext uri="{FF2B5EF4-FFF2-40B4-BE49-F238E27FC236}">
                  <a16:creationId xmlns:a16="http://schemas.microsoft.com/office/drawing/2014/main" id="{29D1D1B2-3FA6-CD3D-30E4-31C9C90D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043"/>
              <a:ext cx="469" cy="92"/>
            </a:xfrm>
            <a:custGeom>
              <a:avLst/>
              <a:gdLst>
                <a:gd name="T0" fmla="*/ 0 w 469"/>
                <a:gd name="T1" fmla="*/ 0 h 92"/>
                <a:gd name="T2" fmla="*/ 134 w 469"/>
                <a:gd name="T3" fmla="*/ 70 h 92"/>
                <a:gd name="T4" fmla="*/ 234 w 469"/>
                <a:gd name="T5" fmla="*/ 92 h 92"/>
                <a:gd name="T6" fmla="*/ 334 w 469"/>
                <a:gd name="T7" fmla="*/ 70 h 92"/>
                <a:gd name="T8" fmla="*/ 469 w 469"/>
                <a:gd name="T9" fmla="*/ 0 h 92"/>
                <a:gd name="T10" fmla="*/ 469 w 469"/>
                <a:gd name="T11" fmla="*/ 0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9"/>
                <a:gd name="T19" fmla="*/ 0 h 92"/>
                <a:gd name="T20" fmla="*/ 469 w 469"/>
                <a:gd name="T21" fmla="*/ 92 h 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9" h="92">
                  <a:moveTo>
                    <a:pt x="0" y="0"/>
                  </a:moveTo>
                  <a:lnTo>
                    <a:pt x="134" y="70"/>
                  </a:lnTo>
                  <a:lnTo>
                    <a:pt x="234" y="92"/>
                  </a:lnTo>
                  <a:lnTo>
                    <a:pt x="334" y="70"/>
                  </a:lnTo>
                  <a:lnTo>
                    <a:pt x="469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2DE8D6C0-9439-E66F-3B9C-86C5B1987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580"/>
              <a:ext cx="468" cy="90"/>
            </a:xfrm>
            <a:custGeom>
              <a:avLst/>
              <a:gdLst>
                <a:gd name="T0" fmla="*/ 468 w 468"/>
                <a:gd name="T1" fmla="*/ 90 h 90"/>
                <a:gd name="T2" fmla="*/ 334 w 468"/>
                <a:gd name="T3" fmla="*/ 22 h 90"/>
                <a:gd name="T4" fmla="*/ 234 w 468"/>
                <a:gd name="T5" fmla="*/ 0 h 90"/>
                <a:gd name="T6" fmla="*/ 123 w 468"/>
                <a:gd name="T7" fmla="*/ 22 h 90"/>
                <a:gd name="T8" fmla="*/ 0 w 468"/>
                <a:gd name="T9" fmla="*/ 90 h 90"/>
                <a:gd name="T10" fmla="*/ 0 w 468"/>
                <a:gd name="T11" fmla="*/ 90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8"/>
                <a:gd name="T19" fmla="*/ 0 h 90"/>
                <a:gd name="T20" fmla="*/ 468 w 468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8" h="90">
                  <a:moveTo>
                    <a:pt x="468" y="90"/>
                  </a:moveTo>
                  <a:lnTo>
                    <a:pt x="334" y="22"/>
                  </a:lnTo>
                  <a:lnTo>
                    <a:pt x="234" y="0"/>
                  </a:lnTo>
                  <a:lnTo>
                    <a:pt x="123" y="22"/>
                  </a:lnTo>
                  <a:lnTo>
                    <a:pt x="0" y="9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5" name="Group 123">
              <a:extLst>
                <a:ext uri="{FF2B5EF4-FFF2-40B4-BE49-F238E27FC236}">
                  <a16:creationId xmlns:a16="http://schemas.microsoft.com/office/drawing/2014/main" id="{889F4E76-3A4E-A611-4259-FAEE856CF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" y="3332"/>
              <a:ext cx="1187" cy="1"/>
              <a:chOff x="617" y="2395"/>
              <a:chExt cx="1187" cy="1"/>
            </a:xfrm>
          </p:grpSpPr>
          <p:sp>
            <p:nvSpPr>
              <p:cNvPr id="142" name="Freeform 124">
                <a:extLst>
                  <a:ext uri="{FF2B5EF4-FFF2-40B4-BE49-F238E27FC236}">
                    <a16:creationId xmlns:a16="http://schemas.microsoft.com/office/drawing/2014/main" id="{EEAEC8E6-8CBA-4D29-E7BF-DBC851D3D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" y="2395"/>
                <a:ext cx="204" cy="1"/>
              </a:xfrm>
              <a:custGeom>
                <a:avLst/>
                <a:gdLst>
                  <a:gd name="T0" fmla="*/ 0 w 611"/>
                  <a:gd name="T1" fmla="*/ 0 h 1"/>
                  <a:gd name="T2" fmla="*/ 0 w 611"/>
                  <a:gd name="T3" fmla="*/ 0 h 1"/>
                  <a:gd name="T4" fmla="*/ 0 w 61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11"/>
                  <a:gd name="T10" fmla="*/ 0 h 1"/>
                  <a:gd name="T11" fmla="*/ 611 w 61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11" h="1">
                    <a:moveTo>
                      <a:pt x="0" y="0"/>
                    </a:moveTo>
                    <a:lnTo>
                      <a:pt x="609" y="0"/>
                    </a:lnTo>
                    <a:lnTo>
                      <a:pt x="61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Freeform 125">
                <a:extLst>
                  <a:ext uri="{FF2B5EF4-FFF2-40B4-BE49-F238E27FC236}">
                    <a16:creationId xmlns:a16="http://schemas.microsoft.com/office/drawing/2014/main" id="{A7EADD2F-15BB-1624-DF6E-B741BBFA7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" y="2395"/>
                <a:ext cx="20" cy="1"/>
              </a:xfrm>
              <a:custGeom>
                <a:avLst/>
                <a:gdLst>
                  <a:gd name="T0" fmla="*/ 0 w 62"/>
                  <a:gd name="T1" fmla="*/ 0 h 1"/>
                  <a:gd name="T2" fmla="*/ 0 w 62"/>
                  <a:gd name="T3" fmla="*/ 0 h 1"/>
                  <a:gd name="T4" fmla="*/ 0 w 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"/>
                  <a:gd name="T11" fmla="*/ 62 w 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Freeform 126">
                <a:extLst>
                  <a:ext uri="{FF2B5EF4-FFF2-40B4-BE49-F238E27FC236}">
                    <a16:creationId xmlns:a16="http://schemas.microsoft.com/office/drawing/2014/main" id="{A5230E81-BFCF-3F28-0873-8B5FD69AE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2395"/>
                <a:ext cx="602" cy="1"/>
              </a:xfrm>
              <a:custGeom>
                <a:avLst/>
                <a:gdLst>
                  <a:gd name="T0" fmla="*/ 0 w 1806"/>
                  <a:gd name="T1" fmla="*/ 0 h 1"/>
                  <a:gd name="T2" fmla="*/ 0 w 1806"/>
                  <a:gd name="T3" fmla="*/ 0 h 1"/>
                  <a:gd name="T4" fmla="*/ 0 w 180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06"/>
                  <a:gd name="T10" fmla="*/ 0 h 1"/>
                  <a:gd name="T11" fmla="*/ 1806 w 180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6" h="1">
                    <a:moveTo>
                      <a:pt x="0" y="0"/>
                    </a:moveTo>
                    <a:lnTo>
                      <a:pt x="1805" y="0"/>
                    </a:lnTo>
                    <a:lnTo>
                      <a:pt x="180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Freeform 127">
                <a:extLst>
                  <a:ext uri="{FF2B5EF4-FFF2-40B4-BE49-F238E27FC236}">
                    <a16:creationId xmlns:a16="http://schemas.microsoft.com/office/drawing/2014/main" id="{AB89A7B6-CBA2-51A1-7E8A-A5A33F3D7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395"/>
                <a:ext cx="21" cy="1"/>
              </a:xfrm>
              <a:custGeom>
                <a:avLst/>
                <a:gdLst>
                  <a:gd name="T0" fmla="*/ 0 w 62"/>
                  <a:gd name="T1" fmla="*/ 0 h 1"/>
                  <a:gd name="T2" fmla="*/ 0 w 62"/>
                  <a:gd name="T3" fmla="*/ 0 h 1"/>
                  <a:gd name="T4" fmla="*/ 0 w 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"/>
                  <a:gd name="T11" fmla="*/ 62 w 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Freeform 128">
                <a:extLst>
                  <a:ext uri="{FF2B5EF4-FFF2-40B4-BE49-F238E27FC236}">
                    <a16:creationId xmlns:a16="http://schemas.microsoft.com/office/drawing/2014/main" id="{8F3575AD-27AF-E331-BDF0-B27800DA4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2395"/>
                <a:ext cx="190" cy="1"/>
              </a:xfrm>
              <a:custGeom>
                <a:avLst/>
                <a:gdLst>
                  <a:gd name="T0" fmla="*/ 0 w 568"/>
                  <a:gd name="T1" fmla="*/ 0 h 1"/>
                  <a:gd name="T2" fmla="*/ 0 w 568"/>
                  <a:gd name="T3" fmla="*/ 0 h 1"/>
                  <a:gd name="T4" fmla="*/ 0 w 56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8"/>
                  <a:gd name="T10" fmla="*/ 0 h 1"/>
                  <a:gd name="T11" fmla="*/ 568 w 56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8" h="1">
                    <a:moveTo>
                      <a:pt x="0" y="0"/>
                    </a:moveTo>
                    <a:lnTo>
                      <a:pt x="566" y="0"/>
                    </a:lnTo>
                    <a:lnTo>
                      <a:pt x="56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6" name="Group 129">
              <a:extLst>
                <a:ext uri="{FF2B5EF4-FFF2-40B4-BE49-F238E27FC236}">
                  <a16:creationId xmlns:a16="http://schemas.microsoft.com/office/drawing/2014/main" id="{324975D1-8F7A-B982-C2DE-83C1404A4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2925"/>
              <a:ext cx="1" cy="832"/>
              <a:chOff x="1211" y="1988"/>
              <a:chExt cx="1" cy="832"/>
            </a:xfrm>
          </p:grpSpPr>
          <p:sp>
            <p:nvSpPr>
              <p:cNvPr id="139" name="Freeform 130">
                <a:extLst>
                  <a:ext uri="{FF2B5EF4-FFF2-40B4-BE49-F238E27FC236}">
                    <a16:creationId xmlns:a16="http://schemas.microsoft.com/office/drawing/2014/main" id="{C9764458-13E5-69F1-D558-1C4631471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988"/>
                <a:ext cx="1" cy="251"/>
              </a:xfrm>
              <a:custGeom>
                <a:avLst/>
                <a:gdLst>
                  <a:gd name="T0" fmla="*/ 0 w 1"/>
                  <a:gd name="T1" fmla="*/ 0 h 752"/>
                  <a:gd name="T2" fmla="*/ 0 w 1"/>
                  <a:gd name="T3" fmla="*/ 0 h 752"/>
                  <a:gd name="T4" fmla="*/ 1 w 1"/>
                  <a:gd name="T5" fmla="*/ 0 h 7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52"/>
                  <a:gd name="T11" fmla="*/ 1 w 1"/>
                  <a:gd name="T12" fmla="*/ 752 h 7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52">
                    <a:moveTo>
                      <a:pt x="0" y="0"/>
                    </a:moveTo>
                    <a:lnTo>
                      <a:pt x="0" y="752"/>
                    </a:lnTo>
                    <a:lnTo>
                      <a:pt x="1" y="752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31">
                <a:extLst>
                  <a:ext uri="{FF2B5EF4-FFF2-40B4-BE49-F238E27FC236}">
                    <a16:creationId xmlns:a16="http://schemas.microsoft.com/office/drawing/2014/main" id="{3AF70770-2249-F38E-FD57-75A608DA0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2339"/>
                <a:ext cx="1" cy="481"/>
              </a:xfrm>
              <a:custGeom>
                <a:avLst/>
                <a:gdLst>
                  <a:gd name="T0" fmla="*/ 0 w 1"/>
                  <a:gd name="T1" fmla="*/ 0 h 1443"/>
                  <a:gd name="T2" fmla="*/ 0 w 1"/>
                  <a:gd name="T3" fmla="*/ 0 h 1443"/>
                  <a:gd name="T4" fmla="*/ 1 w 1"/>
                  <a:gd name="T5" fmla="*/ 0 h 144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43"/>
                  <a:gd name="T11" fmla="*/ 1 w 1"/>
                  <a:gd name="T12" fmla="*/ 1443 h 14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43">
                    <a:moveTo>
                      <a:pt x="0" y="0"/>
                    </a:moveTo>
                    <a:lnTo>
                      <a:pt x="0" y="1443"/>
                    </a:lnTo>
                    <a:lnTo>
                      <a:pt x="1" y="144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132">
                <a:extLst>
                  <a:ext uri="{FF2B5EF4-FFF2-40B4-BE49-F238E27FC236}">
                    <a16:creationId xmlns:a16="http://schemas.microsoft.com/office/drawing/2014/main" id="{F1E75576-C269-E3DD-A3F3-4C8ADD9D1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2279"/>
                <a:ext cx="1" cy="20"/>
              </a:xfrm>
              <a:custGeom>
                <a:avLst/>
                <a:gdLst>
                  <a:gd name="T0" fmla="*/ 0 w 1"/>
                  <a:gd name="T1" fmla="*/ 0 h 61"/>
                  <a:gd name="T2" fmla="*/ 0 w 1"/>
                  <a:gd name="T3" fmla="*/ 0 h 61"/>
                  <a:gd name="T4" fmla="*/ 1 w 1"/>
                  <a:gd name="T5" fmla="*/ 0 h 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1"/>
                  <a:gd name="T11" fmla="*/ 1 w 1"/>
                  <a:gd name="T12" fmla="*/ 61 h 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1">
                    <a:moveTo>
                      <a:pt x="0" y="0"/>
                    </a:moveTo>
                    <a:lnTo>
                      <a:pt x="0" y="61"/>
                    </a:lnTo>
                    <a:lnTo>
                      <a:pt x="1" y="61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7" name="Group 133">
              <a:extLst>
                <a:ext uri="{FF2B5EF4-FFF2-40B4-BE49-F238E27FC236}">
                  <a16:creationId xmlns:a16="http://schemas.microsoft.com/office/drawing/2014/main" id="{8B8ABE16-0966-ED7F-33CC-7F7FB68B6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" y="2356"/>
              <a:ext cx="1182" cy="1"/>
              <a:chOff x="618" y="1265"/>
              <a:chExt cx="1182" cy="1"/>
            </a:xfrm>
          </p:grpSpPr>
          <p:sp>
            <p:nvSpPr>
              <p:cNvPr id="134" name="Freeform 134">
                <a:extLst>
                  <a:ext uri="{FF2B5EF4-FFF2-40B4-BE49-F238E27FC236}">
                    <a16:creationId xmlns:a16="http://schemas.microsoft.com/office/drawing/2014/main" id="{6358693D-95F9-500B-3ACA-33E5F3E1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" y="1265"/>
                <a:ext cx="317" cy="1"/>
              </a:xfrm>
              <a:custGeom>
                <a:avLst/>
                <a:gdLst>
                  <a:gd name="T0" fmla="*/ 0 w 951"/>
                  <a:gd name="T1" fmla="*/ 0 h 1"/>
                  <a:gd name="T2" fmla="*/ 0 w 951"/>
                  <a:gd name="T3" fmla="*/ 0 h 1"/>
                  <a:gd name="T4" fmla="*/ 0 w 95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51"/>
                  <a:gd name="T10" fmla="*/ 0 h 1"/>
                  <a:gd name="T11" fmla="*/ 951 w 95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51" h="1">
                    <a:moveTo>
                      <a:pt x="0" y="0"/>
                    </a:moveTo>
                    <a:lnTo>
                      <a:pt x="950" y="0"/>
                    </a:lnTo>
                    <a:lnTo>
                      <a:pt x="95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135">
                <a:extLst>
                  <a:ext uri="{FF2B5EF4-FFF2-40B4-BE49-F238E27FC236}">
                    <a16:creationId xmlns:a16="http://schemas.microsoft.com/office/drawing/2014/main" id="{0C3BF365-EFB4-5AAC-1ABF-E95751855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8" y="1265"/>
                <a:ext cx="411" cy="1"/>
              </a:xfrm>
              <a:custGeom>
                <a:avLst/>
                <a:gdLst>
                  <a:gd name="T0" fmla="*/ 0 w 1234"/>
                  <a:gd name="T1" fmla="*/ 0 h 1"/>
                  <a:gd name="T2" fmla="*/ 0 w 1234"/>
                  <a:gd name="T3" fmla="*/ 0 h 1"/>
                  <a:gd name="T4" fmla="*/ 0 w 123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34"/>
                  <a:gd name="T10" fmla="*/ 0 h 1"/>
                  <a:gd name="T11" fmla="*/ 1234 w 123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34" h="1">
                    <a:moveTo>
                      <a:pt x="0" y="0"/>
                    </a:moveTo>
                    <a:lnTo>
                      <a:pt x="1232" y="0"/>
                    </a:lnTo>
                    <a:lnTo>
                      <a:pt x="123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136">
                <a:extLst>
                  <a:ext uri="{FF2B5EF4-FFF2-40B4-BE49-F238E27FC236}">
                    <a16:creationId xmlns:a16="http://schemas.microsoft.com/office/drawing/2014/main" id="{45D73C91-C0AB-EE88-A321-C7A427635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265"/>
                <a:ext cx="24" cy="1"/>
              </a:xfrm>
              <a:custGeom>
                <a:avLst/>
                <a:gdLst>
                  <a:gd name="T0" fmla="*/ 0 w 70"/>
                  <a:gd name="T1" fmla="*/ 0 h 1"/>
                  <a:gd name="T2" fmla="*/ 0 w 70"/>
                  <a:gd name="T3" fmla="*/ 0 h 1"/>
                  <a:gd name="T4" fmla="*/ 0 w 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0"/>
                  <a:gd name="T10" fmla="*/ 0 h 1"/>
                  <a:gd name="T11" fmla="*/ 70 w 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0" h="1">
                    <a:moveTo>
                      <a:pt x="0" y="0"/>
                    </a:moveTo>
                    <a:lnTo>
                      <a:pt x="68" y="0"/>
                    </a:lnTo>
                    <a:lnTo>
                      <a:pt x="7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137">
                <a:extLst>
                  <a:ext uri="{FF2B5EF4-FFF2-40B4-BE49-F238E27FC236}">
                    <a16:creationId xmlns:a16="http://schemas.microsoft.com/office/drawing/2014/main" id="{2943C9D1-FA71-AF8C-E506-FD8357173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265"/>
                <a:ext cx="261" cy="1"/>
              </a:xfrm>
              <a:custGeom>
                <a:avLst/>
                <a:gdLst>
                  <a:gd name="T0" fmla="*/ 0 w 783"/>
                  <a:gd name="T1" fmla="*/ 0 h 1"/>
                  <a:gd name="T2" fmla="*/ 0 w 783"/>
                  <a:gd name="T3" fmla="*/ 0 h 1"/>
                  <a:gd name="T4" fmla="*/ 0 w 7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3"/>
                  <a:gd name="T10" fmla="*/ 0 h 1"/>
                  <a:gd name="T11" fmla="*/ 783 w 7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3" h="1">
                    <a:moveTo>
                      <a:pt x="0" y="0"/>
                    </a:moveTo>
                    <a:lnTo>
                      <a:pt x="782" y="0"/>
                    </a:lnTo>
                    <a:lnTo>
                      <a:pt x="78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38">
                <a:extLst>
                  <a:ext uri="{FF2B5EF4-FFF2-40B4-BE49-F238E27FC236}">
                    <a16:creationId xmlns:a16="http://schemas.microsoft.com/office/drawing/2014/main" id="{E2DEA0EA-FA31-C0D3-9169-F8F2DC14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" y="1265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0 w 71"/>
                  <a:gd name="T3" fmla="*/ 0 h 1"/>
                  <a:gd name="T4" fmla="*/ 0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69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8" name="Group 139">
              <a:extLst>
                <a:ext uri="{FF2B5EF4-FFF2-40B4-BE49-F238E27FC236}">
                  <a16:creationId xmlns:a16="http://schemas.microsoft.com/office/drawing/2014/main" id="{E1888C95-13EF-4885-BC37-26975EDC4E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1747"/>
              <a:ext cx="1" cy="1201"/>
              <a:chOff x="1211" y="656"/>
              <a:chExt cx="1" cy="1201"/>
            </a:xfrm>
          </p:grpSpPr>
          <p:sp>
            <p:nvSpPr>
              <p:cNvPr id="129" name="Freeform 140">
                <a:extLst>
                  <a:ext uri="{FF2B5EF4-FFF2-40B4-BE49-F238E27FC236}">
                    <a16:creationId xmlns:a16="http://schemas.microsoft.com/office/drawing/2014/main" id="{92098B23-F317-FEE9-3F0C-B11F8F177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656"/>
                <a:ext cx="1" cy="242"/>
              </a:xfrm>
              <a:custGeom>
                <a:avLst/>
                <a:gdLst>
                  <a:gd name="T0" fmla="*/ 0 w 1"/>
                  <a:gd name="T1" fmla="*/ 0 h 726"/>
                  <a:gd name="T2" fmla="*/ 0 w 1"/>
                  <a:gd name="T3" fmla="*/ 0 h 726"/>
                  <a:gd name="T4" fmla="*/ 1 w 1"/>
                  <a:gd name="T5" fmla="*/ 0 h 72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26"/>
                  <a:gd name="T11" fmla="*/ 1 w 1"/>
                  <a:gd name="T12" fmla="*/ 726 h 7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26">
                    <a:moveTo>
                      <a:pt x="0" y="0"/>
                    </a:moveTo>
                    <a:lnTo>
                      <a:pt x="0" y="726"/>
                    </a:lnTo>
                    <a:lnTo>
                      <a:pt x="1" y="726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141">
                <a:extLst>
                  <a:ext uri="{FF2B5EF4-FFF2-40B4-BE49-F238E27FC236}">
                    <a16:creationId xmlns:a16="http://schemas.microsoft.com/office/drawing/2014/main" id="{0951E530-737F-4D30-9372-302EF22AE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602"/>
                <a:ext cx="1" cy="19"/>
              </a:xfrm>
              <a:custGeom>
                <a:avLst/>
                <a:gdLst>
                  <a:gd name="T0" fmla="*/ 0 w 1"/>
                  <a:gd name="T1" fmla="*/ 0 h 58"/>
                  <a:gd name="T2" fmla="*/ 0 w 1"/>
                  <a:gd name="T3" fmla="*/ 0 h 58"/>
                  <a:gd name="T4" fmla="*/ 1 w 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"/>
                  <a:gd name="T11" fmla="*/ 1 w 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">
                    <a:moveTo>
                      <a:pt x="0" y="0"/>
                    </a:moveTo>
                    <a:lnTo>
                      <a:pt x="0" y="58"/>
                    </a:lnTo>
                    <a:lnTo>
                      <a:pt x="1" y="5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Freeform 142">
                <a:extLst>
                  <a:ext uri="{FF2B5EF4-FFF2-40B4-BE49-F238E27FC236}">
                    <a16:creationId xmlns:a16="http://schemas.microsoft.com/office/drawing/2014/main" id="{47141D27-659F-DE6A-4CFA-88C3DF3DB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981"/>
                <a:ext cx="1" cy="591"/>
              </a:xfrm>
              <a:custGeom>
                <a:avLst/>
                <a:gdLst>
                  <a:gd name="T0" fmla="*/ 0 w 1"/>
                  <a:gd name="T1" fmla="*/ 0 h 1774"/>
                  <a:gd name="T2" fmla="*/ 0 w 1"/>
                  <a:gd name="T3" fmla="*/ 0 h 1774"/>
                  <a:gd name="T4" fmla="*/ 1 w 1"/>
                  <a:gd name="T5" fmla="*/ 0 h 17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74"/>
                  <a:gd name="T11" fmla="*/ 1 w 1"/>
                  <a:gd name="T12" fmla="*/ 1774 h 17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74">
                    <a:moveTo>
                      <a:pt x="0" y="0"/>
                    </a:moveTo>
                    <a:lnTo>
                      <a:pt x="0" y="1774"/>
                    </a:lnTo>
                    <a:lnTo>
                      <a:pt x="1" y="177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143">
                <a:extLst>
                  <a:ext uri="{FF2B5EF4-FFF2-40B4-BE49-F238E27FC236}">
                    <a16:creationId xmlns:a16="http://schemas.microsoft.com/office/drawing/2014/main" id="{9CC43AD8-7E99-036C-7BC5-799F5144C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925"/>
                <a:ext cx="1" cy="23"/>
              </a:xfrm>
              <a:custGeom>
                <a:avLst/>
                <a:gdLst>
                  <a:gd name="T0" fmla="*/ 0 w 1"/>
                  <a:gd name="T1" fmla="*/ 0 h 69"/>
                  <a:gd name="T2" fmla="*/ 0 w 1"/>
                  <a:gd name="T3" fmla="*/ 0 h 69"/>
                  <a:gd name="T4" fmla="*/ 1 w 1"/>
                  <a:gd name="T5" fmla="*/ 0 h 6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"/>
                  <a:gd name="T11" fmla="*/ 1 w 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">
                    <a:moveTo>
                      <a:pt x="0" y="0"/>
                    </a:moveTo>
                    <a:lnTo>
                      <a:pt x="0" y="69"/>
                    </a:lnTo>
                    <a:lnTo>
                      <a:pt x="1" y="6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144">
                <a:extLst>
                  <a:ext uri="{FF2B5EF4-FFF2-40B4-BE49-F238E27FC236}">
                    <a16:creationId xmlns:a16="http://schemas.microsoft.com/office/drawing/2014/main" id="{BD8A8B31-3D2E-1F74-D2DF-570330F96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648"/>
                <a:ext cx="1" cy="209"/>
              </a:xfrm>
              <a:custGeom>
                <a:avLst/>
                <a:gdLst>
                  <a:gd name="T0" fmla="*/ 0 w 1"/>
                  <a:gd name="T1" fmla="*/ 0 h 628"/>
                  <a:gd name="T2" fmla="*/ 0 w 1"/>
                  <a:gd name="T3" fmla="*/ 0 h 628"/>
                  <a:gd name="T4" fmla="*/ 1 w 1"/>
                  <a:gd name="T5" fmla="*/ 0 h 62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28"/>
                  <a:gd name="T11" fmla="*/ 1 w 1"/>
                  <a:gd name="T12" fmla="*/ 628 h 6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28">
                    <a:moveTo>
                      <a:pt x="0" y="0"/>
                    </a:moveTo>
                    <a:lnTo>
                      <a:pt x="0" y="628"/>
                    </a:lnTo>
                    <a:lnTo>
                      <a:pt x="1" y="62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7" name="AutoShape 145" descr="信纸">
            <a:extLst>
              <a:ext uri="{FF2B5EF4-FFF2-40B4-BE49-F238E27FC236}">
                <a16:creationId xmlns:a16="http://schemas.microsoft.com/office/drawing/2014/main" id="{D2A235FB-3574-3F0A-578B-8D0CDC6E6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152" y="2818036"/>
            <a:ext cx="887412" cy="2316341"/>
          </a:xfrm>
          <a:prstGeom prst="wedgeRoundRectCallout">
            <a:avLst>
              <a:gd name="adj1" fmla="val 121199"/>
              <a:gd name="adj2" fmla="val -7806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交线为两条平面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曲线（椭圆）</a:t>
            </a:r>
          </a:p>
        </p:txBody>
      </p:sp>
      <p:grpSp>
        <p:nvGrpSpPr>
          <p:cNvPr id="148" name="Group 146">
            <a:extLst>
              <a:ext uri="{FF2B5EF4-FFF2-40B4-BE49-F238E27FC236}">
                <a16:creationId xmlns:a16="http://schemas.microsoft.com/office/drawing/2014/main" id="{4B8612B8-A3D3-79BE-AE61-C4AFCFD00A0F}"/>
              </a:ext>
            </a:extLst>
          </p:cNvPr>
          <p:cNvGrpSpPr>
            <a:grpSpLocks/>
          </p:cNvGrpSpPr>
          <p:nvPr/>
        </p:nvGrpSpPr>
        <p:grpSpPr bwMode="auto">
          <a:xfrm>
            <a:off x="3936752" y="5661248"/>
            <a:ext cx="7092950" cy="633413"/>
            <a:chOff x="1298" y="3697"/>
            <a:chExt cx="3178" cy="378"/>
          </a:xfrm>
        </p:grpSpPr>
        <p:sp>
          <p:nvSpPr>
            <p:cNvPr id="149" name="Text Box 147">
              <a:extLst>
                <a:ext uri="{FF2B5EF4-FFF2-40B4-BE49-F238E27FC236}">
                  <a16:creationId xmlns:a16="http://schemas.microsoft.com/office/drawing/2014/main" id="{360BF69F-455A-964D-8474-6906B0D51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3765"/>
              <a:ext cx="239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相贯线投影向大圆柱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轴线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弯曲</a:t>
              </a:r>
            </a:p>
          </p:txBody>
        </p:sp>
        <p:sp>
          <p:nvSpPr>
            <p:cNvPr id="150" name="AutoShape 148">
              <a:extLst>
                <a:ext uri="{FF2B5EF4-FFF2-40B4-BE49-F238E27FC236}">
                  <a16:creationId xmlns:a16="http://schemas.microsoft.com/office/drawing/2014/main" id="{84D34240-4AE6-6CAC-6FC1-2B8EAD2C2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3697"/>
              <a:ext cx="516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6950 h 21600"/>
                <a:gd name="T20" fmla="*/ 174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30" y="0"/>
                  </a:moveTo>
                  <a:lnTo>
                    <a:pt x="9460" y="7200"/>
                  </a:lnTo>
                  <a:lnTo>
                    <a:pt x="13665" y="7200"/>
                  </a:lnTo>
                  <a:lnTo>
                    <a:pt x="13665" y="16968"/>
                  </a:lnTo>
                  <a:lnTo>
                    <a:pt x="0" y="16968"/>
                  </a:lnTo>
                  <a:lnTo>
                    <a:pt x="0" y="21600"/>
                  </a:lnTo>
                  <a:lnTo>
                    <a:pt x="17395" y="21600"/>
                  </a:lnTo>
                  <a:lnTo>
                    <a:pt x="17395" y="7200"/>
                  </a:lnTo>
                  <a:lnTo>
                    <a:pt x="21600" y="7200"/>
                  </a:lnTo>
                  <a:lnTo>
                    <a:pt x="1553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" name="AutoShape 149">
              <a:extLst>
                <a:ext uri="{FF2B5EF4-FFF2-40B4-BE49-F238E27FC236}">
                  <a16:creationId xmlns:a16="http://schemas.microsoft.com/office/drawing/2014/main" id="{FEDD2D2D-17A9-DA4D-E39B-16861901C5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8" y="3697"/>
              <a:ext cx="516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6950 h 21600"/>
                <a:gd name="T20" fmla="*/ 174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30" y="0"/>
                  </a:moveTo>
                  <a:lnTo>
                    <a:pt x="9460" y="7200"/>
                  </a:lnTo>
                  <a:lnTo>
                    <a:pt x="13665" y="7200"/>
                  </a:lnTo>
                  <a:lnTo>
                    <a:pt x="13665" y="16968"/>
                  </a:lnTo>
                  <a:lnTo>
                    <a:pt x="0" y="16968"/>
                  </a:lnTo>
                  <a:lnTo>
                    <a:pt x="0" y="21600"/>
                  </a:lnTo>
                  <a:lnTo>
                    <a:pt x="17395" y="21600"/>
                  </a:lnTo>
                  <a:lnTo>
                    <a:pt x="17395" y="7200"/>
                  </a:lnTo>
                  <a:lnTo>
                    <a:pt x="21600" y="7200"/>
                  </a:lnTo>
                  <a:lnTo>
                    <a:pt x="1553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52" name="Picture 151">
            <a:extLst>
              <a:ext uri="{FF2B5EF4-FFF2-40B4-BE49-F238E27FC236}">
                <a16:creationId xmlns:a16="http://schemas.microsoft.com/office/drawing/2014/main" id="{FD2B4113-1BE6-0534-22F6-3F1318529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689" y="1233711"/>
            <a:ext cx="1763713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375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FA99-4D79-9DF0-2C06-3862D427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274403D-2666-4645-B6EF-15F2702D7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BF4125A5-E1A2-9096-97E2-F6AB72210B9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CA93C54A-8E95-C114-E3BE-8F9A62B6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745" y="1482152"/>
            <a:ext cx="9712138" cy="25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蒙日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G.Monge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若两个二次曲面同切于第三个二次曲面，则这两个二次曲面的交线为平面曲线。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kumimoji="0"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轴线相交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的回转面同</a:t>
            </a:r>
            <a:r>
              <a:rPr kumimoji="0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切于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0"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圆球面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时，则这两个回转面的交线为</a:t>
            </a:r>
            <a:r>
              <a:rPr kumimoji="0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椭圆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（平面曲线）。其积聚性的投影为这两个回转面轮廓线的交点对连。</a:t>
            </a:r>
          </a:p>
        </p:txBody>
      </p:sp>
    </p:spTree>
    <p:extLst>
      <p:ext uri="{BB962C8B-B14F-4D97-AF65-F5344CB8AC3E}">
        <p14:creationId xmlns:p14="http://schemas.microsoft.com/office/powerpoint/2010/main" val="342529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9993-3DCE-8F75-FECE-49DF3630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F5EB9D4-3C3D-2D65-A4FE-3E48CF177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3DFD9B4-40A7-B78C-9CFC-11EC9C82127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C3293D-80F9-7348-3F22-17003655C8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75" t="29503" r="49535" b="21199"/>
          <a:stretch/>
        </p:blipFill>
        <p:spPr>
          <a:xfrm>
            <a:off x="9189374" y="5018905"/>
            <a:ext cx="871538" cy="16668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168F077-D637-4186-1122-BA45B03F1BBF}"/>
              </a:ext>
            </a:extLst>
          </p:cNvPr>
          <p:cNvGrpSpPr/>
          <p:nvPr/>
        </p:nvGrpSpPr>
        <p:grpSpPr>
          <a:xfrm>
            <a:off x="9194608" y="3587493"/>
            <a:ext cx="1942310" cy="909639"/>
            <a:chOff x="9315450" y="3267074"/>
            <a:chExt cx="1942310" cy="909639"/>
          </a:xfrm>
        </p:grpSpPr>
        <p:grpSp>
          <p:nvGrpSpPr>
            <p:cNvPr id="4" name="Group 19">
              <a:extLst>
                <a:ext uri="{FF2B5EF4-FFF2-40B4-BE49-F238E27FC236}">
                  <a16:creationId xmlns:a16="http://schemas.microsoft.com/office/drawing/2014/main" id="{C8FFC9E3-20A2-A7AB-A9F1-984095D264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95941" y="3376894"/>
              <a:ext cx="1790700" cy="723900"/>
              <a:chOff x="2264" y="2635"/>
              <a:chExt cx="1128" cy="456"/>
            </a:xfrm>
          </p:grpSpPr>
          <p:sp>
            <p:nvSpPr>
              <p:cNvPr id="9" name="Oval 20">
                <a:extLst>
                  <a:ext uri="{FF2B5EF4-FFF2-40B4-BE49-F238E27FC236}">
                    <a16:creationId xmlns:a16="http://schemas.microsoft.com/office/drawing/2014/main" id="{8FBB51AD-6D0E-D6C2-E066-82BBC2D4C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2635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Oval 22">
                <a:extLst>
                  <a:ext uri="{FF2B5EF4-FFF2-40B4-BE49-F238E27FC236}">
                    <a16:creationId xmlns:a16="http://schemas.microsoft.com/office/drawing/2014/main" id="{E0B838C3-D921-9785-7B83-936E32C70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6" y="2635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3056AB3-4646-7F9B-FAA6-DF77A55D25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5" t="29503" r="49535" b="21199"/>
            <a:stretch/>
          </p:blipFill>
          <p:spPr>
            <a:xfrm>
              <a:off x="9315450" y="3648075"/>
              <a:ext cx="871538" cy="16668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0C3A07A-910E-DE79-805D-17739A9D19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1" t="26770" r="41076" b="23697"/>
            <a:stretch/>
          </p:blipFill>
          <p:spPr>
            <a:xfrm rot="16200000">
              <a:off x="9286479" y="3638155"/>
              <a:ext cx="909639" cy="16747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F3C8BE7-1580-1C1C-5E9F-7F053380B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5" t="29503" r="49535" b="21199"/>
            <a:stretch/>
          </p:blipFill>
          <p:spPr>
            <a:xfrm>
              <a:off x="10386222" y="3648075"/>
              <a:ext cx="871538" cy="166688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312552E-2E1D-0686-365C-3B3F4F9F7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1" t="26770" r="41076" b="23697"/>
            <a:stretch/>
          </p:blipFill>
          <p:spPr>
            <a:xfrm rot="16200000">
              <a:off x="10357251" y="3638155"/>
              <a:ext cx="909639" cy="167478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7A0E7A5-4613-1A68-EE99-A743A20CB7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10" t="7761" r="41365" b="11253"/>
          <a:stretch/>
        </p:blipFill>
        <p:spPr>
          <a:xfrm>
            <a:off x="7084821" y="4459032"/>
            <a:ext cx="904875" cy="273827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3FCF73A-E349-D7D3-EDFF-AD957637CAE4}"/>
              </a:ext>
            </a:extLst>
          </p:cNvPr>
          <p:cNvGrpSpPr/>
          <p:nvPr/>
        </p:nvGrpSpPr>
        <p:grpSpPr>
          <a:xfrm>
            <a:off x="6445769" y="3519372"/>
            <a:ext cx="2040233" cy="1976297"/>
            <a:chOff x="6566611" y="3198953"/>
            <a:chExt cx="2040233" cy="1976297"/>
          </a:xfrm>
        </p:grpSpPr>
        <p:sp>
          <p:nvSpPr>
            <p:cNvPr id="13" name="Freeform 39">
              <a:extLst>
                <a:ext uri="{FF2B5EF4-FFF2-40B4-BE49-F238E27FC236}">
                  <a16:creationId xmlns:a16="http://schemas.microsoft.com/office/drawing/2014/main" id="{A2082AA5-B7DB-BEB3-6754-A99E913E0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3227" y="3321331"/>
              <a:ext cx="1933575" cy="1752600"/>
            </a:xfrm>
            <a:custGeom>
              <a:avLst/>
              <a:gdLst>
                <a:gd name="T0" fmla="*/ 204 w 1218"/>
                <a:gd name="T1" fmla="*/ 1104 h 1104"/>
                <a:gd name="T2" fmla="*/ 222 w 1218"/>
                <a:gd name="T3" fmla="*/ 1053 h 1104"/>
                <a:gd name="T4" fmla="*/ 177 w 1218"/>
                <a:gd name="T5" fmla="*/ 1074 h 1104"/>
                <a:gd name="T6" fmla="*/ 0 w 1218"/>
                <a:gd name="T7" fmla="*/ 657 h 1104"/>
                <a:gd name="T8" fmla="*/ 465 w 1218"/>
                <a:gd name="T9" fmla="*/ 450 h 1104"/>
                <a:gd name="T10" fmla="*/ 645 w 1218"/>
                <a:gd name="T11" fmla="*/ 0 h 1104"/>
                <a:gd name="T12" fmla="*/ 768 w 1218"/>
                <a:gd name="T13" fmla="*/ 318 h 1104"/>
                <a:gd name="T14" fmla="*/ 1038 w 1218"/>
                <a:gd name="T15" fmla="*/ 198 h 1104"/>
                <a:gd name="T16" fmla="*/ 1218 w 1218"/>
                <a:gd name="T17" fmla="*/ 615 h 1104"/>
                <a:gd name="T18" fmla="*/ 936 w 1218"/>
                <a:gd name="T19" fmla="*/ 744 h 1104"/>
                <a:gd name="T20" fmla="*/ 1080 w 1218"/>
                <a:gd name="T21" fmla="*/ 1101 h 1104"/>
                <a:gd name="T22" fmla="*/ 204 w 1218"/>
                <a:gd name="T23" fmla="*/ 1104 h 110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18" h="1104">
                  <a:moveTo>
                    <a:pt x="204" y="1104"/>
                  </a:moveTo>
                  <a:lnTo>
                    <a:pt x="222" y="1053"/>
                  </a:lnTo>
                  <a:lnTo>
                    <a:pt x="177" y="1074"/>
                  </a:lnTo>
                  <a:lnTo>
                    <a:pt x="0" y="657"/>
                  </a:lnTo>
                  <a:lnTo>
                    <a:pt x="465" y="450"/>
                  </a:lnTo>
                  <a:lnTo>
                    <a:pt x="645" y="0"/>
                  </a:lnTo>
                  <a:lnTo>
                    <a:pt x="768" y="318"/>
                  </a:lnTo>
                  <a:lnTo>
                    <a:pt x="1038" y="198"/>
                  </a:lnTo>
                  <a:lnTo>
                    <a:pt x="1218" y="615"/>
                  </a:lnTo>
                  <a:lnTo>
                    <a:pt x="936" y="744"/>
                  </a:lnTo>
                  <a:lnTo>
                    <a:pt x="1080" y="1101"/>
                  </a:lnTo>
                  <a:lnTo>
                    <a:pt x="204" y="110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1003AD0-0466-1E01-B147-A59EFB6BF2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96" t="26772" r="31887" b="22703"/>
            <a:stretch/>
          </p:blipFill>
          <p:spPr>
            <a:xfrm rot="5400000">
              <a:off x="6685518" y="4101684"/>
              <a:ext cx="1976297" cy="1708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12FA7D7-D9CF-F91B-E1FD-CF5AD98C69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87" t="26771" r="32561" b="20148"/>
            <a:stretch/>
          </p:blipFill>
          <p:spPr>
            <a:xfrm rot="20193186">
              <a:off x="6566611" y="4228979"/>
              <a:ext cx="2040233" cy="179477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47532B-CA0B-0AEF-80B6-887D98A2FFC3}"/>
              </a:ext>
            </a:extLst>
          </p:cNvPr>
          <p:cNvGrpSpPr/>
          <p:nvPr/>
        </p:nvGrpSpPr>
        <p:grpSpPr>
          <a:xfrm>
            <a:off x="3835207" y="3901818"/>
            <a:ext cx="2152766" cy="1403350"/>
            <a:chOff x="3956049" y="3581399"/>
            <a:chExt cx="2152766" cy="1403350"/>
          </a:xfrm>
        </p:grpSpPr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3AF79314-A493-BD57-8358-94E72C1795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6630" y="3707095"/>
              <a:ext cx="1981200" cy="1144588"/>
              <a:chOff x="432" y="2643"/>
              <a:chExt cx="1248" cy="721"/>
            </a:xfrm>
          </p:grpSpPr>
          <p:sp>
            <p:nvSpPr>
              <p:cNvPr id="23" name="Oval 4">
                <a:extLst>
                  <a:ext uri="{FF2B5EF4-FFF2-40B4-BE49-F238E27FC236}">
                    <a16:creationId xmlns:a16="http://schemas.microsoft.com/office/drawing/2014/main" id="{534BEC94-798F-3278-6499-95F0A4FD8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643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5">
                <a:extLst>
                  <a:ext uri="{FF2B5EF4-FFF2-40B4-BE49-F238E27FC236}">
                    <a16:creationId xmlns:a16="http://schemas.microsoft.com/office/drawing/2014/main" id="{973B35B0-68B9-EBEA-065B-C6AA21C63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2" y="2644"/>
                <a:ext cx="6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6">
                <a:extLst>
                  <a:ext uri="{FF2B5EF4-FFF2-40B4-BE49-F238E27FC236}">
                    <a16:creationId xmlns:a16="http://schemas.microsoft.com/office/drawing/2014/main" id="{498DD543-5FA3-0199-E5F0-43418F74A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100"/>
                <a:ext cx="1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7">
                <a:extLst>
                  <a:ext uri="{FF2B5EF4-FFF2-40B4-BE49-F238E27FC236}">
                    <a16:creationId xmlns:a16="http://schemas.microsoft.com/office/drawing/2014/main" id="{BF8F0CC2-60C6-8FC8-5641-58CA74EAF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864"/>
                <a:ext cx="0" cy="5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8">
                <a:extLst>
                  <a:ext uri="{FF2B5EF4-FFF2-40B4-BE49-F238E27FC236}">
                    <a16:creationId xmlns:a16="http://schemas.microsoft.com/office/drawing/2014/main" id="{C58C27EB-61A5-A2C0-98A4-653B80375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8" y="2864"/>
                <a:ext cx="0" cy="5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9">
                <a:extLst>
                  <a:ext uri="{FF2B5EF4-FFF2-40B4-BE49-F238E27FC236}">
                    <a16:creationId xmlns:a16="http://schemas.microsoft.com/office/drawing/2014/main" id="{31970D94-F2B3-8D3C-38C8-508EF3299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364"/>
                <a:ext cx="4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10">
                <a:extLst>
                  <a:ext uri="{FF2B5EF4-FFF2-40B4-BE49-F238E27FC236}">
                    <a16:creationId xmlns:a16="http://schemas.microsoft.com/office/drawing/2014/main" id="{FF5691C0-3544-448C-646E-423D5935B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8" y="2644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11">
                <a:extLst>
                  <a:ext uri="{FF2B5EF4-FFF2-40B4-BE49-F238E27FC236}">
                    <a16:creationId xmlns:a16="http://schemas.microsoft.com/office/drawing/2014/main" id="{699244A2-F90E-EDE2-D7D9-DE2EF97A3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100"/>
                <a:ext cx="0" cy="26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12">
                <a:extLst>
                  <a:ext uri="{FF2B5EF4-FFF2-40B4-BE49-F238E27FC236}">
                    <a16:creationId xmlns:a16="http://schemas.microsoft.com/office/drawing/2014/main" id="{569941AD-4408-E941-7E61-FD454905C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" y="2644"/>
                <a:ext cx="0" cy="45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3">
                <a:extLst>
                  <a:ext uri="{FF2B5EF4-FFF2-40B4-BE49-F238E27FC236}">
                    <a16:creationId xmlns:a16="http://schemas.microsoft.com/office/drawing/2014/main" id="{2486463F-784A-64BD-75CC-9FF3CBB74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8" y="3364"/>
                <a:ext cx="4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C61EE0C-BF3C-9485-F2CB-8B39595CC5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1" t="30445" r="41474" b="11251"/>
            <a:stretch/>
          </p:blipFill>
          <p:spPr>
            <a:xfrm>
              <a:off x="3956049" y="3968751"/>
              <a:ext cx="901701" cy="19713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65445B2-6E38-C772-075D-05A7F16642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08" t="39834" r="30327" b="11254"/>
            <a:stretch/>
          </p:blipFill>
          <p:spPr>
            <a:xfrm>
              <a:off x="4914900" y="4000499"/>
              <a:ext cx="1193915" cy="16538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D3BAE7A-F536-DFDE-B369-E50CE8A59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78" t="26771" r="32853" b="23960"/>
            <a:stretch/>
          </p:blipFill>
          <p:spPr>
            <a:xfrm rot="16200000">
              <a:off x="3704481" y="4212479"/>
              <a:ext cx="1377950" cy="16659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FD85D77-59A2-24E8-EE1C-A7486A50CC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66" t="26772" r="45511" b="18581"/>
            <a:stretch/>
          </p:blipFill>
          <p:spPr>
            <a:xfrm rot="16200000">
              <a:off x="4679644" y="4184340"/>
              <a:ext cx="1390649" cy="184768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6B1C891-6010-9A7A-EB6A-1F3509EF3537}"/>
              </a:ext>
            </a:extLst>
          </p:cNvPr>
          <p:cNvGrpSpPr/>
          <p:nvPr/>
        </p:nvGrpSpPr>
        <p:grpSpPr>
          <a:xfrm flipH="1">
            <a:off x="9603074" y="4692393"/>
            <a:ext cx="61600" cy="851016"/>
            <a:chOff x="1911439" y="3472143"/>
            <a:chExt cx="53089" cy="733425"/>
          </a:xfrm>
        </p:grpSpPr>
        <p:sp>
          <p:nvSpPr>
            <p:cNvPr id="34" name="Line 47">
              <a:extLst>
                <a:ext uri="{FF2B5EF4-FFF2-40B4-BE49-F238E27FC236}">
                  <a16:creationId xmlns:a16="http://schemas.microsoft.com/office/drawing/2014/main" id="{471D4A20-545F-4336-60A4-C9494B148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77630A7-966A-DDD7-3DB8-F1D990228AC1}"/>
                </a:ext>
              </a:extLst>
            </p:cNvPr>
            <p:cNvCxnSpPr/>
            <p:nvPr/>
          </p:nvCxnSpPr>
          <p:spPr>
            <a:xfrm>
              <a:off x="1911439" y="3571879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791F455-7845-3124-5BA1-8CA83332EF34}"/>
                </a:ext>
              </a:extLst>
            </p:cNvPr>
            <p:cNvCxnSpPr/>
            <p:nvPr/>
          </p:nvCxnSpPr>
          <p:spPr>
            <a:xfrm>
              <a:off x="1911439" y="3636813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7E57562-12AF-5109-0621-A245C3E685D6}"/>
                </a:ext>
              </a:extLst>
            </p:cNvPr>
            <p:cNvCxnSpPr/>
            <p:nvPr/>
          </p:nvCxnSpPr>
          <p:spPr>
            <a:xfrm>
              <a:off x="1911439" y="4035859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6914D55-AEDF-D4F4-5819-263B37057011}"/>
                </a:ext>
              </a:extLst>
            </p:cNvPr>
            <p:cNvCxnSpPr/>
            <p:nvPr/>
          </p:nvCxnSpPr>
          <p:spPr>
            <a:xfrm>
              <a:off x="1911439" y="4100793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Line 18">
            <a:extLst>
              <a:ext uri="{FF2B5EF4-FFF2-40B4-BE49-F238E27FC236}">
                <a16:creationId xmlns:a16="http://schemas.microsoft.com/office/drawing/2014/main" id="{9863BBDD-FF1F-CA2E-1124-D278C62525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03688" y="4022750"/>
            <a:ext cx="730250" cy="7302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28">
            <a:extLst>
              <a:ext uri="{FF2B5EF4-FFF2-40B4-BE49-F238E27FC236}">
                <a16:creationId xmlns:a16="http://schemas.microsoft.com/office/drawing/2014/main" id="{E8ABF83B-01D6-5D38-798E-6A73CA192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5099" y="4746650"/>
            <a:ext cx="723900" cy="723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29">
            <a:extLst>
              <a:ext uri="{FF2B5EF4-FFF2-40B4-BE49-F238E27FC236}">
                <a16:creationId xmlns:a16="http://schemas.microsoft.com/office/drawing/2014/main" id="{19640E21-306D-9D30-BE9A-6428E78655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75099" y="4753000"/>
            <a:ext cx="717550" cy="717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30">
            <a:extLst>
              <a:ext uri="{FF2B5EF4-FFF2-40B4-BE49-F238E27FC236}">
                <a16:creationId xmlns:a16="http://schemas.microsoft.com/office/drawing/2014/main" id="{3EB34300-3042-DFB1-1973-E8F4048AF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5099" y="4745062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Oval 31">
            <a:extLst>
              <a:ext uri="{FF2B5EF4-FFF2-40B4-BE49-F238E27FC236}">
                <a16:creationId xmlns:a16="http://schemas.microsoft.com/office/drawing/2014/main" id="{3CA0BFB1-6ABF-184D-028F-2A0A5BF5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099" y="3697312"/>
            <a:ext cx="723900" cy="723900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32">
            <a:extLst>
              <a:ext uri="{FF2B5EF4-FFF2-40B4-BE49-F238E27FC236}">
                <a16:creationId xmlns:a16="http://schemas.microsoft.com/office/drawing/2014/main" id="{2B652B59-BB0C-0F32-E40B-48AC6F4ED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8999" y="4746650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AutoShape 33">
            <a:extLst>
              <a:ext uri="{FF2B5EF4-FFF2-40B4-BE49-F238E27FC236}">
                <a16:creationId xmlns:a16="http://schemas.microsoft.com/office/drawing/2014/main" id="{06C0C030-7F5F-2811-6BFD-F4E408D52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647" y="3654450"/>
            <a:ext cx="1397000" cy="1739900"/>
          </a:xfrm>
          <a:prstGeom prst="triangle">
            <a:avLst>
              <a:gd name="adj" fmla="val 50000"/>
            </a:avLst>
          </a:prstGeom>
          <a:noFill/>
          <a:ln w="3175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Rectangle 35">
            <a:extLst>
              <a:ext uri="{FF2B5EF4-FFF2-40B4-BE49-F238E27FC236}">
                <a16:creationId xmlns:a16="http://schemas.microsoft.com/office/drawing/2014/main" id="{75DF580B-2735-FF8A-4055-2E06AE62FFF3}"/>
              </a:ext>
            </a:extLst>
          </p:cNvPr>
          <p:cNvSpPr>
            <a:spLocks noChangeArrowheads="1"/>
          </p:cNvSpPr>
          <p:nvPr/>
        </p:nvSpPr>
        <p:spPr bwMode="auto">
          <a:xfrm rot="20179702">
            <a:off x="6569535" y="4295800"/>
            <a:ext cx="1814512" cy="723900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ACE6BFF5-8392-22BD-5B83-EF2208985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960" y="4268812"/>
            <a:ext cx="723900" cy="723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Line 41">
            <a:extLst>
              <a:ext uri="{FF2B5EF4-FFF2-40B4-BE49-F238E27FC236}">
                <a16:creationId xmlns:a16="http://schemas.microsoft.com/office/drawing/2014/main" id="{A5EE868A-12C6-8409-80C2-45A02603B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6687" y="4748237"/>
            <a:ext cx="7286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Line 42">
            <a:extLst>
              <a:ext uri="{FF2B5EF4-FFF2-40B4-BE49-F238E27FC236}">
                <a16:creationId xmlns:a16="http://schemas.microsoft.com/office/drawing/2014/main" id="{75368CF8-1C6F-19F3-EBF3-2B2C9F653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924" y="5472137"/>
            <a:ext cx="7286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Line 43">
            <a:extLst>
              <a:ext uri="{FF2B5EF4-FFF2-40B4-BE49-F238E27FC236}">
                <a16:creationId xmlns:a16="http://schemas.microsoft.com/office/drawing/2014/main" id="{4F8317E6-91D5-D76B-97D8-5290162D3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0572" y="4351362"/>
            <a:ext cx="752475" cy="4714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Line 44">
            <a:extLst>
              <a:ext uri="{FF2B5EF4-FFF2-40B4-BE49-F238E27FC236}">
                <a16:creationId xmlns:a16="http://schemas.microsoft.com/office/drawing/2014/main" id="{D6C6AC4D-4C12-27DF-3802-86887DFE0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4810" y="4137050"/>
            <a:ext cx="866775" cy="1181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3" name="Object 45">
            <a:extLst>
              <a:ext uri="{FF2B5EF4-FFF2-40B4-BE49-F238E27FC236}">
                <a16:creationId xmlns:a16="http://schemas.microsoft.com/office/drawing/2014/main" id="{88426875-D785-58DB-C89C-3BFA8714D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35690"/>
              </p:ext>
            </p:extLst>
          </p:nvPr>
        </p:nvGraphicFramePr>
        <p:xfrm>
          <a:off x="1400075" y="3476650"/>
          <a:ext cx="1576388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3" imgW="3667125" imgH="5381625" progId="AutoCAD.Drawing.15">
                  <p:embed/>
                </p:oleObj>
              </mc:Choice>
              <mc:Fallback>
                <p:oleObj name="Drawing" r:id="rId3" imgW="3667125" imgH="5381625" progId="AutoCAD.Drawing.15">
                  <p:embed/>
                  <p:pic>
                    <p:nvPicPr>
                      <p:cNvPr id="53" name="Object 45">
                        <a:extLst>
                          <a:ext uri="{FF2B5EF4-FFF2-40B4-BE49-F238E27FC236}">
                            <a16:creationId xmlns:a16="http://schemas.microsoft.com/office/drawing/2014/main" id="{88426875-D785-58DB-C89C-3BFA8714D0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075" y="3476650"/>
                        <a:ext cx="1576388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Oval 46">
            <a:extLst>
              <a:ext uri="{FF2B5EF4-FFF2-40B4-BE49-F238E27FC236}">
                <a16:creationId xmlns:a16="http://schemas.microsoft.com/office/drawing/2014/main" id="{6E26FA9A-3306-46AD-267D-B9E2EEB5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588" y="3795737"/>
            <a:ext cx="723900" cy="730250"/>
          </a:xfrm>
          <a:prstGeom prst="ellips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0FA8EFD2-3838-1DE8-F28A-8C2F6238F0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4413" y="3792562"/>
            <a:ext cx="730250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52">
            <a:extLst>
              <a:ext uri="{FF2B5EF4-FFF2-40B4-BE49-F238E27FC236}">
                <a16:creationId xmlns:a16="http://schemas.microsoft.com/office/drawing/2014/main" id="{0FC022DD-0AEF-F8EA-1FCE-01A4C9F0C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6000" y="3797325"/>
            <a:ext cx="733425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7" name="Picture 55">
            <a:extLst>
              <a:ext uri="{FF2B5EF4-FFF2-40B4-BE49-F238E27FC236}">
                <a16:creationId xmlns:a16="http://schemas.microsoft.com/office/drawing/2014/main" id="{2EAD184D-E14F-CBF3-04AE-E567ED14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97" y="1520850"/>
            <a:ext cx="1900238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" name="Picture 56">
            <a:extLst>
              <a:ext uri="{FF2B5EF4-FFF2-40B4-BE49-F238E27FC236}">
                <a16:creationId xmlns:a16="http://schemas.microsoft.com/office/drawing/2014/main" id="{9E8D9974-212E-4CFB-7A12-3AE0EC0AB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074" y="1822475"/>
            <a:ext cx="166052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62">
            <a:extLst>
              <a:ext uri="{FF2B5EF4-FFF2-40B4-BE49-F238E27FC236}">
                <a16:creationId xmlns:a16="http://schemas.microsoft.com/office/drawing/2014/main" id="{19E033B8-D507-0FD3-851B-28F5440A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15" y="1593875"/>
            <a:ext cx="1692275" cy="163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63">
            <a:extLst>
              <a:ext uri="{FF2B5EF4-FFF2-40B4-BE49-F238E27FC236}">
                <a16:creationId xmlns:a16="http://schemas.microsoft.com/office/drawing/2014/main" id="{B301AC88-4D62-A6D0-2A57-AB049D6CA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1628800"/>
            <a:ext cx="1592262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D7E84DD3-5E25-F71F-C96D-59F349BA1A66}"/>
              </a:ext>
            </a:extLst>
          </p:cNvPr>
          <p:cNvGrpSpPr/>
          <p:nvPr/>
        </p:nvGrpSpPr>
        <p:grpSpPr>
          <a:xfrm>
            <a:off x="1790597" y="3792562"/>
            <a:ext cx="53089" cy="733425"/>
            <a:chOff x="1911439" y="3472143"/>
            <a:chExt cx="53089" cy="733425"/>
          </a:xfrm>
        </p:grpSpPr>
        <p:sp>
          <p:nvSpPr>
            <p:cNvPr id="63" name="Line 47">
              <a:extLst>
                <a:ext uri="{FF2B5EF4-FFF2-40B4-BE49-F238E27FC236}">
                  <a16:creationId xmlns:a16="http://schemas.microsoft.com/office/drawing/2014/main" id="{25B019FD-22E7-048F-F0DF-59BD1A2B5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7EA9C0F-873F-DD89-E6C1-B5A3CBDEB298}"/>
                </a:ext>
              </a:extLst>
            </p:cNvPr>
            <p:cNvCxnSpPr/>
            <p:nvPr/>
          </p:nvCxnSpPr>
          <p:spPr>
            <a:xfrm>
              <a:off x="1911439" y="357187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AEA4BFC-4009-7D22-C0C1-5992E7B72124}"/>
                </a:ext>
              </a:extLst>
            </p:cNvPr>
            <p:cNvCxnSpPr/>
            <p:nvPr/>
          </p:nvCxnSpPr>
          <p:spPr>
            <a:xfrm>
              <a:off x="1911439" y="360204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CA41770-9411-EA28-EE02-2714F257232B}"/>
                </a:ext>
              </a:extLst>
            </p:cNvPr>
            <p:cNvCxnSpPr/>
            <p:nvPr/>
          </p:nvCxnSpPr>
          <p:spPr>
            <a:xfrm>
              <a:off x="1911439" y="363681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14EC22F8-8E6A-32D7-1E79-6BC337DB5A04}"/>
                </a:ext>
              </a:extLst>
            </p:cNvPr>
            <p:cNvCxnSpPr/>
            <p:nvPr/>
          </p:nvCxnSpPr>
          <p:spPr>
            <a:xfrm>
              <a:off x="1911439" y="403585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D9F0E44-D3D8-3831-3420-69D182FC54B6}"/>
                </a:ext>
              </a:extLst>
            </p:cNvPr>
            <p:cNvCxnSpPr/>
            <p:nvPr/>
          </p:nvCxnSpPr>
          <p:spPr>
            <a:xfrm>
              <a:off x="1911439" y="406602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BB72814-FE83-46A7-FB03-82DBF9B39D77}"/>
                </a:ext>
              </a:extLst>
            </p:cNvPr>
            <p:cNvCxnSpPr/>
            <p:nvPr/>
          </p:nvCxnSpPr>
          <p:spPr>
            <a:xfrm>
              <a:off x="1911439" y="410079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D4557C3-FC7C-020D-CDFD-33466B672D8A}"/>
              </a:ext>
            </a:extLst>
          </p:cNvPr>
          <p:cNvGrpSpPr/>
          <p:nvPr/>
        </p:nvGrpSpPr>
        <p:grpSpPr>
          <a:xfrm>
            <a:off x="2521294" y="3800500"/>
            <a:ext cx="53089" cy="733425"/>
            <a:chOff x="2642136" y="3480081"/>
            <a:chExt cx="53089" cy="733425"/>
          </a:xfrm>
        </p:grpSpPr>
        <p:sp>
          <p:nvSpPr>
            <p:cNvPr id="71" name="Line 50">
              <a:extLst>
                <a:ext uri="{FF2B5EF4-FFF2-40B4-BE49-F238E27FC236}">
                  <a16:creationId xmlns:a16="http://schemas.microsoft.com/office/drawing/2014/main" id="{DA28521D-7A2D-A03B-CF08-4A96A91F16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298792" y="3846794"/>
              <a:ext cx="733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3984AA5-A696-00C2-DB3C-EE5446976D62}"/>
                </a:ext>
              </a:extLst>
            </p:cNvPr>
            <p:cNvCxnSpPr/>
            <p:nvPr/>
          </p:nvCxnSpPr>
          <p:spPr>
            <a:xfrm>
              <a:off x="2642136" y="403585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647CF68-2375-AED4-4CD4-CB77EFC79D4F}"/>
                </a:ext>
              </a:extLst>
            </p:cNvPr>
            <p:cNvCxnSpPr/>
            <p:nvPr/>
          </p:nvCxnSpPr>
          <p:spPr>
            <a:xfrm>
              <a:off x="2642136" y="406602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2C95DD5-9120-9F6B-7ABB-D681EFD25C88}"/>
                </a:ext>
              </a:extLst>
            </p:cNvPr>
            <p:cNvCxnSpPr/>
            <p:nvPr/>
          </p:nvCxnSpPr>
          <p:spPr>
            <a:xfrm>
              <a:off x="2642136" y="410079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BED9F4EB-806B-186E-D51B-8F34518704BB}"/>
                </a:ext>
              </a:extLst>
            </p:cNvPr>
            <p:cNvCxnSpPr/>
            <p:nvPr/>
          </p:nvCxnSpPr>
          <p:spPr>
            <a:xfrm>
              <a:off x="2642136" y="3577076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9EE92E3-865C-E82C-EB2E-1B6231F1AFD4}"/>
                </a:ext>
              </a:extLst>
            </p:cNvPr>
            <p:cNvCxnSpPr/>
            <p:nvPr/>
          </p:nvCxnSpPr>
          <p:spPr>
            <a:xfrm>
              <a:off x="2642136" y="360723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D71E5EA-1CF6-D41C-6A48-D5268A28305B}"/>
                </a:ext>
              </a:extLst>
            </p:cNvPr>
            <p:cNvCxnSpPr/>
            <p:nvPr/>
          </p:nvCxnSpPr>
          <p:spPr>
            <a:xfrm>
              <a:off x="2642136" y="3642010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2BC177C-BFD5-301B-BF1B-B279C1AB8ACE}"/>
              </a:ext>
            </a:extLst>
          </p:cNvPr>
          <p:cNvGrpSpPr/>
          <p:nvPr/>
        </p:nvGrpSpPr>
        <p:grpSpPr>
          <a:xfrm>
            <a:off x="1816000" y="3769987"/>
            <a:ext cx="733425" cy="53090"/>
            <a:chOff x="1936842" y="3449568"/>
            <a:chExt cx="733425" cy="53090"/>
          </a:xfrm>
        </p:grpSpPr>
        <p:sp>
          <p:nvSpPr>
            <p:cNvPr id="79" name="Line 48">
              <a:extLst>
                <a:ext uri="{FF2B5EF4-FFF2-40B4-BE49-F238E27FC236}">
                  <a16:creationId xmlns:a16="http://schemas.microsoft.com/office/drawing/2014/main" id="{D92C9A3C-F9FD-233D-0F1D-FD17A02A8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733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BBD67545-ACC3-6411-F81F-1AF0677794C5}"/>
                </a:ext>
              </a:extLst>
            </p:cNvPr>
            <p:cNvGrpSpPr/>
            <p:nvPr/>
          </p:nvGrpSpPr>
          <p:grpSpPr>
            <a:xfrm rot="5400000">
              <a:off x="2505842" y="3443646"/>
              <a:ext cx="53089" cy="64934"/>
              <a:chOff x="2845336" y="3311959"/>
              <a:chExt cx="53089" cy="64934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34BD6F2-A3E0-0BCB-A2F6-7BF64217FA79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9EFC3CC2-923E-086B-58DE-BD0C8A3219D7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81507F20-DFAE-E438-A9D0-B5FDCB3F6D2F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76009FEA-B566-7512-2EB5-8AD0FB763349}"/>
                </a:ext>
              </a:extLst>
            </p:cNvPr>
            <p:cNvGrpSpPr/>
            <p:nvPr/>
          </p:nvGrpSpPr>
          <p:grpSpPr>
            <a:xfrm rot="5400000">
              <a:off x="2027942" y="3443647"/>
              <a:ext cx="53089" cy="64934"/>
              <a:chOff x="2845336" y="3311959"/>
              <a:chExt cx="53089" cy="64934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E6CF2BAE-77D7-054C-D24D-B47F7F2B1EFF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E6BA7AE1-4CBA-2507-A770-4435A4A1147E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A0BFA52C-D642-55B8-6D5A-3E02887EEEA4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3BF1CC1-6E9C-C4D9-3CC5-A742B1A0AA2A}"/>
              </a:ext>
            </a:extLst>
          </p:cNvPr>
          <p:cNvGrpSpPr/>
          <p:nvPr/>
        </p:nvGrpSpPr>
        <p:grpSpPr>
          <a:xfrm>
            <a:off x="1814413" y="4505350"/>
            <a:ext cx="733425" cy="53090"/>
            <a:chOff x="1935255" y="4184931"/>
            <a:chExt cx="733425" cy="53090"/>
          </a:xfrm>
        </p:grpSpPr>
        <p:sp>
          <p:nvSpPr>
            <p:cNvPr id="89" name="Line 49">
              <a:extLst>
                <a:ext uri="{FF2B5EF4-FFF2-40B4-BE49-F238E27FC236}">
                  <a16:creationId xmlns:a16="http://schemas.microsoft.com/office/drawing/2014/main" id="{BA4A8B25-5BBA-7B3E-BA3C-04EBB85C0D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301968" y="3842030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7424E874-D672-2504-B691-9018F49D3370}"/>
                </a:ext>
              </a:extLst>
            </p:cNvPr>
            <p:cNvGrpSpPr/>
            <p:nvPr/>
          </p:nvGrpSpPr>
          <p:grpSpPr>
            <a:xfrm rot="5400000">
              <a:off x="2505842" y="4179009"/>
              <a:ext cx="53089" cy="64934"/>
              <a:chOff x="2845336" y="3311959"/>
              <a:chExt cx="53089" cy="64934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F3BFA2A8-4DE9-96F9-AEE5-3714225FC7DE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962ECA6A-4148-0615-C1DE-01E6B11BE364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B820DCB6-EC8C-A36E-19FF-D190596427B9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C64CB15A-6056-A33E-D908-A8440E3DCE6B}"/>
                </a:ext>
              </a:extLst>
            </p:cNvPr>
            <p:cNvGrpSpPr/>
            <p:nvPr/>
          </p:nvGrpSpPr>
          <p:grpSpPr>
            <a:xfrm rot="5400000">
              <a:off x="2027942" y="4179010"/>
              <a:ext cx="53089" cy="64934"/>
              <a:chOff x="2845336" y="3311959"/>
              <a:chExt cx="53089" cy="64934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B89A670F-1A4B-24DE-C7E3-820417E5FE24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5F2CB931-6E33-8E4C-A709-394416A703F7}"/>
                  </a:ext>
                </a:extLst>
              </p:cNvPr>
              <p:cNvCxnSpPr/>
              <p:nvPr/>
            </p:nvCxnSpPr>
            <p:spPr>
              <a:xfrm>
                <a:off x="2845336" y="3345297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F21C5B07-7D10-4797-23D5-43F3F01F8FFF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561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1E42-45A2-3B21-6771-7D94821F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5226FBE-AA29-2C2F-5FCD-EA4E4AC6E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FFA6B36-8335-40D6-D2A1-262EFB708BF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8D10CB-6B8E-33A9-901E-5BA14B40B745}"/>
              </a:ext>
            </a:extLst>
          </p:cNvPr>
          <p:cNvGrpSpPr/>
          <p:nvPr/>
        </p:nvGrpSpPr>
        <p:grpSpPr>
          <a:xfrm>
            <a:off x="3719736" y="3504650"/>
            <a:ext cx="1681163" cy="2527956"/>
            <a:chOff x="1943099" y="3391835"/>
            <a:chExt cx="1681163" cy="2527956"/>
          </a:xfrm>
        </p:grpSpPr>
        <p:grpSp>
          <p:nvGrpSpPr>
            <p:cNvPr id="3" name="Group 36">
              <a:extLst>
                <a:ext uri="{FF2B5EF4-FFF2-40B4-BE49-F238E27FC236}">
                  <a16:creationId xmlns:a16="http://schemas.microsoft.com/office/drawing/2014/main" id="{A8B4807D-A2EA-F584-43EB-904D6E872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2008" y="3482490"/>
              <a:ext cx="1525588" cy="2368550"/>
              <a:chOff x="714" y="2002"/>
              <a:chExt cx="961" cy="1492"/>
            </a:xfrm>
          </p:grpSpPr>
          <p:sp>
            <p:nvSpPr>
              <p:cNvPr id="8" name="Rectangle 37">
                <a:extLst>
                  <a:ext uri="{FF2B5EF4-FFF2-40B4-BE49-F238E27FC236}">
                    <a16:creationId xmlns:a16="http://schemas.microsoft.com/office/drawing/2014/main" id="{3076EC71-4FDD-0F63-B3DD-724B4097A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2161"/>
                <a:ext cx="958" cy="55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38">
                <a:extLst>
                  <a:ext uri="{FF2B5EF4-FFF2-40B4-BE49-F238E27FC236}">
                    <a16:creationId xmlns:a16="http://schemas.microsoft.com/office/drawing/2014/main" id="{51B4AEC1-F013-06FA-DA07-6DCA8CDBF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" y="2720"/>
                <a:ext cx="375" cy="1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39">
                <a:extLst>
                  <a:ext uri="{FF2B5EF4-FFF2-40B4-BE49-F238E27FC236}">
                    <a16:creationId xmlns:a16="http://schemas.microsoft.com/office/drawing/2014/main" id="{04DD0B4D-180B-2D5D-5360-B22859B06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2155"/>
                <a:ext cx="340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40">
                <a:extLst>
                  <a:ext uri="{FF2B5EF4-FFF2-40B4-BE49-F238E27FC236}">
                    <a16:creationId xmlns:a16="http://schemas.microsoft.com/office/drawing/2014/main" id="{0CC00E41-9D94-ACFF-0A39-A8A480459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" y="2002"/>
                <a:ext cx="380" cy="16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41">
                <a:extLst>
                  <a:ext uri="{FF2B5EF4-FFF2-40B4-BE49-F238E27FC236}">
                    <a16:creationId xmlns:a16="http://schemas.microsoft.com/office/drawing/2014/main" id="{33B277D3-0454-7400-BF87-01E225DBB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5" y="2715"/>
                <a:ext cx="340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42">
                <a:extLst>
                  <a:ext uri="{FF2B5EF4-FFF2-40B4-BE49-F238E27FC236}">
                    <a16:creationId xmlns:a16="http://schemas.microsoft.com/office/drawing/2014/main" id="{4E91B6DB-F3E2-2C44-AE73-78C6F19FF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" y="2940"/>
                <a:ext cx="957" cy="55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Oval 43">
                <a:extLst>
                  <a:ext uri="{FF2B5EF4-FFF2-40B4-BE49-F238E27FC236}">
                    <a16:creationId xmlns:a16="http://schemas.microsoft.com/office/drawing/2014/main" id="{DB3A486B-9B48-A76C-9545-E531093A4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" y="3033"/>
                <a:ext cx="367" cy="36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48">
                <a:extLst>
                  <a:ext uri="{FF2B5EF4-FFF2-40B4-BE49-F238E27FC236}">
                    <a16:creationId xmlns:a16="http://schemas.microsoft.com/office/drawing/2014/main" id="{47D06545-C5FC-93C0-FF04-0A99C40A5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0" y="2152"/>
                <a:ext cx="359" cy="0"/>
              </a:xfrm>
              <a:prstGeom prst="line">
                <a:avLst/>
              </a:prstGeom>
              <a:noFill/>
              <a:ln w="730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49">
                <a:extLst>
                  <a:ext uri="{FF2B5EF4-FFF2-40B4-BE49-F238E27FC236}">
                    <a16:creationId xmlns:a16="http://schemas.microsoft.com/office/drawing/2014/main" id="{E0FEE5F0-2EBF-E362-F8BB-BAE162FD7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5" y="2716"/>
                <a:ext cx="363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1B4394A-EE47-C5C0-83B5-186662E9A8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254" r="32397" b="24082"/>
            <a:stretch/>
          </p:blipFill>
          <p:spPr>
            <a:xfrm>
              <a:off x="1943099" y="4110038"/>
              <a:ext cx="1681163" cy="14763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3D6A6FC-9B2B-22B9-24F1-980805A7F7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52" t="34335" r="39197" b="17800"/>
            <a:stretch/>
          </p:blipFill>
          <p:spPr>
            <a:xfrm rot="5400000">
              <a:off x="1995997" y="4072448"/>
              <a:ext cx="1523065" cy="16184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1F60C04-A325-F0EC-AB74-F74E241E8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819" r="32397" b="26335"/>
            <a:stretch/>
          </p:blipFill>
          <p:spPr>
            <a:xfrm>
              <a:off x="1943099" y="5338763"/>
              <a:ext cx="1681163" cy="13811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F12ACE7-C6D7-ED9E-9E5C-4FA412CDF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72" t="32927" r="42302" b="17800"/>
            <a:stretch/>
          </p:blipFill>
          <p:spPr>
            <a:xfrm rot="5400000">
              <a:off x="2266992" y="5343571"/>
              <a:ext cx="985838" cy="166602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45A04DA-AA38-0553-EC60-BAA9F16CE772}"/>
              </a:ext>
            </a:extLst>
          </p:cNvPr>
          <p:cNvGrpSpPr/>
          <p:nvPr/>
        </p:nvGrpSpPr>
        <p:grpSpPr>
          <a:xfrm>
            <a:off x="9176846" y="3504651"/>
            <a:ext cx="1681163" cy="2637488"/>
            <a:chOff x="8526790" y="3391836"/>
            <a:chExt cx="1681163" cy="2637488"/>
          </a:xfrm>
        </p:grpSpPr>
        <p:grpSp>
          <p:nvGrpSpPr>
            <p:cNvPr id="19" name="Group 52">
              <a:extLst>
                <a:ext uri="{FF2B5EF4-FFF2-40B4-BE49-F238E27FC236}">
                  <a16:creationId xmlns:a16="http://schemas.microsoft.com/office/drawing/2014/main" id="{09381E41-2ACE-AFDB-F9B6-5FCFBF7F4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4729" y="3501539"/>
              <a:ext cx="1533525" cy="2460625"/>
              <a:chOff x="3741" y="1989"/>
              <a:chExt cx="966" cy="1550"/>
            </a:xfrm>
          </p:grpSpPr>
          <p:sp>
            <p:nvSpPr>
              <p:cNvPr id="25" name="Rectangle 53">
                <a:extLst>
                  <a:ext uri="{FF2B5EF4-FFF2-40B4-BE49-F238E27FC236}">
                    <a16:creationId xmlns:a16="http://schemas.microsoft.com/office/drawing/2014/main" id="{B1CB30B8-208F-BBC9-B94C-F8641DF1F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031" y="2694"/>
                <a:ext cx="383" cy="147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1F271814-3CE6-9010-659A-4E2F9FD76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1" y="2142"/>
                <a:ext cx="957" cy="553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Rectangle 55">
                <a:extLst>
                  <a:ext uri="{FF2B5EF4-FFF2-40B4-BE49-F238E27FC236}">
                    <a16:creationId xmlns:a16="http://schemas.microsoft.com/office/drawing/2014/main" id="{2E0E81B4-1376-EB41-4D68-4F309FEF3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989"/>
                <a:ext cx="392" cy="15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56">
                <a:extLst>
                  <a:ext uri="{FF2B5EF4-FFF2-40B4-BE49-F238E27FC236}">
                    <a16:creationId xmlns:a16="http://schemas.microsoft.com/office/drawing/2014/main" id="{FECA9B09-5738-8545-D6FB-FB54391369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" y="2135"/>
                <a:ext cx="339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57">
                <a:extLst>
                  <a:ext uri="{FF2B5EF4-FFF2-40B4-BE49-F238E27FC236}">
                    <a16:creationId xmlns:a16="http://schemas.microsoft.com/office/drawing/2014/main" id="{F51F7151-1935-5D06-72CC-F20CA0FDF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2" y="2694"/>
                <a:ext cx="339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58">
                <a:extLst>
                  <a:ext uri="{FF2B5EF4-FFF2-40B4-BE49-F238E27FC236}">
                    <a16:creationId xmlns:a16="http://schemas.microsoft.com/office/drawing/2014/main" id="{0F75F163-E8AA-5D45-FA21-F2C13356A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1" y="2919"/>
                <a:ext cx="956" cy="553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Oval 59">
                <a:extLst>
                  <a:ext uri="{FF2B5EF4-FFF2-40B4-BE49-F238E27FC236}">
                    <a16:creationId xmlns:a16="http://schemas.microsoft.com/office/drawing/2014/main" id="{0C130B44-580C-B401-A30C-747CECD76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1" y="3152"/>
                <a:ext cx="387" cy="387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64">
                <a:extLst>
                  <a:ext uri="{FF2B5EF4-FFF2-40B4-BE49-F238E27FC236}">
                    <a16:creationId xmlns:a16="http://schemas.microsoft.com/office/drawing/2014/main" id="{2F1260D5-0356-22C9-1523-F0568E2FD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1" y="2136"/>
                <a:ext cx="363" cy="4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65">
                <a:extLst>
                  <a:ext uri="{FF2B5EF4-FFF2-40B4-BE49-F238E27FC236}">
                    <a16:creationId xmlns:a16="http://schemas.microsoft.com/office/drawing/2014/main" id="{37B34BD2-D058-1387-6749-E53ABECEC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3" y="2691"/>
                <a:ext cx="363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E6D52E3-4C71-91D9-71DA-7648826456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254" r="32397" b="24082"/>
            <a:stretch/>
          </p:blipFill>
          <p:spPr>
            <a:xfrm>
              <a:off x="8526790" y="4110039"/>
              <a:ext cx="1681163" cy="147637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011F155-C081-78F5-E8BC-5FD07A640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52" t="34335" r="39197" b="17800"/>
            <a:stretch/>
          </p:blipFill>
          <p:spPr>
            <a:xfrm rot="5400000">
              <a:off x="8579688" y="4072449"/>
              <a:ext cx="1523065" cy="16184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2A8D6F9-2E2E-8298-C402-4C822DF88F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819" r="32397" b="26335"/>
            <a:stretch/>
          </p:blipFill>
          <p:spPr>
            <a:xfrm>
              <a:off x="8526790" y="5338764"/>
              <a:ext cx="1681163" cy="138112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12F5182-815C-318A-5879-FB8EFBF17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07" t="34902" r="40009" b="17800"/>
            <a:stretch/>
          </p:blipFill>
          <p:spPr>
            <a:xfrm rot="5400000">
              <a:off x="8792577" y="5401677"/>
              <a:ext cx="1095371" cy="159924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27DD754-C6A2-06E3-B986-C38209A19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16" t="34547" r="40722" b="27424"/>
            <a:stretch/>
          </p:blipFill>
          <p:spPr>
            <a:xfrm>
              <a:off x="8998749" y="5592277"/>
              <a:ext cx="695325" cy="128587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0EEBD73-59EC-4729-7EF8-7B266EF425E3}"/>
              </a:ext>
            </a:extLst>
          </p:cNvPr>
          <p:cNvGrpSpPr/>
          <p:nvPr/>
        </p:nvGrpSpPr>
        <p:grpSpPr>
          <a:xfrm>
            <a:off x="6245444" y="3504651"/>
            <a:ext cx="1681163" cy="2527956"/>
            <a:chOff x="5162079" y="3391836"/>
            <a:chExt cx="1681163" cy="2527956"/>
          </a:xfrm>
        </p:grpSpPr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CD4DC6BD-DD1A-AB60-18A4-FC308A2122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9871" y="3476140"/>
              <a:ext cx="1525588" cy="2374900"/>
              <a:chOff x="2127" y="1972"/>
              <a:chExt cx="961" cy="1496"/>
            </a:xfrm>
          </p:grpSpPr>
          <p:sp>
            <p:nvSpPr>
              <p:cNvPr id="42" name="Rectangle 3">
                <a:extLst>
                  <a:ext uri="{FF2B5EF4-FFF2-40B4-BE49-F238E27FC236}">
                    <a16:creationId xmlns:a16="http://schemas.microsoft.com/office/drawing/2014/main" id="{C3AB504C-1DC0-C1BC-D692-160DC877A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0" y="2135"/>
                <a:ext cx="958" cy="55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Rectangle 4">
                <a:extLst>
                  <a:ext uri="{FF2B5EF4-FFF2-40B4-BE49-F238E27FC236}">
                    <a16:creationId xmlns:a16="http://schemas.microsoft.com/office/drawing/2014/main" id="{8C370A8F-0C13-7424-3E11-969E37CB6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2" y="2694"/>
                <a:ext cx="375" cy="1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5417E234-725A-CA33-0B09-60DD9BDBE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3" y="1972"/>
                <a:ext cx="380" cy="16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6">
                <a:extLst>
                  <a:ext uri="{FF2B5EF4-FFF2-40B4-BE49-F238E27FC236}">
                    <a16:creationId xmlns:a16="http://schemas.microsoft.com/office/drawing/2014/main" id="{6EFBD88F-2DC0-0B03-6CAD-0AF9094AC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8" y="2141"/>
                <a:ext cx="36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7">
                <a:extLst>
                  <a:ext uri="{FF2B5EF4-FFF2-40B4-BE49-F238E27FC236}">
                    <a16:creationId xmlns:a16="http://schemas.microsoft.com/office/drawing/2014/main" id="{94C688DC-1CA9-A84D-ED2C-9E2E9889B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8" y="2689"/>
                <a:ext cx="340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8">
                <a:extLst>
                  <a:ext uri="{FF2B5EF4-FFF2-40B4-BE49-F238E27FC236}">
                    <a16:creationId xmlns:a16="http://schemas.microsoft.com/office/drawing/2014/main" id="{FA1E53A9-8734-2EF5-4873-C506A2ECE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7" y="2914"/>
                <a:ext cx="957" cy="55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Oval 9">
                <a:extLst>
                  <a:ext uri="{FF2B5EF4-FFF2-40B4-BE49-F238E27FC236}">
                    <a16:creationId xmlns:a16="http://schemas.microsoft.com/office/drawing/2014/main" id="{130E96AC-ABC0-F13D-666F-DE646E49B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" y="3099"/>
                <a:ext cx="367" cy="36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A388DE65-79AB-D6AC-E6E7-58C506330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8" y="2690"/>
                <a:ext cx="363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514B73B1-51EB-6DD7-DF23-D8A2C5F8B7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254" r="32397" b="24082"/>
            <a:stretch/>
          </p:blipFill>
          <p:spPr>
            <a:xfrm>
              <a:off x="5162079" y="4110039"/>
              <a:ext cx="1681163" cy="147637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0B794E0D-F074-1EFF-DA94-7B2B81D393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52" t="34335" r="39197" b="17800"/>
            <a:stretch/>
          </p:blipFill>
          <p:spPr>
            <a:xfrm rot="5400000">
              <a:off x="5214977" y="4072449"/>
              <a:ext cx="1523065" cy="161840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0F891781-A696-6ADF-9BCD-6143607610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819" r="32397" b="26335"/>
            <a:stretch/>
          </p:blipFill>
          <p:spPr>
            <a:xfrm>
              <a:off x="5162079" y="5338764"/>
              <a:ext cx="1681163" cy="138112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30F4AB3-BF4E-776E-0AC3-5B6AFC1698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477" t="32927" r="40697" b="17800"/>
            <a:stretch/>
          </p:blipFill>
          <p:spPr>
            <a:xfrm rot="5400000">
              <a:off x="5485972" y="5343572"/>
              <a:ext cx="985838" cy="16660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9F77C20C-D2B2-E8E7-FE27-943A3AEC1D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16" t="34547" r="40722" b="27424"/>
            <a:stretch/>
          </p:blipFill>
          <p:spPr>
            <a:xfrm>
              <a:off x="5629275" y="5486398"/>
              <a:ext cx="695325" cy="128587"/>
            </a:xfrm>
            <a:prstGeom prst="rect">
              <a:avLst/>
            </a:prstGeom>
          </p:spPr>
        </p:pic>
      </p:grpSp>
      <p:grpSp>
        <p:nvGrpSpPr>
          <p:cNvPr id="50" name="Group 16">
            <a:extLst>
              <a:ext uri="{FF2B5EF4-FFF2-40B4-BE49-F238E27FC236}">
                <a16:creationId xmlns:a16="http://schemas.microsoft.com/office/drawing/2014/main" id="{209C08FF-60B4-C3A7-2374-AF8E3A3B6873}"/>
              </a:ext>
            </a:extLst>
          </p:cNvPr>
          <p:cNvGrpSpPr>
            <a:grpSpLocks/>
          </p:cNvGrpSpPr>
          <p:nvPr/>
        </p:nvGrpSpPr>
        <p:grpSpPr bwMode="auto">
          <a:xfrm>
            <a:off x="9085562" y="1598229"/>
            <a:ext cx="1758950" cy="1700212"/>
            <a:chOff x="1636" y="1038"/>
            <a:chExt cx="1108" cy="1071"/>
          </a:xfrm>
        </p:grpSpPr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46882617-971F-9335-1405-E400D0468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038"/>
              <a:ext cx="484" cy="1071"/>
            </a:xfrm>
            <a:custGeom>
              <a:avLst/>
              <a:gdLst>
                <a:gd name="T0" fmla="*/ 8 w 484"/>
                <a:gd name="T1" fmla="*/ 94 h 1071"/>
                <a:gd name="T2" fmla="*/ 8 w 484"/>
                <a:gd name="T3" fmla="*/ 326 h 1071"/>
                <a:gd name="T4" fmla="*/ 32 w 484"/>
                <a:gd name="T5" fmla="*/ 358 h 1071"/>
                <a:gd name="T6" fmla="*/ 60 w 484"/>
                <a:gd name="T7" fmla="*/ 382 h 1071"/>
                <a:gd name="T8" fmla="*/ 88 w 484"/>
                <a:gd name="T9" fmla="*/ 406 h 1071"/>
                <a:gd name="T10" fmla="*/ 108 w 484"/>
                <a:gd name="T11" fmla="*/ 426 h 1071"/>
                <a:gd name="T12" fmla="*/ 128 w 484"/>
                <a:gd name="T13" fmla="*/ 450 h 1071"/>
                <a:gd name="T14" fmla="*/ 144 w 484"/>
                <a:gd name="T15" fmla="*/ 470 h 1071"/>
                <a:gd name="T16" fmla="*/ 164 w 484"/>
                <a:gd name="T17" fmla="*/ 498 h 1071"/>
                <a:gd name="T18" fmla="*/ 176 w 484"/>
                <a:gd name="T19" fmla="*/ 534 h 1071"/>
                <a:gd name="T20" fmla="*/ 188 w 484"/>
                <a:gd name="T21" fmla="*/ 574 h 1071"/>
                <a:gd name="T22" fmla="*/ 200 w 484"/>
                <a:gd name="T23" fmla="*/ 614 h 1071"/>
                <a:gd name="T24" fmla="*/ 208 w 484"/>
                <a:gd name="T25" fmla="*/ 642 h 1071"/>
                <a:gd name="T26" fmla="*/ 208 w 484"/>
                <a:gd name="T27" fmla="*/ 690 h 1071"/>
                <a:gd name="T28" fmla="*/ 204 w 484"/>
                <a:gd name="T29" fmla="*/ 734 h 1071"/>
                <a:gd name="T30" fmla="*/ 196 w 484"/>
                <a:gd name="T31" fmla="*/ 782 h 1071"/>
                <a:gd name="T32" fmla="*/ 176 w 484"/>
                <a:gd name="T33" fmla="*/ 822 h 1071"/>
                <a:gd name="T34" fmla="*/ 148 w 484"/>
                <a:gd name="T35" fmla="*/ 870 h 1071"/>
                <a:gd name="T36" fmla="*/ 128 w 484"/>
                <a:gd name="T37" fmla="*/ 882 h 1071"/>
                <a:gd name="T38" fmla="*/ 100 w 484"/>
                <a:gd name="T39" fmla="*/ 898 h 1071"/>
                <a:gd name="T40" fmla="*/ 56 w 484"/>
                <a:gd name="T41" fmla="*/ 906 h 1071"/>
                <a:gd name="T42" fmla="*/ 8 w 484"/>
                <a:gd name="T43" fmla="*/ 926 h 1071"/>
                <a:gd name="T44" fmla="*/ 8 w 484"/>
                <a:gd name="T45" fmla="*/ 974 h 1071"/>
                <a:gd name="T46" fmla="*/ 16 w 484"/>
                <a:gd name="T47" fmla="*/ 1014 h 1071"/>
                <a:gd name="T48" fmla="*/ 72 w 484"/>
                <a:gd name="T49" fmla="*/ 1034 h 1071"/>
                <a:gd name="T50" fmla="*/ 116 w 484"/>
                <a:gd name="T51" fmla="*/ 1058 h 1071"/>
                <a:gd name="T52" fmla="*/ 176 w 484"/>
                <a:gd name="T53" fmla="*/ 1066 h 1071"/>
                <a:gd name="T54" fmla="*/ 228 w 484"/>
                <a:gd name="T55" fmla="*/ 1070 h 1071"/>
                <a:gd name="T56" fmla="*/ 304 w 484"/>
                <a:gd name="T57" fmla="*/ 1062 h 1071"/>
                <a:gd name="T58" fmla="*/ 384 w 484"/>
                <a:gd name="T59" fmla="*/ 1050 h 1071"/>
                <a:gd name="T60" fmla="*/ 452 w 484"/>
                <a:gd name="T61" fmla="*/ 1010 h 1071"/>
                <a:gd name="T62" fmla="*/ 480 w 484"/>
                <a:gd name="T63" fmla="*/ 894 h 1071"/>
                <a:gd name="T64" fmla="*/ 476 w 484"/>
                <a:gd name="T65" fmla="*/ 130 h 1071"/>
                <a:gd name="T66" fmla="*/ 456 w 484"/>
                <a:gd name="T67" fmla="*/ 114 h 1071"/>
                <a:gd name="T68" fmla="*/ 424 w 484"/>
                <a:gd name="T69" fmla="*/ 138 h 1071"/>
                <a:gd name="T70" fmla="*/ 360 w 484"/>
                <a:gd name="T71" fmla="*/ 154 h 1071"/>
                <a:gd name="T72" fmla="*/ 316 w 484"/>
                <a:gd name="T73" fmla="*/ 162 h 1071"/>
                <a:gd name="T74" fmla="*/ 264 w 484"/>
                <a:gd name="T75" fmla="*/ 166 h 1071"/>
                <a:gd name="T76" fmla="*/ 204 w 484"/>
                <a:gd name="T77" fmla="*/ 166 h 1071"/>
                <a:gd name="T78" fmla="*/ 152 w 484"/>
                <a:gd name="T79" fmla="*/ 154 h 1071"/>
                <a:gd name="T80" fmla="*/ 92 w 484"/>
                <a:gd name="T81" fmla="*/ 138 h 1071"/>
                <a:gd name="T82" fmla="*/ 48 w 484"/>
                <a:gd name="T83" fmla="*/ 126 h 1071"/>
                <a:gd name="T84" fmla="*/ 4 w 484"/>
                <a:gd name="T85" fmla="*/ 90 h 107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4"/>
                <a:gd name="T130" fmla="*/ 0 h 1071"/>
                <a:gd name="T131" fmla="*/ 484 w 484"/>
                <a:gd name="T132" fmla="*/ 1071 h 107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4" h="1071">
                  <a:moveTo>
                    <a:pt x="8" y="94"/>
                  </a:moveTo>
                  <a:cubicBezTo>
                    <a:pt x="8" y="133"/>
                    <a:pt x="4" y="282"/>
                    <a:pt x="8" y="326"/>
                  </a:cubicBezTo>
                  <a:cubicBezTo>
                    <a:pt x="12" y="370"/>
                    <a:pt x="23" y="349"/>
                    <a:pt x="32" y="358"/>
                  </a:cubicBezTo>
                  <a:cubicBezTo>
                    <a:pt x="41" y="367"/>
                    <a:pt x="51" y="374"/>
                    <a:pt x="60" y="382"/>
                  </a:cubicBezTo>
                  <a:cubicBezTo>
                    <a:pt x="69" y="390"/>
                    <a:pt x="80" y="399"/>
                    <a:pt x="88" y="406"/>
                  </a:cubicBezTo>
                  <a:cubicBezTo>
                    <a:pt x="96" y="413"/>
                    <a:pt x="101" y="419"/>
                    <a:pt x="108" y="426"/>
                  </a:cubicBezTo>
                  <a:cubicBezTo>
                    <a:pt x="115" y="433"/>
                    <a:pt x="122" y="443"/>
                    <a:pt x="128" y="450"/>
                  </a:cubicBezTo>
                  <a:cubicBezTo>
                    <a:pt x="134" y="457"/>
                    <a:pt x="138" y="462"/>
                    <a:pt x="144" y="470"/>
                  </a:cubicBezTo>
                  <a:cubicBezTo>
                    <a:pt x="150" y="478"/>
                    <a:pt x="159" y="487"/>
                    <a:pt x="164" y="498"/>
                  </a:cubicBezTo>
                  <a:cubicBezTo>
                    <a:pt x="169" y="509"/>
                    <a:pt x="172" y="521"/>
                    <a:pt x="176" y="534"/>
                  </a:cubicBezTo>
                  <a:cubicBezTo>
                    <a:pt x="180" y="547"/>
                    <a:pt x="184" y="561"/>
                    <a:pt x="188" y="574"/>
                  </a:cubicBezTo>
                  <a:cubicBezTo>
                    <a:pt x="192" y="587"/>
                    <a:pt x="197" y="603"/>
                    <a:pt x="200" y="614"/>
                  </a:cubicBezTo>
                  <a:cubicBezTo>
                    <a:pt x="203" y="625"/>
                    <a:pt x="207" y="629"/>
                    <a:pt x="208" y="642"/>
                  </a:cubicBezTo>
                  <a:cubicBezTo>
                    <a:pt x="209" y="655"/>
                    <a:pt x="209" y="675"/>
                    <a:pt x="208" y="690"/>
                  </a:cubicBezTo>
                  <a:cubicBezTo>
                    <a:pt x="207" y="705"/>
                    <a:pt x="206" y="719"/>
                    <a:pt x="204" y="734"/>
                  </a:cubicBezTo>
                  <a:cubicBezTo>
                    <a:pt x="202" y="749"/>
                    <a:pt x="201" y="767"/>
                    <a:pt x="196" y="782"/>
                  </a:cubicBezTo>
                  <a:cubicBezTo>
                    <a:pt x="191" y="797"/>
                    <a:pt x="184" y="807"/>
                    <a:pt x="176" y="822"/>
                  </a:cubicBezTo>
                  <a:cubicBezTo>
                    <a:pt x="168" y="837"/>
                    <a:pt x="156" y="860"/>
                    <a:pt x="148" y="870"/>
                  </a:cubicBezTo>
                  <a:cubicBezTo>
                    <a:pt x="140" y="880"/>
                    <a:pt x="136" y="877"/>
                    <a:pt x="128" y="882"/>
                  </a:cubicBezTo>
                  <a:cubicBezTo>
                    <a:pt x="120" y="887"/>
                    <a:pt x="112" y="894"/>
                    <a:pt x="100" y="898"/>
                  </a:cubicBezTo>
                  <a:cubicBezTo>
                    <a:pt x="88" y="902"/>
                    <a:pt x="71" y="901"/>
                    <a:pt x="56" y="906"/>
                  </a:cubicBezTo>
                  <a:cubicBezTo>
                    <a:pt x="41" y="911"/>
                    <a:pt x="16" y="915"/>
                    <a:pt x="8" y="926"/>
                  </a:cubicBezTo>
                  <a:cubicBezTo>
                    <a:pt x="0" y="937"/>
                    <a:pt x="7" y="959"/>
                    <a:pt x="8" y="974"/>
                  </a:cubicBezTo>
                  <a:cubicBezTo>
                    <a:pt x="9" y="989"/>
                    <a:pt x="5" y="1004"/>
                    <a:pt x="16" y="1014"/>
                  </a:cubicBezTo>
                  <a:cubicBezTo>
                    <a:pt x="27" y="1024"/>
                    <a:pt x="55" y="1027"/>
                    <a:pt x="72" y="1034"/>
                  </a:cubicBezTo>
                  <a:cubicBezTo>
                    <a:pt x="89" y="1041"/>
                    <a:pt x="99" y="1053"/>
                    <a:pt x="116" y="1058"/>
                  </a:cubicBezTo>
                  <a:cubicBezTo>
                    <a:pt x="133" y="1063"/>
                    <a:pt x="157" y="1064"/>
                    <a:pt x="176" y="1066"/>
                  </a:cubicBezTo>
                  <a:cubicBezTo>
                    <a:pt x="195" y="1068"/>
                    <a:pt x="207" y="1071"/>
                    <a:pt x="228" y="1070"/>
                  </a:cubicBezTo>
                  <a:cubicBezTo>
                    <a:pt x="249" y="1069"/>
                    <a:pt x="278" y="1065"/>
                    <a:pt x="304" y="1062"/>
                  </a:cubicBezTo>
                  <a:cubicBezTo>
                    <a:pt x="330" y="1059"/>
                    <a:pt x="359" y="1059"/>
                    <a:pt x="384" y="1050"/>
                  </a:cubicBezTo>
                  <a:cubicBezTo>
                    <a:pt x="409" y="1041"/>
                    <a:pt x="436" y="1036"/>
                    <a:pt x="452" y="1010"/>
                  </a:cubicBezTo>
                  <a:cubicBezTo>
                    <a:pt x="468" y="984"/>
                    <a:pt x="476" y="1041"/>
                    <a:pt x="480" y="894"/>
                  </a:cubicBezTo>
                  <a:cubicBezTo>
                    <a:pt x="484" y="747"/>
                    <a:pt x="480" y="260"/>
                    <a:pt x="476" y="130"/>
                  </a:cubicBezTo>
                  <a:cubicBezTo>
                    <a:pt x="472" y="0"/>
                    <a:pt x="465" y="113"/>
                    <a:pt x="456" y="114"/>
                  </a:cubicBezTo>
                  <a:cubicBezTo>
                    <a:pt x="447" y="115"/>
                    <a:pt x="440" y="131"/>
                    <a:pt x="424" y="138"/>
                  </a:cubicBezTo>
                  <a:cubicBezTo>
                    <a:pt x="408" y="145"/>
                    <a:pt x="378" y="150"/>
                    <a:pt x="360" y="154"/>
                  </a:cubicBezTo>
                  <a:cubicBezTo>
                    <a:pt x="342" y="158"/>
                    <a:pt x="332" y="160"/>
                    <a:pt x="316" y="162"/>
                  </a:cubicBezTo>
                  <a:cubicBezTo>
                    <a:pt x="300" y="164"/>
                    <a:pt x="283" y="165"/>
                    <a:pt x="264" y="166"/>
                  </a:cubicBezTo>
                  <a:cubicBezTo>
                    <a:pt x="245" y="167"/>
                    <a:pt x="223" y="168"/>
                    <a:pt x="204" y="166"/>
                  </a:cubicBezTo>
                  <a:cubicBezTo>
                    <a:pt x="185" y="164"/>
                    <a:pt x="171" y="159"/>
                    <a:pt x="152" y="154"/>
                  </a:cubicBezTo>
                  <a:cubicBezTo>
                    <a:pt x="133" y="149"/>
                    <a:pt x="109" y="143"/>
                    <a:pt x="92" y="138"/>
                  </a:cubicBezTo>
                  <a:cubicBezTo>
                    <a:pt x="75" y="133"/>
                    <a:pt x="63" y="134"/>
                    <a:pt x="48" y="126"/>
                  </a:cubicBezTo>
                  <a:cubicBezTo>
                    <a:pt x="33" y="118"/>
                    <a:pt x="13" y="98"/>
                    <a:pt x="4" y="90"/>
                  </a:cubicBezTo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73607B9A-E48F-0C65-1E69-B6D2A5114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252"/>
              <a:ext cx="576" cy="776"/>
            </a:xfrm>
            <a:custGeom>
              <a:avLst/>
              <a:gdLst>
                <a:gd name="T0" fmla="*/ 0 w 576"/>
                <a:gd name="T1" fmla="*/ 124 h 776"/>
                <a:gd name="T2" fmla="*/ 28 w 576"/>
                <a:gd name="T3" fmla="*/ 124 h 776"/>
                <a:gd name="T4" fmla="*/ 68 w 576"/>
                <a:gd name="T5" fmla="*/ 124 h 776"/>
                <a:gd name="T6" fmla="*/ 104 w 576"/>
                <a:gd name="T7" fmla="*/ 132 h 776"/>
                <a:gd name="T8" fmla="*/ 128 w 576"/>
                <a:gd name="T9" fmla="*/ 140 h 776"/>
                <a:gd name="T10" fmla="*/ 164 w 576"/>
                <a:gd name="T11" fmla="*/ 168 h 776"/>
                <a:gd name="T12" fmla="*/ 188 w 576"/>
                <a:gd name="T13" fmla="*/ 184 h 776"/>
                <a:gd name="T14" fmla="*/ 204 w 576"/>
                <a:gd name="T15" fmla="*/ 204 h 776"/>
                <a:gd name="T16" fmla="*/ 236 w 576"/>
                <a:gd name="T17" fmla="*/ 228 h 776"/>
                <a:gd name="T18" fmla="*/ 260 w 576"/>
                <a:gd name="T19" fmla="*/ 260 h 776"/>
                <a:gd name="T20" fmla="*/ 288 w 576"/>
                <a:gd name="T21" fmla="*/ 304 h 776"/>
                <a:gd name="T22" fmla="*/ 304 w 576"/>
                <a:gd name="T23" fmla="*/ 328 h 776"/>
                <a:gd name="T24" fmla="*/ 320 w 576"/>
                <a:gd name="T25" fmla="*/ 372 h 776"/>
                <a:gd name="T26" fmla="*/ 328 w 576"/>
                <a:gd name="T27" fmla="*/ 408 h 776"/>
                <a:gd name="T28" fmla="*/ 336 w 576"/>
                <a:gd name="T29" fmla="*/ 444 h 776"/>
                <a:gd name="T30" fmla="*/ 340 w 576"/>
                <a:gd name="T31" fmla="*/ 480 h 776"/>
                <a:gd name="T32" fmla="*/ 348 w 576"/>
                <a:gd name="T33" fmla="*/ 512 h 776"/>
                <a:gd name="T34" fmla="*/ 352 w 576"/>
                <a:gd name="T35" fmla="*/ 548 h 776"/>
                <a:gd name="T36" fmla="*/ 344 w 576"/>
                <a:gd name="T37" fmla="*/ 588 h 776"/>
                <a:gd name="T38" fmla="*/ 336 w 576"/>
                <a:gd name="T39" fmla="*/ 632 h 776"/>
                <a:gd name="T40" fmla="*/ 320 w 576"/>
                <a:gd name="T41" fmla="*/ 672 h 776"/>
                <a:gd name="T42" fmla="*/ 292 w 576"/>
                <a:gd name="T43" fmla="*/ 712 h 776"/>
                <a:gd name="T44" fmla="*/ 248 w 576"/>
                <a:gd name="T45" fmla="*/ 740 h 776"/>
                <a:gd name="T46" fmla="*/ 216 w 576"/>
                <a:gd name="T47" fmla="*/ 776 h 776"/>
                <a:gd name="T48" fmla="*/ 372 w 576"/>
                <a:gd name="T49" fmla="*/ 720 h 776"/>
                <a:gd name="T50" fmla="*/ 408 w 576"/>
                <a:gd name="T51" fmla="*/ 708 h 776"/>
                <a:gd name="T52" fmla="*/ 444 w 576"/>
                <a:gd name="T53" fmla="*/ 692 h 776"/>
                <a:gd name="T54" fmla="*/ 468 w 576"/>
                <a:gd name="T55" fmla="*/ 684 h 776"/>
                <a:gd name="T56" fmla="*/ 496 w 576"/>
                <a:gd name="T57" fmla="*/ 668 h 776"/>
                <a:gd name="T58" fmla="*/ 520 w 576"/>
                <a:gd name="T59" fmla="*/ 652 h 776"/>
                <a:gd name="T60" fmla="*/ 540 w 576"/>
                <a:gd name="T61" fmla="*/ 628 h 776"/>
                <a:gd name="T62" fmla="*/ 556 w 576"/>
                <a:gd name="T63" fmla="*/ 592 h 776"/>
                <a:gd name="T64" fmla="*/ 568 w 576"/>
                <a:gd name="T65" fmla="*/ 544 h 776"/>
                <a:gd name="T66" fmla="*/ 576 w 576"/>
                <a:gd name="T67" fmla="*/ 516 h 776"/>
                <a:gd name="T68" fmla="*/ 576 w 576"/>
                <a:gd name="T69" fmla="*/ 492 h 776"/>
                <a:gd name="T70" fmla="*/ 576 w 576"/>
                <a:gd name="T71" fmla="*/ 464 h 776"/>
                <a:gd name="T72" fmla="*/ 572 w 576"/>
                <a:gd name="T73" fmla="*/ 440 h 776"/>
                <a:gd name="T74" fmla="*/ 564 w 576"/>
                <a:gd name="T75" fmla="*/ 404 h 776"/>
                <a:gd name="T76" fmla="*/ 560 w 576"/>
                <a:gd name="T77" fmla="*/ 372 h 776"/>
                <a:gd name="T78" fmla="*/ 552 w 576"/>
                <a:gd name="T79" fmla="*/ 348 h 776"/>
                <a:gd name="T80" fmla="*/ 540 w 576"/>
                <a:gd name="T81" fmla="*/ 324 h 776"/>
                <a:gd name="T82" fmla="*/ 528 w 576"/>
                <a:gd name="T83" fmla="*/ 288 h 776"/>
                <a:gd name="T84" fmla="*/ 508 w 576"/>
                <a:gd name="T85" fmla="*/ 256 h 776"/>
                <a:gd name="T86" fmla="*/ 496 w 576"/>
                <a:gd name="T87" fmla="*/ 236 h 776"/>
                <a:gd name="T88" fmla="*/ 480 w 576"/>
                <a:gd name="T89" fmla="*/ 216 h 776"/>
                <a:gd name="T90" fmla="*/ 448 w 576"/>
                <a:gd name="T91" fmla="*/ 188 h 776"/>
                <a:gd name="T92" fmla="*/ 416 w 576"/>
                <a:gd name="T93" fmla="*/ 156 h 776"/>
                <a:gd name="T94" fmla="*/ 396 w 576"/>
                <a:gd name="T95" fmla="*/ 132 h 776"/>
                <a:gd name="T96" fmla="*/ 376 w 576"/>
                <a:gd name="T97" fmla="*/ 100 h 776"/>
                <a:gd name="T98" fmla="*/ 368 w 576"/>
                <a:gd name="T99" fmla="*/ 48 h 776"/>
                <a:gd name="T100" fmla="*/ 368 w 576"/>
                <a:gd name="T101" fmla="*/ 0 h 776"/>
                <a:gd name="T102" fmla="*/ 0 w 576"/>
                <a:gd name="T103" fmla="*/ 124 h 77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76"/>
                <a:gd name="T157" fmla="*/ 0 h 776"/>
                <a:gd name="T158" fmla="*/ 576 w 576"/>
                <a:gd name="T159" fmla="*/ 776 h 77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76" h="776">
                  <a:moveTo>
                    <a:pt x="0" y="124"/>
                  </a:moveTo>
                  <a:lnTo>
                    <a:pt x="28" y="124"/>
                  </a:lnTo>
                  <a:lnTo>
                    <a:pt x="68" y="124"/>
                  </a:lnTo>
                  <a:lnTo>
                    <a:pt x="104" y="132"/>
                  </a:lnTo>
                  <a:lnTo>
                    <a:pt x="128" y="140"/>
                  </a:lnTo>
                  <a:lnTo>
                    <a:pt x="164" y="168"/>
                  </a:lnTo>
                  <a:lnTo>
                    <a:pt x="188" y="184"/>
                  </a:lnTo>
                  <a:lnTo>
                    <a:pt x="204" y="204"/>
                  </a:lnTo>
                  <a:lnTo>
                    <a:pt x="236" y="228"/>
                  </a:lnTo>
                  <a:lnTo>
                    <a:pt x="260" y="260"/>
                  </a:lnTo>
                  <a:lnTo>
                    <a:pt x="288" y="304"/>
                  </a:lnTo>
                  <a:lnTo>
                    <a:pt x="304" y="328"/>
                  </a:lnTo>
                  <a:lnTo>
                    <a:pt x="320" y="372"/>
                  </a:lnTo>
                  <a:lnTo>
                    <a:pt x="328" y="408"/>
                  </a:lnTo>
                  <a:lnTo>
                    <a:pt x="336" y="444"/>
                  </a:lnTo>
                  <a:lnTo>
                    <a:pt x="340" y="480"/>
                  </a:lnTo>
                  <a:lnTo>
                    <a:pt x="348" y="512"/>
                  </a:lnTo>
                  <a:lnTo>
                    <a:pt x="352" y="548"/>
                  </a:lnTo>
                  <a:lnTo>
                    <a:pt x="344" y="588"/>
                  </a:lnTo>
                  <a:cubicBezTo>
                    <a:pt x="335" y="623"/>
                    <a:pt x="339" y="617"/>
                    <a:pt x="336" y="632"/>
                  </a:cubicBezTo>
                  <a:lnTo>
                    <a:pt x="320" y="672"/>
                  </a:lnTo>
                  <a:lnTo>
                    <a:pt x="292" y="712"/>
                  </a:lnTo>
                  <a:lnTo>
                    <a:pt x="248" y="740"/>
                  </a:lnTo>
                  <a:lnTo>
                    <a:pt x="216" y="776"/>
                  </a:lnTo>
                  <a:lnTo>
                    <a:pt x="372" y="720"/>
                  </a:lnTo>
                  <a:lnTo>
                    <a:pt x="408" y="708"/>
                  </a:lnTo>
                  <a:lnTo>
                    <a:pt x="444" y="692"/>
                  </a:lnTo>
                  <a:lnTo>
                    <a:pt x="468" y="684"/>
                  </a:lnTo>
                  <a:lnTo>
                    <a:pt x="496" y="668"/>
                  </a:lnTo>
                  <a:lnTo>
                    <a:pt x="520" y="652"/>
                  </a:lnTo>
                  <a:lnTo>
                    <a:pt x="540" y="628"/>
                  </a:lnTo>
                  <a:lnTo>
                    <a:pt x="556" y="592"/>
                  </a:lnTo>
                  <a:lnTo>
                    <a:pt x="568" y="544"/>
                  </a:lnTo>
                  <a:lnTo>
                    <a:pt x="576" y="516"/>
                  </a:lnTo>
                  <a:lnTo>
                    <a:pt x="576" y="492"/>
                  </a:lnTo>
                  <a:lnTo>
                    <a:pt x="576" y="464"/>
                  </a:lnTo>
                  <a:lnTo>
                    <a:pt x="572" y="440"/>
                  </a:lnTo>
                  <a:lnTo>
                    <a:pt x="564" y="404"/>
                  </a:lnTo>
                  <a:lnTo>
                    <a:pt x="560" y="372"/>
                  </a:lnTo>
                  <a:lnTo>
                    <a:pt x="552" y="348"/>
                  </a:lnTo>
                  <a:lnTo>
                    <a:pt x="540" y="324"/>
                  </a:lnTo>
                  <a:lnTo>
                    <a:pt x="528" y="288"/>
                  </a:lnTo>
                  <a:cubicBezTo>
                    <a:pt x="520" y="256"/>
                    <a:pt x="513" y="265"/>
                    <a:pt x="508" y="256"/>
                  </a:cubicBezTo>
                  <a:lnTo>
                    <a:pt x="496" y="236"/>
                  </a:lnTo>
                  <a:lnTo>
                    <a:pt x="480" y="216"/>
                  </a:lnTo>
                  <a:lnTo>
                    <a:pt x="448" y="188"/>
                  </a:lnTo>
                  <a:lnTo>
                    <a:pt x="416" y="156"/>
                  </a:lnTo>
                  <a:lnTo>
                    <a:pt x="396" y="132"/>
                  </a:lnTo>
                  <a:lnTo>
                    <a:pt x="376" y="100"/>
                  </a:lnTo>
                  <a:lnTo>
                    <a:pt x="368" y="48"/>
                  </a:lnTo>
                  <a:lnTo>
                    <a:pt x="368" y="0"/>
                  </a:lnTo>
                  <a:lnTo>
                    <a:pt x="0" y="124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Oval 19">
              <a:extLst>
                <a:ext uri="{FF2B5EF4-FFF2-40B4-BE49-F238E27FC236}">
                  <a16:creationId xmlns:a16="http://schemas.microsoft.com/office/drawing/2014/main" id="{0061EE0E-5EBE-4291-5FA8-395FB84929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24673">
              <a:off x="1636" y="1358"/>
              <a:ext cx="464" cy="683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D3686317-D0EB-CB18-ABA5-6883ACEB1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212"/>
              <a:ext cx="148" cy="715"/>
            </a:xfrm>
            <a:custGeom>
              <a:avLst/>
              <a:gdLst>
                <a:gd name="T0" fmla="*/ 0 w 148"/>
                <a:gd name="T1" fmla="*/ 0 h 715"/>
                <a:gd name="T2" fmla="*/ 16 w 148"/>
                <a:gd name="T3" fmla="*/ 28 h 715"/>
                <a:gd name="T4" fmla="*/ 36 w 148"/>
                <a:gd name="T5" fmla="*/ 44 h 715"/>
                <a:gd name="T6" fmla="*/ 52 w 148"/>
                <a:gd name="T7" fmla="*/ 64 h 715"/>
                <a:gd name="T8" fmla="*/ 72 w 148"/>
                <a:gd name="T9" fmla="*/ 88 h 715"/>
                <a:gd name="T10" fmla="*/ 100 w 148"/>
                <a:gd name="T11" fmla="*/ 132 h 715"/>
                <a:gd name="T12" fmla="*/ 112 w 148"/>
                <a:gd name="T13" fmla="*/ 156 h 715"/>
                <a:gd name="T14" fmla="*/ 128 w 148"/>
                <a:gd name="T15" fmla="*/ 188 h 715"/>
                <a:gd name="T16" fmla="*/ 140 w 148"/>
                <a:gd name="T17" fmla="*/ 236 h 715"/>
                <a:gd name="T18" fmla="*/ 144 w 148"/>
                <a:gd name="T19" fmla="*/ 284 h 715"/>
                <a:gd name="T20" fmla="*/ 148 w 148"/>
                <a:gd name="T21" fmla="*/ 328 h 715"/>
                <a:gd name="T22" fmla="*/ 148 w 148"/>
                <a:gd name="T23" fmla="*/ 360 h 715"/>
                <a:gd name="T24" fmla="*/ 148 w 148"/>
                <a:gd name="T25" fmla="*/ 392 h 715"/>
                <a:gd name="T26" fmla="*/ 140 w 148"/>
                <a:gd name="T27" fmla="*/ 428 h 715"/>
                <a:gd name="T28" fmla="*/ 128 w 148"/>
                <a:gd name="T29" fmla="*/ 456 h 715"/>
                <a:gd name="T30" fmla="*/ 120 w 148"/>
                <a:gd name="T31" fmla="*/ 484 h 715"/>
                <a:gd name="T32" fmla="*/ 92 w 148"/>
                <a:gd name="T33" fmla="*/ 532 h 715"/>
                <a:gd name="T34" fmla="*/ 68 w 148"/>
                <a:gd name="T35" fmla="*/ 568 h 715"/>
                <a:gd name="T36" fmla="*/ 48 w 148"/>
                <a:gd name="T37" fmla="*/ 584 h 715"/>
                <a:gd name="T38" fmla="*/ 28 w 148"/>
                <a:gd name="T39" fmla="*/ 596 h 715"/>
                <a:gd name="T40" fmla="*/ 8 w 148"/>
                <a:gd name="T41" fmla="*/ 616 h 715"/>
                <a:gd name="T42" fmla="*/ 0 w 148"/>
                <a:gd name="T43" fmla="*/ 0 h 7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"/>
                <a:gd name="T67" fmla="*/ 0 h 715"/>
                <a:gd name="T68" fmla="*/ 148 w 148"/>
                <a:gd name="T69" fmla="*/ 715 h 71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" h="715">
                  <a:moveTo>
                    <a:pt x="0" y="0"/>
                  </a:moveTo>
                  <a:lnTo>
                    <a:pt x="16" y="28"/>
                  </a:lnTo>
                  <a:lnTo>
                    <a:pt x="36" y="44"/>
                  </a:lnTo>
                  <a:lnTo>
                    <a:pt x="52" y="64"/>
                  </a:lnTo>
                  <a:lnTo>
                    <a:pt x="72" y="88"/>
                  </a:lnTo>
                  <a:lnTo>
                    <a:pt x="100" y="132"/>
                  </a:lnTo>
                  <a:lnTo>
                    <a:pt x="112" y="156"/>
                  </a:lnTo>
                  <a:lnTo>
                    <a:pt x="128" y="188"/>
                  </a:lnTo>
                  <a:lnTo>
                    <a:pt x="140" y="236"/>
                  </a:lnTo>
                  <a:lnTo>
                    <a:pt x="144" y="284"/>
                  </a:lnTo>
                  <a:lnTo>
                    <a:pt x="148" y="328"/>
                  </a:lnTo>
                  <a:lnTo>
                    <a:pt x="148" y="360"/>
                  </a:lnTo>
                  <a:lnTo>
                    <a:pt x="148" y="392"/>
                  </a:lnTo>
                  <a:lnTo>
                    <a:pt x="140" y="428"/>
                  </a:lnTo>
                  <a:lnTo>
                    <a:pt x="128" y="456"/>
                  </a:lnTo>
                  <a:lnTo>
                    <a:pt x="120" y="484"/>
                  </a:lnTo>
                  <a:lnTo>
                    <a:pt x="92" y="532"/>
                  </a:lnTo>
                  <a:cubicBezTo>
                    <a:pt x="84" y="542"/>
                    <a:pt x="77" y="559"/>
                    <a:pt x="68" y="568"/>
                  </a:cubicBezTo>
                  <a:lnTo>
                    <a:pt x="48" y="584"/>
                  </a:lnTo>
                  <a:cubicBezTo>
                    <a:pt x="34" y="594"/>
                    <a:pt x="40" y="590"/>
                    <a:pt x="28" y="596"/>
                  </a:cubicBezTo>
                  <a:cubicBezTo>
                    <a:pt x="6" y="614"/>
                    <a:pt x="13" y="715"/>
                    <a:pt x="8" y="616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D4F09D7D-027A-54E3-F11A-F26904E35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038"/>
              <a:ext cx="466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6" name="Group 22">
            <a:extLst>
              <a:ext uri="{FF2B5EF4-FFF2-40B4-BE49-F238E27FC236}">
                <a16:creationId xmlns:a16="http://schemas.microsoft.com/office/drawing/2014/main" id="{69B45A3E-C251-FAEE-A9F1-F6DE671D7583}"/>
              </a:ext>
            </a:extLst>
          </p:cNvPr>
          <p:cNvGrpSpPr>
            <a:grpSpLocks/>
          </p:cNvGrpSpPr>
          <p:nvPr/>
        </p:nvGrpSpPr>
        <p:grpSpPr bwMode="auto">
          <a:xfrm>
            <a:off x="3708157" y="1650618"/>
            <a:ext cx="1784350" cy="1612900"/>
            <a:chOff x="904" y="1180"/>
            <a:chExt cx="1124" cy="1016"/>
          </a:xfrm>
        </p:grpSpPr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4A260E3C-7D4B-94E5-CDE7-AD385B674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1264"/>
              <a:ext cx="460" cy="244"/>
            </a:xfrm>
            <a:custGeom>
              <a:avLst/>
              <a:gdLst>
                <a:gd name="T0" fmla="*/ 0 w 460"/>
                <a:gd name="T1" fmla="*/ 0 h 244"/>
                <a:gd name="T2" fmla="*/ 0 w 460"/>
                <a:gd name="T3" fmla="*/ 144 h 244"/>
                <a:gd name="T4" fmla="*/ 28 w 460"/>
                <a:gd name="T5" fmla="*/ 144 h 244"/>
                <a:gd name="T6" fmla="*/ 60 w 460"/>
                <a:gd name="T7" fmla="*/ 160 h 244"/>
                <a:gd name="T8" fmla="*/ 96 w 460"/>
                <a:gd name="T9" fmla="*/ 164 h 244"/>
                <a:gd name="T10" fmla="*/ 124 w 460"/>
                <a:gd name="T11" fmla="*/ 176 h 244"/>
                <a:gd name="T12" fmla="*/ 160 w 460"/>
                <a:gd name="T13" fmla="*/ 188 h 244"/>
                <a:gd name="T14" fmla="*/ 196 w 460"/>
                <a:gd name="T15" fmla="*/ 204 h 244"/>
                <a:gd name="T16" fmla="*/ 244 w 460"/>
                <a:gd name="T17" fmla="*/ 220 h 244"/>
                <a:gd name="T18" fmla="*/ 280 w 460"/>
                <a:gd name="T19" fmla="*/ 236 h 244"/>
                <a:gd name="T20" fmla="*/ 304 w 460"/>
                <a:gd name="T21" fmla="*/ 240 h 244"/>
                <a:gd name="T22" fmla="*/ 348 w 460"/>
                <a:gd name="T23" fmla="*/ 244 h 244"/>
                <a:gd name="T24" fmla="*/ 392 w 460"/>
                <a:gd name="T25" fmla="*/ 240 h 244"/>
                <a:gd name="T26" fmla="*/ 424 w 460"/>
                <a:gd name="T27" fmla="*/ 216 h 244"/>
                <a:gd name="T28" fmla="*/ 444 w 460"/>
                <a:gd name="T29" fmla="*/ 192 h 244"/>
                <a:gd name="T30" fmla="*/ 444 w 460"/>
                <a:gd name="T31" fmla="*/ 160 h 244"/>
                <a:gd name="T32" fmla="*/ 460 w 460"/>
                <a:gd name="T33" fmla="*/ 120 h 244"/>
                <a:gd name="T34" fmla="*/ 456 w 460"/>
                <a:gd name="T35" fmla="*/ 4 h 244"/>
                <a:gd name="T36" fmla="*/ 424 w 460"/>
                <a:gd name="T37" fmla="*/ 36 h 244"/>
                <a:gd name="T38" fmla="*/ 368 w 460"/>
                <a:gd name="T39" fmla="*/ 60 h 244"/>
                <a:gd name="T40" fmla="*/ 308 w 460"/>
                <a:gd name="T41" fmla="*/ 72 h 244"/>
                <a:gd name="T42" fmla="*/ 228 w 460"/>
                <a:gd name="T43" fmla="*/ 72 h 244"/>
                <a:gd name="T44" fmla="*/ 176 w 460"/>
                <a:gd name="T45" fmla="*/ 68 h 244"/>
                <a:gd name="T46" fmla="*/ 116 w 460"/>
                <a:gd name="T47" fmla="*/ 60 h 244"/>
                <a:gd name="T48" fmla="*/ 64 w 460"/>
                <a:gd name="T49" fmla="*/ 52 h 244"/>
                <a:gd name="T50" fmla="*/ 28 w 460"/>
                <a:gd name="T51" fmla="*/ 32 h 244"/>
                <a:gd name="T52" fmla="*/ 0 w 460"/>
                <a:gd name="T53" fmla="*/ 8 h 2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60"/>
                <a:gd name="T82" fmla="*/ 0 h 244"/>
                <a:gd name="T83" fmla="*/ 460 w 460"/>
                <a:gd name="T84" fmla="*/ 244 h 2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60" h="244">
                  <a:moveTo>
                    <a:pt x="0" y="0"/>
                  </a:moveTo>
                  <a:lnTo>
                    <a:pt x="0" y="144"/>
                  </a:lnTo>
                  <a:lnTo>
                    <a:pt x="28" y="144"/>
                  </a:lnTo>
                  <a:lnTo>
                    <a:pt x="60" y="160"/>
                  </a:lnTo>
                  <a:lnTo>
                    <a:pt x="96" y="164"/>
                  </a:lnTo>
                  <a:lnTo>
                    <a:pt x="124" y="176"/>
                  </a:lnTo>
                  <a:lnTo>
                    <a:pt x="160" y="188"/>
                  </a:lnTo>
                  <a:lnTo>
                    <a:pt x="196" y="204"/>
                  </a:lnTo>
                  <a:lnTo>
                    <a:pt x="244" y="220"/>
                  </a:lnTo>
                  <a:lnTo>
                    <a:pt x="280" y="236"/>
                  </a:lnTo>
                  <a:lnTo>
                    <a:pt x="304" y="240"/>
                  </a:lnTo>
                  <a:lnTo>
                    <a:pt x="348" y="244"/>
                  </a:lnTo>
                  <a:lnTo>
                    <a:pt x="392" y="240"/>
                  </a:lnTo>
                  <a:lnTo>
                    <a:pt x="424" y="216"/>
                  </a:lnTo>
                  <a:lnTo>
                    <a:pt x="444" y="192"/>
                  </a:lnTo>
                  <a:lnTo>
                    <a:pt x="444" y="160"/>
                  </a:lnTo>
                  <a:lnTo>
                    <a:pt x="460" y="120"/>
                  </a:lnTo>
                  <a:lnTo>
                    <a:pt x="456" y="4"/>
                  </a:lnTo>
                  <a:lnTo>
                    <a:pt x="424" y="36"/>
                  </a:lnTo>
                  <a:lnTo>
                    <a:pt x="368" y="60"/>
                  </a:lnTo>
                  <a:lnTo>
                    <a:pt x="308" y="72"/>
                  </a:lnTo>
                  <a:lnTo>
                    <a:pt x="228" y="72"/>
                  </a:lnTo>
                  <a:lnTo>
                    <a:pt x="176" y="68"/>
                  </a:lnTo>
                  <a:lnTo>
                    <a:pt x="116" y="60"/>
                  </a:lnTo>
                  <a:lnTo>
                    <a:pt x="64" y="52"/>
                  </a:lnTo>
                  <a:lnTo>
                    <a:pt x="28" y="32"/>
                  </a:lnTo>
                  <a:lnTo>
                    <a:pt x="0" y="8"/>
                  </a:lnTo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C1FDC473-C830-29B6-36CF-23F4248E4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1972"/>
              <a:ext cx="448" cy="224"/>
            </a:xfrm>
            <a:custGeom>
              <a:avLst/>
              <a:gdLst>
                <a:gd name="T0" fmla="*/ 448 w 448"/>
                <a:gd name="T1" fmla="*/ 0 h 224"/>
                <a:gd name="T2" fmla="*/ 448 w 448"/>
                <a:gd name="T3" fmla="*/ 164 h 224"/>
                <a:gd name="T4" fmla="*/ 416 w 448"/>
                <a:gd name="T5" fmla="*/ 192 h 224"/>
                <a:gd name="T6" fmla="*/ 392 w 448"/>
                <a:gd name="T7" fmla="*/ 200 h 224"/>
                <a:gd name="T8" fmla="*/ 360 w 448"/>
                <a:gd name="T9" fmla="*/ 204 h 224"/>
                <a:gd name="T10" fmla="*/ 320 w 448"/>
                <a:gd name="T11" fmla="*/ 216 h 224"/>
                <a:gd name="T12" fmla="*/ 264 w 448"/>
                <a:gd name="T13" fmla="*/ 224 h 224"/>
                <a:gd name="T14" fmla="*/ 232 w 448"/>
                <a:gd name="T15" fmla="*/ 224 h 224"/>
                <a:gd name="T16" fmla="*/ 204 w 448"/>
                <a:gd name="T17" fmla="*/ 224 h 224"/>
                <a:gd name="T18" fmla="*/ 180 w 448"/>
                <a:gd name="T19" fmla="*/ 224 h 224"/>
                <a:gd name="T20" fmla="*/ 156 w 448"/>
                <a:gd name="T21" fmla="*/ 224 h 224"/>
                <a:gd name="T22" fmla="*/ 128 w 448"/>
                <a:gd name="T23" fmla="*/ 220 h 224"/>
                <a:gd name="T24" fmla="*/ 80 w 448"/>
                <a:gd name="T25" fmla="*/ 208 h 224"/>
                <a:gd name="T26" fmla="*/ 56 w 448"/>
                <a:gd name="T27" fmla="*/ 196 h 224"/>
                <a:gd name="T28" fmla="*/ 20 w 448"/>
                <a:gd name="T29" fmla="*/ 188 h 224"/>
                <a:gd name="T30" fmla="*/ 0 w 448"/>
                <a:gd name="T31" fmla="*/ 172 h 224"/>
                <a:gd name="T32" fmla="*/ 24 w 448"/>
                <a:gd name="T33" fmla="*/ 144 h 224"/>
                <a:gd name="T34" fmla="*/ 48 w 448"/>
                <a:gd name="T35" fmla="*/ 128 h 224"/>
                <a:gd name="T36" fmla="*/ 88 w 448"/>
                <a:gd name="T37" fmla="*/ 124 h 224"/>
                <a:gd name="T38" fmla="*/ 116 w 448"/>
                <a:gd name="T39" fmla="*/ 112 h 224"/>
                <a:gd name="T40" fmla="*/ 144 w 448"/>
                <a:gd name="T41" fmla="*/ 100 h 224"/>
                <a:gd name="T42" fmla="*/ 180 w 448"/>
                <a:gd name="T43" fmla="*/ 88 h 224"/>
                <a:gd name="T44" fmla="*/ 208 w 448"/>
                <a:gd name="T45" fmla="*/ 80 h 224"/>
                <a:gd name="T46" fmla="*/ 240 w 448"/>
                <a:gd name="T47" fmla="*/ 64 h 224"/>
                <a:gd name="T48" fmla="*/ 268 w 448"/>
                <a:gd name="T49" fmla="*/ 56 h 224"/>
                <a:gd name="T50" fmla="*/ 300 w 448"/>
                <a:gd name="T51" fmla="*/ 44 h 224"/>
                <a:gd name="T52" fmla="*/ 340 w 448"/>
                <a:gd name="T53" fmla="*/ 28 h 224"/>
                <a:gd name="T54" fmla="*/ 376 w 448"/>
                <a:gd name="T55" fmla="*/ 12 h 224"/>
                <a:gd name="T56" fmla="*/ 404 w 448"/>
                <a:gd name="T57" fmla="*/ 4 h 224"/>
                <a:gd name="T58" fmla="*/ 448 w 448"/>
                <a:gd name="T59" fmla="*/ 0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48"/>
                <a:gd name="T91" fmla="*/ 0 h 224"/>
                <a:gd name="T92" fmla="*/ 448 w 448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48" h="224">
                  <a:moveTo>
                    <a:pt x="448" y="0"/>
                  </a:moveTo>
                  <a:lnTo>
                    <a:pt x="448" y="164"/>
                  </a:lnTo>
                  <a:lnTo>
                    <a:pt x="416" y="192"/>
                  </a:lnTo>
                  <a:lnTo>
                    <a:pt x="392" y="200"/>
                  </a:lnTo>
                  <a:lnTo>
                    <a:pt x="360" y="204"/>
                  </a:lnTo>
                  <a:lnTo>
                    <a:pt x="320" y="216"/>
                  </a:lnTo>
                  <a:lnTo>
                    <a:pt x="264" y="224"/>
                  </a:lnTo>
                  <a:cubicBezTo>
                    <a:pt x="253" y="224"/>
                    <a:pt x="243" y="224"/>
                    <a:pt x="232" y="224"/>
                  </a:cubicBezTo>
                  <a:lnTo>
                    <a:pt x="204" y="224"/>
                  </a:lnTo>
                  <a:lnTo>
                    <a:pt x="180" y="224"/>
                  </a:lnTo>
                  <a:lnTo>
                    <a:pt x="156" y="224"/>
                  </a:lnTo>
                  <a:lnTo>
                    <a:pt x="128" y="220"/>
                  </a:lnTo>
                  <a:lnTo>
                    <a:pt x="80" y="208"/>
                  </a:lnTo>
                  <a:lnTo>
                    <a:pt x="56" y="196"/>
                  </a:lnTo>
                  <a:lnTo>
                    <a:pt x="20" y="188"/>
                  </a:lnTo>
                  <a:lnTo>
                    <a:pt x="0" y="172"/>
                  </a:lnTo>
                  <a:lnTo>
                    <a:pt x="24" y="144"/>
                  </a:lnTo>
                  <a:lnTo>
                    <a:pt x="48" y="128"/>
                  </a:lnTo>
                  <a:lnTo>
                    <a:pt x="88" y="124"/>
                  </a:lnTo>
                  <a:lnTo>
                    <a:pt x="116" y="112"/>
                  </a:lnTo>
                  <a:lnTo>
                    <a:pt x="144" y="100"/>
                  </a:lnTo>
                  <a:lnTo>
                    <a:pt x="180" y="88"/>
                  </a:lnTo>
                  <a:lnTo>
                    <a:pt x="208" y="80"/>
                  </a:lnTo>
                  <a:lnTo>
                    <a:pt x="240" y="64"/>
                  </a:lnTo>
                  <a:lnTo>
                    <a:pt x="268" y="56"/>
                  </a:lnTo>
                  <a:lnTo>
                    <a:pt x="300" y="44"/>
                  </a:lnTo>
                  <a:lnTo>
                    <a:pt x="340" y="28"/>
                  </a:lnTo>
                  <a:lnTo>
                    <a:pt x="376" y="12"/>
                  </a:lnTo>
                  <a:lnTo>
                    <a:pt x="404" y="4"/>
                  </a:lnTo>
                  <a:lnTo>
                    <a:pt x="44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CEFCAB6E-A68B-460D-07B7-F0AF099C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248"/>
              <a:ext cx="1020" cy="872"/>
            </a:xfrm>
            <a:custGeom>
              <a:avLst/>
              <a:gdLst>
                <a:gd name="T0" fmla="*/ 28 w 1020"/>
                <a:gd name="T1" fmla="*/ 224 h 872"/>
                <a:gd name="T2" fmla="*/ 100 w 1020"/>
                <a:gd name="T3" fmla="*/ 232 h 872"/>
                <a:gd name="T4" fmla="*/ 168 w 1020"/>
                <a:gd name="T5" fmla="*/ 264 h 872"/>
                <a:gd name="T6" fmla="*/ 232 w 1020"/>
                <a:gd name="T7" fmla="*/ 304 h 872"/>
                <a:gd name="T8" fmla="*/ 280 w 1020"/>
                <a:gd name="T9" fmla="*/ 356 h 872"/>
                <a:gd name="T10" fmla="*/ 328 w 1020"/>
                <a:gd name="T11" fmla="*/ 416 h 872"/>
                <a:gd name="T12" fmla="*/ 348 w 1020"/>
                <a:gd name="T13" fmla="*/ 464 h 872"/>
                <a:gd name="T14" fmla="*/ 364 w 1020"/>
                <a:gd name="T15" fmla="*/ 540 h 872"/>
                <a:gd name="T16" fmla="*/ 376 w 1020"/>
                <a:gd name="T17" fmla="*/ 596 h 872"/>
                <a:gd name="T18" fmla="*/ 376 w 1020"/>
                <a:gd name="T19" fmla="*/ 668 h 872"/>
                <a:gd name="T20" fmla="*/ 356 w 1020"/>
                <a:gd name="T21" fmla="*/ 760 h 872"/>
                <a:gd name="T22" fmla="*/ 316 w 1020"/>
                <a:gd name="T23" fmla="*/ 824 h 872"/>
                <a:gd name="T24" fmla="*/ 232 w 1020"/>
                <a:gd name="T25" fmla="*/ 872 h 872"/>
                <a:gd name="T26" fmla="*/ 376 w 1020"/>
                <a:gd name="T27" fmla="*/ 824 h 872"/>
                <a:gd name="T28" fmla="*/ 432 w 1020"/>
                <a:gd name="T29" fmla="*/ 808 h 872"/>
                <a:gd name="T30" fmla="*/ 524 w 1020"/>
                <a:gd name="T31" fmla="*/ 772 h 872"/>
                <a:gd name="T32" fmla="*/ 616 w 1020"/>
                <a:gd name="T33" fmla="*/ 740 h 872"/>
                <a:gd name="T34" fmla="*/ 684 w 1020"/>
                <a:gd name="T35" fmla="*/ 728 h 872"/>
                <a:gd name="T36" fmla="*/ 944 w 1020"/>
                <a:gd name="T37" fmla="*/ 616 h 872"/>
                <a:gd name="T38" fmla="*/ 996 w 1020"/>
                <a:gd name="T39" fmla="*/ 552 h 872"/>
                <a:gd name="T40" fmla="*/ 1016 w 1020"/>
                <a:gd name="T41" fmla="*/ 480 h 872"/>
                <a:gd name="T42" fmla="*/ 1016 w 1020"/>
                <a:gd name="T43" fmla="*/ 384 h 872"/>
                <a:gd name="T44" fmla="*/ 1000 w 1020"/>
                <a:gd name="T45" fmla="*/ 288 h 872"/>
                <a:gd name="T46" fmla="*/ 972 w 1020"/>
                <a:gd name="T47" fmla="*/ 208 h 872"/>
                <a:gd name="T48" fmla="*/ 940 w 1020"/>
                <a:gd name="T49" fmla="*/ 140 h 872"/>
                <a:gd name="T50" fmla="*/ 892 w 1020"/>
                <a:gd name="T51" fmla="*/ 84 h 872"/>
                <a:gd name="T52" fmla="*/ 836 w 1020"/>
                <a:gd name="T53" fmla="*/ 36 h 872"/>
                <a:gd name="T54" fmla="*/ 764 w 1020"/>
                <a:gd name="T55" fmla="*/ 4 h 872"/>
                <a:gd name="T56" fmla="*/ 692 w 1020"/>
                <a:gd name="T57" fmla="*/ 8 h 872"/>
                <a:gd name="T58" fmla="*/ 696 w 1020"/>
                <a:gd name="T59" fmla="*/ 80 h 872"/>
                <a:gd name="T60" fmla="*/ 684 w 1020"/>
                <a:gd name="T61" fmla="*/ 144 h 872"/>
                <a:gd name="T62" fmla="*/ 676 w 1020"/>
                <a:gd name="T63" fmla="*/ 204 h 872"/>
                <a:gd name="T64" fmla="*/ 616 w 1020"/>
                <a:gd name="T65" fmla="*/ 260 h 872"/>
                <a:gd name="T66" fmla="*/ 540 w 1020"/>
                <a:gd name="T67" fmla="*/ 260 h 872"/>
                <a:gd name="T68" fmla="*/ 456 w 1020"/>
                <a:gd name="T69" fmla="*/ 232 h 872"/>
                <a:gd name="T70" fmla="*/ 368 w 1020"/>
                <a:gd name="T71" fmla="*/ 200 h 872"/>
                <a:gd name="T72" fmla="*/ 272 w 1020"/>
                <a:gd name="T73" fmla="*/ 168 h 872"/>
                <a:gd name="T74" fmla="*/ 0 w 1020"/>
                <a:gd name="T75" fmla="*/ 236 h 8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20"/>
                <a:gd name="T115" fmla="*/ 0 h 872"/>
                <a:gd name="T116" fmla="*/ 1020 w 1020"/>
                <a:gd name="T117" fmla="*/ 872 h 8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20" h="872">
                  <a:moveTo>
                    <a:pt x="4" y="236"/>
                  </a:moveTo>
                  <a:lnTo>
                    <a:pt x="28" y="224"/>
                  </a:lnTo>
                  <a:lnTo>
                    <a:pt x="68" y="224"/>
                  </a:lnTo>
                  <a:lnTo>
                    <a:pt x="100" y="232"/>
                  </a:lnTo>
                  <a:lnTo>
                    <a:pt x="132" y="244"/>
                  </a:lnTo>
                  <a:lnTo>
                    <a:pt x="168" y="264"/>
                  </a:lnTo>
                  <a:lnTo>
                    <a:pt x="200" y="288"/>
                  </a:lnTo>
                  <a:lnTo>
                    <a:pt x="232" y="304"/>
                  </a:lnTo>
                  <a:lnTo>
                    <a:pt x="260" y="332"/>
                  </a:lnTo>
                  <a:lnTo>
                    <a:pt x="280" y="356"/>
                  </a:lnTo>
                  <a:lnTo>
                    <a:pt x="300" y="380"/>
                  </a:lnTo>
                  <a:lnTo>
                    <a:pt x="328" y="416"/>
                  </a:lnTo>
                  <a:lnTo>
                    <a:pt x="340" y="440"/>
                  </a:lnTo>
                  <a:lnTo>
                    <a:pt x="348" y="464"/>
                  </a:lnTo>
                  <a:cubicBezTo>
                    <a:pt x="357" y="481"/>
                    <a:pt x="360" y="499"/>
                    <a:pt x="368" y="516"/>
                  </a:cubicBezTo>
                  <a:lnTo>
                    <a:pt x="364" y="540"/>
                  </a:lnTo>
                  <a:lnTo>
                    <a:pt x="372" y="572"/>
                  </a:lnTo>
                  <a:lnTo>
                    <a:pt x="376" y="596"/>
                  </a:lnTo>
                  <a:lnTo>
                    <a:pt x="380" y="620"/>
                  </a:lnTo>
                  <a:lnTo>
                    <a:pt x="376" y="668"/>
                  </a:lnTo>
                  <a:lnTo>
                    <a:pt x="372" y="704"/>
                  </a:lnTo>
                  <a:cubicBezTo>
                    <a:pt x="368" y="721"/>
                    <a:pt x="369" y="747"/>
                    <a:pt x="356" y="760"/>
                  </a:cubicBezTo>
                  <a:lnTo>
                    <a:pt x="332" y="784"/>
                  </a:lnTo>
                  <a:lnTo>
                    <a:pt x="316" y="824"/>
                  </a:lnTo>
                  <a:lnTo>
                    <a:pt x="292" y="844"/>
                  </a:lnTo>
                  <a:cubicBezTo>
                    <a:pt x="275" y="855"/>
                    <a:pt x="254" y="872"/>
                    <a:pt x="232" y="872"/>
                  </a:cubicBezTo>
                  <a:lnTo>
                    <a:pt x="352" y="836"/>
                  </a:lnTo>
                  <a:lnTo>
                    <a:pt x="376" y="824"/>
                  </a:lnTo>
                  <a:lnTo>
                    <a:pt x="400" y="812"/>
                  </a:lnTo>
                  <a:lnTo>
                    <a:pt x="432" y="808"/>
                  </a:lnTo>
                  <a:lnTo>
                    <a:pt x="480" y="792"/>
                  </a:lnTo>
                  <a:lnTo>
                    <a:pt x="524" y="772"/>
                  </a:lnTo>
                  <a:lnTo>
                    <a:pt x="568" y="756"/>
                  </a:lnTo>
                  <a:lnTo>
                    <a:pt x="616" y="740"/>
                  </a:lnTo>
                  <a:lnTo>
                    <a:pt x="660" y="732"/>
                  </a:lnTo>
                  <a:lnTo>
                    <a:pt x="684" y="728"/>
                  </a:lnTo>
                  <a:lnTo>
                    <a:pt x="916" y="652"/>
                  </a:lnTo>
                  <a:lnTo>
                    <a:pt x="944" y="616"/>
                  </a:lnTo>
                  <a:lnTo>
                    <a:pt x="972" y="584"/>
                  </a:lnTo>
                  <a:lnTo>
                    <a:pt x="996" y="552"/>
                  </a:lnTo>
                  <a:lnTo>
                    <a:pt x="1008" y="520"/>
                  </a:lnTo>
                  <a:lnTo>
                    <a:pt x="1016" y="480"/>
                  </a:lnTo>
                  <a:lnTo>
                    <a:pt x="1020" y="432"/>
                  </a:lnTo>
                  <a:lnTo>
                    <a:pt x="1016" y="384"/>
                  </a:lnTo>
                  <a:lnTo>
                    <a:pt x="1012" y="336"/>
                  </a:lnTo>
                  <a:lnTo>
                    <a:pt x="1000" y="288"/>
                  </a:lnTo>
                  <a:lnTo>
                    <a:pt x="988" y="244"/>
                  </a:lnTo>
                  <a:lnTo>
                    <a:pt x="972" y="208"/>
                  </a:lnTo>
                  <a:lnTo>
                    <a:pt x="956" y="176"/>
                  </a:lnTo>
                  <a:lnTo>
                    <a:pt x="940" y="140"/>
                  </a:lnTo>
                  <a:lnTo>
                    <a:pt x="908" y="108"/>
                  </a:lnTo>
                  <a:lnTo>
                    <a:pt x="892" y="84"/>
                  </a:lnTo>
                  <a:lnTo>
                    <a:pt x="872" y="60"/>
                  </a:lnTo>
                  <a:lnTo>
                    <a:pt x="836" y="36"/>
                  </a:lnTo>
                  <a:lnTo>
                    <a:pt x="796" y="24"/>
                  </a:lnTo>
                  <a:lnTo>
                    <a:pt x="764" y="4"/>
                  </a:lnTo>
                  <a:lnTo>
                    <a:pt x="724" y="0"/>
                  </a:lnTo>
                  <a:lnTo>
                    <a:pt x="692" y="8"/>
                  </a:lnTo>
                  <a:lnTo>
                    <a:pt x="696" y="44"/>
                  </a:lnTo>
                  <a:lnTo>
                    <a:pt x="696" y="80"/>
                  </a:lnTo>
                  <a:lnTo>
                    <a:pt x="696" y="112"/>
                  </a:lnTo>
                  <a:lnTo>
                    <a:pt x="684" y="144"/>
                  </a:lnTo>
                  <a:lnTo>
                    <a:pt x="684" y="172"/>
                  </a:lnTo>
                  <a:lnTo>
                    <a:pt x="676" y="204"/>
                  </a:lnTo>
                  <a:lnTo>
                    <a:pt x="648" y="240"/>
                  </a:lnTo>
                  <a:lnTo>
                    <a:pt x="616" y="260"/>
                  </a:lnTo>
                  <a:lnTo>
                    <a:pt x="576" y="268"/>
                  </a:lnTo>
                  <a:lnTo>
                    <a:pt x="540" y="260"/>
                  </a:lnTo>
                  <a:lnTo>
                    <a:pt x="500" y="252"/>
                  </a:lnTo>
                  <a:lnTo>
                    <a:pt x="456" y="232"/>
                  </a:lnTo>
                  <a:lnTo>
                    <a:pt x="416" y="216"/>
                  </a:lnTo>
                  <a:lnTo>
                    <a:pt x="368" y="200"/>
                  </a:lnTo>
                  <a:lnTo>
                    <a:pt x="320" y="184"/>
                  </a:lnTo>
                  <a:lnTo>
                    <a:pt x="272" y="168"/>
                  </a:lnTo>
                  <a:lnTo>
                    <a:pt x="220" y="160"/>
                  </a:lnTo>
                  <a:lnTo>
                    <a:pt x="0" y="236"/>
                  </a:lnTo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Oval 26">
              <a:extLst>
                <a:ext uri="{FF2B5EF4-FFF2-40B4-BE49-F238E27FC236}">
                  <a16:creationId xmlns:a16="http://schemas.microsoft.com/office/drawing/2014/main" id="{66C2D5E9-091C-6953-B2B2-2EAEE0A47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1180"/>
              <a:ext cx="462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Oval 27">
              <a:extLst>
                <a:ext uri="{FF2B5EF4-FFF2-40B4-BE49-F238E27FC236}">
                  <a16:creationId xmlns:a16="http://schemas.microsoft.com/office/drawing/2014/main" id="{ED83EECE-7545-D602-2E68-BEDA3B7532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11648">
              <a:off x="904" y="1456"/>
              <a:ext cx="468" cy="685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2" name="Group 28">
            <a:extLst>
              <a:ext uri="{FF2B5EF4-FFF2-40B4-BE49-F238E27FC236}">
                <a16:creationId xmlns:a16="http://schemas.microsoft.com/office/drawing/2014/main" id="{1FA2D058-B882-A0A4-BD8C-2889203530A9}"/>
              </a:ext>
            </a:extLst>
          </p:cNvPr>
          <p:cNvGrpSpPr>
            <a:grpSpLocks/>
          </p:cNvGrpSpPr>
          <p:nvPr/>
        </p:nvGrpSpPr>
        <p:grpSpPr bwMode="auto">
          <a:xfrm>
            <a:off x="6407372" y="1679193"/>
            <a:ext cx="1784350" cy="1600200"/>
            <a:chOff x="2210" y="2907"/>
            <a:chExt cx="1124" cy="1008"/>
          </a:xfrm>
        </p:grpSpPr>
        <p:sp>
          <p:nvSpPr>
            <p:cNvPr id="63" name="Oval 29">
              <a:extLst>
                <a:ext uri="{FF2B5EF4-FFF2-40B4-BE49-F238E27FC236}">
                  <a16:creationId xmlns:a16="http://schemas.microsoft.com/office/drawing/2014/main" id="{3F6314B6-0BD9-4689-CF65-80AA5A07D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" y="2907"/>
              <a:ext cx="462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06AAA923-DC18-5F11-2697-738603434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994"/>
              <a:ext cx="467" cy="531"/>
            </a:xfrm>
            <a:custGeom>
              <a:avLst/>
              <a:gdLst>
                <a:gd name="T0" fmla="*/ 456 w 467"/>
                <a:gd name="T1" fmla="*/ 0 h 531"/>
                <a:gd name="T2" fmla="*/ 441 w 467"/>
                <a:gd name="T3" fmla="*/ 30 h 531"/>
                <a:gd name="T4" fmla="*/ 408 w 467"/>
                <a:gd name="T5" fmla="*/ 45 h 531"/>
                <a:gd name="T6" fmla="*/ 381 w 467"/>
                <a:gd name="T7" fmla="*/ 54 h 531"/>
                <a:gd name="T8" fmla="*/ 357 w 467"/>
                <a:gd name="T9" fmla="*/ 57 h 531"/>
                <a:gd name="T10" fmla="*/ 333 w 467"/>
                <a:gd name="T11" fmla="*/ 66 h 531"/>
                <a:gd name="T12" fmla="*/ 306 w 467"/>
                <a:gd name="T13" fmla="*/ 69 h 531"/>
                <a:gd name="T14" fmla="*/ 279 w 467"/>
                <a:gd name="T15" fmla="*/ 72 h 531"/>
                <a:gd name="T16" fmla="*/ 258 w 467"/>
                <a:gd name="T17" fmla="*/ 75 h 531"/>
                <a:gd name="T18" fmla="*/ 237 w 467"/>
                <a:gd name="T19" fmla="*/ 75 h 531"/>
                <a:gd name="T20" fmla="*/ 210 w 467"/>
                <a:gd name="T21" fmla="*/ 72 h 531"/>
                <a:gd name="T22" fmla="*/ 177 w 467"/>
                <a:gd name="T23" fmla="*/ 72 h 531"/>
                <a:gd name="T24" fmla="*/ 150 w 467"/>
                <a:gd name="T25" fmla="*/ 69 h 531"/>
                <a:gd name="T26" fmla="*/ 126 w 467"/>
                <a:gd name="T27" fmla="*/ 66 h 531"/>
                <a:gd name="T28" fmla="*/ 108 w 467"/>
                <a:gd name="T29" fmla="*/ 63 h 531"/>
                <a:gd name="T30" fmla="*/ 87 w 467"/>
                <a:gd name="T31" fmla="*/ 57 h 531"/>
                <a:gd name="T32" fmla="*/ 66 w 467"/>
                <a:gd name="T33" fmla="*/ 54 h 531"/>
                <a:gd name="T34" fmla="*/ 48 w 467"/>
                <a:gd name="T35" fmla="*/ 45 h 531"/>
                <a:gd name="T36" fmla="*/ 27 w 467"/>
                <a:gd name="T37" fmla="*/ 39 h 531"/>
                <a:gd name="T38" fmla="*/ 18 w 467"/>
                <a:gd name="T39" fmla="*/ 33 h 531"/>
                <a:gd name="T40" fmla="*/ 0 w 467"/>
                <a:gd name="T41" fmla="*/ 12 h 531"/>
                <a:gd name="T42" fmla="*/ 0 w 467"/>
                <a:gd name="T43" fmla="*/ 147 h 531"/>
                <a:gd name="T44" fmla="*/ 27 w 467"/>
                <a:gd name="T45" fmla="*/ 165 h 531"/>
                <a:gd name="T46" fmla="*/ 48 w 467"/>
                <a:gd name="T47" fmla="*/ 174 h 531"/>
                <a:gd name="T48" fmla="*/ 84 w 467"/>
                <a:gd name="T49" fmla="*/ 186 h 531"/>
                <a:gd name="T50" fmla="*/ 111 w 467"/>
                <a:gd name="T51" fmla="*/ 198 h 531"/>
                <a:gd name="T52" fmla="*/ 132 w 467"/>
                <a:gd name="T53" fmla="*/ 210 h 531"/>
                <a:gd name="T54" fmla="*/ 159 w 467"/>
                <a:gd name="T55" fmla="*/ 222 h 531"/>
                <a:gd name="T56" fmla="*/ 174 w 467"/>
                <a:gd name="T57" fmla="*/ 234 h 531"/>
                <a:gd name="T58" fmla="*/ 198 w 467"/>
                <a:gd name="T59" fmla="*/ 255 h 531"/>
                <a:gd name="T60" fmla="*/ 222 w 467"/>
                <a:gd name="T61" fmla="*/ 264 h 531"/>
                <a:gd name="T62" fmla="*/ 258 w 467"/>
                <a:gd name="T63" fmla="*/ 285 h 531"/>
                <a:gd name="T64" fmla="*/ 273 w 467"/>
                <a:gd name="T65" fmla="*/ 297 h 531"/>
                <a:gd name="T66" fmla="*/ 291 w 467"/>
                <a:gd name="T67" fmla="*/ 315 h 531"/>
                <a:gd name="T68" fmla="*/ 303 w 467"/>
                <a:gd name="T69" fmla="*/ 330 h 531"/>
                <a:gd name="T70" fmla="*/ 318 w 467"/>
                <a:gd name="T71" fmla="*/ 342 h 531"/>
                <a:gd name="T72" fmla="*/ 327 w 467"/>
                <a:gd name="T73" fmla="*/ 351 h 531"/>
                <a:gd name="T74" fmla="*/ 336 w 467"/>
                <a:gd name="T75" fmla="*/ 369 h 531"/>
                <a:gd name="T76" fmla="*/ 354 w 467"/>
                <a:gd name="T77" fmla="*/ 387 h 531"/>
                <a:gd name="T78" fmla="*/ 372 w 467"/>
                <a:gd name="T79" fmla="*/ 411 h 531"/>
                <a:gd name="T80" fmla="*/ 378 w 467"/>
                <a:gd name="T81" fmla="*/ 438 h 531"/>
                <a:gd name="T82" fmla="*/ 387 w 467"/>
                <a:gd name="T83" fmla="*/ 453 h 531"/>
                <a:gd name="T84" fmla="*/ 399 w 467"/>
                <a:gd name="T85" fmla="*/ 486 h 531"/>
                <a:gd name="T86" fmla="*/ 426 w 467"/>
                <a:gd name="T87" fmla="*/ 507 h 531"/>
                <a:gd name="T88" fmla="*/ 429 w 467"/>
                <a:gd name="T89" fmla="*/ 531 h 531"/>
                <a:gd name="T90" fmla="*/ 417 w 467"/>
                <a:gd name="T91" fmla="*/ 507 h 531"/>
                <a:gd name="T92" fmla="*/ 432 w 467"/>
                <a:gd name="T93" fmla="*/ 492 h 531"/>
                <a:gd name="T94" fmla="*/ 429 w 467"/>
                <a:gd name="T95" fmla="*/ 468 h 531"/>
                <a:gd name="T96" fmla="*/ 435 w 467"/>
                <a:gd name="T97" fmla="*/ 447 h 531"/>
                <a:gd name="T98" fmla="*/ 444 w 467"/>
                <a:gd name="T99" fmla="*/ 420 h 531"/>
                <a:gd name="T100" fmla="*/ 450 w 467"/>
                <a:gd name="T101" fmla="*/ 390 h 531"/>
                <a:gd name="T102" fmla="*/ 450 w 467"/>
                <a:gd name="T103" fmla="*/ 360 h 531"/>
                <a:gd name="T104" fmla="*/ 453 w 467"/>
                <a:gd name="T105" fmla="*/ 336 h 531"/>
                <a:gd name="T106" fmla="*/ 459 w 467"/>
                <a:gd name="T107" fmla="*/ 315 h 531"/>
                <a:gd name="T108" fmla="*/ 462 w 467"/>
                <a:gd name="T109" fmla="*/ 285 h 531"/>
                <a:gd name="T110" fmla="*/ 462 w 467"/>
                <a:gd name="T111" fmla="*/ 252 h 531"/>
                <a:gd name="T112" fmla="*/ 464 w 467"/>
                <a:gd name="T113" fmla="*/ 123 h 531"/>
                <a:gd name="T114" fmla="*/ 464 w 467"/>
                <a:gd name="T115" fmla="*/ 75 h 531"/>
                <a:gd name="T116" fmla="*/ 467 w 467"/>
                <a:gd name="T117" fmla="*/ 36 h 531"/>
                <a:gd name="T118" fmla="*/ 456 w 467"/>
                <a:gd name="T119" fmla="*/ 0 h 53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67"/>
                <a:gd name="T181" fmla="*/ 0 h 531"/>
                <a:gd name="T182" fmla="*/ 467 w 467"/>
                <a:gd name="T183" fmla="*/ 531 h 53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67" h="531">
                  <a:moveTo>
                    <a:pt x="456" y="0"/>
                  </a:moveTo>
                  <a:lnTo>
                    <a:pt x="441" y="30"/>
                  </a:lnTo>
                  <a:lnTo>
                    <a:pt x="408" y="45"/>
                  </a:lnTo>
                  <a:lnTo>
                    <a:pt x="381" y="54"/>
                  </a:lnTo>
                  <a:lnTo>
                    <a:pt x="357" y="57"/>
                  </a:lnTo>
                  <a:lnTo>
                    <a:pt x="333" y="66"/>
                  </a:lnTo>
                  <a:lnTo>
                    <a:pt x="306" y="69"/>
                  </a:lnTo>
                  <a:lnTo>
                    <a:pt x="279" y="72"/>
                  </a:lnTo>
                  <a:lnTo>
                    <a:pt x="258" y="75"/>
                  </a:lnTo>
                  <a:lnTo>
                    <a:pt x="237" y="75"/>
                  </a:lnTo>
                  <a:lnTo>
                    <a:pt x="210" y="72"/>
                  </a:lnTo>
                  <a:lnTo>
                    <a:pt x="177" y="72"/>
                  </a:lnTo>
                  <a:lnTo>
                    <a:pt x="150" y="69"/>
                  </a:lnTo>
                  <a:lnTo>
                    <a:pt x="126" y="66"/>
                  </a:lnTo>
                  <a:lnTo>
                    <a:pt x="108" y="63"/>
                  </a:lnTo>
                  <a:lnTo>
                    <a:pt x="87" y="57"/>
                  </a:lnTo>
                  <a:lnTo>
                    <a:pt x="66" y="54"/>
                  </a:lnTo>
                  <a:lnTo>
                    <a:pt x="48" y="45"/>
                  </a:lnTo>
                  <a:lnTo>
                    <a:pt x="27" y="39"/>
                  </a:lnTo>
                  <a:lnTo>
                    <a:pt x="18" y="33"/>
                  </a:lnTo>
                  <a:lnTo>
                    <a:pt x="0" y="12"/>
                  </a:lnTo>
                  <a:lnTo>
                    <a:pt x="0" y="147"/>
                  </a:lnTo>
                  <a:lnTo>
                    <a:pt x="27" y="165"/>
                  </a:lnTo>
                  <a:lnTo>
                    <a:pt x="48" y="174"/>
                  </a:lnTo>
                  <a:lnTo>
                    <a:pt x="84" y="186"/>
                  </a:lnTo>
                  <a:lnTo>
                    <a:pt x="111" y="198"/>
                  </a:lnTo>
                  <a:lnTo>
                    <a:pt x="132" y="210"/>
                  </a:lnTo>
                  <a:lnTo>
                    <a:pt x="159" y="222"/>
                  </a:lnTo>
                  <a:lnTo>
                    <a:pt x="174" y="234"/>
                  </a:lnTo>
                  <a:lnTo>
                    <a:pt x="198" y="255"/>
                  </a:lnTo>
                  <a:lnTo>
                    <a:pt x="222" y="264"/>
                  </a:lnTo>
                  <a:lnTo>
                    <a:pt x="258" y="285"/>
                  </a:lnTo>
                  <a:lnTo>
                    <a:pt x="273" y="297"/>
                  </a:lnTo>
                  <a:lnTo>
                    <a:pt x="291" y="315"/>
                  </a:lnTo>
                  <a:lnTo>
                    <a:pt x="303" y="330"/>
                  </a:lnTo>
                  <a:lnTo>
                    <a:pt x="318" y="342"/>
                  </a:lnTo>
                  <a:cubicBezTo>
                    <a:pt x="321" y="345"/>
                    <a:pt x="327" y="351"/>
                    <a:pt x="327" y="351"/>
                  </a:cubicBezTo>
                  <a:lnTo>
                    <a:pt x="336" y="369"/>
                  </a:lnTo>
                  <a:cubicBezTo>
                    <a:pt x="338" y="370"/>
                    <a:pt x="353" y="387"/>
                    <a:pt x="354" y="387"/>
                  </a:cubicBezTo>
                  <a:lnTo>
                    <a:pt x="372" y="411"/>
                  </a:lnTo>
                  <a:lnTo>
                    <a:pt x="378" y="438"/>
                  </a:lnTo>
                  <a:cubicBezTo>
                    <a:pt x="385" y="449"/>
                    <a:pt x="382" y="444"/>
                    <a:pt x="387" y="453"/>
                  </a:cubicBezTo>
                  <a:lnTo>
                    <a:pt x="399" y="486"/>
                  </a:lnTo>
                  <a:lnTo>
                    <a:pt x="426" y="507"/>
                  </a:lnTo>
                  <a:lnTo>
                    <a:pt x="429" y="531"/>
                  </a:lnTo>
                  <a:lnTo>
                    <a:pt x="417" y="507"/>
                  </a:lnTo>
                  <a:lnTo>
                    <a:pt x="432" y="492"/>
                  </a:lnTo>
                  <a:lnTo>
                    <a:pt x="429" y="468"/>
                  </a:lnTo>
                  <a:lnTo>
                    <a:pt x="435" y="447"/>
                  </a:lnTo>
                  <a:lnTo>
                    <a:pt x="444" y="420"/>
                  </a:lnTo>
                  <a:lnTo>
                    <a:pt x="450" y="390"/>
                  </a:lnTo>
                  <a:lnTo>
                    <a:pt x="450" y="360"/>
                  </a:lnTo>
                  <a:lnTo>
                    <a:pt x="453" y="336"/>
                  </a:lnTo>
                  <a:lnTo>
                    <a:pt x="459" y="315"/>
                  </a:lnTo>
                  <a:lnTo>
                    <a:pt x="462" y="285"/>
                  </a:lnTo>
                  <a:lnTo>
                    <a:pt x="462" y="252"/>
                  </a:lnTo>
                  <a:lnTo>
                    <a:pt x="464" y="123"/>
                  </a:lnTo>
                  <a:lnTo>
                    <a:pt x="464" y="75"/>
                  </a:lnTo>
                  <a:lnTo>
                    <a:pt x="467" y="36"/>
                  </a:lnTo>
                  <a:lnTo>
                    <a:pt x="456" y="0"/>
                  </a:lnTo>
                  <a:close/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Freeform 31">
              <a:extLst>
                <a:ext uri="{FF2B5EF4-FFF2-40B4-BE49-F238E27FC236}">
                  <a16:creationId xmlns:a16="http://schemas.microsoft.com/office/drawing/2014/main" id="{04D5B071-CE8C-1BAC-0C18-6920C928C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3503"/>
              <a:ext cx="468" cy="412"/>
            </a:xfrm>
            <a:custGeom>
              <a:avLst/>
              <a:gdLst>
                <a:gd name="T0" fmla="*/ 428 w 468"/>
                <a:gd name="T1" fmla="*/ 0 h 412"/>
                <a:gd name="T2" fmla="*/ 419 w 468"/>
                <a:gd name="T3" fmla="*/ 7 h 412"/>
                <a:gd name="T4" fmla="*/ 415 w 468"/>
                <a:gd name="T5" fmla="*/ 27 h 412"/>
                <a:gd name="T6" fmla="*/ 411 w 468"/>
                <a:gd name="T7" fmla="*/ 37 h 412"/>
                <a:gd name="T8" fmla="*/ 396 w 468"/>
                <a:gd name="T9" fmla="*/ 76 h 412"/>
                <a:gd name="T10" fmla="*/ 387 w 468"/>
                <a:gd name="T11" fmla="*/ 106 h 412"/>
                <a:gd name="T12" fmla="*/ 375 w 468"/>
                <a:gd name="T13" fmla="*/ 127 h 412"/>
                <a:gd name="T14" fmla="*/ 357 w 468"/>
                <a:gd name="T15" fmla="*/ 151 h 412"/>
                <a:gd name="T16" fmla="*/ 336 w 468"/>
                <a:gd name="T17" fmla="*/ 166 h 412"/>
                <a:gd name="T18" fmla="*/ 318 w 468"/>
                <a:gd name="T19" fmla="*/ 181 h 412"/>
                <a:gd name="T20" fmla="*/ 279 w 468"/>
                <a:gd name="T21" fmla="*/ 199 h 412"/>
                <a:gd name="T22" fmla="*/ 243 w 468"/>
                <a:gd name="T23" fmla="*/ 220 h 412"/>
                <a:gd name="T24" fmla="*/ 219 w 468"/>
                <a:gd name="T25" fmla="*/ 232 h 412"/>
                <a:gd name="T26" fmla="*/ 198 w 468"/>
                <a:gd name="T27" fmla="*/ 241 h 412"/>
                <a:gd name="T28" fmla="*/ 177 w 468"/>
                <a:gd name="T29" fmla="*/ 244 h 412"/>
                <a:gd name="T30" fmla="*/ 153 w 468"/>
                <a:gd name="T31" fmla="*/ 256 h 412"/>
                <a:gd name="T32" fmla="*/ 126 w 468"/>
                <a:gd name="T33" fmla="*/ 259 h 412"/>
                <a:gd name="T34" fmla="*/ 117 w 468"/>
                <a:gd name="T35" fmla="*/ 262 h 412"/>
                <a:gd name="T36" fmla="*/ 99 w 468"/>
                <a:gd name="T37" fmla="*/ 268 h 412"/>
                <a:gd name="T38" fmla="*/ 60 w 468"/>
                <a:gd name="T39" fmla="*/ 280 h 412"/>
                <a:gd name="T40" fmla="*/ 33 w 468"/>
                <a:gd name="T41" fmla="*/ 286 h 412"/>
                <a:gd name="T42" fmla="*/ 12 w 468"/>
                <a:gd name="T43" fmla="*/ 295 h 412"/>
                <a:gd name="T44" fmla="*/ 0 w 468"/>
                <a:gd name="T45" fmla="*/ 331 h 412"/>
                <a:gd name="T46" fmla="*/ 9 w 468"/>
                <a:gd name="T47" fmla="*/ 349 h 412"/>
                <a:gd name="T48" fmla="*/ 21 w 468"/>
                <a:gd name="T49" fmla="*/ 370 h 412"/>
                <a:gd name="T50" fmla="*/ 39 w 468"/>
                <a:gd name="T51" fmla="*/ 376 h 412"/>
                <a:gd name="T52" fmla="*/ 60 w 468"/>
                <a:gd name="T53" fmla="*/ 382 h 412"/>
                <a:gd name="T54" fmla="*/ 84 w 468"/>
                <a:gd name="T55" fmla="*/ 394 h 412"/>
                <a:gd name="T56" fmla="*/ 105 w 468"/>
                <a:gd name="T57" fmla="*/ 400 h 412"/>
                <a:gd name="T58" fmla="*/ 126 w 468"/>
                <a:gd name="T59" fmla="*/ 403 h 412"/>
                <a:gd name="T60" fmla="*/ 153 w 468"/>
                <a:gd name="T61" fmla="*/ 409 h 412"/>
                <a:gd name="T62" fmla="*/ 177 w 468"/>
                <a:gd name="T63" fmla="*/ 409 h 412"/>
                <a:gd name="T64" fmla="*/ 201 w 468"/>
                <a:gd name="T65" fmla="*/ 409 h 412"/>
                <a:gd name="T66" fmla="*/ 222 w 468"/>
                <a:gd name="T67" fmla="*/ 412 h 412"/>
                <a:gd name="T68" fmla="*/ 243 w 468"/>
                <a:gd name="T69" fmla="*/ 409 h 412"/>
                <a:gd name="T70" fmla="*/ 270 w 468"/>
                <a:gd name="T71" fmla="*/ 409 h 412"/>
                <a:gd name="T72" fmla="*/ 288 w 468"/>
                <a:gd name="T73" fmla="*/ 406 h 412"/>
                <a:gd name="T74" fmla="*/ 309 w 468"/>
                <a:gd name="T75" fmla="*/ 406 h 412"/>
                <a:gd name="T76" fmla="*/ 333 w 468"/>
                <a:gd name="T77" fmla="*/ 406 h 412"/>
                <a:gd name="T78" fmla="*/ 360 w 468"/>
                <a:gd name="T79" fmla="*/ 403 h 412"/>
                <a:gd name="T80" fmla="*/ 378 w 468"/>
                <a:gd name="T81" fmla="*/ 394 h 412"/>
                <a:gd name="T82" fmla="*/ 399 w 468"/>
                <a:gd name="T83" fmla="*/ 388 h 412"/>
                <a:gd name="T84" fmla="*/ 420 w 468"/>
                <a:gd name="T85" fmla="*/ 379 h 412"/>
                <a:gd name="T86" fmla="*/ 441 w 468"/>
                <a:gd name="T87" fmla="*/ 370 h 412"/>
                <a:gd name="T88" fmla="*/ 462 w 468"/>
                <a:gd name="T89" fmla="*/ 349 h 412"/>
                <a:gd name="T90" fmla="*/ 465 w 468"/>
                <a:gd name="T91" fmla="*/ 331 h 412"/>
                <a:gd name="T92" fmla="*/ 468 w 468"/>
                <a:gd name="T93" fmla="*/ 145 h 412"/>
                <a:gd name="T94" fmla="*/ 465 w 468"/>
                <a:gd name="T95" fmla="*/ 127 h 412"/>
                <a:gd name="T96" fmla="*/ 462 w 468"/>
                <a:gd name="T97" fmla="*/ 103 h 412"/>
                <a:gd name="T98" fmla="*/ 455 w 468"/>
                <a:gd name="T99" fmla="*/ 76 h 412"/>
                <a:gd name="T100" fmla="*/ 448 w 468"/>
                <a:gd name="T101" fmla="*/ 48 h 412"/>
                <a:gd name="T102" fmla="*/ 442 w 468"/>
                <a:gd name="T103" fmla="*/ 28 h 412"/>
                <a:gd name="T104" fmla="*/ 433 w 468"/>
                <a:gd name="T105" fmla="*/ 16 h 412"/>
                <a:gd name="T106" fmla="*/ 428 w 468"/>
                <a:gd name="T107" fmla="*/ 0 h 41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68"/>
                <a:gd name="T163" fmla="*/ 0 h 412"/>
                <a:gd name="T164" fmla="*/ 468 w 468"/>
                <a:gd name="T165" fmla="*/ 412 h 41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68" h="412">
                  <a:moveTo>
                    <a:pt x="428" y="0"/>
                  </a:moveTo>
                  <a:lnTo>
                    <a:pt x="419" y="7"/>
                  </a:lnTo>
                  <a:lnTo>
                    <a:pt x="415" y="27"/>
                  </a:lnTo>
                  <a:lnTo>
                    <a:pt x="411" y="37"/>
                  </a:lnTo>
                  <a:lnTo>
                    <a:pt x="396" y="76"/>
                  </a:lnTo>
                  <a:lnTo>
                    <a:pt x="387" y="106"/>
                  </a:lnTo>
                  <a:lnTo>
                    <a:pt x="375" y="127"/>
                  </a:lnTo>
                  <a:lnTo>
                    <a:pt x="357" y="151"/>
                  </a:lnTo>
                  <a:lnTo>
                    <a:pt x="336" y="166"/>
                  </a:lnTo>
                  <a:lnTo>
                    <a:pt x="318" y="181"/>
                  </a:lnTo>
                  <a:lnTo>
                    <a:pt x="279" y="199"/>
                  </a:lnTo>
                  <a:lnTo>
                    <a:pt x="243" y="220"/>
                  </a:lnTo>
                  <a:lnTo>
                    <a:pt x="219" y="232"/>
                  </a:lnTo>
                  <a:lnTo>
                    <a:pt x="198" y="241"/>
                  </a:lnTo>
                  <a:cubicBezTo>
                    <a:pt x="181" y="244"/>
                    <a:pt x="188" y="244"/>
                    <a:pt x="177" y="244"/>
                  </a:cubicBezTo>
                  <a:lnTo>
                    <a:pt x="153" y="256"/>
                  </a:lnTo>
                  <a:cubicBezTo>
                    <a:pt x="144" y="257"/>
                    <a:pt x="135" y="258"/>
                    <a:pt x="126" y="259"/>
                  </a:cubicBezTo>
                  <a:cubicBezTo>
                    <a:pt x="123" y="260"/>
                    <a:pt x="117" y="262"/>
                    <a:pt x="117" y="262"/>
                  </a:cubicBezTo>
                  <a:lnTo>
                    <a:pt x="99" y="268"/>
                  </a:lnTo>
                  <a:cubicBezTo>
                    <a:pt x="91" y="270"/>
                    <a:pt x="68" y="272"/>
                    <a:pt x="60" y="280"/>
                  </a:cubicBezTo>
                  <a:lnTo>
                    <a:pt x="33" y="286"/>
                  </a:lnTo>
                  <a:lnTo>
                    <a:pt x="12" y="295"/>
                  </a:lnTo>
                  <a:lnTo>
                    <a:pt x="0" y="331"/>
                  </a:lnTo>
                  <a:lnTo>
                    <a:pt x="9" y="349"/>
                  </a:lnTo>
                  <a:lnTo>
                    <a:pt x="21" y="370"/>
                  </a:lnTo>
                  <a:lnTo>
                    <a:pt x="39" y="376"/>
                  </a:lnTo>
                  <a:lnTo>
                    <a:pt x="60" y="382"/>
                  </a:lnTo>
                  <a:lnTo>
                    <a:pt x="84" y="394"/>
                  </a:lnTo>
                  <a:lnTo>
                    <a:pt x="105" y="400"/>
                  </a:lnTo>
                  <a:lnTo>
                    <a:pt x="126" y="403"/>
                  </a:lnTo>
                  <a:lnTo>
                    <a:pt x="153" y="409"/>
                  </a:lnTo>
                  <a:lnTo>
                    <a:pt x="177" y="409"/>
                  </a:lnTo>
                  <a:lnTo>
                    <a:pt x="201" y="409"/>
                  </a:lnTo>
                  <a:lnTo>
                    <a:pt x="222" y="412"/>
                  </a:lnTo>
                  <a:lnTo>
                    <a:pt x="243" y="409"/>
                  </a:lnTo>
                  <a:lnTo>
                    <a:pt x="270" y="409"/>
                  </a:lnTo>
                  <a:lnTo>
                    <a:pt x="288" y="406"/>
                  </a:lnTo>
                  <a:lnTo>
                    <a:pt x="309" y="406"/>
                  </a:lnTo>
                  <a:lnTo>
                    <a:pt x="333" y="406"/>
                  </a:lnTo>
                  <a:lnTo>
                    <a:pt x="360" y="403"/>
                  </a:lnTo>
                  <a:lnTo>
                    <a:pt x="378" y="394"/>
                  </a:lnTo>
                  <a:lnTo>
                    <a:pt x="399" y="388"/>
                  </a:lnTo>
                  <a:lnTo>
                    <a:pt x="420" y="379"/>
                  </a:lnTo>
                  <a:lnTo>
                    <a:pt x="441" y="370"/>
                  </a:lnTo>
                  <a:lnTo>
                    <a:pt x="462" y="349"/>
                  </a:lnTo>
                  <a:lnTo>
                    <a:pt x="465" y="331"/>
                  </a:lnTo>
                  <a:cubicBezTo>
                    <a:pt x="466" y="269"/>
                    <a:pt x="467" y="207"/>
                    <a:pt x="468" y="145"/>
                  </a:cubicBezTo>
                  <a:lnTo>
                    <a:pt x="465" y="127"/>
                  </a:lnTo>
                  <a:lnTo>
                    <a:pt x="462" y="103"/>
                  </a:lnTo>
                  <a:lnTo>
                    <a:pt x="455" y="76"/>
                  </a:lnTo>
                  <a:lnTo>
                    <a:pt x="448" y="48"/>
                  </a:lnTo>
                  <a:lnTo>
                    <a:pt x="442" y="28"/>
                  </a:lnTo>
                  <a:lnTo>
                    <a:pt x="433" y="16"/>
                  </a:lnTo>
                  <a:lnTo>
                    <a:pt x="428" y="0"/>
                  </a:lnTo>
                  <a:close/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Oval 32">
              <a:extLst>
                <a:ext uri="{FF2B5EF4-FFF2-40B4-BE49-F238E27FC236}">
                  <a16:creationId xmlns:a16="http://schemas.microsoft.com/office/drawing/2014/main" id="{4306A4E6-1468-DB7A-24D1-67D7C2218C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40822">
              <a:off x="2210" y="3180"/>
              <a:ext cx="410" cy="682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CCE47DF0-5ED2-93F6-069A-4074E1DAC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3126"/>
              <a:ext cx="670" cy="720"/>
            </a:xfrm>
            <a:custGeom>
              <a:avLst/>
              <a:gdLst>
                <a:gd name="T0" fmla="*/ 258 w 670"/>
                <a:gd name="T1" fmla="*/ 0 h 720"/>
                <a:gd name="T2" fmla="*/ 288 w 670"/>
                <a:gd name="T3" fmla="*/ 33 h 720"/>
                <a:gd name="T4" fmla="*/ 333 w 670"/>
                <a:gd name="T5" fmla="*/ 54 h 720"/>
                <a:gd name="T6" fmla="*/ 387 w 670"/>
                <a:gd name="T7" fmla="*/ 75 h 720"/>
                <a:gd name="T8" fmla="*/ 432 w 670"/>
                <a:gd name="T9" fmla="*/ 99 h 720"/>
                <a:gd name="T10" fmla="*/ 480 w 670"/>
                <a:gd name="T11" fmla="*/ 129 h 720"/>
                <a:gd name="T12" fmla="*/ 537 w 670"/>
                <a:gd name="T13" fmla="*/ 165 h 720"/>
                <a:gd name="T14" fmla="*/ 570 w 670"/>
                <a:gd name="T15" fmla="*/ 198 h 720"/>
                <a:gd name="T16" fmla="*/ 612 w 670"/>
                <a:gd name="T17" fmla="*/ 249 h 720"/>
                <a:gd name="T18" fmla="*/ 641 w 670"/>
                <a:gd name="T19" fmla="*/ 299 h 720"/>
                <a:gd name="T20" fmla="*/ 662 w 670"/>
                <a:gd name="T21" fmla="*/ 348 h 720"/>
                <a:gd name="T22" fmla="*/ 656 w 670"/>
                <a:gd name="T23" fmla="*/ 429 h 720"/>
                <a:gd name="T24" fmla="*/ 635 w 670"/>
                <a:gd name="T25" fmla="*/ 474 h 720"/>
                <a:gd name="T26" fmla="*/ 613 w 670"/>
                <a:gd name="T27" fmla="*/ 519 h 720"/>
                <a:gd name="T28" fmla="*/ 596 w 670"/>
                <a:gd name="T29" fmla="*/ 546 h 720"/>
                <a:gd name="T30" fmla="*/ 578 w 670"/>
                <a:gd name="T31" fmla="*/ 572 h 720"/>
                <a:gd name="T32" fmla="*/ 548 w 670"/>
                <a:gd name="T33" fmla="*/ 602 h 720"/>
                <a:gd name="T34" fmla="*/ 513 w 670"/>
                <a:gd name="T35" fmla="*/ 621 h 720"/>
                <a:gd name="T36" fmla="*/ 225 w 670"/>
                <a:gd name="T37" fmla="*/ 720 h 720"/>
                <a:gd name="T38" fmla="*/ 285 w 670"/>
                <a:gd name="T39" fmla="*/ 687 h 720"/>
                <a:gd name="T40" fmla="*/ 321 w 670"/>
                <a:gd name="T41" fmla="*/ 636 h 720"/>
                <a:gd name="T42" fmla="*/ 336 w 670"/>
                <a:gd name="T43" fmla="*/ 588 h 720"/>
                <a:gd name="T44" fmla="*/ 351 w 670"/>
                <a:gd name="T45" fmla="*/ 528 h 720"/>
                <a:gd name="T46" fmla="*/ 351 w 670"/>
                <a:gd name="T47" fmla="*/ 483 h 720"/>
                <a:gd name="T48" fmla="*/ 345 w 670"/>
                <a:gd name="T49" fmla="*/ 429 h 720"/>
                <a:gd name="T50" fmla="*/ 339 w 670"/>
                <a:gd name="T51" fmla="*/ 387 h 720"/>
                <a:gd name="T52" fmla="*/ 324 w 670"/>
                <a:gd name="T53" fmla="*/ 330 h 720"/>
                <a:gd name="T54" fmla="*/ 306 w 670"/>
                <a:gd name="T55" fmla="*/ 291 h 720"/>
                <a:gd name="T56" fmla="*/ 282 w 670"/>
                <a:gd name="T57" fmla="*/ 243 h 720"/>
                <a:gd name="T58" fmla="*/ 255 w 670"/>
                <a:gd name="T59" fmla="*/ 201 h 720"/>
                <a:gd name="T60" fmla="*/ 210 w 670"/>
                <a:gd name="T61" fmla="*/ 153 h 720"/>
                <a:gd name="T62" fmla="*/ 159 w 670"/>
                <a:gd name="T63" fmla="*/ 111 h 720"/>
                <a:gd name="T64" fmla="*/ 81 w 670"/>
                <a:gd name="T65" fmla="*/ 75 h 720"/>
                <a:gd name="T66" fmla="*/ 3 w 670"/>
                <a:gd name="T67" fmla="*/ 81 h 7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0"/>
                <a:gd name="T103" fmla="*/ 0 h 720"/>
                <a:gd name="T104" fmla="*/ 670 w 670"/>
                <a:gd name="T105" fmla="*/ 720 h 7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0" h="720">
                  <a:moveTo>
                    <a:pt x="0" y="81"/>
                  </a:moveTo>
                  <a:lnTo>
                    <a:pt x="258" y="0"/>
                  </a:lnTo>
                  <a:lnTo>
                    <a:pt x="273" y="18"/>
                  </a:lnTo>
                  <a:lnTo>
                    <a:pt x="288" y="33"/>
                  </a:lnTo>
                  <a:lnTo>
                    <a:pt x="312" y="42"/>
                  </a:lnTo>
                  <a:lnTo>
                    <a:pt x="333" y="54"/>
                  </a:lnTo>
                  <a:lnTo>
                    <a:pt x="360" y="63"/>
                  </a:lnTo>
                  <a:lnTo>
                    <a:pt x="387" y="75"/>
                  </a:lnTo>
                  <a:lnTo>
                    <a:pt x="405" y="81"/>
                  </a:lnTo>
                  <a:lnTo>
                    <a:pt x="432" y="99"/>
                  </a:lnTo>
                  <a:lnTo>
                    <a:pt x="447" y="111"/>
                  </a:lnTo>
                  <a:lnTo>
                    <a:pt x="480" y="129"/>
                  </a:lnTo>
                  <a:lnTo>
                    <a:pt x="510" y="141"/>
                  </a:lnTo>
                  <a:lnTo>
                    <a:pt x="537" y="165"/>
                  </a:lnTo>
                  <a:lnTo>
                    <a:pt x="555" y="180"/>
                  </a:lnTo>
                  <a:lnTo>
                    <a:pt x="570" y="198"/>
                  </a:lnTo>
                  <a:lnTo>
                    <a:pt x="594" y="222"/>
                  </a:lnTo>
                  <a:lnTo>
                    <a:pt x="612" y="249"/>
                  </a:lnTo>
                  <a:lnTo>
                    <a:pt x="629" y="275"/>
                  </a:lnTo>
                  <a:lnTo>
                    <a:pt x="641" y="299"/>
                  </a:lnTo>
                  <a:lnTo>
                    <a:pt x="653" y="323"/>
                  </a:lnTo>
                  <a:lnTo>
                    <a:pt x="662" y="348"/>
                  </a:lnTo>
                  <a:lnTo>
                    <a:pt x="670" y="372"/>
                  </a:lnTo>
                  <a:lnTo>
                    <a:pt x="656" y="429"/>
                  </a:lnTo>
                  <a:lnTo>
                    <a:pt x="646" y="453"/>
                  </a:lnTo>
                  <a:lnTo>
                    <a:pt x="635" y="474"/>
                  </a:lnTo>
                  <a:lnTo>
                    <a:pt x="625" y="498"/>
                  </a:lnTo>
                  <a:lnTo>
                    <a:pt x="613" y="519"/>
                  </a:lnTo>
                  <a:lnTo>
                    <a:pt x="607" y="531"/>
                  </a:lnTo>
                  <a:lnTo>
                    <a:pt x="596" y="546"/>
                  </a:lnTo>
                  <a:cubicBezTo>
                    <a:pt x="595" y="553"/>
                    <a:pt x="594" y="558"/>
                    <a:pt x="589" y="560"/>
                  </a:cubicBezTo>
                  <a:cubicBezTo>
                    <a:pt x="586" y="564"/>
                    <a:pt x="582" y="568"/>
                    <a:pt x="578" y="572"/>
                  </a:cubicBezTo>
                  <a:cubicBezTo>
                    <a:pt x="563" y="585"/>
                    <a:pt x="567" y="582"/>
                    <a:pt x="562" y="587"/>
                  </a:cubicBezTo>
                  <a:lnTo>
                    <a:pt x="548" y="602"/>
                  </a:lnTo>
                  <a:lnTo>
                    <a:pt x="534" y="612"/>
                  </a:lnTo>
                  <a:cubicBezTo>
                    <a:pt x="532" y="613"/>
                    <a:pt x="517" y="621"/>
                    <a:pt x="513" y="621"/>
                  </a:cubicBezTo>
                  <a:cubicBezTo>
                    <a:pt x="512" y="621"/>
                    <a:pt x="515" y="619"/>
                    <a:pt x="516" y="618"/>
                  </a:cubicBezTo>
                  <a:lnTo>
                    <a:pt x="225" y="720"/>
                  </a:lnTo>
                  <a:lnTo>
                    <a:pt x="264" y="699"/>
                  </a:lnTo>
                  <a:lnTo>
                    <a:pt x="285" y="687"/>
                  </a:lnTo>
                  <a:lnTo>
                    <a:pt x="306" y="666"/>
                  </a:lnTo>
                  <a:lnTo>
                    <a:pt x="321" y="636"/>
                  </a:lnTo>
                  <a:lnTo>
                    <a:pt x="327" y="618"/>
                  </a:lnTo>
                  <a:lnTo>
                    <a:pt x="336" y="588"/>
                  </a:lnTo>
                  <a:lnTo>
                    <a:pt x="345" y="567"/>
                  </a:lnTo>
                  <a:lnTo>
                    <a:pt x="351" y="528"/>
                  </a:lnTo>
                  <a:lnTo>
                    <a:pt x="354" y="510"/>
                  </a:lnTo>
                  <a:lnTo>
                    <a:pt x="351" y="483"/>
                  </a:lnTo>
                  <a:lnTo>
                    <a:pt x="348" y="447"/>
                  </a:lnTo>
                  <a:lnTo>
                    <a:pt x="345" y="429"/>
                  </a:lnTo>
                  <a:lnTo>
                    <a:pt x="342" y="405"/>
                  </a:lnTo>
                  <a:lnTo>
                    <a:pt x="339" y="387"/>
                  </a:lnTo>
                  <a:lnTo>
                    <a:pt x="333" y="354"/>
                  </a:lnTo>
                  <a:lnTo>
                    <a:pt x="324" y="330"/>
                  </a:lnTo>
                  <a:lnTo>
                    <a:pt x="315" y="309"/>
                  </a:lnTo>
                  <a:lnTo>
                    <a:pt x="306" y="291"/>
                  </a:lnTo>
                  <a:lnTo>
                    <a:pt x="297" y="264"/>
                  </a:lnTo>
                  <a:lnTo>
                    <a:pt x="282" y="243"/>
                  </a:lnTo>
                  <a:lnTo>
                    <a:pt x="270" y="225"/>
                  </a:lnTo>
                  <a:lnTo>
                    <a:pt x="255" y="201"/>
                  </a:lnTo>
                  <a:lnTo>
                    <a:pt x="234" y="174"/>
                  </a:lnTo>
                  <a:lnTo>
                    <a:pt x="210" y="153"/>
                  </a:lnTo>
                  <a:lnTo>
                    <a:pt x="183" y="126"/>
                  </a:lnTo>
                  <a:lnTo>
                    <a:pt x="159" y="111"/>
                  </a:lnTo>
                  <a:lnTo>
                    <a:pt x="123" y="87"/>
                  </a:lnTo>
                  <a:lnTo>
                    <a:pt x="81" y="75"/>
                  </a:lnTo>
                  <a:lnTo>
                    <a:pt x="36" y="72"/>
                  </a:lnTo>
                  <a:lnTo>
                    <a:pt x="3" y="81"/>
                  </a:lnTo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560861FD-F7D2-AC7F-5A36-AF30343D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2973"/>
              <a:ext cx="375" cy="728"/>
            </a:xfrm>
            <a:custGeom>
              <a:avLst/>
              <a:gdLst>
                <a:gd name="T0" fmla="*/ 0 w 375"/>
                <a:gd name="T1" fmla="*/ 528 h 728"/>
                <a:gd name="T2" fmla="*/ 9 w 375"/>
                <a:gd name="T3" fmla="*/ 498 h 728"/>
                <a:gd name="T4" fmla="*/ 18 w 375"/>
                <a:gd name="T5" fmla="*/ 450 h 728"/>
                <a:gd name="T6" fmla="*/ 30 w 375"/>
                <a:gd name="T7" fmla="*/ 396 h 728"/>
                <a:gd name="T8" fmla="*/ 39 w 375"/>
                <a:gd name="T9" fmla="*/ 338 h 728"/>
                <a:gd name="T10" fmla="*/ 42 w 375"/>
                <a:gd name="T11" fmla="*/ 279 h 728"/>
                <a:gd name="T12" fmla="*/ 42 w 375"/>
                <a:gd name="T13" fmla="*/ 231 h 728"/>
                <a:gd name="T14" fmla="*/ 45 w 375"/>
                <a:gd name="T15" fmla="*/ 165 h 728"/>
                <a:gd name="T16" fmla="*/ 42 w 375"/>
                <a:gd name="T17" fmla="*/ 102 h 728"/>
                <a:gd name="T18" fmla="*/ 45 w 375"/>
                <a:gd name="T19" fmla="*/ 60 h 728"/>
                <a:gd name="T20" fmla="*/ 43 w 375"/>
                <a:gd name="T21" fmla="*/ 10 h 728"/>
                <a:gd name="T22" fmla="*/ 87 w 375"/>
                <a:gd name="T23" fmla="*/ 0 h 728"/>
                <a:gd name="T24" fmla="*/ 123 w 375"/>
                <a:gd name="T25" fmla="*/ 9 h 728"/>
                <a:gd name="T26" fmla="*/ 177 w 375"/>
                <a:gd name="T27" fmla="*/ 30 h 728"/>
                <a:gd name="T28" fmla="*/ 213 w 375"/>
                <a:gd name="T29" fmla="*/ 54 h 728"/>
                <a:gd name="T30" fmla="*/ 249 w 375"/>
                <a:gd name="T31" fmla="*/ 87 h 728"/>
                <a:gd name="T32" fmla="*/ 270 w 375"/>
                <a:gd name="T33" fmla="*/ 117 h 728"/>
                <a:gd name="T34" fmla="*/ 288 w 375"/>
                <a:gd name="T35" fmla="*/ 144 h 728"/>
                <a:gd name="T36" fmla="*/ 309 w 375"/>
                <a:gd name="T37" fmla="*/ 174 h 728"/>
                <a:gd name="T38" fmla="*/ 327 w 375"/>
                <a:gd name="T39" fmla="*/ 207 h 728"/>
                <a:gd name="T40" fmla="*/ 342 w 375"/>
                <a:gd name="T41" fmla="*/ 237 h 728"/>
                <a:gd name="T42" fmla="*/ 354 w 375"/>
                <a:gd name="T43" fmla="*/ 273 h 728"/>
                <a:gd name="T44" fmla="*/ 366 w 375"/>
                <a:gd name="T45" fmla="*/ 306 h 728"/>
                <a:gd name="T46" fmla="*/ 372 w 375"/>
                <a:gd name="T47" fmla="*/ 348 h 728"/>
                <a:gd name="T48" fmla="*/ 375 w 375"/>
                <a:gd name="T49" fmla="*/ 384 h 728"/>
                <a:gd name="T50" fmla="*/ 375 w 375"/>
                <a:gd name="T51" fmla="*/ 426 h 728"/>
                <a:gd name="T52" fmla="*/ 369 w 375"/>
                <a:gd name="T53" fmla="*/ 468 h 728"/>
                <a:gd name="T54" fmla="*/ 357 w 375"/>
                <a:gd name="T55" fmla="*/ 519 h 728"/>
                <a:gd name="T56" fmla="*/ 339 w 375"/>
                <a:gd name="T57" fmla="*/ 564 h 728"/>
                <a:gd name="T58" fmla="*/ 303 w 375"/>
                <a:gd name="T59" fmla="*/ 618 h 728"/>
                <a:gd name="T60" fmla="*/ 267 w 375"/>
                <a:gd name="T61" fmla="*/ 654 h 728"/>
                <a:gd name="T62" fmla="*/ 38 w 375"/>
                <a:gd name="T63" fmla="*/ 728 h 728"/>
                <a:gd name="T64" fmla="*/ 39 w 375"/>
                <a:gd name="T65" fmla="*/ 694 h 728"/>
                <a:gd name="T66" fmla="*/ 36 w 375"/>
                <a:gd name="T67" fmla="*/ 636 h 728"/>
                <a:gd name="T68" fmla="*/ 21 w 375"/>
                <a:gd name="T69" fmla="*/ 591 h 728"/>
                <a:gd name="T70" fmla="*/ 9 w 375"/>
                <a:gd name="T71" fmla="*/ 549 h 72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75"/>
                <a:gd name="T109" fmla="*/ 0 h 728"/>
                <a:gd name="T110" fmla="*/ 375 w 375"/>
                <a:gd name="T111" fmla="*/ 728 h 72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75" h="728">
                  <a:moveTo>
                    <a:pt x="0" y="528"/>
                  </a:moveTo>
                  <a:lnTo>
                    <a:pt x="9" y="498"/>
                  </a:lnTo>
                  <a:lnTo>
                    <a:pt x="18" y="450"/>
                  </a:lnTo>
                  <a:lnTo>
                    <a:pt x="30" y="396"/>
                  </a:lnTo>
                  <a:lnTo>
                    <a:pt x="39" y="338"/>
                  </a:lnTo>
                  <a:lnTo>
                    <a:pt x="42" y="279"/>
                  </a:lnTo>
                  <a:lnTo>
                    <a:pt x="42" y="231"/>
                  </a:lnTo>
                  <a:lnTo>
                    <a:pt x="45" y="165"/>
                  </a:lnTo>
                  <a:lnTo>
                    <a:pt x="42" y="102"/>
                  </a:lnTo>
                  <a:lnTo>
                    <a:pt x="45" y="60"/>
                  </a:lnTo>
                  <a:lnTo>
                    <a:pt x="43" y="10"/>
                  </a:lnTo>
                  <a:lnTo>
                    <a:pt x="87" y="0"/>
                  </a:lnTo>
                  <a:lnTo>
                    <a:pt x="123" y="9"/>
                  </a:lnTo>
                  <a:lnTo>
                    <a:pt x="177" y="30"/>
                  </a:lnTo>
                  <a:lnTo>
                    <a:pt x="213" y="54"/>
                  </a:lnTo>
                  <a:lnTo>
                    <a:pt x="249" y="87"/>
                  </a:lnTo>
                  <a:lnTo>
                    <a:pt x="270" y="117"/>
                  </a:lnTo>
                  <a:lnTo>
                    <a:pt x="288" y="144"/>
                  </a:lnTo>
                  <a:lnTo>
                    <a:pt x="309" y="174"/>
                  </a:lnTo>
                  <a:lnTo>
                    <a:pt x="327" y="207"/>
                  </a:lnTo>
                  <a:lnTo>
                    <a:pt x="342" y="237"/>
                  </a:lnTo>
                  <a:lnTo>
                    <a:pt x="354" y="273"/>
                  </a:lnTo>
                  <a:lnTo>
                    <a:pt x="366" y="306"/>
                  </a:lnTo>
                  <a:cubicBezTo>
                    <a:pt x="369" y="318"/>
                    <a:pt x="371" y="335"/>
                    <a:pt x="372" y="348"/>
                  </a:cubicBezTo>
                  <a:cubicBezTo>
                    <a:pt x="373" y="361"/>
                    <a:pt x="375" y="371"/>
                    <a:pt x="375" y="384"/>
                  </a:cubicBezTo>
                  <a:lnTo>
                    <a:pt x="375" y="426"/>
                  </a:lnTo>
                  <a:lnTo>
                    <a:pt x="369" y="468"/>
                  </a:lnTo>
                  <a:lnTo>
                    <a:pt x="357" y="519"/>
                  </a:lnTo>
                  <a:lnTo>
                    <a:pt x="339" y="564"/>
                  </a:lnTo>
                  <a:lnTo>
                    <a:pt x="303" y="618"/>
                  </a:lnTo>
                  <a:lnTo>
                    <a:pt x="267" y="654"/>
                  </a:lnTo>
                  <a:lnTo>
                    <a:pt x="38" y="728"/>
                  </a:lnTo>
                  <a:lnTo>
                    <a:pt x="39" y="694"/>
                  </a:lnTo>
                  <a:lnTo>
                    <a:pt x="36" y="636"/>
                  </a:lnTo>
                  <a:lnTo>
                    <a:pt x="21" y="591"/>
                  </a:lnTo>
                  <a:lnTo>
                    <a:pt x="9" y="549"/>
                  </a:lnTo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" name="Rectangle 35">
            <a:extLst>
              <a:ext uri="{FF2B5EF4-FFF2-40B4-BE49-F238E27FC236}">
                <a16:creationId xmlns:a16="http://schemas.microsoft.com/office/drawing/2014/main" id="{9EF59B3A-EBE3-03F8-6655-3673EE111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64" y="1340768"/>
            <a:ext cx="2898343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讨论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两圆柱相对位置对相贯线的影响</a:t>
            </a:r>
          </a:p>
        </p:txBody>
      </p:sp>
      <p:sp>
        <p:nvSpPr>
          <p:cNvPr id="70" name="Arc 50">
            <a:extLst>
              <a:ext uri="{FF2B5EF4-FFF2-40B4-BE49-F238E27FC236}">
                <a16:creationId xmlns:a16="http://schemas.microsoft.com/office/drawing/2014/main" id="{7CB651CF-4196-D98A-4524-25A0C27DA512}"/>
              </a:ext>
            </a:extLst>
          </p:cNvPr>
          <p:cNvSpPr>
            <a:spLocks/>
          </p:cNvSpPr>
          <p:nvPr/>
        </p:nvSpPr>
        <p:spPr bwMode="auto">
          <a:xfrm flipV="1">
            <a:off x="4235207" y="3627055"/>
            <a:ext cx="606425" cy="373063"/>
          </a:xfrm>
          <a:custGeom>
            <a:avLst/>
            <a:gdLst>
              <a:gd name="T0" fmla="*/ 0 w 35216"/>
              <a:gd name="T1" fmla="*/ 2147483646 h 21600"/>
              <a:gd name="T2" fmla="*/ 2147483646 w 35216"/>
              <a:gd name="T3" fmla="*/ 2147483646 h 21600"/>
              <a:gd name="T4" fmla="*/ 2147483646 w 35216"/>
              <a:gd name="T5" fmla="*/ 2147483646 h 21600"/>
              <a:gd name="T6" fmla="*/ 0 60000 65536"/>
              <a:gd name="T7" fmla="*/ 0 60000 65536"/>
              <a:gd name="T8" fmla="*/ 0 60000 65536"/>
              <a:gd name="T9" fmla="*/ 0 w 35216"/>
              <a:gd name="T10" fmla="*/ 0 h 21600"/>
              <a:gd name="T11" fmla="*/ 35216 w 3521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216" h="21600" fill="none" extrusionOk="0">
                <a:moveTo>
                  <a:pt x="-1" y="8909"/>
                </a:moveTo>
                <a:cubicBezTo>
                  <a:pt x="4063" y="3312"/>
                  <a:pt x="10562" y="-1"/>
                  <a:pt x="17479" y="0"/>
                </a:cubicBezTo>
                <a:cubicBezTo>
                  <a:pt x="24553" y="0"/>
                  <a:pt x="31178" y="3463"/>
                  <a:pt x="35216" y="9272"/>
                </a:cubicBezTo>
              </a:path>
              <a:path w="35216" h="21600" stroke="0" extrusionOk="0">
                <a:moveTo>
                  <a:pt x="-1" y="8909"/>
                </a:moveTo>
                <a:cubicBezTo>
                  <a:pt x="4063" y="3312"/>
                  <a:pt x="10562" y="-1"/>
                  <a:pt x="17479" y="0"/>
                </a:cubicBezTo>
                <a:cubicBezTo>
                  <a:pt x="24553" y="0"/>
                  <a:pt x="31178" y="3463"/>
                  <a:pt x="35216" y="9272"/>
                </a:cubicBezTo>
                <a:lnTo>
                  <a:pt x="17479" y="21600"/>
                </a:lnTo>
                <a:lnTo>
                  <a:pt x="-1" y="8909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Arc 51">
            <a:extLst>
              <a:ext uri="{FF2B5EF4-FFF2-40B4-BE49-F238E27FC236}">
                <a16:creationId xmlns:a16="http://schemas.microsoft.com/office/drawing/2014/main" id="{EF8D7622-40E3-C7FE-9890-F29E75090639}"/>
              </a:ext>
            </a:extLst>
          </p:cNvPr>
          <p:cNvSpPr>
            <a:spLocks/>
          </p:cNvSpPr>
          <p:nvPr/>
        </p:nvSpPr>
        <p:spPr bwMode="auto">
          <a:xfrm>
            <a:off x="4225682" y="4560505"/>
            <a:ext cx="614362" cy="403225"/>
          </a:xfrm>
          <a:custGeom>
            <a:avLst/>
            <a:gdLst>
              <a:gd name="T0" fmla="*/ 0 w 35067"/>
              <a:gd name="T1" fmla="*/ 2147483646 h 21600"/>
              <a:gd name="T2" fmla="*/ 2147483646 w 35067"/>
              <a:gd name="T3" fmla="*/ 2147483646 h 21600"/>
              <a:gd name="T4" fmla="*/ 2147483646 w 35067"/>
              <a:gd name="T5" fmla="*/ 2147483646 h 21600"/>
              <a:gd name="T6" fmla="*/ 0 60000 65536"/>
              <a:gd name="T7" fmla="*/ 0 60000 65536"/>
              <a:gd name="T8" fmla="*/ 0 60000 65536"/>
              <a:gd name="T9" fmla="*/ 0 w 35067"/>
              <a:gd name="T10" fmla="*/ 0 h 21600"/>
              <a:gd name="T11" fmla="*/ 35067 w 3506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067" h="21600" fill="none" extrusionOk="0">
                <a:moveTo>
                  <a:pt x="-1" y="8706"/>
                </a:moveTo>
                <a:cubicBezTo>
                  <a:pt x="4075" y="3228"/>
                  <a:pt x="10501" y="-1"/>
                  <a:pt x="17330" y="0"/>
                </a:cubicBezTo>
                <a:cubicBezTo>
                  <a:pt x="24404" y="0"/>
                  <a:pt x="31029" y="3463"/>
                  <a:pt x="35067" y="9272"/>
                </a:cubicBezTo>
              </a:path>
              <a:path w="35067" h="21600" stroke="0" extrusionOk="0">
                <a:moveTo>
                  <a:pt x="-1" y="8706"/>
                </a:moveTo>
                <a:cubicBezTo>
                  <a:pt x="4075" y="3228"/>
                  <a:pt x="10501" y="-1"/>
                  <a:pt x="17330" y="0"/>
                </a:cubicBezTo>
                <a:cubicBezTo>
                  <a:pt x="24404" y="0"/>
                  <a:pt x="31029" y="3463"/>
                  <a:pt x="35067" y="9272"/>
                </a:cubicBezTo>
                <a:lnTo>
                  <a:pt x="17330" y="21600"/>
                </a:lnTo>
                <a:lnTo>
                  <a:pt x="-1" y="8706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Freeform 67">
            <a:extLst>
              <a:ext uri="{FF2B5EF4-FFF2-40B4-BE49-F238E27FC236}">
                <a16:creationId xmlns:a16="http://schemas.microsoft.com/office/drawing/2014/main" id="{C0A7FC7D-EE8F-6B4F-3CD6-F1DB670DDC77}"/>
              </a:ext>
            </a:extLst>
          </p:cNvPr>
          <p:cNvSpPr>
            <a:spLocks/>
          </p:cNvSpPr>
          <p:nvPr/>
        </p:nvSpPr>
        <p:spPr bwMode="auto">
          <a:xfrm>
            <a:off x="9677699" y="3858829"/>
            <a:ext cx="84138" cy="893762"/>
          </a:xfrm>
          <a:custGeom>
            <a:avLst/>
            <a:gdLst>
              <a:gd name="T0" fmla="*/ 2147483646 w 53"/>
              <a:gd name="T1" fmla="*/ 2147483646 h 563"/>
              <a:gd name="T2" fmla="*/ 2147483646 w 53"/>
              <a:gd name="T3" fmla="*/ 2147483646 h 563"/>
              <a:gd name="T4" fmla="*/ 2147483646 w 53"/>
              <a:gd name="T5" fmla="*/ 2147483646 h 563"/>
              <a:gd name="T6" fmla="*/ 2147483646 w 53"/>
              <a:gd name="T7" fmla="*/ 2147483646 h 563"/>
              <a:gd name="T8" fmla="*/ 2147483646 w 53"/>
              <a:gd name="T9" fmla="*/ 2147483646 h 5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563"/>
              <a:gd name="T17" fmla="*/ 53 w 53"/>
              <a:gd name="T18" fmla="*/ 563 h 56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563">
                <a:moveTo>
                  <a:pt x="4" y="1"/>
                </a:moveTo>
                <a:cubicBezTo>
                  <a:pt x="5" y="8"/>
                  <a:pt x="0" y="0"/>
                  <a:pt x="8" y="45"/>
                </a:cubicBezTo>
                <a:cubicBezTo>
                  <a:pt x="16" y="90"/>
                  <a:pt x="51" y="194"/>
                  <a:pt x="52" y="273"/>
                </a:cubicBezTo>
                <a:cubicBezTo>
                  <a:pt x="53" y="352"/>
                  <a:pt x="19" y="471"/>
                  <a:pt x="12" y="517"/>
                </a:cubicBezTo>
                <a:cubicBezTo>
                  <a:pt x="5" y="563"/>
                  <a:pt x="10" y="545"/>
                  <a:pt x="10" y="552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Freeform 68">
            <a:extLst>
              <a:ext uri="{FF2B5EF4-FFF2-40B4-BE49-F238E27FC236}">
                <a16:creationId xmlns:a16="http://schemas.microsoft.com/office/drawing/2014/main" id="{1590CB9D-62D8-3753-258C-E632662955A4}"/>
              </a:ext>
            </a:extLst>
          </p:cNvPr>
          <p:cNvSpPr>
            <a:spLocks/>
          </p:cNvSpPr>
          <p:nvPr/>
        </p:nvSpPr>
        <p:spPr bwMode="auto">
          <a:xfrm>
            <a:off x="10241262" y="3852479"/>
            <a:ext cx="82550" cy="903287"/>
          </a:xfrm>
          <a:custGeom>
            <a:avLst/>
            <a:gdLst>
              <a:gd name="T0" fmla="*/ 2147483646 w 52"/>
              <a:gd name="T1" fmla="*/ 2147483646 h 569"/>
              <a:gd name="T2" fmla="*/ 2147483646 w 52"/>
              <a:gd name="T3" fmla="*/ 2147483646 h 569"/>
              <a:gd name="T4" fmla="*/ 2147483646 w 52"/>
              <a:gd name="T5" fmla="*/ 2147483646 h 569"/>
              <a:gd name="T6" fmla="*/ 2147483646 w 52"/>
              <a:gd name="T7" fmla="*/ 2147483646 h 569"/>
              <a:gd name="T8" fmla="*/ 2147483646 w 52"/>
              <a:gd name="T9" fmla="*/ 2147483646 h 5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569"/>
              <a:gd name="T17" fmla="*/ 52 w 52"/>
              <a:gd name="T18" fmla="*/ 569 h 5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569">
                <a:moveTo>
                  <a:pt x="41" y="5"/>
                </a:moveTo>
                <a:cubicBezTo>
                  <a:pt x="42" y="12"/>
                  <a:pt x="52" y="0"/>
                  <a:pt x="45" y="45"/>
                </a:cubicBezTo>
                <a:cubicBezTo>
                  <a:pt x="38" y="90"/>
                  <a:pt x="2" y="194"/>
                  <a:pt x="1" y="273"/>
                </a:cubicBezTo>
                <a:cubicBezTo>
                  <a:pt x="0" y="352"/>
                  <a:pt x="34" y="473"/>
                  <a:pt x="41" y="521"/>
                </a:cubicBezTo>
                <a:cubicBezTo>
                  <a:pt x="48" y="569"/>
                  <a:pt x="41" y="553"/>
                  <a:pt x="41" y="561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Freeform 69">
            <a:extLst>
              <a:ext uri="{FF2B5EF4-FFF2-40B4-BE49-F238E27FC236}">
                <a16:creationId xmlns:a16="http://schemas.microsoft.com/office/drawing/2014/main" id="{3AA99500-4B13-741F-2C3A-12277F63EA07}"/>
              </a:ext>
            </a:extLst>
          </p:cNvPr>
          <p:cNvSpPr>
            <a:spLocks/>
          </p:cNvSpPr>
          <p:nvPr/>
        </p:nvSpPr>
        <p:spPr bwMode="auto">
          <a:xfrm>
            <a:off x="9696749" y="3836604"/>
            <a:ext cx="584200" cy="50800"/>
          </a:xfrm>
          <a:custGeom>
            <a:avLst/>
            <a:gdLst>
              <a:gd name="T0" fmla="*/ 0 w 368"/>
              <a:gd name="T1" fmla="*/ 2147483646 h 32"/>
              <a:gd name="T2" fmla="*/ 2147483646 w 368"/>
              <a:gd name="T3" fmla="*/ 2147483646 h 32"/>
              <a:gd name="T4" fmla="*/ 2147483646 w 368"/>
              <a:gd name="T5" fmla="*/ 2147483646 h 32"/>
              <a:gd name="T6" fmla="*/ 2147483646 w 368"/>
              <a:gd name="T7" fmla="*/ 2147483646 h 32"/>
              <a:gd name="T8" fmla="*/ 2147483646 w 368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8"/>
              <a:gd name="T16" fmla="*/ 0 h 32"/>
              <a:gd name="T17" fmla="*/ 368 w 368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8" h="32">
                <a:moveTo>
                  <a:pt x="0" y="31"/>
                </a:moveTo>
                <a:cubicBezTo>
                  <a:pt x="11" y="28"/>
                  <a:pt x="37" y="11"/>
                  <a:pt x="68" y="11"/>
                </a:cubicBezTo>
                <a:cubicBezTo>
                  <a:pt x="99" y="11"/>
                  <a:pt x="150" y="32"/>
                  <a:pt x="188" y="31"/>
                </a:cubicBezTo>
                <a:cubicBezTo>
                  <a:pt x="226" y="30"/>
                  <a:pt x="266" y="6"/>
                  <a:pt x="296" y="3"/>
                </a:cubicBezTo>
                <a:cubicBezTo>
                  <a:pt x="326" y="0"/>
                  <a:pt x="353" y="9"/>
                  <a:pt x="368" y="11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Freeform 70">
            <a:extLst>
              <a:ext uri="{FF2B5EF4-FFF2-40B4-BE49-F238E27FC236}">
                <a16:creationId xmlns:a16="http://schemas.microsoft.com/office/drawing/2014/main" id="{B7975B9C-765A-B96E-492C-1F27E2B66DCC}"/>
              </a:ext>
            </a:extLst>
          </p:cNvPr>
          <p:cNvSpPr>
            <a:spLocks/>
          </p:cNvSpPr>
          <p:nvPr/>
        </p:nvSpPr>
        <p:spPr bwMode="auto">
          <a:xfrm>
            <a:off x="9696749" y="4692266"/>
            <a:ext cx="603250" cy="44450"/>
          </a:xfrm>
          <a:custGeom>
            <a:avLst/>
            <a:gdLst>
              <a:gd name="T0" fmla="*/ 0 w 380"/>
              <a:gd name="T1" fmla="*/ 2147483646 h 28"/>
              <a:gd name="T2" fmla="*/ 2147483646 w 380"/>
              <a:gd name="T3" fmla="*/ 2147483646 h 28"/>
              <a:gd name="T4" fmla="*/ 2147483646 w 380"/>
              <a:gd name="T5" fmla="*/ 0 h 28"/>
              <a:gd name="T6" fmla="*/ 2147483646 w 380"/>
              <a:gd name="T7" fmla="*/ 2147483646 h 28"/>
              <a:gd name="T8" fmla="*/ 2147483646 w 380"/>
              <a:gd name="T9" fmla="*/ 2147483646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0"/>
              <a:gd name="T16" fmla="*/ 0 h 28"/>
              <a:gd name="T17" fmla="*/ 380 w 380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0" h="28">
                <a:moveTo>
                  <a:pt x="0" y="9"/>
                </a:moveTo>
                <a:cubicBezTo>
                  <a:pt x="23" y="20"/>
                  <a:pt x="39" y="28"/>
                  <a:pt x="72" y="26"/>
                </a:cubicBezTo>
                <a:cubicBezTo>
                  <a:pt x="105" y="24"/>
                  <a:pt x="155" y="0"/>
                  <a:pt x="196" y="0"/>
                </a:cubicBezTo>
                <a:cubicBezTo>
                  <a:pt x="237" y="0"/>
                  <a:pt x="289" y="23"/>
                  <a:pt x="320" y="24"/>
                </a:cubicBezTo>
                <a:cubicBezTo>
                  <a:pt x="351" y="25"/>
                  <a:pt x="368" y="8"/>
                  <a:pt x="380" y="4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Text Box 71">
            <a:extLst>
              <a:ext uri="{FF2B5EF4-FFF2-40B4-BE49-F238E27FC236}">
                <a16:creationId xmlns:a16="http://schemas.microsoft.com/office/drawing/2014/main" id="{E616EEA7-BA4F-41AF-3668-AE20E0EB3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91" y="1060749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相贯线由两支变成一支</a:t>
            </a:r>
          </a:p>
        </p:txBody>
      </p:sp>
      <p:sp>
        <p:nvSpPr>
          <p:cNvPr id="77" name="Freeform 72">
            <a:extLst>
              <a:ext uri="{FF2B5EF4-FFF2-40B4-BE49-F238E27FC236}">
                <a16:creationId xmlns:a16="http://schemas.microsoft.com/office/drawing/2014/main" id="{28FCD8FF-5229-C98A-2AFC-78AE79E201B1}"/>
              </a:ext>
            </a:extLst>
          </p:cNvPr>
          <p:cNvSpPr>
            <a:spLocks/>
          </p:cNvSpPr>
          <p:nvPr/>
        </p:nvSpPr>
        <p:spPr bwMode="auto">
          <a:xfrm>
            <a:off x="6742335" y="3854068"/>
            <a:ext cx="639762" cy="865187"/>
          </a:xfrm>
          <a:custGeom>
            <a:avLst/>
            <a:gdLst>
              <a:gd name="T0" fmla="*/ 2147483646 w 403"/>
              <a:gd name="T1" fmla="*/ 0 h 545"/>
              <a:gd name="T2" fmla="*/ 2147483646 w 403"/>
              <a:gd name="T3" fmla="*/ 2147483646 h 545"/>
              <a:gd name="T4" fmla="*/ 2147483646 w 403"/>
              <a:gd name="T5" fmla="*/ 2147483646 h 545"/>
              <a:gd name="T6" fmla="*/ 2147483646 w 403"/>
              <a:gd name="T7" fmla="*/ 2147483646 h 545"/>
              <a:gd name="T8" fmla="*/ 2147483646 w 403"/>
              <a:gd name="T9" fmla="*/ 2147483646 h 5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3"/>
              <a:gd name="T16" fmla="*/ 0 h 545"/>
              <a:gd name="T17" fmla="*/ 403 w 403"/>
              <a:gd name="T18" fmla="*/ 545 h 5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3" h="545">
                <a:moveTo>
                  <a:pt x="6" y="0"/>
                </a:moveTo>
                <a:cubicBezTo>
                  <a:pt x="11" y="12"/>
                  <a:pt x="0" y="27"/>
                  <a:pt x="33" y="73"/>
                </a:cubicBezTo>
                <a:cubicBezTo>
                  <a:pt x="66" y="119"/>
                  <a:pt x="148" y="209"/>
                  <a:pt x="205" y="277"/>
                </a:cubicBezTo>
                <a:cubicBezTo>
                  <a:pt x="262" y="345"/>
                  <a:pt x="343" y="436"/>
                  <a:pt x="373" y="481"/>
                </a:cubicBezTo>
                <a:cubicBezTo>
                  <a:pt x="403" y="526"/>
                  <a:pt x="383" y="532"/>
                  <a:pt x="385" y="545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Freeform 73">
            <a:extLst>
              <a:ext uri="{FF2B5EF4-FFF2-40B4-BE49-F238E27FC236}">
                <a16:creationId xmlns:a16="http://schemas.microsoft.com/office/drawing/2014/main" id="{F2329150-4174-BAFA-101D-61BFAD0D0992}"/>
              </a:ext>
            </a:extLst>
          </p:cNvPr>
          <p:cNvSpPr>
            <a:spLocks/>
          </p:cNvSpPr>
          <p:nvPr/>
        </p:nvSpPr>
        <p:spPr bwMode="auto">
          <a:xfrm>
            <a:off x="6748685" y="3847718"/>
            <a:ext cx="622300" cy="877887"/>
          </a:xfrm>
          <a:custGeom>
            <a:avLst/>
            <a:gdLst>
              <a:gd name="T0" fmla="*/ 2147483646 w 392"/>
              <a:gd name="T1" fmla="*/ 0 h 553"/>
              <a:gd name="T2" fmla="*/ 2147483646 w 392"/>
              <a:gd name="T3" fmla="*/ 2147483646 h 553"/>
              <a:gd name="T4" fmla="*/ 2147483646 w 392"/>
              <a:gd name="T5" fmla="*/ 2147483646 h 553"/>
              <a:gd name="T6" fmla="*/ 2147483646 w 392"/>
              <a:gd name="T7" fmla="*/ 2147483646 h 553"/>
              <a:gd name="T8" fmla="*/ 2147483646 w 392"/>
              <a:gd name="T9" fmla="*/ 2147483646 h 5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2"/>
              <a:gd name="T16" fmla="*/ 0 h 553"/>
              <a:gd name="T17" fmla="*/ 392 w 392"/>
              <a:gd name="T18" fmla="*/ 553 h 5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2" h="553">
                <a:moveTo>
                  <a:pt x="385" y="0"/>
                </a:moveTo>
                <a:cubicBezTo>
                  <a:pt x="382" y="12"/>
                  <a:pt x="392" y="24"/>
                  <a:pt x="362" y="70"/>
                </a:cubicBezTo>
                <a:cubicBezTo>
                  <a:pt x="332" y="116"/>
                  <a:pt x="262" y="205"/>
                  <a:pt x="207" y="274"/>
                </a:cubicBezTo>
                <a:cubicBezTo>
                  <a:pt x="152" y="343"/>
                  <a:pt x="66" y="439"/>
                  <a:pt x="33" y="485"/>
                </a:cubicBezTo>
                <a:cubicBezTo>
                  <a:pt x="0" y="531"/>
                  <a:pt x="14" y="539"/>
                  <a:pt x="9" y="55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Freeform 74">
            <a:extLst>
              <a:ext uri="{FF2B5EF4-FFF2-40B4-BE49-F238E27FC236}">
                <a16:creationId xmlns:a16="http://schemas.microsoft.com/office/drawing/2014/main" id="{7A3027FD-8D0A-68EF-50C5-8E27F9BA56D4}"/>
              </a:ext>
            </a:extLst>
          </p:cNvPr>
          <p:cNvSpPr>
            <a:spLocks/>
          </p:cNvSpPr>
          <p:nvPr/>
        </p:nvSpPr>
        <p:spPr bwMode="auto">
          <a:xfrm>
            <a:off x="6785197" y="4703380"/>
            <a:ext cx="561975" cy="60325"/>
          </a:xfrm>
          <a:custGeom>
            <a:avLst/>
            <a:gdLst>
              <a:gd name="T0" fmla="*/ 0 w 354"/>
              <a:gd name="T1" fmla="*/ 2147483646 h 38"/>
              <a:gd name="T2" fmla="*/ 2147483646 w 354"/>
              <a:gd name="T3" fmla="*/ 2147483646 h 38"/>
              <a:gd name="T4" fmla="*/ 2147483646 w 354"/>
              <a:gd name="T5" fmla="*/ 2147483646 h 38"/>
              <a:gd name="T6" fmla="*/ 2147483646 w 354"/>
              <a:gd name="T7" fmla="*/ 2147483646 h 38"/>
              <a:gd name="T8" fmla="*/ 2147483646 w 354"/>
              <a:gd name="T9" fmla="*/ 2147483646 h 38"/>
              <a:gd name="T10" fmla="*/ 2147483646 w 354"/>
              <a:gd name="T11" fmla="*/ 2147483646 h 38"/>
              <a:gd name="T12" fmla="*/ 2147483646 w 354"/>
              <a:gd name="T13" fmla="*/ 2147483646 h 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54"/>
              <a:gd name="T22" fmla="*/ 0 h 38"/>
              <a:gd name="T23" fmla="*/ 354 w 354"/>
              <a:gd name="T24" fmla="*/ 38 h 3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54" h="38">
                <a:moveTo>
                  <a:pt x="0" y="27"/>
                </a:moveTo>
                <a:cubicBezTo>
                  <a:pt x="6" y="27"/>
                  <a:pt x="18" y="38"/>
                  <a:pt x="36" y="35"/>
                </a:cubicBezTo>
                <a:cubicBezTo>
                  <a:pt x="54" y="32"/>
                  <a:pt x="88" y="12"/>
                  <a:pt x="110" y="6"/>
                </a:cubicBezTo>
                <a:cubicBezTo>
                  <a:pt x="132" y="0"/>
                  <a:pt x="151" y="2"/>
                  <a:pt x="170" y="2"/>
                </a:cubicBezTo>
                <a:cubicBezTo>
                  <a:pt x="189" y="2"/>
                  <a:pt x="206" y="3"/>
                  <a:pt x="226" y="6"/>
                </a:cubicBezTo>
                <a:cubicBezTo>
                  <a:pt x="246" y="9"/>
                  <a:pt x="269" y="20"/>
                  <a:pt x="290" y="22"/>
                </a:cubicBezTo>
                <a:cubicBezTo>
                  <a:pt x="311" y="24"/>
                  <a:pt x="341" y="19"/>
                  <a:pt x="354" y="18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Freeform 75">
            <a:extLst>
              <a:ext uri="{FF2B5EF4-FFF2-40B4-BE49-F238E27FC236}">
                <a16:creationId xmlns:a16="http://schemas.microsoft.com/office/drawing/2014/main" id="{9188ED76-82CD-8D4C-216D-75083D406366}"/>
              </a:ext>
            </a:extLst>
          </p:cNvPr>
          <p:cNvSpPr>
            <a:spLocks/>
          </p:cNvSpPr>
          <p:nvPr/>
        </p:nvSpPr>
        <p:spPr bwMode="auto">
          <a:xfrm>
            <a:off x="6762972" y="3838193"/>
            <a:ext cx="571500" cy="49212"/>
          </a:xfrm>
          <a:custGeom>
            <a:avLst/>
            <a:gdLst>
              <a:gd name="T0" fmla="*/ 0 w 360"/>
              <a:gd name="T1" fmla="*/ 2147483646 h 31"/>
              <a:gd name="T2" fmla="*/ 2147483646 w 360"/>
              <a:gd name="T3" fmla="*/ 2147483646 h 31"/>
              <a:gd name="T4" fmla="*/ 2147483646 w 360"/>
              <a:gd name="T5" fmla="*/ 2147483646 h 31"/>
              <a:gd name="T6" fmla="*/ 2147483646 w 360"/>
              <a:gd name="T7" fmla="*/ 2147483646 h 31"/>
              <a:gd name="T8" fmla="*/ 2147483646 w 360"/>
              <a:gd name="T9" fmla="*/ 2147483646 h 31"/>
              <a:gd name="T10" fmla="*/ 2147483646 w 360"/>
              <a:gd name="T11" fmla="*/ 2147483646 h 31"/>
              <a:gd name="T12" fmla="*/ 2147483646 w 360"/>
              <a:gd name="T13" fmla="*/ 2147483646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0"/>
              <a:gd name="T22" fmla="*/ 0 h 31"/>
              <a:gd name="T23" fmla="*/ 360 w 360"/>
              <a:gd name="T24" fmla="*/ 31 h 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0" h="31">
                <a:moveTo>
                  <a:pt x="0" y="3"/>
                </a:moveTo>
                <a:cubicBezTo>
                  <a:pt x="11" y="3"/>
                  <a:pt x="43" y="0"/>
                  <a:pt x="64" y="3"/>
                </a:cubicBezTo>
                <a:cubicBezTo>
                  <a:pt x="85" y="6"/>
                  <a:pt x="104" y="18"/>
                  <a:pt x="124" y="23"/>
                </a:cubicBezTo>
                <a:cubicBezTo>
                  <a:pt x="144" y="28"/>
                  <a:pt x="164" y="31"/>
                  <a:pt x="184" y="31"/>
                </a:cubicBezTo>
                <a:cubicBezTo>
                  <a:pt x="204" y="31"/>
                  <a:pt x="223" y="28"/>
                  <a:pt x="244" y="23"/>
                </a:cubicBezTo>
                <a:cubicBezTo>
                  <a:pt x="265" y="18"/>
                  <a:pt x="289" y="6"/>
                  <a:pt x="308" y="3"/>
                </a:cubicBezTo>
                <a:cubicBezTo>
                  <a:pt x="327" y="0"/>
                  <a:pt x="349" y="3"/>
                  <a:pt x="360" y="3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Line 76">
            <a:extLst>
              <a:ext uri="{FF2B5EF4-FFF2-40B4-BE49-F238E27FC236}">
                <a16:creationId xmlns:a16="http://schemas.microsoft.com/office/drawing/2014/main" id="{F235D336-AED8-C80E-2D88-9BEC0E0A8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9449" y="385406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Line 77">
            <a:extLst>
              <a:ext uri="{FF2B5EF4-FFF2-40B4-BE49-F238E27FC236}">
                <a16:creationId xmlns:a16="http://schemas.microsoft.com/office/drawing/2014/main" id="{D480E38A-F106-8A83-DC15-FDC0D6B1F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1099" y="384771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Line 78">
            <a:extLst>
              <a:ext uri="{FF2B5EF4-FFF2-40B4-BE49-F238E27FC236}">
                <a16:creationId xmlns:a16="http://schemas.microsoft.com/office/drawing/2014/main" id="{7376C2E7-4931-D747-C4C2-220FCB748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6749" y="473671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Line 79">
            <a:extLst>
              <a:ext uri="{FF2B5EF4-FFF2-40B4-BE49-F238E27FC236}">
                <a16:creationId xmlns:a16="http://schemas.microsoft.com/office/drawing/2014/main" id="{329C9433-EA94-E9D3-FD8F-367560365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7449" y="473671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206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6BBD-D282-83B3-00C7-DABC113F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5CC1F409-EBA0-3CCC-C6E8-4259867B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9272" y="6425394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27</a:t>
            </a:fld>
            <a:endParaRPr lang="en-US" altLang="zh-CN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0BB056EF-2DBF-422B-9318-F57DD2007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195" y="412176"/>
            <a:ext cx="32496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09FF6-ACB4-B395-4973-6F35486D1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7207" y="1556792"/>
            <a:ext cx="1957587" cy="117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P26 – 8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P27 – 2,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7721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584D-24CC-BD22-95F1-FE2B976E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441EAC2-14E9-F392-206A-0C10419B7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8568CD8-4E1E-6F0A-5EC4-69EE0C19638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C7FDF7-C53F-8370-DCCB-2B7F950258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0" t="33669" r="23606" b="24080"/>
          <a:stretch/>
        </p:blipFill>
        <p:spPr>
          <a:xfrm>
            <a:off x="4679950" y="4993005"/>
            <a:ext cx="3067049" cy="1428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6FF42A-845E-A9A1-14A2-C1E5481E63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5" t="43751" r="37056" b="29957"/>
          <a:stretch/>
        </p:blipFill>
        <p:spPr>
          <a:xfrm rot="5400000">
            <a:off x="5117153" y="5021106"/>
            <a:ext cx="2186293" cy="88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4EA5C0-A574-566B-2EA4-E77B4A7B30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33668" r="22689" b="24081"/>
          <a:stretch/>
        </p:blipFill>
        <p:spPr>
          <a:xfrm>
            <a:off x="4679950" y="2664310"/>
            <a:ext cx="3067049" cy="142857"/>
          </a:xfrm>
          <a:prstGeom prst="rect">
            <a:avLst/>
          </a:prstGeom>
        </p:spPr>
      </p:pic>
      <p:sp>
        <p:nvSpPr>
          <p:cNvPr id="5" name="Oval 7">
            <a:extLst>
              <a:ext uri="{FF2B5EF4-FFF2-40B4-BE49-F238E27FC236}">
                <a16:creationId xmlns:a16="http://schemas.microsoft.com/office/drawing/2014/main" id="{09DE0DE5-1ED1-4EF8-0D12-AC80E0AC5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817" y="4083050"/>
            <a:ext cx="2138362" cy="19685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73862FF6-528D-B572-C9D7-E614ED823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504" y="1720850"/>
            <a:ext cx="2138363" cy="19685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53E9D70-1125-2D46-54AA-1D86FF35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442" y="4083050"/>
            <a:ext cx="2805112" cy="19685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193292B-7F10-AADE-9273-46403FAB1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442" y="1700212"/>
            <a:ext cx="2805112" cy="19685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085C27F-110E-B03F-2C67-6B4262088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17" y="1319212"/>
            <a:ext cx="2128837" cy="381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B64544BD-7E26-C229-6C6D-FB02FB46C71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789942" y="2016125"/>
            <a:ext cx="137795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50DBFCB4-DDE7-F6F2-8E64-ADDEBBDE03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9929892" y="2016125"/>
            <a:ext cx="137795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CCB35E16-C79D-346A-4ED8-8CDAC2AE18B1}"/>
              </a:ext>
            </a:extLst>
          </p:cNvPr>
          <p:cNvSpPr>
            <a:spLocks/>
          </p:cNvSpPr>
          <p:nvPr/>
        </p:nvSpPr>
        <p:spPr bwMode="auto">
          <a:xfrm>
            <a:off x="8477329" y="1327150"/>
            <a:ext cx="2162175" cy="1587"/>
          </a:xfrm>
          <a:custGeom>
            <a:avLst/>
            <a:gdLst>
              <a:gd name="T0" fmla="*/ 0 w 1553"/>
              <a:gd name="T1" fmla="*/ 0 h 1"/>
              <a:gd name="T2" fmla="*/ 2147483646 w 155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53" h="1">
                <a:moveTo>
                  <a:pt x="0" y="0"/>
                </a:moveTo>
                <a:lnTo>
                  <a:pt x="1553" y="0"/>
                </a:lnTo>
              </a:path>
            </a:pathLst>
          </a:custGeom>
          <a:noFill/>
          <a:ln w="381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316B338-9768-B051-0423-0A3F024A8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842" y="4279900"/>
            <a:ext cx="1738312" cy="1574800"/>
          </a:xfrm>
          <a:prstGeom prst="ellips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DDACA744-A41D-05FA-6CA1-29924EEBB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79" y="2060575"/>
            <a:ext cx="1470025" cy="1312862"/>
          </a:xfrm>
          <a:prstGeom prst="ellips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8AA116D4-4FCD-9E9E-45BC-896EF6201AD5}"/>
              </a:ext>
            </a:extLst>
          </p:cNvPr>
          <p:cNvSpPr>
            <a:spLocks/>
          </p:cNvSpPr>
          <p:nvPr/>
        </p:nvSpPr>
        <p:spPr bwMode="auto">
          <a:xfrm>
            <a:off x="5172154" y="1689100"/>
            <a:ext cx="2101850" cy="11112"/>
          </a:xfrm>
          <a:custGeom>
            <a:avLst/>
            <a:gdLst>
              <a:gd name="T0" fmla="*/ 0 w 1324"/>
              <a:gd name="T1" fmla="*/ 0 h 7"/>
              <a:gd name="T2" fmla="*/ 2147483646 w 1324"/>
              <a:gd name="T3" fmla="*/ 2147483646 h 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324" h="7">
                <a:moveTo>
                  <a:pt x="0" y="0"/>
                </a:moveTo>
                <a:lnTo>
                  <a:pt x="1324" y="7"/>
                </a:lnTo>
              </a:path>
            </a:pathLst>
          </a:custGeom>
          <a:noFill/>
          <a:ln w="76200" cmpd="sng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770C986-2849-35F3-4839-23B80A2B8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2" t="30604" r="37056" b="29957"/>
          <a:stretch/>
        </p:blipFill>
        <p:spPr>
          <a:xfrm rot="5400000">
            <a:off x="5035552" y="2334112"/>
            <a:ext cx="2393946" cy="133350"/>
          </a:xfrm>
          <a:prstGeom prst="rect">
            <a:avLst/>
          </a:prstGeom>
        </p:spPr>
      </p:pic>
      <p:sp>
        <p:nvSpPr>
          <p:cNvPr id="18" name="Freeform 19">
            <a:extLst>
              <a:ext uri="{FF2B5EF4-FFF2-40B4-BE49-F238E27FC236}">
                <a16:creationId xmlns:a16="http://schemas.microsoft.com/office/drawing/2014/main" id="{F1D3D63E-4EFB-7CB8-27DD-89BC2956C472}"/>
              </a:ext>
            </a:extLst>
          </p:cNvPr>
          <p:cNvSpPr>
            <a:spLocks/>
          </p:cNvSpPr>
          <p:nvPr/>
        </p:nvSpPr>
        <p:spPr bwMode="auto">
          <a:xfrm>
            <a:off x="5161042" y="1700212"/>
            <a:ext cx="1039812" cy="1038225"/>
          </a:xfrm>
          <a:custGeom>
            <a:avLst/>
            <a:gdLst>
              <a:gd name="T0" fmla="*/ 0 w 655"/>
              <a:gd name="T1" fmla="*/ 0 h 654"/>
              <a:gd name="T2" fmla="*/ 2147483646 w 655"/>
              <a:gd name="T3" fmla="*/ 2147483646 h 65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55" h="654">
                <a:moveTo>
                  <a:pt x="0" y="0"/>
                </a:moveTo>
                <a:lnTo>
                  <a:pt x="655" y="654"/>
                </a:ln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Freeform 20">
            <a:extLst>
              <a:ext uri="{FF2B5EF4-FFF2-40B4-BE49-F238E27FC236}">
                <a16:creationId xmlns:a16="http://schemas.microsoft.com/office/drawing/2014/main" id="{97ADEC9E-8AE7-4EA8-3EEB-4A861C4FB67C}"/>
              </a:ext>
            </a:extLst>
          </p:cNvPr>
          <p:cNvSpPr>
            <a:spLocks/>
          </p:cNvSpPr>
          <p:nvPr/>
        </p:nvSpPr>
        <p:spPr bwMode="auto">
          <a:xfrm>
            <a:off x="6223079" y="1676400"/>
            <a:ext cx="1062038" cy="1062037"/>
          </a:xfrm>
          <a:custGeom>
            <a:avLst/>
            <a:gdLst>
              <a:gd name="T0" fmla="*/ 2147483646 w 669"/>
              <a:gd name="T1" fmla="*/ 0 h 669"/>
              <a:gd name="T2" fmla="*/ 0 w 669"/>
              <a:gd name="T3" fmla="*/ 2147483646 h 66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9" h="669">
                <a:moveTo>
                  <a:pt x="669" y="0"/>
                </a:moveTo>
                <a:lnTo>
                  <a:pt x="0" y="669"/>
                </a:ln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658BD636-6E34-AFD2-9587-20F3595CE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79" y="1196983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完成主视图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FBB31493-1BAE-8C2D-A82D-941DA3C79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8842" y="3362325"/>
            <a:ext cx="0" cy="327025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2DDEDEE9-7444-0D2B-4C28-52E366D7F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154" y="3362325"/>
            <a:ext cx="0" cy="327025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757CCF0E-A940-CF13-E303-B026DFDF3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5442" y="3362325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FBE5A4E8-7DB8-BA81-70E9-01A347776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154" y="3362325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86F77BF3-B408-8605-ACB1-8EAABE1AD06B}"/>
              </a:ext>
            </a:extLst>
          </p:cNvPr>
          <p:cNvSpPr>
            <a:spLocks/>
          </p:cNvSpPr>
          <p:nvPr/>
        </p:nvSpPr>
        <p:spPr bwMode="auto">
          <a:xfrm>
            <a:off x="4805442" y="2046287"/>
            <a:ext cx="539750" cy="3175"/>
          </a:xfrm>
          <a:custGeom>
            <a:avLst/>
            <a:gdLst>
              <a:gd name="T0" fmla="*/ 0 w 340"/>
              <a:gd name="T1" fmla="*/ 2147483646 h 2"/>
              <a:gd name="T2" fmla="*/ 2147483646 w 340"/>
              <a:gd name="T3" fmla="*/ 0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0" h="2">
                <a:moveTo>
                  <a:pt x="0" y="2"/>
                </a:moveTo>
                <a:lnTo>
                  <a:pt x="340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A53E24F7-008C-0D09-E08F-F22D420CB1B5}"/>
              </a:ext>
            </a:extLst>
          </p:cNvPr>
          <p:cNvSpPr>
            <a:spLocks/>
          </p:cNvSpPr>
          <p:nvPr/>
        </p:nvSpPr>
        <p:spPr bwMode="auto">
          <a:xfrm>
            <a:off x="7066042" y="2051050"/>
            <a:ext cx="544512" cy="6350"/>
          </a:xfrm>
          <a:custGeom>
            <a:avLst/>
            <a:gdLst>
              <a:gd name="T0" fmla="*/ 0 w 343"/>
              <a:gd name="T1" fmla="*/ 2147483646 h 4"/>
              <a:gd name="T2" fmla="*/ 2147483646 w 343"/>
              <a:gd name="T3" fmla="*/ 0 h 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3" h="4">
                <a:moveTo>
                  <a:pt x="0" y="4"/>
                </a:moveTo>
                <a:lnTo>
                  <a:pt x="343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A06EC0D3-3EC4-F83C-A6A9-97C1E714F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0529" y="1327150"/>
            <a:ext cx="0" cy="196850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73D1078-F460-AE9A-5750-35393B6D3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17254" y="1327150"/>
            <a:ext cx="0" cy="196850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E2F2D341-0B4B-5AF2-C9F5-5509C168C7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5517" y="4411662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AED86092-C504-8D22-5BD6-8C3523CF3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5517" y="5724525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7F11E6F5-D9F5-477E-7772-2DD87D7BAB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5442" y="4411662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AF457C44-59BD-EB96-3309-4F73E0C383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5442" y="5724525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Freeform 34">
            <a:extLst>
              <a:ext uri="{FF2B5EF4-FFF2-40B4-BE49-F238E27FC236}">
                <a16:creationId xmlns:a16="http://schemas.microsoft.com/office/drawing/2014/main" id="{FB5E567E-5043-1D91-3824-77368F93942A}"/>
              </a:ext>
            </a:extLst>
          </p:cNvPr>
          <p:cNvSpPr>
            <a:spLocks/>
          </p:cNvSpPr>
          <p:nvPr/>
        </p:nvSpPr>
        <p:spPr bwMode="auto">
          <a:xfrm>
            <a:off x="6000829" y="3276600"/>
            <a:ext cx="2711450" cy="1587"/>
          </a:xfrm>
          <a:custGeom>
            <a:avLst/>
            <a:gdLst>
              <a:gd name="T0" fmla="*/ 2147483646 w 1948"/>
              <a:gd name="T1" fmla="*/ 0 h 1"/>
              <a:gd name="T2" fmla="*/ 0 w 1948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48" h="1">
                <a:moveTo>
                  <a:pt x="1948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Freeform 35">
            <a:extLst>
              <a:ext uri="{FF2B5EF4-FFF2-40B4-BE49-F238E27FC236}">
                <a16:creationId xmlns:a16="http://schemas.microsoft.com/office/drawing/2014/main" id="{B3C0E59D-42F0-BB65-C07B-406DD2AF8013}"/>
              </a:ext>
            </a:extLst>
          </p:cNvPr>
          <p:cNvSpPr>
            <a:spLocks/>
          </p:cNvSpPr>
          <p:nvPr/>
        </p:nvSpPr>
        <p:spPr bwMode="auto">
          <a:xfrm>
            <a:off x="5138817" y="3427412"/>
            <a:ext cx="5407025" cy="1588"/>
          </a:xfrm>
          <a:custGeom>
            <a:avLst/>
            <a:gdLst>
              <a:gd name="T0" fmla="*/ 0 w 3406"/>
              <a:gd name="T1" fmla="*/ 0 h 1"/>
              <a:gd name="T2" fmla="*/ 2147483646 w 340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06" h="1">
                <a:moveTo>
                  <a:pt x="0" y="0"/>
                </a:moveTo>
                <a:lnTo>
                  <a:pt x="3406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Group 36">
            <a:extLst>
              <a:ext uri="{FF2B5EF4-FFF2-40B4-BE49-F238E27FC236}">
                <a16:creationId xmlns:a16="http://schemas.microsoft.com/office/drawing/2014/main" id="{6D1047AC-6410-07FB-4DD5-32FF88FFC532}"/>
              </a:ext>
            </a:extLst>
          </p:cNvPr>
          <p:cNvGrpSpPr>
            <a:grpSpLocks/>
          </p:cNvGrpSpPr>
          <p:nvPr/>
        </p:nvGrpSpPr>
        <p:grpSpPr bwMode="auto">
          <a:xfrm>
            <a:off x="7610554" y="3427412"/>
            <a:ext cx="2673350" cy="2362200"/>
            <a:chOff x="2641" y="1990"/>
            <a:chExt cx="1684" cy="1488"/>
          </a:xfrm>
        </p:grpSpPr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C15CEF73-0B93-8568-CAB7-89EB03BD3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1990"/>
              <a:ext cx="463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C28B1594-20B5-46E8-6B6C-A406AD1426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13" y="3251"/>
              <a:ext cx="45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84DDB0DE-4367-B695-4EC3-DCFFD3B8784A}"/>
              </a:ext>
            </a:extLst>
          </p:cNvPr>
          <p:cNvSpPr>
            <a:spLocks/>
          </p:cNvSpPr>
          <p:nvPr/>
        </p:nvSpPr>
        <p:spPr bwMode="auto">
          <a:xfrm>
            <a:off x="5037217" y="5765800"/>
            <a:ext cx="2554287" cy="1587"/>
          </a:xfrm>
          <a:custGeom>
            <a:avLst/>
            <a:gdLst>
              <a:gd name="T0" fmla="*/ 2147483646 w 1835"/>
              <a:gd name="T1" fmla="*/ 0 h 1"/>
              <a:gd name="T2" fmla="*/ 0 w 1835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835" h="1">
                <a:moveTo>
                  <a:pt x="1835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E4003D14-2672-1184-B17E-8A2EF3787331}"/>
              </a:ext>
            </a:extLst>
          </p:cNvPr>
          <p:cNvSpPr>
            <a:spLocks/>
          </p:cNvSpPr>
          <p:nvPr/>
        </p:nvSpPr>
        <p:spPr bwMode="auto">
          <a:xfrm>
            <a:off x="5337254" y="2057400"/>
            <a:ext cx="393700" cy="1304925"/>
          </a:xfrm>
          <a:custGeom>
            <a:avLst/>
            <a:gdLst>
              <a:gd name="T0" fmla="*/ 2147483646 w 248"/>
              <a:gd name="T1" fmla="*/ 0 h 822"/>
              <a:gd name="T2" fmla="*/ 2147483646 w 248"/>
              <a:gd name="T3" fmla="*/ 2147483646 h 822"/>
              <a:gd name="T4" fmla="*/ 2147483646 w 248"/>
              <a:gd name="T5" fmla="*/ 2147483646 h 822"/>
              <a:gd name="T6" fmla="*/ 2147483646 w 248"/>
              <a:gd name="T7" fmla="*/ 2147483646 h 822"/>
              <a:gd name="T8" fmla="*/ 2147483646 w 248"/>
              <a:gd name="T9" fmla="*/ 2147483646 h 822"/>
              <a:gd name="T10" fmla="*/ 2147483646 w 248"/>
              <a:gd name="T11" fmla="*/ 2147483646 h 822"/>
              <a:gd name="T12" fmla="*/ 2147483646 w 248"/>
              <a:gd name="T13" fmla="*/ 2147483646 h 822"/>
              <a:gd name="T14" fmla="*/ 2147483646 w 248"/>
              <a:gd name="T15" fmla="*/ 2147483646 h 822"/>
              <a:gd name="T16" fmla="*/ 2147483646 w 248"/>
              <a:gd name="T17" fmla="*/ 2147483646 h 822"/>
              <a:gd name="T18" fmla="*/ 0 w 248"/>
              <a:gd name="T19" fmla="*/ 2147483646 h 8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8" h="822">
                <a:moveTo>
                  <a:pt x="13" y="0"/>
                </a:moveTo>
                <a:cubicBezTo>
                  <a:pt x="27" y="12"/>
                  <a:pt x="61" y="45"/>
                  <a:pt x="90" y="73"/>
                </a:cubicBezTo>
                <a:cubicBezTo>
                  <a:pt x="119" y="101"/>
                  <a:pt x="162" y="130"/>
                  <a:pt x="187" y="168"/>
                </a:cubicBezTo>
                <a:cubicBezTo>
                  <a:pt x="212" y="206"/>
                  <a:pt x="228" y="259"/>
                  <a:pt x="238" y="299"/>
                </a:cubicBezTo>
                <a:cubicBezTo>
                  <a:pt x="248" y="339"/>
                  <a:pt x="246" y="377"/>
                  <a:pt x="245" y="412"/>
                </a:cubicBezTo>
                <a:cubicBezTo>
                  <a:pt x="244" y="447"/>
                  <a:pt x="236" y="480"/>
                  <a:pt x="231" y="510"/>
                </a:cubicBezTo>
                <a:cubicBezTo>
                  <a:pt x="226" y="540"/>
                  <a:pt x="226" y="569"/>
                  <a:pt x="217" y="595"/>
                </a:cubicBezTo>
                <a:cubicBezTo>
                  <a:pt x="208" y="621"/>
                  <a:pt x="194" y="640"/>
                  <a:pt x="175" y="666"/>
                </a:cubicBezTo>
                <a:cubicBezTo>
                  <a:pt x="156" y="692"/>
                  <a:pt x="133" y="724"/>
                  <a:pt x="104" y="750"/>
                </a:cubicBezTo>
                <a:cubicBezTo>
                  <a:pt x="75" y="776"/>
                  <a:pt x="22" y="807"/>
                  <a:pt x="0" y="822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F02E44CB-5B31-56C0-62A1-DE725731D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2967" y="3668712"/>
            <a:ext cx="1738312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1087C761-3BE2-511F-747A-F5F4F05D99BA}"/>
              </a:ext>
            </a:extLst>
          </p:cNvPr>
          <p:cNvGrpSpPr>
            <a:grpSpLocks/>
          </p:cNvGrpSpPr>
          <p:nvPr/>
        </p:nvGrpSpPr>
        <p:grpSpPr bwMode="auto">
          <a:xfrm>
            <a:off x="5794454" y="3271837"/>
            <a:ext cx="830263" cy="2643188"/>
            <a:chOff x="1497" y="1892"/>
            <a:chExt cx="523" cy="1665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4481439-7634-7374-9F5D-0B021D15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892"/>
              <a:ext cx="1" cy="1609"/>
            </a:xfrm>
            <a:custGeom>
              <a:avLst/>
              <a:gdLst>
                <a:gd name="T0" fmla="*/ 0 w 1"/>
                <a:gd name="T1" fmla="*/ 1609 h 1609"/>
                <a:gd name="T2" fmla="*/ 0 w 1"/>
                <a:gd name="T3" fmla="*/ 0 h 16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09">
                  <a:moveTo>
                    <a:pt x="0" y="1609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ED82273F-8930-3FBC-8C1B-142B9A6E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934"/>
              <a:ext cx="1" cy="1623"/>
            </a:xfrm>
            <a:custGeom>
              <a:avLst/>
              <a:gdLst>
                <a:gd name="T0" fmla="*/ 0 w 1"/>
                <a:gd name="T1" fmla="*/ 1623 h 1623"/>
                <a:gd name="T2" fmla="*/ 0 w 1"/>
                <a:gd name="T3" fmla="*/ 0 h 16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23">
                  <a:moveTo>
                    <a:pt x="0" y="162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98E9B319-7631-E9BF-E4C5-EAACDA660EBB}"/>
              </a:ext>
            </a:extLst>
          </p:cNvPr>
          <p:cNvGrpSpPr>
            <a:grpSpLocks/>
          </p:cNvGrpSpPr>
          <p:nvPr/>
        </p:nvGrpSpPr>
        <p:grpSpPr bwMode="auto">
          <a:xfrm>
            <a:off x="5654754" y="5646737"/>
            <a:ext cx="1123950" cy="234950"/>
            <a:chOff x="1409" y="3388"/>
            <a:chExt cx="708" cy="148"/>
          </a:xfrm>
        </p:grpSpPr>
        <p:sp>
          <p:nvSpPr>
            <p:cNvPr id="46" name="Text Box 46">
              <a:extLst>
                <a:ext uri="{FF2B5EF4-FFF2-40B4-BE49-F238E27FC236}">
                  <a16:creationId xmlns:a16="http://schemas.microsoft.com/office/drawing/2014/main" id="{C21F79D9-58ED-C15F-4083-C5E3E91BF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9" y="339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7" name="Text Box 47">
              <a:extLst>
                <a:ext uri="{FF2B5EF4-FFF2-40B4-BE49-F238E27FC236}">
                  <a16:creationId xmlns:a16="http://schemas.microsoft.com/office/drawing/2014/main" id="{9F6A39EB-F38A-69C3-812D-21C959C8F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338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B41FCF2A-B6B4-BD52-4E48-089383BD5C8D}"/>
              </a:ext>
            </a:extLst>
          </p:cNvPr>
          <p:cNvGrpSpPr>
            <a:grpSpLocks/>
          </p:cNvGrpSpPr>
          <p:nvPr/>
        </p:nvGrpSpPr>
        <p:grpSpPr bwMode="auto">
          <a:xfrm>
            <a:off x="8671004" y="3308350"/>
            <a:ext cx="1752600" cy="233362"/>
            <a:chOff x="3309" y="1915"/>
            <a:chExt cx="1104" cy="147"/>
          </a:xfrm>
        </p:grpSpPr>
        <p:sp>
          <p:nvSpPr>
            <p:cNvPr id="49" name="Text Box 49">
              <a:extLst>
                <a:ext uri="{FF2B5EF4-FFF2-40B4-BE49-F238E27FC236}">
                  <a16:creationId xmlns:a16="http://schemas.microsoft.com/office/drawing/2014/main" id="{2AA99F2E-EE21-C783-9BE4-4C5C17A85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" y="191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F9820FAD-80A5-6340-5A67-F6951C1B0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915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E4238FFB-E623-B1BB-BF5F-AD17AD057338}"/>
              </a:ext>
            </a:extLst>
          </p:cNvPr>
          <p:cNvGrpSpPr>
            <a:grpSpLocks/>
          </p:cNvGrpSpPr>
          <p:nvPr/>
        </p:nvGrpSpPr>
        <p:grpSpPr bwMode="auto">
          <a:xfrm>
            <a:off x="5643642" y="3309937"/>
            <a:ext cx="1143000" cy="244475"/>
            <a:chOff x="1402" y="1916"/>
            <a:chExt cx="720" cy="154"/>
          </a:xfrm>
        </p:grpSpPr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825E3E50-C438-BFF2-9A22-F66575503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192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937F21F7-8899-F1EC-1B86-156A99BBC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91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54" name="Text Box 54">
            <a:extLst>
              <a:ext uri="{FF2B5EF4-FFF2-40B4-BE49-F238E27FC236}">
                <a16:creationId xmlns:a16="http://schemas.microsoft.com/office/drawing/2014/main" id="{EA645BFD-AF15-A22F-4056-F27A2E835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79" y="315436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</a:p>
        </p:txBody>
      </p:sp>
      <p:grpSp>
        <p:nvGrpSpPr>
          <p:cNvPr id="55" name="Group 55">
            <a:extLst>
              <a:ext uri="{FF2B5EF4-FFF2-40B4-BE49-F238E27FC236}">
                <a16:creationId xmlns:a16="http://schemas.microsoft.com/office/drawing/2014/main" id="{25058BA6-022B-A44D-4C57-84EF292043EB}"/>
              </a:ext>
            </a:extLst>
          </p:cNvPr>
          <p:cNvGrpSpPr>
            <a:grpSpLocks/>
          </p:cNvGrpSpPr>
          <p:nvPr/>
        </p:nvGrpSpPr>
        <p:grpSpPr bwMode="auto">
          <a:xfrm>
            <a:off x="5578554" y="2605087"/>
            <a:ext cx="298450" cy="3328988"/>
            <a:chOff x="1361" y="1451"/>
            <a:chExt cx="188" cy="2097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574D5BE8-B543-DF06-7045-7E916F3E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1470"/>
              <a:ext cx="1" cy="2078"/>
            </a:xfrm>
            <a:custGeom>
              <a:avLst/>
              <a:gdLst>
                <a:gd name="T0" fmla="*/ 0 w 1"/>
                <a:gd name="T1" fmla="*/ 121 h 2413"/>
                <a:gd name="T2" fmla="*/ 0 w 1"/>
                <a:gd name="T3" fmla="*/ 0 h 24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Text Box 57">
              <a:extLst>
                <a:ext uri="{FF2B5EF4-FFF2-40B4-BE49-F238E27FC236}">
                  <a16:creationId xmlns:a16="http://schemas.microsoft.com/office/drawing/2014/main" id="{5FC15DCC-D760-7D21-8970-222C5947B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145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D35F34A0-F81F-225D-E3BE-BDA313F7998D}"/>
              </a:ext>
            </a:extLst>
          </p:cNvPr>
          <p:cNvGrpSpPr>
            <a:grpSpLocks/>
          </p:cNvGrpSpPr>
          <p:nvPr/>
        </p:nvGrpSpPr>
        <p:grpSpPr bwMode="auto">
          <a:xfrm>
            <a:off x="6559629" y="2601912"/>
            <a:ext cx="298450" cy="3297238"/>
            <a:chOff x="1979" y="1442"/>
            <a:chExt cx="188" cy="2077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57E35416-D63E-A703-D887-6ED2B4C5D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1442"/>
              <a:ext cx="1" cy="2077"/>
            </a:xfrm>
            <a:custGeom>
              <a:avLst/>
              <a:gdLst>
                <a:gd name="T0" fmla="*/ 0 w 1"/>
                <a:gd name="T1" fmla="*/ 121 h 2413"/>
                <a:gd name="T2" fmla="*/ 0 w 1"/>
                <a:gd name="T3" fmla="*/ 0 h 24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60">
              <a:extLst>
                <a:ext uri="{FF2B5EF4-FFF2-40B4-BE49-F238E27FC236}">
                  <a16:creationId xmlns:a16="http://schemas.microsoft.com/office/drawing/2014/main" id="{306B1587-737F-07C7-5B6A-4550A7546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144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5D88EA81-8372-F7F5-58CF-C74EF41F78C2}"/>
              </a:ext>
            </a:extLst>
          </p:cNvPr>
          <p:cNvGrpSpPr>
            <a:grpSpLocks/>
          </p:cNvGrpSpPr>
          <p:nvPr/>
        </p:nvGrpSpPr>
        <p:grpSpPr bwMode="auto">
          <a:xfrm>
            <a:off x="4673679" y="2981325"/>
            <a:ext cx="5670550" cy="231775"/>
            <a:chOff x="791" y="1709"/>
            <a:chExt cx="3572" cy="146"/>
          </a:xfrm>
        </p:grpSpPr>
        <p:sp>
          <p:nvSpPr>
            <p:cNvPr id="62" name="Text Box 62">
              <a:extLst>
                <a:ext uri="{FF2B5EF4-FFF2-40B4-BE49-F238E27FC236}">
                  <a16:creationId xmlns:a16="http://schemas.microsoft.com/office/drawing/2014/main" id="{88934A01-36FC-28C5-E71F-7142AEFF6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3" name="Text Box 63">
              <a:extLst>
                <a:ext uri="{FF2B5EF4-FFF2-40B4-BE49-F238E27FC236}">
                  <a16:creationId xmlns:a16="http://schemas.microsoft.com/office/drawing/2014/main" id="{47EA66D1-0BA0-22DA-BCF9-23771C139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EC6658B9-FA7B-7B2F-E0F4-1ED3868F7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" name="Group 65">
            <a:extLst>
              <a:ext uri="{FF2B5EF4-FFF2-40B4-BE49-F238E27FC236}">
                <a16:creationId xmlns:a16="http://schemas.microsoft.com/office/drawing/2014/main" id="{130F4E85-AA21-C19A-6884-C02BCF53FE2B}"/>
              </a:ext>
            </a:extLst>
          </p:cNvPr>
          <p:cNvGrpSpPr>
            <a:grpSpLocks/>
          </p:cNvGrpSpPr>
          <p:nvPr/>
        </p:nvGrpSpPr>
        <p:grpSpPr bwMode="auto">
          <a:xfrm>
            <a:off x="7615317" y="3092450"/>
            <a:ext cx="2505075" cy="2528887"/>
            <a:chOff x="2644" y="1779"/>
            <a:chExt cx="1578" cy="1593"/>
          </a:xfrm>
        </p:grpSpPr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0FDAD128-1851-1196-72BD-6DCA28930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9" y="1779"/>
              <a:ext cx="35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7E86BEDA-06BD-278B-AE11-0F66BEADB6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467" y="3196"/>
              <a:ext cx="35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" name="Line 68">
            <a:extLst>
              <a:ext uri="{FF2B5EF4-FFF2-40B4-BE49-F238E27FC236}">
                <a16:creationId xmlns:a16="http://schemas.microsoft.com/office/drawing/2014/main" id="{B2BA485A-AA72-7CC2-BF11-1F585B4B6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229" y="5646737"/>
            <a:ext cx="2689225" cy="0"/>
          </a:xfrm>
          <a:prstGeom prst="line">
            <a:avLst/>
          </a:prstGeom>
          <a:noFill/>
          <a:ln w="12700">
            <a:solidFill>
              <a:srgbClr val="99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0D39B7E2-93FC-BCC9-BF0E-BE061F43C0DB}"/>
              </a:ext>
            </a:extLst>
          </p:cNvPr>
          <p:cNvGrpSpPr>
            <a:grpSpLocks/>
          </p:cNvGrpSpPr>
          <p:nvPr/>
        </p:nvGrpSpPr>
        <p:grpSpPr bwMode="auto">
          <a:xfrm>
            <a:off x="4670504" y="2200275"/>
            <a:ext cx="5670550" cy="231775"/>
            <a:chOff x="791" y="1709"/>
            <a:chExt cx="3572" cy="146"/>
          </a:xfrm>
        </p:grpSpPr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8E9412C2-2A81-6474-FA06-A4C6771A5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1" name="Text Box 71">
              <a:extLst>
                <a:ext uri="{FF2B5EF4-FFF2-40B4-BE49-F238E27FC236}">
                  <a16:creationId xmlns:a16="http://schemas.microsoft.com/office/drawing/2014/main" id="{E7A68BBF-7BC3-9FAC-FB71-CC4DB111D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3418B10E-D2C7-D299-E5FF-77937ABB3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" name="Group 73">
            <a:extLst>
              <a:ext uri="{FF2B5EF4-FFF2-40B4-BE49-F238E27FC236}">
                <a16:creationId xmlns:a16="http://schemas.microsoft.com/office/drawing/2014/main" id="{35104F39-F136-64DD-AF16-36F567F87462}"/>
              </a:ext>
            </a:extLst>
          </p:cNvPr>
          <p:cNvGrpSpPr>
            <a:grpSpLocks/>
          </p:cNvGrpSpPr>
          <p:nvPr/>
        </p:nvGrpSpPr>
        <p:grpSpPr bwMode="auto">
          <a:xfrm>
            <a:off x="5484892" y="5521325"/>
            <a:ext cx="1458912" cy="233362"/>
            <a:chOff x="1302" y="3309"/>
            <a:chExt cx="919" cy="147"/>
          </a:xfrm>
        </p:grpSpPr>
        <p:sp>
          <p:nvSpPr>
            <p:cNvPr id="74" name="Text Box 74">
              <a:extLst>
                <a:ext uri="{FF2B5EF4-FFF2-40B4-BE49-F238E27FC236}">
                  <a16:creationId xmlns:a16="http://schemas.microsoft.com/office/drawing/2014/main" id="{2E34E81D-D748-A9D3-A6E2-85AB49818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31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5" name="Text Box 75">
              <a:extLst>
                <a:ext uri="{FF2B5EF4-FFF2-40B4-BE49-F238E27FC236}">
                  <a16:creationId xmlns:a16="http://schemas.microsoft.com/office/drawing/2014/main" id="{2F734946-67E5-CCDA-D580-C2DFC7222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33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76" name="Group 76">
            <a:extLst>
              <a:ext uri="{FF2B5EF4-FFF2-40B4-BE49-F238E27FC236}">
                <a16:creationId xmlns:a16="http://schemas.microsoft.com/office/drawing/2014/main" id="{B2D095BB-08D9-A980-1705-525790BFB8E6}"/>
              </a:ext>
            </a:extLst>
          </p:cNvPr>
          <p:cNvGrpSpPr>
            <a:grpSpLocks/>
          </p:cNvGrpSpPr>
          <p:nvPr/>
        </p:nvGrpSpPr>
        <p:grpSpPr bwMode="auto">
          <a:xfrm>
            <a:off x="5467429" y="2195512"/>
            <a:ext cx="1473200" cy="3452813"/>
            <a:chOff x="1291" y="1214"/>
            <a:chExt cx="928" cy="2175"/>
          </a:xfrm>
        </p:grpSpPr>
        <p:sp>
          <p:nvSpPr>
            <p:cNvPr id="77" name="Text Box 77">
              <a:extLst>
                <a:ext uri="{FF2B5EF4-FFF2-40B4-BE49-F238E27FC236}">
                  <a16:creationId xmlns:a16="http://schemas.microsoft.com/office/drawing/2014/main" id="{F1156AF4-0BB9-54D0-E955-32B5CFE9E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8" name="Text Box 78">
              <a:extLst>
                <a:ext uri="{FF2B5EF4-FFF2-40B4-BE49-F238E27FC236}">
                  <a16:creationId xmlns:a16="http://schemas.microsoft.com/office/drawing/2014/main" id="{C9937289-5CA4-13ED-B910-62F45BB07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" y="170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6EE37E3A-CBBA-87C8-7A5A-B1BD2756F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14"/>
              <a:ext cx="1" cy="2175"/>
            </a:xfrm>
            <a:custGeom>
              <a:avLst/>
              <a:gdLst>
                <a:gd name="T0" fmla="*/ 0 w 1"/>
                <a:gd name="T1" fmla="*/ 2175 h 2175"/>
                <a:gd name="T2" fmla="*/ 0 w 1"/>
                <a:gd name="T3" fmla="*/ 0 h 21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75">
                  <a:moveTo>
                    <a:pt x="0" y="2175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CC7668EC-FCFB-4326-128F-F8FD1863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" y="1242"/>
              <a:ext cx="1" cy="2146"/>
            </a:xfrm>
            <a:custGeom>
              <a:avLst/>
              <a:gdLst>
                <a:gd name="T0" fmla="*/ 0 w 1"/>
                <a:gd name="T1" fmla="*/ 2146 h 2146"/>
                <a:gd name="T2" fmla="*/ 0 w 1"/>
                <a:gd name="T3" fmla="*/ 0 h 21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46">
                  <a:moveTo>
                    <a:pt x="0" y="2146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Text Box 81">
              <a:extLst>
                <a:ext uri="{FF2B5EF4-FFF2-40B4-BE49-F238E27FC236}">
                  <a16:creationId xmlns:a16="http://schemas.microsoft.com/office/drawing/2014/main" id="{23CFEE07-2273-B338-C535-BF2A082DD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224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82" name="Text Box 82">
              <a:extLst>
                <a:ext uri="{FF2B5EF4-FFF2-40B4-BE49-F238E27FC236}">
                  <a16:creationId xmlns:a16="http://schemas.microsoft.com/office/drawing/2014/main" id="{CA864F48-59B4-C73B-3D0F-6225C5ED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" y="122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83" name="Freeform 83">
            <a:extLst>
              <a:ext uri="{FF2B5EF4-FFF2-40B4-BE49-F238E27FC236}">
                <a16:creationId xmlns:a16="http://schemas.microsoft.com/office/drawing/2014/main" id="{8C942F5D-9CE6-780F-F62A-354A93BF5E5C}"/>
              </a:ext>
            </a:extLst>
          </p:cNvPr>
          <p:cNvSpPr>
            <a:spLocks/>
          </p:cNvSpPr>
          <p:nvPr/>
        </p:nvSpPr>
        <p:spPr bwMode="auto">
          <a:xfrm>
            <a:off x="6689804" y="2054225"/>
            <a:ext cx="390525" cy="1312862"/>
          </a:xfrm>
          <a:custGeom>
            <a:avLst/>
            <a:gdLst>
              <a:gd name="T0" fmla="*/ 2147483646 w 246"/>
              <a:gd name="T1" fmla="*/ 0 h 827"/>
              <a:gd name="T2" fmla="*/ 2147483646 w 246"/>
              <a:gd name="T3" fmla="*/ 2147483646 h 827"/>
              <a:gd name="T4" fmla="*/ 2147483646 w 246"/>
              <a:gd name="T5" fmla="*/ 2147483646 h 827"/>
              <a:gd name="T6" fmla="*/ 2147483646 w 246"/>
              <a:gd name="T7" fmla="*/ 2147483646 h 827"/>
              <a:gd name="T8" fmla="*/ 2147483646 w 246"/>
              <a:gd name="T9" fmla="*/ 2147483646 h 827"/>
              <a:gd name="T10" fmla="*/ 2147483646 w 246"/>
              <a:gd name="T11" fmla="*/ 2147483646 h 827"/>
              <a:gd name="T12" fmla="*/ 2147483646 w 246"/>
              <a:gd name="T13" fmla="*/ 2147483646 h 827"/>
              <a:gd name="T14" fmla="*/ 2147483646 w 246"/>
              <a:gd name="T15" fmla="*/ 2147483646 h 827"/>
              <a:gd name="T16" fmla="*/ 2147483646 w 246"/>
              <a:gd name="T17" fmla="*/ 2147483646 h 827"/>
              <a:gd name="T18" fmla="*/ 2147483646 w 246"/>
              <a:gd name="T19" fmla="*/ 2147483646 h 8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6" h="827">
                <a:moveTo>
                  <a:pt x="246" y="0"/>
                </a:moveTo>
                <a:cubicBezTo>
                  <a:pt x="231" y="13"/>
                  <a:pt x="187" y="50"/>
                  <a:pt x="156" y="78"/>
                </a:cubicBezTo>
                <a:cubicBezTo>
                  <a:pt x="125" y="106"/>
                  <a:pt x="85" y="131"/>
                  <a:pt x="62" y="168"/>
                </a:cubicBezTo>
                <a:cubicBezTo>
                  <a:pt x="39" y="205"/>
                  <a:pt x="29" y="258"/>
                  <a:pt x="19" y="299"/>
                </a:cubicBezTo>
                <a:cubicBezTo>
                  <a:pt x="9" y="340"/>
                  <a:pt x="2" y="381"/>
                  <a:pt x="1" y="417"/>
                </a:cubicBezTo>
                <a:cubicBezTo>
                  <a:pt x="0" y="453"/>
                  <a:pt x="10" y="485"/>
                  <a:pt x="15" y="515"/>
                </a:cubicBezTo>
                <a:cubicBezTo>
                  <a:pt x="20" y="545"/>
                  <a:pt x="20" y="574"/>
                  <a:pt x="29" y="600"/>
                </a:cubicBezTo>
                <a:cubicBezTo>
                  <a:pt x="38" y="626"/>
                  <a:pt x="52" y="645"/>
                  <a:pt x="71" y="671"/>
                </a:cubicBezTo>
                <a:cubicBezTo>
                  <a:pt x="90" y="697"/>
                  <a:pt x="113" y="729"/>
                  <a:pt x="142" y="755"/>
                </a:cubicBezTo>
                <a:cubicBezTo>
                  <a:pt x="171" y="781"/>
                  <a:pt x="224" y="812"/>
                  <a:pt x="246" y="827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Freeform 84">
            <a:extLst>
              <a:ext uri="{FF2B5EF4-FFF2-40B4-BE49-F238E27FC236}">
                <a16:creationId xmlns:a16="http://schemas.microsoft.com/office/drawing/2014/main" id="{8C1639A2-156F-AC4E-50F8-DD72E9004D84}"/>
              </a:ext>
            </a:extLst>
          </p:cNvPr>
          <p:cNvSpPr>
            <a:spLocks/>
          </p:cNvSpPr>
          <p:nvPr/>
        </p:nvSpPr>
        <p:spPr bwMode="auto">
          <a:xfrm>
            <a:off x="5329317" y="3278187"/>
            <a:ext cx="1743075" cy="400050"/>
          </a:xfrm>
          <a:custGeom>
            <a:avLst/>
            <a:gdLst>
              <a:gd name="T0" fmla="*/ 0 w 1098"/>
              <a:gd name="T1" fmla="*/ 2147483646 h 252"/>
              <a:gd name="T2" fmla="*/ 2147483646 w 1098"/>
              <a:gd name="T3" fmla="*/ 2147483646 h 252"/>
              <a:gd name="T4" fmla="*/ 2147483646 w 1098"/>
              <a:gd name="T5" fmla="*/ 2147483646 h 252"/>
              <a:gd name="T6" fmla="*/ 2147483646 w 1098"/>
              <a:gd name="T7" fmla="*/ 2147483646 h 252"/>
              <a:gd name="T8" fmla="*/ 2147483646 w 1098"/>
              <a:gd name="T9" fmla="*/ 2147483646 h 252"/>
              <a:gd name="T10" fmla="*/ 2147483646 w 1098"/>
              <a:gd name="T11" fmla="*/ 0 h 252"/>
              <a:gd name="T12" fmla="*/ 2147483646 w 1098"/>
              <a:gd name="T13" fmla="*/ 2147483646 h 252"/>
              <a:gd name="T14" fmla="*/ 2147483646 w 1098"/>
              <a:gd name="T15" fmla="*/ 2147483646 h 252"/>
              <a:gd name="T16" fmla="*/ 2147483646 w 1098"/>
              <a:gd name="T17" fmla="*/ 2147483646 h 252"/>
              <a:gd name="T18" fmla="*/ 2147483646 w 1098"/>
              <a:gd name="T19" fmla="*/ 2147483646 h 252"/>
              <a:gd name="T20" fmla="*/ 2147483646 w 1098"/>
              <a:gd name="T21" fmla="*/ 2147483646 h 2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0 w 10000"/>
              <a:gd name="connsiteY0" fmla="*/ 10000 h 10000"/>
              <a:gd name="connsiteX1" fmla="*/ 765 w 10000"/>
              <a:gd name="connsiteY1" fmla="*/ 8095 h 10000"/>
              <a:gd name="connsiteX2" fmla="*/ 1639 w 10000"/>
              <a:gd name="connsiteY2" fmla="*/ 6190 h 10000"/>
              <a:gd name="connsiteX3" fmla="*/ 2671 w 10000"/>
              <a:gd name="connsiteY3" fmla="*/ 3572 h 10000"/>
              <a:gd name="connsiteX4" fmla="*/ 3607 w 10000"/>
              <a:gd name="connsiteY4" fmla="*/ 1429 h 10000"/>
              <a:gd name="connsiteX5" fmla="*/ 4973 w 10000"/>
              <a:gd name="connsiteY5" fmla="*/ 0 h 10000"/>
              <a:gd name="connsiteX6" fmla="*/ 6230 w 10000"/>
              <a:gd name="connsiteY6" fmla="*/ 1429 h 10000"/>
              <a:gd name="connsiteX7" fmla="*/ 7432 w 10000"/>
              <a:gd name="connsiteY7" fmla="*/ 4048 h 10000"/>
              <a:gd name="connsiteX8" fmla="*/ 8470 w 10000"/>
              <a:gd name="connsiteY8" fmla="*/ 6190 h 10000"/>
              <a:gd name="connsiteX9" fmla="*/ 9335 w 10000"/>
              <a:gd name="connsiteY9" fmla="*/ 8095 h 10000"/>
              <a:gd name="connsiteX10" fmla="*/ 10000 w 10000"/>
              <a:gd name="connsiteY10" fmla="*/ 9762 h 10000"/>
              <a:gd name="connsiteX0" fmla="*/ 0 w 10000"/>
              <a:gd name="connsiteY0" fmla="*/ 10000 h 10000"/>
              <a:gd name="connsiteX1" fmla="*/ 765 w 10000"/>
              <a:gd name="connsiteY1" fmla="*/ 8095 h 10000"/>
              <a:gd name="connsiteX2" fmla="*/ 1646 w 10000"/>
              <a:gd name="connsiteY2" fmla="*/ 5952 h 10000"/>
              <a:gd name="connsiteX3" fmla="*/ 2671 w 10000"/>
              <a:gd name="connsiteY3" fmla="*/ 3572 h 10000"/>
              <a:gd name="connsiteX4" fmla="*/ 3607 w 10000"/>
              <a:gd name="connsiteY4" fmla="*/ 1429 h 10000"/>
              <a:gd name="connsiteX5" fmla="*/ 4973 w 10000"/>
              <a:gd name="connsiteY5" fmla="*/ 0 h 10000"/>
              <a:gd name="connsiteX6" fmla="*/ 6230 w 10000"/>
              <a:gd name="connsiteY6" fmla="*/ 1429 h 10000"/>
              <a:gd name="connsiteX7" fmla="*/ 7432 w 10000"/>
              <a:gd name="connsiteY7" fmla="*/ 4048 h 10000"/>
              <a:gd name="connsiteX8" fmla="*/ 8470 w 10000"/>
              <a:gd name="connsiteY8" fmla="*/ 6190 h 10000"/>
              <a:gd name="connsiteX9" fmla="*/ 9335 w 10000"/>
              <a:gd name="connsiteY9" fmla="*/ 8095 h 10000"/>
              <a:gd name="connsiteX10" fmla="*/ 10000 w 10000"/>
              <a:gd name="connsiteY10" fmla="*/ 97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28" y="9722"/>
                  <a:pt x="491" y="8770"/>
                  <a:pt x="765" y="8095"/>
                </a:cubicBezTo>
                <a:cubicBezTo>
                  <a:pt x="1039" y="7420"/>
                  <a:pt x="1328" y="6706"/>
                  <a:pt x="1646" y="5952"/>
                </a:cubicBezTo>
                <a:cubicBezTo>
                  <a:pt x="1964" y="5198"/>
                  <a:pt x="2344" y="4326"/>
                  <a:pt x="2671" y="3572"/>
                </a:cubicBezTo>
                <a:cubicBezTo>
                  <a:pt x="2998" y="2818"/>
                  <a:pt x="3223" y="2024"/>
                  <a:pt x="3607" y="1429"/>
                </a:cubicBezTo>
                <a:cubicBezTo>
                  <a:pt x="3991" y="834"/>
                  <a:pt x="4536" y="0"/>
                  <a:pt x="4973" y="0"/>
                </a:cubicBezTo>
                <a:cubicBezTo>
                  <a:pt x="5410" y="0"/>
                  <a:pt x="5820" y="754"/>
                  <a:pt x="6230" y="1429"/>
                </a:cubicBezTo>
                <a:cubicBezTo>
                  <a:pt x="6639" y="2103"/>
                  <a:pt x="7058" y="3254"/>
                  <a:pt x="7432" y="4048"/>
                </a:cubicBezTo>
                <a:cubicBezTo>
                  <a:pt x="7805" y="4841"/>
                  <a:pt x="8151" y="5516"/>
                  <a:pt x="8470" y="6190"/>
                </a:cubicBezTo>
                <a:cubicBezTo>
                  <a:pt x="8789" y="6865"/>
                  <a:pt x="9080" y="7500"/>
                  <a:pt x="9335" y="8095"/>
                </a:cubicBezTo>
                <a:cubicBezTo>
                  <a:pt x="9590" y="8690"/>
                  <a:pt x="9863" y="9405"/>
                  <a:pt x="10000" y="9762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A8E01913-AC3D-9ABC-BEC3-5D975B3F9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03" y="1844824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外形交线</a:t>
            </a: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CA78F6F3-EE30-B20A-33A4-127C9B49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2406621"/>
            <a:ext cx="238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两外表面相贯</a:t>
            </a:r>
          </a:p>
        </p:txBody>
      </p:sp>
      <p:sp>
        <p:nvSpPr>
          <p:cNvPr id="87" name="Text Box 87">
            <a:extLst>
              <a:ext uri="{FF2B5EF4-FFF2-40B4-BE49-F238E27FC236}">
                <a16:creationId xmlns:a16="http://schemas.microsoft.com/office/drawing/2014/main" id="{9AD3D7F3-2784-8D40-3D0A-23AFB0FC3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2866996"/>
            <a:ext cx="39340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一内表面和一外表面相贯</a:t>
            </a:r>
          </a:p>
        </p:txBody>
      </p:sp>
      <p:sp>
        <p:nvSpPr>
          <p:cNvPr id="88" name="Text Box 88">
            <a:extLst>
              <a:ext uri="{FF2B5EF4-FFF2-40B4-BE49-F238E27FC236}">
                <a16:creationId xmlns:a16="http://schemas.microsoft.com/office/drawing/2014/main" id="{9F73BCBA-1BE2-D53D-5419-202F9234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03" y="3468042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内形交线</a:t>
            </a:r>
          </a:p>
        </p:txBody>
      </p:sp>
      <p:sp>
        <p:nvSpPr>
          <p:cNvPr id="89" name="Text Box 89">
            <a:extLst>
              <a:ext uri="{FF2B5EF4-FFF2-40B4-BE49-F238E27FC236}">
                <a16:creationId xmlns:a16="http://schemas.microsoft.com/office/drawing/2014/main" id="{52A6C475-6090-33E5-B61F-087D63F74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4046692"/>
            <a:ext cx="238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两内表面相贯</a:t>
            </a:r>
          </a:p>
        </p:txBody>
      </p:sp>
      <p:sp>
        <p:nvSpPr>
          <p:cNvPr id="90" name="Line 90">
            <a:extLst>
              <a:ext uri="{FF2B5EF4-FFF2-40B4-BE49-F238E27FC236}">
                <a16:creationId xmlns:a16="http://schemas.microsoft.com/office/drawing/2014/main" id="{78394AD2-8C31-657E-968A-39BB37BBE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7892" y="1319212"/>
            <a:ext cx="0" cy="73025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Line 91">
            <a:extLst>
              <a:ext uri="{FF2B5EF4-FFF2-40B4-BE49-F238E27FC236}">
                <a16:creationId xmlns:a16="http://schemas.microsoft.com/office/drawing/2014/main" id="{EDA8739B-A0FF-DB45-56A7-366777A3A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1279" y="1327150"/>
            <a:ext cx="0" cy="741362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2" name="Group 92">
            <a:extLst>
              <a:ext uri="{FF2B5EF4-FFF2-40B4-BE49-F238E27FC236}">
                <a16:creationId xmlns:a16="http://schemas.microsoft.com/office/drawing/2014/main" id="{BC14E62C-A4A3-C396-D1D0-289CBB928867}"/>
              </a:ext>
            </a:extLst>
          </p:cNvPr>
          <p:cNvGrpSpPr>
            <a:grpSpLocks/>
          </p:cNvGrpSpPr>
          <p:nvPr/>
        </p:nvGrpSpPr>
        <p:grpSpPr bwMode="auto">
          <a:xfrm>
            <a:off x="8010438" y="4252202"/>
            <a:ext cx="1940937" cy="1767320"/>
            <a:chOff x="4379" y="523"/>
            <a:chExt cx="981" cy="987"/>
          </a:xfrm>
        </p:grpSpPr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22916FAA-BF09-8F52-DC49-D4A805906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595"/>
              <a:ext cx="911" cy="880"/>
            </a:xfrm>
            <a:custGeom>
              <a:avLst/>
              <a:gdLst>
                <a:gd name="T0" fmla="*/ 0 w 911"/>
                <a:gd name="T1" fmla="*/ 332 h 880"/>
                <a:gd name="T2" fmla="*/ 125 w 911"/>
                <a:gd name="T3" fmla="*/ 259 h 880"/>
                <a:gd name="T4" fmla="*/ 609 w 911"/>
                <a:gd name="T5" fmla="*/ 430 h 880"/>
                <a:gd name="T6" fmla="*/ 689 w 911"/>
                <a:gd name="T7" fmla="*/ 238 h 880"/>
                <a:gd name="T8" fmla="*/ 636 w 911"/>
                <a:gd name="T9" fmla="*/ 0 h 880"/>
                <a:gd name="T10" fmla="*/ 681 w 911"/>
                <a:gd name="T11" fmla="*/ 16 h 880"/>
                <a:gd name="T12" fmla="*/ 716 w 911"/>
                <a:gd name="T13" fmla="*/ 32 h 880"/>
                <a:gd name="T14" fmla="*/ 748 w 911"/>
                <a:gd name="T15" fmla="*/ 54 h 880"/>
                <a:gd name="T16" fmla="*/ 780 w 911"/>
                <a:gd name="T17" fmla="*/ 80 h 880"/>
                <a:gd name="T18" fmla="*/ 807 w 911"/>
                <a:gd name="T19" fmla="*/ 107 h 880"/>
                <a:gd name="T20" fmla="*/ 836 w 911"/>
                <a:gd name="T21" fmla="*/ 147 h 880"/>
                <a:gd name="T22" fmla="*/ 857 w 911"/>
                <a:gd name="T23" fmla="*/ 179 h 880"/>
                <a:gd name="T24" fmla="*/ 877 w 911"/>
                <a:gd name="T25" fmla="*/ 218 h 880"/>
                <a:gd name="T26" fmla="*/ 893 w 911"/>
                <a:gd name="T27" fmla="*/ 261 h 880"/>
                <a:gd name="T28" fmla="*/ 903 w 911"/>
                <a:gd name="T29" fmla="*/ 300 h 880"/>
                <a:gd name="T30" fmla="*/ 911 w 911"/>
                <a:gd name="T31" fmla="*/ 353 h 880"/>
                <a:gd name="T32" fmla="*/ 908 w 911"/>
                <a:gd name="T33" fmla="*/ 401 h 880"/>
                <a:gd name="T34" fmla="*/ 902 w 911"/>
                <a:gd name="T35" fmla="*/ 462 h 880"/>
                <a:gd name="T36" fmla="*/ 880 w 911"/>
                <a:gd name="T37" fmla="*/ 518 h 880"/>
                <a:gd name="T38" fmla="*/ 830 w 911"/>
                <a:gd name="T39" fmla="*/ 562 h 880"/>
                <a:gd name="T40" fmla="*/ 663 w 911"/>
                <a:gd name="T41" fmla="*/ 665 h 880"/>
                <a:gd name="T42" fmla="*/ 591 w 911"/>
                <a:gd name="T43" fmla="*/ 665 h 880"/>
                <a:gd name="T44" fmla="*/ 543 w 911"/>
                <a:gd name="T45" fmla="*/ 695 h 880"/>
                <a:gd name="T46" fmla="*/ 507 w 911"/>
                <a:gd name="T47" fmla="*/ 743 h 880"/>
                <a:gd name="T48" fmla="*/ 290 w 911"/>
                <a:gd name="T49" fmla="*/ 880 h 880"/>
                <a:gd name="T50" fmla="*/ 241 w 911"/>
                <a:gd name="T51" fmla="*/ 433 h 880"/>
                <a:gd name="T52" fmla="*/ 0 w 911"/>
                <a:gd name="T53" fmla="*/ 332 h 8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911" h="880">
                  <a:moveTo>
                    <a:pt x="0" y="332"/>
                  </a:moveTo>
                  <a:lnTo>
                    <a:pt x="125" y="259"/>
                  </a:lnTo>
                  <a:lnTo>
                    <a:pt x="609" y="430"/>
                  </a:lnTo>
                  <a:lnTo>
                    <a:pt x="689" y="238"/>
                  </a:lnTo>
                  <a:lnTo>
                    <a:pt x="636" y="0"/>
                  </a:lnTo>
                  <a:lnTo>
                    <a:pt x="681" y="16"/>
                  </a:lnTo>
                  <a:lnTo>
                    <a:pt x="716" y="32"/>
                  </a:lnTo>
                  <a:lnTo>
                    <a:pt x="748" y="54"/>
                  </a:lnTo>
                  <a:lnTo>
                    <a:pt x="780" y="80"/>
                  </a:lnTo>
                  <a:lnTo>
                    <a:pt x="807" y="107"/>
                  </a:lnTo>
                  <a:lnTo>
                    <a:pt x="836" y="147"/>
                  </a:lnTo>
                  <a:lnTo>
                    <a:pt x="857" y="179"/>
                  </a:lnTo>
                  <a:lnTo>
                    <a:pt x="877" y="218"/>
                  </a:lnTo>
                  <a:lnTo>
                    <a:pt x="893" y="261"/>
                  </a:lnTo>
                  <a:lnTo>
                    <a:pt x="903" y="300"/>
                  </a:lnTo>
                  <a:lnTo>
                    <a:pt x="911" y="353"/>
                  </a:lnTo>
                  <a:lnTo>
                    <a:pt x="908" y="401"/>
                  </a:lnTo>
                  <a:lnTo>
                    <a:pt x="902" y="462"/>
                  </a:lnTo>
                  <a:lnTo>
                    <a:pt x="880" y="518"/>
                  </a:lnTo>
                  <a:lnTo>
                    <a:pt x="830" y="562"/>
                  </a:lnTo>
                  <a:lnTo>
                    <a:pt x="663" y="665"/>
                  </a:lnTo>
                  <a:lnTo>
                    <a:pt x="591" y="665"/>
                  </a:lnTo>
                  <a:lnTo>
                    <a:pt x="543" y="695"/>
                  </a:lnTo>
                  <a:lnTo>
                    <a:pt x="507" y="743"/>
                  </a:lnTo>
                  <a:lnTo>
                    <a:pt x="290" y="880"/>
                  </a:lnTo>
                  <a:lnTo>
                    <a:pt x="241" y="433"/>
                  </a:lnTo>
                  <a:lnTo>
                    <a:pt x="0" y="332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94">
              <a:extLst>
                <a:ext uri="{FF2B5EF4-FFF2-40B4-BE49-F238E27FC236}">
                  <a16:creationId xmlns:a16="http://schemas.microsoft.com/office/drawing/2014/main" id="{84124AFC-A9B0-9C9B-15FC-2ACDDD94A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694"/>
              <a:ext cx="594" cy="451"/>
            </a:xfrm>
            <a:custGeom>
              <a:avLst/>
              <a:gdLst>
                <a:gd name="T0" fmla="*/ 0 w 2664"/>
                <a:gd name="T1" fmla="*/ 0 h 2028"/>
                <a:gd name="T2" fmla="*/ 0 w 2664"/>
                <a:gd name="T3" fmla="*/ 0 h 2028"/>
                <a:gd name="T4" fmla="*/ 0 w 2664"/>
                <a:gd name="T5" fmla="*/ 0 h 2028"/>
                <a:gd name="T6" fmla="*/ 0 w 2664"/>
                <a:gd name="T7" fmla="*/ 0 h 2028"/>
                <a:gd name="T8" fmla="*/ 0 w 2664"/>
                <a:gd name="T9" fmla="*/ 0 h 2028"/>
                <a:gd name="T10" fmla="*/ 0 w 2664"/>
                <a:gd name="T11" fmla="*/ 0 h 2028"/>
                <a:gd name="T12" fmla="*/ 0 w 2664"/>
                <a:gd name="T13" fmla="*/ 0 h 2028"/>
                <a:gd name="T14" fmla="*/ 0 w 2664"/>
                <a:gd name="T15" fmla="*/ 0 h 2028"/>
                <a:gd name="T16" fmla="*/ 0 w 2664"/>
                <a:gd name="T17" fmla="*/ 0 h 2028"/>
                <a:gd name="T18" fmla="*/ 0 w 2664"/>
                <a:gd name="T19" fmla="*/ 0 h 2028"/>
                <a:gd name="T20" fmla="*/ 0 w 2664"/>
                <a:gd name="T21" fmla="*/ 0 h 2028"/>
                <a:gd name="T22" fmla="*/ 0 w 2664"/>
                <a:gd name="T23" fmla="*/ 0 h 2028"/>
                <a:gd name="T24" fmla="*/ 0 w 2664"/>
                <a:gd name="T25" fmla="*/ 0 h 2028"/>
                <a:gd name="T26" fmla="*/ 0 w 2664"/>
                <a:gd name="T27" fmla="*/ 0 h 2028"/>
                <a:gd name="T28" fmla="*/ 0 w 2664"/>
                <a:gd name="T29" fmla="*/ 0 h 2028"/>
                <a:gd name="T30" fmla="*/ 0 w 2664"/>
                <a:gd name="T31" fmla="*/ 0 h 2028"/>
                <a:gd name="T32" fmla="*/ 0 w 2664"/>
                <a:gd name="T33" fmla="*/ 0 h 2028"/>
                <a:gd name="T34" fmla="*/ 0 w 2664"/>
                <a:gd name="T35" fmla="*/ 0 h 2028"/>
                <a:gd name="T36" fmla="*/ 0 w 2664"/>
                <a:gd name="T37" fmla="*/ 0 h 2028"/>
                <a:gd name="T38" fmla="*/ 0 w 2664"/>
                <a:gd name="T39" fmla="*/ 0 h 2028"/>
                <a:gd name="T40" fmla="*/ 0 w 2664"/>
                <a:gd name="T41" fmla="*/ 0 h 2028"/>
                <a:gd name="T42" fmla="*/ 0 w 2664"/>
                <a:gd name="T43" fmla="*/ 0 h 2028"/>
                <a:gd name="T44" fmla="*/ 0 w 2664"/>
                <a:gd name="T45" fmla="*/ 0 h 2028"/>
                <a:gd name="T46" fmla="*/ 0 w 2664"/>
                <a:gd name="T47" fmla="*/ 0 h 202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664" h="2028">
                  <a:moveTo>
                    <a:pt x="0" y="0"/>
                  </a:moveTo>
                  <a:lnTo>
                    <a:pt x="0" y="756"/>
                  </a:lnTo>
                  <a:lnTo>
                    <a:pt x="204" y="864"/>
                  </a:lnTo>
                  <a:lnTo>
                    <a:pt x="420" y="960"/>
                  </a:lnTo>
                  <a:lnTo>
                    <a:pt x="648" y="1056"/>
                  </a:lnTo>
                  <a:lnTo>
                    <a:pt x="948" y="1176"/>
                  </a:lnTo>
                  <a:lnTo>
                    <a:pt x="1248" y="1284"/>
                  </a:lnTo>
                  <a:lnTo>
                    <a:pt x="1440" y="1368"/>
                  </a:lnTo>
                  <a:lnTo>
                    <a:pt x="1620" y="1452"/>
                  </a:lnTo>
                  <a:lnTo>
                    <a:pt x="1908" y="1608"/>
                  </a:lnTo>
                  <a:lnTo>
                    <a:pt x="2064" y="1740"/>
                  </a:lnTo>
                  <a:lnTo>
                    <a:pt x="2184" y="1848"/>
                  </a:lnTo>
                  <a:lnTo>
                    <a:pt x="2268" y="1956"/>
                  </a:lnTo>
                  <a:lnTo>
                    <a:pt x="2340" y="2028"/>
                  </a:lnTo>
                  <a:lnTo>
                    <a:pt x="2400" y="1800"/>
                  </a:lnTo>
                  <a:lnTo>
                    <a:pt x="2460" y="1584"/>
                  </a:lnTo>
                  <a:lnTo>
                    <a:pt x="2520" y="1380"/>
                  </a:lnTo>
                  <a:lnTo>
                    <a:pt x="2568" y="1188"/>
                  </a:lnTo>
                  <a:lnTo>
                    <a:pt x="2616" y="936"/>
                  </a:lnTo>
                  <a:lnTo>
                    <a:pt x="2628" y="768"/>
                  </a:lnTo>
                  <a:lnTo>
                    <a:pt x="2652" y="564"/>
                  </a:lnTo>
                  <a:lnTo>
                    <a:pt x="2664" y="468"/>
                  </a:lnTo>
                  <a:lnTo>
                    <a:pt x="2664" y="1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00"/>
                </a:gs>
                <a:gs pos="50000">
                  <a:srgbClr val="CC0000"/>
                </a:gs>
                <a:gs pos="100000">
                  <a:srgbClr val="5E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Oval 95">
              <a:extLst>
                <a:ext uri="{FF2B5EF4-FFF2-40B4-BE49-F238E27FC236}">
                  <a16:creationId xmlns:a16="http://schemas.microsoft.com/office/drawing/2014/main" id="{B6EC5D4C-7DD0-FDB0-6D80-228570F0F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523"/>
              <a:ext cx="594" cy="37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Oval 96">
              <a:extLst>
                <a:ext uri="{FF2B5EF4-FFF2-40B4-BE49-F238E27FC236}">
                  <a16:creationId xmlns:a16="http://schemas.microsoft.com/office/drawing/2014/main" id="{6510D59D-6B79-9035-3FB1-A008E2DC6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574"/>
              <a:ext cx="414" cy="262"/>
            </a:xfrm>
            <a:prstGeom prst="ellipse">
              <a:avLst/>
            </a:prstGeom>
            <a:gradFill rotWithShape="0">
              <a:gsLst>
                <a:gs pos="0">
                  <a:srgbClr val="69542A"/>
                </a:gs>
                <a:gs pos="50000">
                  <a:srgbClr val="FFCC66"/>
                </a:gs>
                <a:gs pos="100000">
                  <a:srgbClr val="69542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Oval 97">
              <a:extLst>
                <a:ext uri="{FF2B5EF4-FFF2-40B4-BE49-F238E27FC236}">
                  <a16:creationId xmlns:a16="http://schemas.microsoft.com/office/drawing/2014/main" id="{08055E95-5D22-E453-6FE3-5D385AA225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58305">
              <a:off x="4379" y="893"/>
              <a:ext cx="423" cy="617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Oval 98">
              <a:extLst>
                <a:ext uri="{FF2B5EF4-FFF2-40B4-BE49-F238E27FC236}">
                  <a16:creationId xmlns:a16="http://schemas.microsoft.com/office/drawing/2014/main" id="{E26A43A7-F814-FEC3-381B-C38FA0E5BD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03964">
              <a:off x="4482" y="1028"/>
              <a:ext cx="218" cy="337"/>
            </a:xfrm>
            <a:prstGeom prst="ellipse">
              <a:avLst/>
            </a:prstGeom>
            <a:gradFill rotWithShape="0">
              <a:gsLst>
                <a:gs pos="0">
                  <a:srgbClr val="3333CC"/>
                </a:gs>
                <a:gs pos="50000">
                  <a:srgbClr val="33CCFF"/>
                </a:gs>
                <a:gs pos="100000">
                  <a:srgbClr val="3333CC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BBE084E9-0A15-50CD-E841-06BCF31627D6}"/>
              </a:ext>
            </a:extLst>
          </p:cNvPr>
          <p:cNvGrpSpPr>
            <a:grpSpLocks/>
          </p:cNvGrpSpPr>
          <p:nvPr/>
        </p:nvGrpSpPr>
        <p:grpSpPr bwMode="auto">
          <a:xfrm>
            <a:off x="10128448" y="4354512"/>
            <a:ext cx="1868488" cy="1697038"/>
            <a:chOff x="2917" y="340"/>
            <a:chExt cx="1177" cy="1069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C349B5E0-4093-2642-E295-93F58182E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725"/>
              <a:ext cx="293" cy="154"/>
            </a:xfrm>
            <a:custGeom>
              <a:avLst/>
              <a:gdLst>
                <a:gd name="T0" fmla="*/ 0 w 630"/>
                <a:gd name="T1" fmla="*/ 0 h 330"/>
                <a:gd name="T2" fmla="*/ 0 w 630"/>
                <a:gd name="T3" fmla="*/ 0 h 330"/>
                <a:gd name="T4" fmla="*/ 0 w 630"/>
                <a:gd name="T5" fmla="*/ 0 h 330"/>
                <a:gd name="T6" fmla="*/ 0 w 630"/>
                <a:gd name="T7" fmla="*/ 0 h 330"/>
                <a:gd name="T8" fmla="*/ 0 w 630"/>
                <a:gd name="T9" fmla="*/ 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330">
                  <a:moveTo>
                    <a:pt x="0" y="276"/>
                  </a:moveTo>
                  <a:lnTo>
                    <a:pt x="450" y="0"/>
                  </a:lnTo>
                  <a:lnTo>
                    <a:pt x="630" y="132"/>
                  </a:lnTo>
                  <a:lnTo>
                    <a:pt x="330" y="330"/>
                  </a:lnTo>
                  <a:lnTo>
                    <a:pt x="0" y="276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99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Freeform 101">
              <a:extLst>
                <a:ext uri="{FF2B5EF4-FFF2-40B4-BE49-F238E27FC236}">
                  <a16:creationId xmlns:a16="http://schemas.microsoft.com/office/drawing/2014/main" id="{5271FC51-B72E-E1BE-64B7-4756FEAC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530"/>
              <a:ext cx="98" cy="257"/>
            </a:xfrm>
            <a:custGeom>
              <a:avLst/>
              <a:gdLst>
                <a:gd name="T0" fmla="*/ 0 w 210"/>
                <a:gd name="T1" fmla="*/ 0 h 552"/>
                <a:gd name="T2" fmla="*/ 0 w 210"/>
                <a:gd name="T3" fmla="*/ 0 h 552"/>
                <a:gd name="T4" fmla="*/ 0 w 210"/>
                <a:gd name="T5" fmla="*/ 0 h 552"/>
                <a:gd name="T6" fmla="*/ 0 w 210"/>
                <a:gd name="T7" fmla="*/ 0 h 552"/>
                <a:gd name="T8" fmla="*/ 0 w 210"/>
                <a:gd name="T9" fmla="*/ 0 h 552"/>
                <a:gd name="T10" fmla="*/ 0 w 210"/>
                <a:gd name="T11" fmla="*/ 0 h 552"/>
                <a:gd name="T12" fmla="*/ 0 w 210"/>
                <a:gd name="T13" fmla="*/ 0 h 5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552">
                  <a:moveTo>
                    <a:pt x="0" y="0"/>
                  </a:moveTo>
                  <a:lnTo>
                    <a:pt x="0" y="444"/>
                  </a:lnTo>
                  <a:lnTo>
                    <a:pt x="42" y="492"/>
                  </a:lnTo>
                  <a:lnTo>
                    <a:pt x="114" y="534"/>
                  </a:lnTo>
                  <a:lnTo>
                    <a:pt x="182" y="552"/>
                  </a:lnTo>
                  <a:lnTo>
                    <a:pt x="210" y="2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01D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FF2689C7-BCDD-F249-C59D-C81557521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413"/>
              <a:ext cx="423" cy="786"/>
            </a:xfrm>
            <a:custGeom>
              <a:avLst/>
              <a:gdLst>
                <a:gd name="T0" fmla="*/ 1 w 591"/>
                <a:gd name="T1" fmla="*/ 0 h 1100"/>
                <a:gd name="T2" fmla="*/ 1 w 591"/>
                <a:gd name="T3" fmla="*/ 1 h 1100"/>
                <a:gd name="T4" fmla="*/ 1 w 591"/>
                <a:gd name="T5" fmla="*/ 1 h 1100"/>
                <a:gd name="T6" fmla="*/ 1 w 591"/>
                <a:gd name="T7" fmla="*/ 1 h 1100"/>
                <a:gd name="T8" fmla="*/ 1 w 591"/>
                <a:gd name="T9" fmla="*/ 1 h 1100"/>
                <a:gd name="T10" fmla="*/ 1 w 591"/>
                <a:gd name="T11" fmla="*/ 1 h 1100"/>
                <a:gd name="T12" fmla="*/ 1 w 591"/>
                <a:gd name="T13" fmla="*/ 1 h 1100"/>
                <a:gd name="T14" fmla="*/ 1 w 591"/>
                <a:gd name="T15" fmla="*/ 1 h 1100"/>
                <a:gd name="T16" fmla="*/ 1 w 591"/>
                <a:gd name="T17" fmla="*/ 1 h 1100"/>
                <a:gd name="T18" fmla="*/ 1 w 591"/>
                <a:gd name="T19" fmla="*/ 1 h 1100"/>
                <a:gd name="T20" fmla="*/ 1 w 591"/>
                <a:gd name="T21" fmla="*/ 1 h 1100"/>
                <a:gd name="T22" fmla="*/ 1 w 591"/>
                <a:gd name="T23" fmla="*/ 1 h 1100"/>
                <a:gd name="T24" fmla="*/ 1 w 591"/>
                <a:gd name="T25" fmla="*/ 1 h 1100"/>
                <a:gd name="T26" fmla="*/ 1 w 591"/>
                <a:gd name="T27" fmla="*/ 1 h 1100"/>
                <a:gd name="T28" fmla="*/ 0 w 591"/>
                <a:gd name="T29" fmla="*/ 1 h 1100"/>
                <a:gd name="T30" fmla="*/ 1 w 591"/>
                <a:gd name="T31" fmla="*/ 1 h 1100"/>
                <a:gd name="T32" fmla="*/ 1 w 591"/>
                <a:gd name="T33" fmla="*/ 1 h 1100"/>
                <a:gd name="T34" fmla="*/ 1 w 591"/>
                <a:gd name="T35" fmla="*/ 1 h 1100"/>
                <a:gd name="T36" fmla="*/ 1 w 591"/>
                <a:gd name="T37" fmla="*/ 1 h 1100"/>
                <a:gd name="T38" fmla="*/ 1 w 591"/>
                <a:gd name="T39" fmla="*/ 1 h 1100"/>
                <a:gd name="T40" fmla="*/ 1 w 591"/>
                <a:gd name="T41" fmla="*/ 0 h 110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91" h="1100">
                  <a:moveTo>
                    <a:pt x="92" y="0"/>
                  </a:moveTo>
                  <a:lnTo>
                    <a:pt x="156" y="8"/>
                  </a:lnTo>
                  <a:lnTo>
                    <a:pt x="216" y="24"/>
                  </a:lnTo>
                  <a:lnTo>
                    <a:pt x="292" y="60"/>
                  </a:lnTo>
                  <a:lnTo>
                    <a:pt x="372" y="119"/>
                  </a:lnTo>
                  <a:lnTo>
                    <a:pt x="450" y="202"/>
                  </a:lnTo>
                  <a:lnTo>
                    <a:pt x="508" y="288"/>
                  </a:lnTo>
                  <a:lnTo>
                    <a:pt x="552" y="389"/>
                  </a:lnTo>
                  <a:lnTo>
                    <a:pt x="575" y="463"/>
                  </a:lnTo>
                  <a:lnTo>
                    <a:pt x="591" y="569"/>
                  </a:lnTo>
                  <a:lnTo>
                    <a:pt x="587" y="655"/>
                  </a:lnTo>
                  <a:lnTo>
                    <a:pt x="564" y="736"/>
                  </a:lnTo>
                  <a:lnTo>
                    <a:pt x="516" y="796"/>
                  </a:lnTo>
                  <a:lnTo>
                    <a:pt x="456" y="836"/>
                  </a:lnTo>
                  <a:lnTo>
                    <a:pt x="0" y="1100"/>
                  </a:lnTo>
                  <a:lnTo>
                    <a:pt x="68" y="1012"/>
                  </a:lnTo>
                  <a:lnTo>
                    <a:pt x="92" y="920"/>
                  </a:lnTo>
                  <a:lnTo>
                    <a:pt x="115" y="608"/>
                  </a:lnTo>
                  <a:lnTo>
                    <a:pt x="145" y="523"/>
                  </a:lnTo>
                  <a:lnTo>
                    <a:pt x="155" y="446"/>
                  </a:lnTo>
                  <a:lnTo>
                    <a:pt x="9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4700"/>
                </a:gs>
                <a:gs pos="50000">
                  <a:srgbClr val="009900"/>
                </a:gs>
                <a:gs pos="100000">
                  <a:srgbClr val="0047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103">
              <a:extLst>
                <a:ext uri="{FF2B5EF4-FFF2-40B4-BE49-F238E27FC236}">
                  <a16:creationId xmlns:a16="http://schemas.microsoft.com/office/drawing/2014/main" id="{24BE7442-8D7A-91A2-CF1C-72F19E9A6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541"/>
              <a:ext cx="152" cy="569"/>
            </a:xfrm>
            <a:custGeom>
              <a:avLst/>
              <a:gdLst>
                <a:gd name="T0" fmla="*/ 0 w 212"/>
                <a:gd name="T1" fmla="*/ 1 h 797"/>
                <a:gd name="T2" fmla="*/ 1 w 212"/>
                <a:gd name="T3" fmla="*/ 1 h 797"/>
                <a:gd name="T4" fmla="*/ 1 w 212"/>
                <a:gd name="T5" fmla="*/ 1 h 797"/>
                <a:gd name="T6" fmla="*/ 1 w 212"/>
                <a:gd name="T7" fmla="*/ 1 h 797"/>
                <a:gd name="T8" fmla="*/ 1 w 212"/>
                <a:gd name="T9" fmla="*/ 1 h 797"/>
                <a:gd name="T10" fmla="*/ 1 w 212"/>
                <a:gd name="T11" fmla="*/ 1 h 797"/>
                <a:gd name="T12" fmla="*/ 1 w 212"/>
                <a:gd name="T13" fmla="*/ 1 h 797"/>
                <a:gd name="T14" fmla="*/ 1 w 212"/>
                <a:gd name="T15" fmla="*/ 1 h 797"/>
                <a:gd name="T16" fmla="*/ 1 w 212"/>
                <a:gd name="T17" fmla="*/ 1 h 797"/>
                <a:gd name="T18" fmla="*/ 1 w 212"/>
                <a:gd name="T19" fmla="*/ 0 h 797"/>
                <a:gd name="T20" fmla="*/ 0 w 212"/>
                <a:gd name="T21" fmla="*/ 1 h 7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2" h="797">
                  <a:moveTo>
                    <a:pt x="0" y="231"/>
                  </a:moveTo>
                  <a:lnTo>
                    <a:pt x="20" y="377"/>
                  </a:lnTo>
                  <a:lnTo>
                    <a:pt x="20" y="797"/>
                  </a:lnTo>
                  <a:lnTo>
                    <a:pt x="106" y="711"/>
                  </a:lnTo>
                  <a:lnTo>
                    <a:pt x="160" y="513"/>
                  </a:lnTo>
                  <a:lnTo>
                    <a:pt x="142" y="597"/>
                  </a:lnTo>
                  <a:lnTo>
                    <a:pt x="176" y="453"/>
                  </a:lnTo>
                  <a:lnTo>
                    <a:pt x="196" y="377"/>
                  </a:lnTo>
                  <a:lnTo>
                    <a:pt x="212" y="281"/>
                  </a:lnTo>
                  <a:lnTo>
                    <a:pt x="211" y="0"/>
                  </a:lnTo>
                  <a:lnTo>
                    <a:pt x="0" y="231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" name="Oval 104">
              <a:extLst>
                <a:ext uri="{FF2B5EF4-FFF2-40B4-BE49-F238E27FC236}">
                  <a16:creationId xmlns:a16="http://schemas.microsoft.com/office/drawing/2014/main" id="{47AE597A-2634-F132-94C6-11A99A022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40"/>
              <a:ext cx="639" cy="407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Freeform 105">
              <a:extLst>
                <a:ext uri="{FF2B5EF4-FFF2-40B4-BE49-F238E27FC236}">
                  <a16:creationId xmlns:a16="http://schemas.microsoft.com/office/drawing/2014/main" id="{F2D24845-08F2-3A30-5489-EB433F7AD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388"/>
              <a:ext cx="477" cy="929"/>
            </a:xfrm>
            <a:custGeom>
              <a:avLst/>
              <a:gdLst>
                <a:gd name="T0" fmla="*/ 56 w 477"/>
                <a:gd name="T1" fmla="*/ 264 h 929"/>
                <a:gd name="T2" fmla="*/ 36 w 477"/>
                <a:gd name="T3" fmla="*/ 242 h 929"/>
                <a:gd name="T4" fmla="*/ 11 w 477"/>
                <a:gd name="T5" fmla="*/ 212 h 929"/>
                <a:gd name="T6" fmla="*/ 0 w 477"/>
                <a:gd name="T7" fmla="*/ 181 h 929"/>
                <a:gd name="T8" fmla="*/ 0 w 477"/>
                <a:gd name="T9" fmla="*/ 142 h 929"/>
                <a:gd name="T10" fmla="*/ 6 w 477"/>
                <a:gd name="T11" fmla="*/ 114 h 929"/>
                <a:gd name="T12" fmla="*/ 25 w 477"/>
                <a:gd name="T13" fmla="*/ 86 h 929"/>
                <a:gd name="T14" fmla="*/ 56 w 477"/>
                <a:gd name="T15" fmla="*/ 56 h 929"/>
                <a:gd name="T16" fmla="*/ 101 w 477"/>
                <a:gd name="T17" fmla="*/ 30 h 929"/>
                <a:gd name="T18" fmla="*/ 151 w 477"/>
                <a:gd name="T19" fmla="*/ 14 h 929"/>
                <a:gd name="T20" fmla="*/ 201 w 477"/>
                <a:gd name="T21" fmla="*/ 6 h 929"/>
                <a:gd name="T22" fmla="*/ 254 w 477"/>
                <a:gd name="T23" fmla="*/ 0 h 929"/>
                <a:gd name="T24" fmla="*/ 313 w 477"/>
                <a:gd name="T25" fmla="*/ 8 h 929"/>
                <a:gd name="T26" fmla="*/ 359 w 477"/>
                <a:gd name="T27" fmla="*/ 21 h 929"/>
                <a:gd name="T28" fmla="*/ 393 w 477"/>
                <a:gd name="T29" fmla="*/ 36 h 929"/>
                <a:gd name="T30" fmla="*/ 421 w 477"/>
                <a:gd name="T31" fmla="*/ 56 h 929"/>
                <a:gd name="T32" fmla="*/ 456 w 477"/>
                <a:gd name="T33" fmla="*/ 96 h 929"/>
                <a:gd name="T34" fmla="*/ 477 w 477"/>
                <a:gd name="T35" fmla="*/ 134 h 929"/>
                <a:gd name="T36" fmla="*/ 477 w 477"/>
                <a:gd name="T37" fmla="*/ 181 h 929"/>
                <a:gd name="T38" fmla="*/ 455 w 477"/>
                <a:gd name="T39" fmla="*/ 223 h 929"/>
                <a:gd name="T40" fmla="*/ 438 w 477"/>
                <a:gd name="T41" fmla="*/ 244 h 929"/>
                <a:gd name="T42" fmla="*/ 413 w 477"/>
                <a:gd name="T43" fmla="*/ 259 h 929"/>
                <a:gd name="T44" fmla="*/ 409 w 477"/>
                <a:gd name="T45" fmla="*/ 768 h 929"/>
                <a:gd name="T46" fmla="*/ 385 w 477"/>
                <a:gd name="T47" fmla="*/ 740 h 929"/>
                <a:gd name="T48" fmla="*/ 345 w 477"/>
                <a:gd name="T49" fmla="*/ 728 h 929"/>
                <a:gd name="T50" fmla="*/ 293 w 477"/>
                <a:gd name="T51" fmla="*/ 736 h 929"/>
                <a:gd name="T52" fmla="*/ 257 w 477"/>
                <a:gd name="T53" fmla="*/ 748 h 929"/>
                <a:gd name="T54" fmla="*/ 217 w 477"/>
                <a:gd name="T55" fmla="*/ 768 h 929"/>
                <a:gd name="T56" fmla="*/ 173 w 477"/>
                <a:gd name="T57" fmla="*/ 800 h 929"/>
                <a:gd name="T58" fmla="*/ 133 w 477"/>
                <a:gd name="T59" fmla="*/ 836 h 929"/>
                <a:gd name="T60" fmla="*/ 89 w 477"/>
                <a:gd name="T61" fmla="*/ 880 h 929"/>
                <a:gd name="T62" fmla="*/ 56 w 477"/>
                <a:gd name="T63" fmla="*/ 929 h 929"/>
                <a:gd name="T64" fmla="*/ 56 w 477"/>
                <a:gd name="T65" fmla="*/ 264 h 92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77" h="929">
                  <a:moveTo>
                    <a:pt x="56" y="264"/>
                  </a:moveTo>
                  <a:lnTo>
                    <a:pt x="36" y="242"/>
                  </a:lnTo>
                  <a:lnTo>
                    <a:pt x="11" y="212"/>
                  </a:lnTo>
                  <a:lnTo>
                    <a:pt x="0" y="181"/>
                  </a:lnTo>
                  <a:lnTo>
                    <a:pt x="0" y="142"/>
                  </a:lnTo>
                  <a:lnTo>
                    <a:pt x="6" y="114"/>
                  </a:lnTo>
                  <a:lnTo>
                    <a:pt x="25" y="86"/>
                  </a:lnTo>
                  <a:lnTo>
                    <a:pt x="56" y="56"/>
                  </a:lnTo>
                  <a:lnTo>
                    <a:pt x="101" y="30"/>
                  </a:lnTo>
                  <a:lnTo>
                    <a:pt x="151" y="14"/>
                  </a:lnTo>
                  <a:lnTo>
                    <a:pt x="201" y="6"/>
                  </a:lnTo>
                  <a:lnTo>
                    <a:pt x="254" y="0"/>
                  </a:lnTo>
                  <a:lnTo>
                    <a:pt x="313" y="8"/>
                  </a:lnTo>
                  <a:lnTo>
                    <a:pt x="359" y="21"/>
                  </a:lnTo>
                  <a:lnTo>
                    <a:pt x="393" y="36"/>
                  </a:lnTo>
                  <a:lnTo>
                    <a:pt x="421" y="56"/>
                  </a:lnTo>
                  <a:lnTo>
                    <a:pt x="456" y="96"/>
                  </a:lnTo>
                  <a:lnTo>
                    <a:pt x="477" y="134"/>
                  </a:lnTo>
                  <a:lnTo>
                    <a:pt x="477" y="181"/>
                  </a:lnTo>
                  <a:lnTo>
                    <a:pt x="455" y="223"/>
                  </a:lnTo>
                  <a:lnTo>
                    <a:pt x="438" y="244"/>
                  </a:lnTo>
                  <a:lnTo>
                    <a:pt x="413" y="259"/>
                  </a:lnTo>
                  <a:lnTo>
                    <a:pt x="409" y="768"/>
                  </a:lnTo>
                  <a:lnTo>
                    <a:pt x="385" y="740"/>
                  </a:lnTo>
                  <a:lnTo>
                    <a:pt x="345" y="728"/>
                  </a:lnTo>
                  <a:lnTo>
                    <a:pt x="293" y="736"/>
                  </a:lnTo>
                  <a:lnTo>
                    <a:pt x="257" y="748"/>
                  </a:lnTo>
                  <a:lnTo>
                    <a:pt x="217" y="768"/>
                  </a:lnTo>
                  <a:lnTo>
                    <a:pt x="173" y="800"/>
                  </a:lnTo>
                  <a:lnTo>
                    <a:pt x="133" y="836"/>
                  </a:lnTo>
                  <a:lnTo>
                    <a:pt x="89" y="880"/>
                  </a:lnTo>
                  <a:lnTo>
                    <a:pt x="56" y="929"/>
                  </a:lnTo>
                  <a:lnTo>
                    <a:pt x="56" y="264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Freeform 106">
              <a:extLst>
                <a:ext uri="{FF2B5EF4-FFF2-40B4-BE49-F238E27FC236}">
                  <a16:creationId xmlns:a16="http://schemas.microsoft.com/office/drawing/2014/main" id="{EE8D679D-6D29-FE89-98C9-D14CEBA3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896"/>
              <a:ext cx="388" cy="379"/>
            </a:xfrm>
            <a:custGeom>
              <a:avLst/>
              <a:gdLst>
                <a:gd name="T0" fmla="*/ 124 w 487"/>
                <a:gd name="T1" fmla="*/ 84 h 476"/>
                <a:gd name="T2" fmla="*/ 154 w 487"/>
                <a:gd name="T3" fmla="*/ 53 h 476"/>
                <a:gd name="T4" fmla="*/ 189 w 487"/>
                <a:gd name="T5" fmla="*/ 29 h 476"/>
                <a:gd name="T6" fmla="*/ 267 w 487"/>
                <a:gd name="T7" fmla="*/ 0 h 476"/>
                <a:gd name="T8" fmla="*/ 284 w 487"/>
                <a:gd name="T9" fmla="*/ 25 h 476"/>
                <a:gd name="T10" fmla="*/ 302 w 487"/>
                <a:gd name="T11" fmla="*/ 71 h 476"/>
                <a:gd name="T12" fmla="*/ 309 w 487"/>
                <a:gd name="T13" fmla="*/ 114 h 476"/>
                <a:gd name="T14" fmla="*/ 309 w 487"/>
                <a:gd name="T15" fmla="*/ 151 h 476"/>
                <a:gd name="T16" fmla="*/ 293 w 487"/>
                <a:gd name="T17" fmla="*/ 195 h 476"/>
                <a:gd name="T18" fmla="*/ 267 w 487"/>
                <a:gd name="T19" fmla="*/ 231 h 476"/>
                <a:gd name="T20" fmla="*/ 127 w 487"/>
                <a:gd name="T21" fmla="*/ 302 h 476"/>
                <a:gd name="T22" fmla="*/ 62 w 487"/>
                <a:gd name="T23" fmla="*/ 279 h 476"/>
                <a:gd name="T24" fmla="*/ 0 w 487"/>
                <a:gd name="T25" fmla="*/ 104 h 476"/>
                <a:gd name="T26" fmla="*/ 36 w 487"/>
                <a:gd name="T27" fmla="*/ 7 h 476"/>
                <a:gd name="T28" fmla="*/ 124 w 487"/>
                <a:gd name="T29" fmla="*/ 84 h 4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7" h="476">
                  <a:moveTo>
                    <a:pt x="196" y="133"/>
                  </a:moveTo>
                  <a:lnTo>
                    <a:pt x="242" y="83"/>
                  </a:lnTo>
                  <a:lnTo>
                    <a:pt x="298" y="47"/>
                  </a:lnTo>
                  <a:lnTo>
                    <a:pt x="420" y="0"/>
                  </a:lnTo>
                  <a:lnTo>
                    <a:pt x="448" y="39"/>
                  </a:lnTo>
                  <a:lnTo>
                    <a:pt x="476" y="112"/>
                  </a:lnTo>
                  <a:lnTo>
                    <a:pt x="487" y="179"/>
                  </a:lnTo>
                  <a:lnTo>
                    <a:pt x="487" y="238"/>
                  </a:lnTo>
                  <a:lnTo>
                    <a:pt x="462" y="308"/>
                  </a:lnTo>
                  <a:lnTo>
                    <a:pt x="420" y="364"/>
                  </a:lnTo>
                  <a:lnTo>
                    <a:pt x="200" y="476"/>
                  </a:lnTo>
                  <a:lnTo>
                    <a:pt x="98" y="441"/>
                  </a:lnTo>
                  <a:lnTo>
                    <a:pt x="0" y="165"/>
                  </a:lnTo>
                  <a:lnTo>
                    <a:pt x="56" y="11"/>
                  </a:lnTo>
                  <a:lnTo>
                    <a:pt x="196" y="133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50000">
                  <a:srgbClr val="33CCFF"/>
                </a:gs>
                <a:gs pos="100000">
                  <a:srgbClr val="3333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charset="-122"/>
              </a:endParaRPr>
            </a:p>
          </p:txBody>
        </p:sp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4203983A-9B11-72AF-33E7-ABBC78356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831"/>
              <a:ext cx="238" cy="575"/>
            </a:xfrm>
            <a:custGeom>
              <a:avLst/>
              <a:gdLst>
                <a:gd name="T0" fmla="*/ 0 w 510"/>
                <a:gd name="T1" fmla="*/ 0 h 1236"/>
                <a:gd name="T2" fmla="*/ 0 w 510"/>
                <a:gd name="T3" fmla="*/ 0 h 1236"/>
                <a:gd name="T4" fmla="*/ 0 w 510"/>
                <a:gd name="T5" fmla="*/ 0 h 1236"/>
                <a:gd name="T6" fmla="*/ 0 w 510"/>
                <a:gd name="T7" fmla="*/ 0 h 1236"/>
                <a:gd name="T8" fmla="*/ 0 w 510"/>
                <a:gd name="T9" fmla="*/ 0 h 1236"/>
                <a:gd name="T10" fmla="*/ 0 w 510"/>
                <a:gd name="T11" fmla="*/ 0 h 1236"/>
                <a:gd name="T12" fmla="*/ 0 w 510"/>
                <a:gd name="T13" fmla="*/ 0 h 1236"/>
                <a:gd name="T14" fmla="*/ 0 w 510"/>
                <a:gd name="T15" fmla="*/ 0 h 1236"/>
                <a:gd name="T16" fmla="*/ 0 w 510"/>
                <a:gd name="T17" fmla="*/ 0 h 1236"/>
                <a:gd name="T18" fmla="*/ 0 w 510"/>
                <a:gd name="T19" fmla="*/ 0 h 1236"/>
                <a:gd name="T20" fmla="*/ 0 w 510"/>
                <a:gd name="T21" fmla="*/ 0 h 1236"/>
                <a:gd name="T22" fmla="*/ 0 w 510"/>
                <a:gd name="T23" fmla="*/ 0 h 1236"/>
                <a:gd name="T24" fmla="*/ 0 w 510"/>
                <a:gd name="T25" fmla="*/ 0 h 1236"/>
                <a:gd name="T26" fmla="*/ 0 w 510"/>
                <a:gd name="T27" fmla="*/ 0 h 1236"/>
                <a:gd name="T28" fmla="*/ 0 w 510"/>
                <a:gd name="T29" fmla="*/ 0 h 1236"/>
                <a:gd name="T30" fmla="*/ 0 w 510"/>
                <a:gd name="T31" fmla="*/ 0 h 1236"/>
                <a:gd name="T32" fmla="*/ 0 w 510"/>
                <a:gd name="T33" fmla="*/ 0 h 1236"/>
                <a:gd name="T34" fmla="*/ 0 w 510"/>
                <a:gd name="T35" fmla="*/ 0 h 1236"/>
                <a:gd name="T36" fmla="*/ 0 w 510"/>
                <a:gd name="T37" fmla="*/ 0 h 1236"/>
                <a:gd name="T38" fmla="*/ 0 w 510"/>
                <a:gd name="T39" fmla="*/ 0 h 1236"/>
                <a:gd name="T40" fmla="*/ 0 w 510"/>
                <a:gd name="T41" fmla="*/ 0 h 1236"/>
                <a:gd name="T42" fmla="*/ 0 w 510"/>
                <a:gd name="T43" fmla="*/ 0 h 1236"/>
                <a:gd name="T44" fmla="*/ 0 w 510"/>
                <a:gd name="T45" fmla="*/ 0 h 1236"/>
                <a:gd name="T46" fmla="*/ 0 w 510"/>
                <a:gd name="T47" fmla="*/ 0 h 1236"/>
                <a:gd name="T48" fmla="*/ 0 w 510"/>
                <a:gd name="T49" fmla="*/ 0 h 1236"/>
                <a:gd name="T50" fmla="*/ 0 w 510"/>
                <a:gd name="T51" fmla="*/ 0 h 1236"/>
                <a:gd name="T52" fmla="*/ 0 w 510"/>
                <a:gd name="T53" fmla="*/ 0 h 1236"/>
                <a:gd name="T54" fmla="*/ 0 w 510"/>
                <a:gd name="T55" fmla="*/ 0 h 1236"/>
                <a:gd name="T56" fmla="*/ 0 w 510"/>
                <a:gd name="T57" fmla="*/ 0 h 12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0" h="1236">
                  <a:moveTo>
                    <a:pt x="510" y="372"/>
                  </a:moveTo>
                  <a:lnTo>
                    <a:pt x="510" y="48"/>
                  </a:lnTo>
                  <a:lnTo>
                    <a:pt x="438" y="18"/>
                  </a:lnTo>
                  <a:lnTo>
                    <a:pt x="372" y="0"/>
                  </a:lnTo>
                  <a:lnTo>
                    <a:pt x="282" y="0"/>
                  </a:lnTo>
                  <a:lnTo>
                    <a:pt x="198" y="18"/>
                  </a:lnTo>
                  <a:lnTo>
                    <a:pt x="126" y="66"/>
                  </a:lnTo>
                  <a:lnTo>
                    <a:pt x="60" y="138"/>
                  </a:lnTo>
                  <a:lnTo>
                    <a:pt x="18" y="228"/>
                  </a:lnTo>
                  <a:lnTo>
                    <a:pt x="0" y="342"/>
                  </a:lnTo>
                  <a:lnTo>
                    <a:pt x="0" y="480"/>
                  </a:lnTo>
                  <a:lnTo>
                    <a:pt x="30" y="624"/>
                  </a:lnTo>
                  <a:lnTo>
                    <a:pt x="66" y="744"/>
                  </a:lnTo>
                  <a:lnTo>
                    <a:pt x="132" y="876"/>
                  </a:lnTo>
                  <a:lnTo>
                    <a:pt x="204" y="978"/>
                  </a:lnTo>
                  <a:lnTo>
                    <a:pt x="288" y="1074"/>
                  </a:lnTo>
                  <a:lnTo>
                    <a:pt x="402" y="1176"/>
                  </a:lnTo>
                  <a:lnTo>
                    <a:pt x="510" y="1236"/>
                  </a:lnTo>
                  <a:lnTo>
                    <a:pt x="510" y="948"/>
                  </a:lnTo>
                  <a:lnTo>
                    <a:pt x="432" y="900"/>
                  </a:lnTo>
                  <a:lnTo>
                    <a:pt x="342" y="804"/>
                  </a:lnTo>
                  <a:lnTo>
                    <a:pt x="300" y="732"/>
                  </a:lnTo>
                  <a:lnTo>
                    <a:pt x="264" y="636"/>
                  </a:lnTo>
                  <a:lnTo>
                    <a:pt x="246" y="528"/>
                  </a:lnTo>
                  <a:lnTo>
                    <a:pt x="264" y="432"/>
                  </a:lnTo>
                  <a:lnTo>
                    <a:pt x="294" y="354"/>
                  </a:lnTo>
                  <a:lnTo>
                    <a:pt x="372" y="318"/>
                  </a:lnTo>
                  <a:lnTo>
                    <a:pt x="438" y="336"/>
                  </a:lnTo>
                  <a:lnTo>
                    <a:pt x="510" y="372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A4633E19-903A-51B6-B457-1E9AFD56E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652"/>
              <a:ext cx="180" cy="352"/>
            </a:xfrm>
            <a:custGeom>
              <a:avLst/>
              <a:gdLst>
                <a:gd name="T0" fmla="*/ 116 w 180"/>
                <a:gd name="T1" fmla="*/ 25 h 352"/>
                <a:gd name="T2" fmla="*/ 180 w 180"/>
                <a:gd name="T3" fmla="*/ 0 h 352"/>
                <a:gd name="T4" fmla="*/ 180 w 180"/>
                <a:gd name="T5" fmla="*/ 244 h 352"/>
                <a:gd name="T6" fmla="*/ 4 w 180"/>
                <a:gd name="T7" fmla="*/ 352 h 352"/>
                <a:gd name="T8" fmla="*/ 0 w 180"/>
                <a:gd name="T9" fmla="*/ 201 h 352"/>
                <a:gd name="T10" fmla="*/ 116 w 180"/>
                <a:gd name="T11" fmla="*/ 134 h 352"/>
                <a:gd name="T12" fmla="*/ 116 w 180"/>
                <a:gd name="T13" fmla="*/ 2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352">
                  <a:moveTo>
                    <a:pt x="116" y="25"/>
                  </a:moveTo>
                  <a:lnTo>
                    <a:pt x="180" y="0"/>
                  </a:lnTo>
                  <a:lnTo>
                    <a:pt x="180" y="244"/>
                  </a:lnTo>
                  <a:lnTo>
                    <a:pt x="4" y="352"/>
                  </a:lnTo>
                  <a:lnTo>
                    <a:pt x="0" y="201"/>
                  </a:lnTo>
                  <a:lnTo>
                    <a:pt x="116" y="134"/>
                  </a:lnTo>
                  <a:lnTo>
                    <a:pt x="116" y="25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109">
              <a:extLst>
                <a:ext uri="{FF2B5EF4-FFF2-40B4-BE49-F238E27FC236}">
                  <a16:creationId xmlns:a16="http://schemas.microsoft.com/office/drawing/2014/main" id="{C0E0F2E2-DFCC-5907-B2E7-468E36BB6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86"/>
              <a:ext cx="173" cy="223"/>
            </a:xfrm>
            <a:custGeom>
              <a:avLst/>
              <a:gdLst>
                <a:gd name="T0" fmla="*/ 0 w 372"/>
                <a:gd name="T1" fmla="*/ 0 h 480"/>
                <a:gd name="T2" fmla="*/ 0 w 372"/>
                <a:gd name="T3" fmla="*/ 0 h 480"/>
                <a:gd name="T4" fmla="*/ 0 w 372"/>
                <a:gd name="T5" fmla="*/ 0 h 480"/>
                <a:gd name="T6" fmla="*/ 0 w 372"/>
                <a:gd name="T7" fmla="*/ 0 h 480"/>
                <a:gd name="T8" fmla="*/ 0 w 372"/>
                <a:gd name="T9" fmla="*/ 0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2" h="480">
                  <a:moveTo>
                    <a:pt x="0" y="192"/>
                  </a:moveTo>
                  <a:lnTo>
                    <a:pt x="0" y="480"/>
                  </a:lnTo>
                  <a:lnTo>
                    <a:pt x="372" y="282"/>
                  </a:lnTo>
                  <a:lnTo>
                    <a:pt x="372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Freeform 110">
              <a:extLst>
                <a:ext uri="{FF2B5EF4-FFF2-40B4-BE49-F238E27FC236}">
                  <a16:creationId xmlns:a16="http://schemas.microsoft.com/office/drawing/2014/main" id="{A3304960-0536-1903-012A-4B91C73DF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693"/>
              <a:ext cx="57" cy="300"/>
            </a:xfrm>
            <a:custGeom>
              <a:avLst/>
              <a:gdLst>
                <a:gd name="T0" fmla="*/ 1 w 80"/>
                <a:gd name="T1" fmla="*/ 0 h 420"/>
                <a:gd name="T2" fmla="*/ 1 w 80"/>
                <a:gd name="T3" fmla="*/ 1 h 420"/>
                <a:gd name="T4" fmla="*/ 1 w 80"/>
                <a:gd name="T5" fmla="*/ 1 h 420"/>
                <a:gd name="T6" fmla="*/ 0 w 80"/>
                <a:gd name="T7" fmla="*/ 1 h 420"/>
                <a:gd name="T8" fmla="*/ 1 w 80"/>
                <a:gd name="T9" fmla="*/ 1 h 420"/>
                <a:gd name="T10" fmla="*/ 1 w 80"/>
                <a:gd name="T11" fmla="*/ 1 h 420"/>
                <a:gd name="T12" fmla="*/ 1 w 80"/>
                <a:gd name="T13" fmla="*/ 1 h 420"/>
                <a:gd name="T14" fmla="*/ 1 w 80"/>
                <a:gd name="T15" fmla="*/ 1 h 420"/>
                <a:gd name="T16" fmla="*/ 1 w 80"/>
                <a:gd name="T17" fmla="*/ 1 h 420"/>
                <a:gd name="T18" fmla="*/ 1 w 80"/>
                <a:gd name="T19" fmla="*/ 0 h 4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420">
                  <a:moveTo>
                    <a:pt x="72" y="0"/>
                  </a:moveTo>
                  <a:lnTo>
                    <a:pt x="32" y="44"/>
                  </a:lnTo>
                  <a:lnTo>
                    <a:pt x="12" y="76"/>
                  </a:lnTo>
                  <a:lnTo>
                    <a:pt x="0" y="148"/>
                  </a:lnTo>
                  <a:lnTo>
                    <a:pt x="4" y="224"/>
                  </a:lnTo>
                  <a:lnTo>
                    <a:pt x="24" y="280"/>
                  </a:lnTo>
                  <a:lnTo>
                    <a:pt x="40" y="336"/>
                  </a:lnTo>
                  <a:lnTo>
                    <a:pt x="64" y="392"/>
                  </a:lnTo>
                  <a:lnTo>
                    <a:pt x="80" y="42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3333CC"/>
                </a:gs>
                <a:gs pos="100000">
                  <a:srgbClr val="33CC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Freeform 111">
              <a:extLst>
                <a:ext uri="{FF2B5EF4-FFF2-40B4-BE49-F238E27FC236}">
                  <a16:creationId xmlns:a16="http://schemas.microsoft.com/office/drawing/2014/main" id="{5A511BE6-DF2B-891A-751D-BC0F6AA75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652"/>
              <a:ext cx="73" cy="550"/>
            </a:xfrm>
            <a:custGeom>
              <a:avLst/>
              <a:gdLst>
                <a:gd name="T0" fmla="*/ 0 w 101"/>
                <a:gd name="T1" fmla="*/ 0 h 769"/>
                <a:gd name="T2" fmla="*/ 1 w 101"/>
                <a:gd name="T3" fmla="*/ 1 h 769"/>
                <a:gd name="T4" fmla="*/ 1 w 101"/>
                <a:gd name="T5" fmla="*/ 1 h 769"/>
                <a:gd name="T6" fmla="*/ 1 w 101"/>
                <a:gd name="T7" fmla="*/ 1 h 769"/>
                <a:gd name="T8" fmla="*/ 1 w 101"/>
                <a:gd name="T9" fmla="*/ 1 h 769"/>
                <a:gd name="T10" fmla="*/ 1 w 101"/>
                <a:gd name="T11" fmla="*/ 1 h 769"/>
                <a:gd name="T12" fmla="*/ 0 w 101"/>
                <a:gd name="T13" fmla="*/ 1 h 769"/>
                <a:gd name="T14" fmla="*/ 0 w 101"/>
                <a:gd name="T15" fmla="*/ 0 h 7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1" h="769">
                  <a:moveTo>
                    <a:pt x="0" y="0"/>
                  </a:moveTo>
                  <a:lnTo>
                    <a:pt x="101" y="41"/>
                  </a:lnTo>
                  <a:lnTo>
                    <a:pt x="100" y="584"/>
                  </a:lnTo>
                  <a:lnTo>
                    <a:pt x="88" y="629"/>
                  </a:lnTo>
                  <a:lnTo>
                    <a:pt x="76" y="673"/>
                  </a:lnTo>
                  <a:lnTo>
                    <a:pt x="52" y="713"/>
                  </a:lnTo>
                  <a:lnTo>
                    <a:pt x="0" y="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" name="Oval 112">
            <a:extLst>
              <a:ext uri="{FF2B5EF4-FFF2-40B4-BE49-F238E27FC236}">
                <a16:creationId xmlns:a16="http://schemas.microsoft.com/office/drawing/2014/main" id="{32154B87-DBD7-283B-6704-01847D89F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504" y="3606800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Oval 113">
            <a:extLst>
              <a:ext uri="{FF2B5EF4-FFF2-40B4-BE49-F238E27FC236}">
                <a16:creationId xmlns:a16="http://schemas.microsoft.com/office/drawing/2014/main" id="{AF1EF1F3-21A9-90C6-D3C6-79D42155B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704" y="3622675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CF36AEE7-D315-682B-834E-3E1AA760A3CD}"/>
              </a:ext>
            </a:extLst>
          </p:cNvPr>
          <p:cNvSpPr>
            <a:spLocks/>
          </p:cNvSpPr>
          <p:nvPr/>
        </p:nvSpPr>
        <p:spPr bwMode="auto">
          <a:xfrm>
            <a:off x="8671004" y="3268662"/>
            <a:ext cx="1743075" cy="419100"/>
          </a:xfrm>
          <a:custGeom>
            <a:avLst/>
            <a:gdLst>
              <a:gd name="T0" fmla="*/ 0 w 1098"/>
              <a:gd name="T1" fmla="*/ 2147483646 h 264"/>
              <a:gd name="T2" fmla="*/ 2147483646 w 1098"/>
              <a:gd name="T3" fmla="*/ 2147483646 h 264"/>
              <a:gd name="T4" fmla="*/ 2147483646 w 1098"/>
              <a:gd name="T5" fmla="*/ 2147483646 h 264"/>
              <a:gd name="T6" fmla="*/ 2147483646 w 1098"/>
              <a:gd name="T7" fmla="*/ 2147483646 h 264"/>
              <a:gd name="T8" fmla="*/ 2147483646 w 1098"/>
              <a:gd name="T9" fmla="*/ 2147483646 h 264"/>
              <a:gd name="T10" fmla="*/ 2147483646 w 1098"/>
              <a:gd name="T11" fmla="*/ 2147483646 h 264"/>
              <a:gd name="T12" fmla="*/ 2147483646 w 1098"/>
              <a:gd name="T13" fmla="*/ 0 h 2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8" h="264">
                <a:moveTo>
                  <a:pt x="0" y="6"/>
                </a:moveTo>
                <a:cubicBezTo>
                  <a:pt x="22" y="38"/>
                  <a:pt x="45" y="71"/>
                  <a:pt x="96" y="108"/>
                </a:cubicBezTo>
                <a:cubicBezTo>
                  <a:pt x="147" y="145"/>
                  <a:pt x="228" y="202"/>
                  <a:pt x="306" y="228"/>
                </a:cubicBezTo>
                <a:cubicBezTo>
                  <a:pt x="384" y="254"/>
                  <a:pt x="483" y="264"/>
                  <a:pt x="564" y="264"/>
                </a:cubicBezTo>
                <a:cubicBezTo>
                  <a:pt x="645" y="264"/>
                  <a:pt x="719" y="255"/>
                  <a:pt x="792" y="228"/>
                </a:cubicBezTo>
                <a:cubicBezTo>
                  <a:pt x="865" y="201"/>
                  <a:pt x="951" y="140"/>
                  <a:pt x="1002" y="102"/>
                </a:cubicBezTo>
                <a:cubicBezTo>
                  <a:pt x="1053" y="64"/>
                  <a:pt x="1075" y="32"/>
                  <a:pt x="1098" y="0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E1347874-AC32-6D37-58B0-A650EF9BE6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9" t="16766" r="31717" b="21258"/>
          <a:stretch/>
        </p:blipFill>
        <p:spPr>
          <a:xfrm>
            <a:off x="8350250" y="2607160"/>
            <a:ext cx="2381250" cy="209550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B0572BC6-7ADF-1267-EDFB-C84D5F95D8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2" t="30605" r="30531" b="15142"/>
          <a:stretch/>
        </p:blipFill>
        <p:spPr>
          <a:xfrm rot="5400000">
            <a:off x="8226070" y="2432894"/>
            <a:ext cx="2641596" cy="1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9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54" grpId="0"/>
      <p:bldP spid="68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112" grpId="0" animBg="1"/>
      <p:bldP spid="113" grpId="0" animBg="1"/>
      <p:bldP spid="1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CF6C-7D7B-3BEA-0AC7-7B7887A7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>
            <a:extLst>
              <a:ext uri="{FF2B5EF4-FFF2-40B4-BE49-F238E27FC236}">
                <a16:creationId xmlns:a16="http://schemas.microsoft.com/office/drawing/2014/main" id="{263560E8-85F8-94DA-AB63-8DADA57951CE}"/>
              </a:ext>
            </a:extLst>
          </p:cNvPr>
          <p:cNvSpPr/>
          <p:nvPr/>
        </p:nvSpPr>
        <p:spPr>
          <a:xfrm>
            <a:off x="5614614" y="0"/>
            <a:ext cx="6577386" cy="6294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6E68B50F-4378-3C30-0555-49D051DF7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58DD700-DEB2-9C84-15F0-C06C8BEFEBD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71C09C3-1AF3-CFE9-941B-BD7DB09BE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80" y="1206281"/>
            <a:ext cx="48526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求两偏交圆柱体的交线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C47361-93ED-889D-D475-532F32F6B9AD}"/>
              </a:ext>
            </a:extLst>
          </p:cNvPr>
          <p:cNvGrpSpPr>
            <a:grpSpLocks/>
          </p:cNvGrpSpPr>
          <p:nvPr/>
        </p:nvGrpSpPr>
        <p:grpSpPr bwMode="auto">
          <a:xfrm>
            <a:off x="3536436" y="2797259"/>
            <a:ext cx="1909817" cy="1908175"/>
            <a:chOff x="1636" y="1038"/>
            <a:chExt cx="1108" cy="10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D3B106-6629-B8CA-2C60-FCE993CEF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038"/>
              <a:ext cx="484" cy="1071"/>
            </a:xfrm>
            <a:custGeom>
              <a:avLst/>
              <a:gdLst>
                <a:gd name="T0" fmla="*/ 8 w 484"/>
                <a:gd name="T1" fmla="*/ 94 h 1071"/>
                <a:gd name="T2" fmla="*/ 8 w 484"/>
                <a:gd name="T3" fmla="*/ 326 h 1071"/>
                <a:gd name="T4" fmla="*/ 32 w 484"/>
                <a:gd name="T5" fmla="*/ 358 h 1071"/>
                <a:gd name="T6" fmla="*/ 60 w 484"/>
                <a:gd name="T7" fmla="*/ 382 h 1071"/>
                <a:gd name="T8" fmla="*/ 88 w 484"/>
                <a:gd name="T9" fmla="*/ 406 h 1071"/>
                <a:gd name="T10" fmla="*/ 108 w 484"/>
                <a:gd name="T11" fmla="*/ 426 h 1071"/>
                <a:gd name="T12" fmla="*/ 128 w 484"/>
                <a:gd name="T13" fmla="*/ 450 h 1071"/>
                <a:gd name="T14" fmla="*/ 144 w 484"/>
                <a:gd name="T15" fmla="*/ 470 h 1071"/>
                <a:gd name="T16" fmla="*/ 164 w 484"/>
                <a:gd name="T17" fmla="*/ 498 h 1071"/>
                <a:gd name="T18" fmla="*/ 176 w 484"/>
                <a:gd name="T19" fmla="*/ 534 h 1071"/>
                <a:gd name="T20" fmla="*/ 188 w 484"/>
                <a:gd name="T21" fmla="*/ 574 h 1071"/>
                <a:gd name="T22" fmla="*/ 200 w 484"/>
                <a:gd name="T23" fmla="*/ 614 h 1071"/>
                <a:gd name="T24" fmla="*/ 208 w 484"/>
                <a:gd name="T25" fmla="*/ 642 h 1071"/>
                <a:gd name="T26" fmla="*/ 208 w 484"/>
                <a:gd name="T27" fmla="*/ 690 h 1071"/>
                <a:gd name="T28" fmla="*/ 204 w 484"/>
                <a:gd name="T29" fmla="*/ 734 h 1071"/>
                <a:gd name="T30" fmla="*/ 196 w 484"/>
                <a:gd name="T31" fmla="*/ 782 h 1071"/>
                <a:gd name="T32" fmla="*/ 176 w 484"/>
                <a:gd name="T33" fmla="*/ 822 h 1071"/>
                <a:gd name="T34" fmla="*/ 148 w 484"/>
                <a:gd name="T35" fmla="*/ 870 h 1071"/>
                <a:gd name="T36" fmla="*/ 128 w 484"/>
                <a:gd name="T37" fmla="*/ 882 h 1071"/>
                <a:gd name="T38" fmla="*/ 100 w 484"/>
                <a:gd name="T39" fmla="*/ 898 h 1071"/>
                <a:gd name="T40" fmla="*/ 56 w 484"/>
                <a:gd name="T41" fmla="*/ 906 h 1071"/>
                <a:gd name="T42" fmla="*/ 8 w 484"/>
                <a:gd name="T43" fmla="*/ 926 h 1071"/>
                <a:gd name="T44" fmla="*/ 8 w 484"/>
                <a:gd name="T45" fmla="*/ 974 h 1071"/>
                <a:gd name="T46" fmla="*/ 16 w 484"/>
                <a:gd name="T47" fmla="*/ 1014 h 1071"/>
                <a:gd name="T48" fmla="*/ 72 w 484"/>
                <a:gd name="T49" fmla="*/ 1034 h 1071"/>
                <a:gd name="T50" fmla="*/ 116 w 484"/>
                <a:gd name="T51" fmla="*/ 1058 h 1071"/>
                <a:gd name="T52" fmla="*/ 176 w 484"/>
                <a:gd name="T53" fmla="*/ 1066 h 1071"/>
                <a:gd name="T54" fmla="*/ 228 w 484"/>
                <a:gd name="T55" fmla="*/ 1070 h 1071"/>
                <a:gd name="T56" fmla="*/ 304 w 484"/>
                <a:gd name="T57" fmla="*/ 1062 h 1071"/>
                <a:gd name="T58" fmla="*/ 384 w 484"/>
                <a:gd name="T59" fmla="*/ 1050 h 1071"/>
                <a:gd name="T60" fmla="*/ 452 w 484"/>
                <a:gd name="T61" fmla="*/ 1010 h 1071"/>
                <a:gd name="T62" fmla="*/ 480 w 484"/>
                <a:gd name="T63" fmla="*/ 894 h 1071"/>
                <a:gd name="T64" fmla="*/ 476 w 484"/>
                <a:gd name="T65" fmla="*/ 130 h 1071"/>
                <a:gd name="T66" fmla="*/ 456 w 484"/>
                <a:gd name="T67" fmla="*/ 114 h 1071"/>
                <a:gd name="T68" fmla="*/ 424 w 484"/>
                <a:gd name="T69" fmla="*/ 138 h 1071"/>
                <a:gd name="T70" fmla="*/ 360 w 484"/>
                <a:gd name="T71" fmla="*/ 154 h 1071"/>
                <a:gd name="T72" fmla="*/ 316 w 484"/>
                <a:gd name="T73" fmla="*/ 162 h 1071"/>
                <a:gd name="T74" fmla="*/ 264 w 484"/>
                <a:gd name="T75" fmla="*/ 166 h 1071"/>
                <a:gd name="T76" fmla="*/ 204 w 484"/>
                <a:gd name="T77" fmla="*/ 166 h 1071"/>
                <a:gd name="T78" fmla="*/ 152 w 484"/>
                <a:gd name="T79" fmla="*/ 154 h 1071"/>
                <a:gd name="T80" fmla="*/ 92 w 484"/>
                <a:gd name="T81" fmla="*/ 138 h 1071"/>
                <a:gd name="T82" fmla="*/ 48 w 484"/>
                <a:gd name="T83" fmla="*/ 126 h 1071"/>
                <a:gd name="T84" fmla="*/ 4 w 484"/>
                <a:gd name="T85" fmla="*/ 90 h 107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4"/>
                <a:gd name="T130" fmla="*/ 0 h 1071"/>
                <a:gd name="T131" fmla="*/ 484 w 484"/>
                <a:gd name="T132" fmla="*/ 1071 h 107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4" h="1071">
                  <a:moveTo>
                    <a:pt x="8" y="94"/>
                  </a:moveTo>
                  <a:cubicBezTo>
                    <a:pt x="8" y="133"/>
                    <a:pt x="4" y="282"/>
                    <a:pt x="8" y="326"/>
                  </a:cubicBezTo>
                  <a:cubicBezTo>
                    <a:pt x="12" y="370"/>
                    <a:pt x="23" y="349"/>
                    <a:pt x="32" y="358"/>
                  </a:cubicBezTo>
                  <a:cubicBezTo>
                    <a:pt x="41" y="367"/>
                    <a:pt x="51" y="374"/>
                    <a:pt x="60" y="382"/>
                  </a:cubicBezTo>
                  <a:cubicBezTo>
                    <a:pt x="69" y="390"/>
                    <a:pt x="80" y="399"/>
                    <a:pt x="88" y="406"/>
                  </a:cubicBezTo>
                  <a:cubicBezTo>
                    <a:pt x="96" y="413"/>
                    <a:pt x="101" y="419"/>
                    <a:pt x="108" y="426"/>
                  </a:cubicBezTo>
                  <a:cubicBezTo>
                    <a:pt x="115" y="433"/>
                    <a:pt x="122" y="443"/>
                    <a:pt x="128" y="450"/>
                  </a:cubicBezTo>
                  <a:cubicBezTo>
                    <a:pt x="134" y="457"/>
                    <a:pt x="138" y="462"/>
                    <a:pt x="144" y="470"/>
                  </a:cubicBezTo>
                  <a:cubicBezTo>
                    <a:pt x="150" y="478"/>
                    <a:pt x="159" y="487"/>
                    <a:pt x="164" y="498"/>
                  </a:cubicBezTo>
                  <a:cubicBezTo>
                    <a:pt x="169" y="509"/>
                    <a:pt x="172" y="521"/>
                    <a:pt x="176" y="534"/>
                  </a:cubicBezTo>
                  <a:cubicBezTo>
                    <a:pt x="180" y="547"/>
                    <a:pt x="184" y="561"/>
                    <a:pt x="188" y="574"/>
                  </a:cubicBezTo>
                  <a:cubicBezTo>
                    <a:pt x="192" y="587"/>
                    <a:pt x="197" y="603"/>
                    <a:pt x="200" y="614"/>
                  </a:cubicBezTo>
                  <a:cubicBezTo>
                    <a:pt x="203" y="625"/>
                    <a:pt x="207" y="629"/>
                    <a:pt x="208" y="642"/>
                  </a:cubicBezTo>
                  <a:cubicBezTo>
                    <a:pt x="209" y="655"/>
                    <a:pt x="209" y="675"/>
                    <a:pt x="208" y="690"/>
                  </a:cubicBezTo>
                  <a:cubicBezTo>
                    <a:pt x="207" y="705"/>
                    <a:pt x="206" y="719"/>
                    <a:pt x="204" y="734"/>
                  </a:cubicBezTo>
                  <a:cubicBezTo>
                    <a:pt x="202" y="749"/>
                    <a:pt x="201" y="767"/>
                    <a:pt x="196" y="782"/>
                  </a:cubicBezTo>
                  <a:cubicBezTo>
                    <a:pt x="191" y="797"/>
                    <a:pt x="184" y="807"/>
                    <a:pt x="176" y="822"/>
                  </a:cubicBezTo>
                  <a:cubicBezTo>
                    <a:pt x="168" y="837"/>
                    <a:pt x="156" y="860"/>
                    <a:pt x="148" y="870"/>
                  </a:cubicBezTo>
                  <a:cubicBezTo>
                    <a:pt x="140" y="880"/>
                    <a:pt x="136" y="877"/>
                    <a:pt x="128" y="882"/>
                  </a:cubicBezTo>
                  <a:cubicBezTo>
                    <a:pt x="120" y="887"/>
                    <a:pt x="112" y="894"/>
                    <a:pt x="100" y="898"/>
                  </a:cubicBezTo>
                  <a:cubicBezTo>
                    <a:pt x="88" y="902"/>
                    <a:pt x="71" y="901"/>
                    <a:pt x="56" y="906"/>
                  </a:cubicBezTo>
                  <a:cubicBezTo>
                    <a:pt x="41" y="911"/>
                    <a:pt x="16" y="915"/>
                    <a:pt x="8" y="926"/>
                  </a:cubicBezTo>
                  <a:cubicBezTo>
                    <a:pt x="0" y="937"/>
                    <a:pt x="7" y="959"/>
                    <a:pt x="8" y="974"/>
                  </a:cubicBezTo>
                  <a:cubicBezTo>
                    <a:pt x="9" y="989"/>
                    <a:pt x="5" y="1004"/>
                    <a:pt x="16" y="1014"/>
                  </a:cubicBezTo>
                  <a:cubicBezTo>
                    <a:pt x="27" y="1024"/>
                    <a:pt x="55" y="1027"/>
                    <a:pt x="72" y="1034"/>
                  </a:cubicBezTo>
                  <a:cubicBezTo>
                    <a:pt x="89" y="1041"/>
                    <a:pt x="99" y="1053"/>
                    <a:pt x="116" y="1058"/>
                  </a:cubicBezTo>
                  <a:cubicBezTo>
                    <a:pt x="133" y="1063"/>
                    <a:pt x="157" y="1064"/>
                    <a:pt x="176" y="1066"/>
                  </a:cubicBezTo>
                  <a:cubicBezTo>
                    <a:pt x="195" y="1068"/>
                    <a:pt x="207" y="1071"/>
                    <a:pt x="228" y="1070"/>
                  </a:cubicBezTo>
                  <a:cubicBezTo>
                    <a:pt x="249" y="1069"/>
                    <a:pt x="278" y="1065"/>
                    <a:pt x="304" y="1062"/>
                  </a:cubicBezTo>
                  <a:cubicBezTo>
                    <a:pt x="330" y="1059"/>
                    <a:pt x="359" y="1059"/>
                    <a:pt x="384" y="1050"/>
                  </a:cubicBezTo>
                  <a:cubicBezTo>
                    <a:pt x="409" y="1041"/>
                    <a:pt x="436" y="1036"/>
                    <a:pt x="452" y="1010"/>
                  </a:cubicBezTo>
                  <a:cubicBezTo>
                    <a:pt x="468" y="984"/>
                    <a:pt x="476" y="1041"/>
                    <a:pt x="480" y="894"/>
                  </a:cubicBezTo>
                  <a:cubicBezTo>
                    <a:pt x="484" y="747"/>
                    <a:pt x="480" y="260"/>
                    <a:pt x="476" y="130"/>
                  </a:cubicBezTo>
                  <a:cubicBezTo>
                    <a:pt x="472" y="0"/>
                    <a:pt x="465" y="113"/>
                    <a:pt x="456" y="114"/>
                  </a:cubicBezTo>
                  <a:cubicBezTo>
                    <a:pt x="447" y="115"/>
                    <a:pt x="440" y="131"/>
                    <a:pt x="424" y="138"/>
                  </a:cubicBezTo>
                  <a:cubicBezTo>
                    <a:pt x="408" y="145"/>
                    <a:pt x="378" y="150"/>
                    <a:pt x="360" y="154"/>
                  </a:cubicBezTo>
                  <a:cubicBezTo>
                    <a:pt x="342" y="158"/>
                    <a:pt x="332" y="160"/>
                    <a:pt x="316" y="162"/>
                  </a:cubicBezTo>
                  <a:cubicBezTo>
                    <a:pt x="300" y="164"/>
                    <a:pt x="283" y="165"/>
                    <a:pt x="264" y="166"/>
                  </a:cubicBezTo>
                  <a:cubicBezTo>
                    <a:pt x="245" y="167"/>
                    <a:pt x="223" y="168"/>
                    <a:pt x="204" y="166"/>
                  </a:cubicBezTo>
                  <a:cubicBezTo>
                    <a:pt x="185" y="164"/>
                    <a:pt x="171" y="159"/>
                    <a:pt x="152" y="154"/>
                  </a:cubicBezTo>
                  <a:cubicBezTo>
                    <a:pt x="133" y="149"/>
                    <a:pt x="109" y="143"/>
                    <a:pt x="92" y="138"/>
                  </a:cubicBezTo>
                  <a:cubicBezTo>
                    <a:pt x="75" y="133"/>
                    <a:pt x="63" y="134"/>
                    <a:pt x="48" y="126"/>
                  </a:cubicBezTo>
                  <a:cubicBezTo>
                    <a:pt x="33" y="118"/>
                    <a:pt x="13" y="98"/>
                    <a:pt x="4" y="90"/>
                  </a:cubicBezTo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F59962-81A6-0FBB-C648-05E635F41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252"/>
              <a:ext cx="576" cy="776"/>
            </a:xfrm>
            <a:custGeom>
              <a:avLst/>
              <a:gdLst>
                <a:gd name="T0" fmla="*/ 0 w 576"/>
                <a:gd name="T1" fmla="*/ 124 h 776"/>
                <a:gd name="T2" fmla="*/ 28 w 576"/>
                <a:gd name="T3" fmla="*/ 124 h 776"/>
                <a:gd name="T4" fmla="*/ 68 w 576"/>
                <a:gd name="T5" fmla="*/ 124 h 776"/>
                <a:gd name="T6" fmla="*/ 104 w 576"/>
                <a:gd name="T7" fmla="*/ 132 h 776"/>
                <a:gd name="T8" fmla="*/ 128 w 576"/>
                <a:gd name="T9" fmla="*/ 140 h 776"/>
                <a:gd name="T10" fmla="*/ 164 w 576"/>
                <a:gd name="T11" fmla="*/ 168 h 776"/>
                <a:gd name="T12" fmla="*/ 188 w 576"/>
                <a:gd name="T13" fmla="*/ 184 h 776"/>
                <a:gd name="T14" fmla="*/ 204 w 576"/>
                <a:gd name="T15" fmla="*/ 204 h 776"/>
                <a:gd name="T16" fmla="*/ 236 w 576"/>
                <a:gd name="T17" fmla="*/ 228 h 776"/>
                <a:gd name="T18" fmla="*/ 260 w 576"/>
                <a:gd name="T19" fmla="*/ 260 h 776"/>
                <a:gd name="T20" fmla="*/ 288 w 576"/>
                <a:gd name="T21" fmla="*/ 304 h 776"/>
                <a:gd name="T22" fmla="*/ 304 w 576"/>
                <a:gd name="T23" fmla="*/ 328 h 776"/>
                <a:gd name="T24" fmla="*/ 320 w 576"/>
                <a:gd name="T25" fmla="*/ 372 h 776"/>
                <a:gd name="T26" fmla="*/ 328 w 576"/>
                <a:gd name="T27" fmla="*/ 408 h 776"/>
                <a:gd name="T28" fmla="*/ 336 w 576"/>
                <a:gd name="T29" fmla="*/ 444 h 776"/>
                <a:gd name="T30" fmla="*/ 340 w 576"/>
                <a:gd name="T31" fmla="*/ 480 h 776"/>
                <a:gd name="T32" fmla="*/ 348 w 576"/>
                <a:gd name="T33" fmla="*/ 512 h 776"/>
                <a:gd name="T34" fmla="*/ 352 w 576"/>
                <a:gd name="T35" fmla="*/ 548 h 776"/>
                <a:gd name="T36" fmla="*/ 344 w 576"/>
                <a:gd name="T37" fmla="*/ 588 h 776"/>
                <a:gd name="T38" fmla="*/ 336 w 576"/>
                <a:gd name="T39" fmla="*/ 632 h 776"/>
                <a:gd name="T40" fmla="*/ 320 w 576"/>
                <a:gd name="T41" fmla="*/ 672 h 776"/>
                <a:gd name="T42" fmla="*/ 292 w 576"/>
                <a:gd name="T43" fmla="*/ 712 h 776"/>
                <a:gd name="T44" fmla="*/ 248 w 576"/>
                <a:gd name="T45" fmla="*/ 740 h 776"/>
                <a:gd name="T46" fmla="*/ 216 w 576"/>
                <a:gd name="T47" fmla="*/ 776 h 776"/>
                <a:gd name="T48" fmla="*/ 372 w 576"/>
                <a:gd name="T49" fmla="*/ 720 h 776"/>
                <a:gd name="T50" fmla="*/ 408 w 576"/>
                <a:gd name="T51" fmla="*/ 708 h 776"/>
                <a:gd name="T52" fmla="*/ 444 w 576"/>
                <a:gd name="T53" fmla="*/ 692 h 776"/>
                <a:gd name="T54" fmla="*/ 468 w 576"/>
                <a:gd name="T55" fmla="*/ 684 h 776"/>
                <a:gd name="T56" fmla="*/ 496 w 576"/>
                <a:gd name="T57" fmla="*/ 668 h 776"/>
                <a:gd name="T58" fmla="*/ 520 w 576"/>
                <a:gd name="T59" fmla="*/ 652 h 776"/>
                <a:gd name="T60" fmla="*/ 540 w 576"/>
                <a:gd name="T61" fmla="*/ 628 h 776"/>
                <a:gd name="T62" fmla="*/ 556 w 576"/>
                <a:gd name="T63" fmla="*/ 592 h 776"/>
                <a:gd name="T64" fmla="*/ 568 w 576"/>
                <a:gd name="T65" fmla="*/ 544 h 776"/>
                <a:gd name="T66" fmla="*/ 576 w 576"/>
                <a:gd name="T67" fmla="*/ 516 h 776"/>
                <a:gd name="T68" fmla="*/ 576 w 576"/>
                <a:gd name="T69" fmla="*/ 492 h 776"/>
                <a:gd name="T70" fmla="*/ 576 w 576"/>
                <a:gd name="T71" fmla="*/ 464 h 776"/>
                <a:gd name="T72" fmla="*/ 572 w 576"/>
                <a:gd name="T73" fmla="*/ 440 h 776"/>
                <a:gd name="T74" fmla="*/ 564 w 576"/>
                <a:gd name="T75" fmla="*/ 404 h 776"/>
                <a:gd name="T76" fmla="*/ 560 w 576"/>
                <a:gd name="T77" fmla="*/ 372 h 776"/>
                <a:gd name="T78" fmla="*/ 552 w 576"/>
                <a:gd name="T79" fmla="*/ 348 h 776"/>
                <a:gd name="T80" fmla="*/ 540 w 576"/>
                <a:gd name="T81" fmla="*/ 324 h 776"/>
                <a:gd name="T82" fmla="*/ 528 w 576"/>
                <a:gd name="T83" fmla="*/ 288 h 776"/>
                <a:gd name="T84" fmla="*/ 508 w 576"/>
                <a:gd name="T85" fmla="*/ 256 h 776"/>
                <a:gd name="T86" fmla="*/ 496 w 576"/>
                <a:gd name="T87" fmla="*/ 236 h 776"/>
                <a:gd name="T88" fmla="*/ 480 w 576"/>
                <a:gd name="T89" fmla="*/ 216 h 776"/>
                <a:gd name="T90" fmla="*/ 448 w 576"/>
                <a:gd name="T91" fmla="*/ 188 h 776"/>
                <a:gd name="T92" fmla="*/ 416 w 576"/>
                <a:gd name="T93" fmla="*/ 156 h 776"/>
                <a:gd name="T94" fmla="*/ 396 w 576"/>
                <a:gd name="T95" fmla="*/ 132 h 776"/>
                <a:gd name="T96" fmla="*/ 376 w 576"/>
                <a:gd name="T97" fmla="*/ 100 h 776"/>
                <a:gd name="T98" fmla="*/ 368 w 576"/>
                <a:gd name="T99" fmla="*/ 48 h 776"/>
                <a:gd name="T100" fmla="*/ 368 w 576"/>
                <a:gd name="T101" fmla="*/ 0 h 776"/>
                <a:gd name="T102" fmla="*/ 0 w 576"/>
                <a:gd name="T103" fmla="*/ 124 h 77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76"/>
                <a:gd name="T157" fmla="*/ 0 h 776"/>
                <a:gd name="T158" fmla="*/ 576 w 576"/>
                <a:gd name="T159" fmla="*/ 776 h 77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76" h="776">
                  <a:moveTo>
                    <a:pt x="0" y="124"/>
                  </a:moveTo>
                  <a:lnTo>
                    <a:pt x="28" y="124"/>
                  </a:lnTo>
                  <a:lnTo>
                    <a:pt x="68" y="124"/>
                  </a:lnTo>
                  <a:lnTo>
                    <a:pt x="104" y="132"/>
                  </a:lnTo>
                  <a:lnTo>
                    <a:pt x="128" y="140"/>
                  </a:lnTo>
                  <a:lnTo>
                    <a:pt x="164" y="168"/>
                  </a:lnTo>
                  <a:lnTo>
                    <a:pt x="188" y="184"/>
                  </a:lnTo>
                  <a:lnTo>
                    <a:pt x="204" y="204"/>
                  </a:lnTo>
                  <a:lnTo>
                    <a:pt x="236" y="228"/>
                  </a:lnTo>
                  <a:lnTo>
                    <a:pt x="260" y="260"/>
                  </a:lnTo>
                  <a:lnTo>
                    <a:pt x="288" y="304"/>
                  </a:lnTo>
                  <a:lnTo>
                    <a:pt x="304" y="328"/>
                  </a:lnTo>
                  <a:lnTo>
                    <a:pt x="320" y="372"/>
                  </a:lnTo>
                  <a:lnTo>
                    <a:pt x="328" y="408"/>
                  </a:lnTo>
                  <a:lnTo>
                    <a:pt x="336" y="444"/>
                  </a:lnTo>
                  <a:lnTo>
                    <a:pt x="340" y="480"/>
                  </a:lnTo>
                  <a:lnTo>
                    <a:pt x="348" y="512"/>
                  </a:lnTo>
                  <a:lnTo>
                    <a:pt x="352" y="548"/>
                  </a:lnTo>
                  <a:lnTo>
                    <a:pt x="344" y="588"/>
                  </a:lnTo>
                  <a:cubicBezTo>
                    <a:pt x="335" y="623"/>
                    <a:pt x="339" y="617"/>
                    <a:pt x="336" y="632"/>
                  </a:cubicBezTo>
                  <a:lnTo>
                    <a:pt x="320" y="672"/>
                  </a:lnTo>
                  <a:lnTo>
                    <a:pt x="292" y="712"/>
                  </a:lnTo>
                  <a:lnTo>
                    <a:pt x="248" y="740"/>
                  </a:lnTo>
                  <a:lnTo>
                    <a:pt x="216" y="776"/>
                  </a:lnTo>
                  <a:lnTo>
                    <a:pt x="372" y="720"/>
                  </a:lnTo>
                  <a:lnTo>
                    <a:pt x="408" y="708"/>
                  </a:lnTo>
                  <a:lnTo>
                    <a:pt x="444" y="692"/>
                  </a:lnTo>
                  <a:lnTo>
                    <a:pt x="468" y="684"/>
                  </a:lnTo>
                  <a:lnTo>
                    <a:pt x="496" y="668"/>
                  </a:lnTo>
                  <a:lnTo>
                    <a:pt x="520" y="652"/>
                  </a:lnTo>
                  <a:lnTo>
                    <a:pt x="540" y="628"/>
                  </a:lnTo>
                  <a:lnTo>
                    <a:pt x="556" y="592"/>
                  </a:lnTo>
                  <a:lnTo>
                    <a:pt x="568" y="544"/>
                  </a:lnTo>
                  <a:lnTo>
                    <a:pt x="576" y="516"/>
                  </a:lnTo>
                  <a:lnTo>
                    <a:pt x="576" y="492"/>
                  </a:lnTo>
                  <a:lnTo>
                    <a:pt x="576" y="464"/>
                  </a:lnTo>
                  <a:lnTo>
                    <a:pt x="572" y="440"/>
                  </a:lnTo>
                  <a:lnTo>
                    <a:pt x="564" y="404"/>
                  </a:lnTo>
                  <a:lnTo>
                    <a:pt x="560" y="372"/>
                  </a:lnTo>
                  <a:lnTo>
                    <a:pt x="552" y="348"/>
                  </a:lnTo>
                  <a:lnTo>
                    <a:pt x="540" y="324"/>
                  </a:lnTo>
                  <a:lnTo>
                    <a:pt x="528" y="288"/>
                  </a:lnTo>
                  <a:cubicBezTo>
                    <a:pt x="520" y="256"/>
                    <a:pt x="513" y="265"/>
                    <a:pt x="508" y="256"/>
                  </a:cubicBezTo>
                  <a:lnTo>
                    <a:pt x="496" y="236"/>
                  </a:lnTo>
                  <a:lnTo>
                    <a:pt x="480" y="216"/>
                  </a:lnTo>
                  <a:lnTo>
                    <a:pt x="448" y="188"/>
                  </a:lnTo>
                  <a:lnTo>
                    <a:pt x="416" y="156"/>
                  </a:lnTo>
                  <a:lnTo>
                    <a:pt x="396" y="132"/>
                  </a:lnTo>
                  <a:lnTo>
                    <a:pt x="376" y="100"/>
                  </a:lnTo>
                  <a:lnTo>
                    <a:pt x="368" y="48"/>
                  </a:lnTo>
                  <a:lnTo>
                    <a:pt x="368" y="0"/>
                  </a:lnTo>
                  <a:lnTo>
                    <a:pt x="0" y="124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82E43DCF-F820-699A-AE38-2224C60133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24673">
              <a:off x="1636" y="1358"/>
              <a:ext cx="464" cy="683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4C2C27E-2886-20F2-EE4D-1F21A581D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212"/>
              <a:ext cx="148" cy="715"/>
            </a:xfrm>
            <a:custGeom>
              <a:avLst/>
              <a:gdLst>
                <a:gd name="T0" fmla="*/ 0 w 148"/>
                <a:gd name="T1" fmla="*/ 0 h 715"/>
                <a:gd name="T2" fmla="*/ 16 w 148"/>
                <a:gd name="T3" fmla="*/ 28 h 715"/>
                <a:gd name="T4" fmla="*/ 36 w 148"/>
                <a:gd name="T5" fmla="*/ 44 h 715"/>
                <a:gd name="T6" fmla="*/ 52 w 148"/>
                <a:gd name="T7" fmla="*/ 64 h 715"/>
                <a:gd name="T8" fmla="*/ 72 w 148"/>
                <a:gd name="T9" fmla="*/ 88 h 715"/>
                <a:gd name="T10" fmla="*/ 100 w 148"/>
                <a:gd name="T11" fmla="*/ 132 h 715"/>
                <a:gd name="T12" fmla="*/ 112 w 148"/>
                <a:gd name="T13" fmla="*/ 156 h 715"/>
                <a:gd name="T14" fmla="*/ 128 w 148"/>
                <a:gd name="T15" fmla="*/ 188 h 715"/>
                <a:gd name="T16" fmla="*/ 140 w 148"/>
                <a:gd name="T17" fmla="*/ 236 h 715"/>
                <a:gd name="T18" fmla="*/ 144 w 148"/>
                <a:gd name="T19" fmla="*/ 284 h 715"/>
                <a:gd name="T20" fmla="*/ 148 w 148"/>
                <a:gd name="T21" fmla="*/ 328 h 715"/>
                <a:gd name="T22" fmla="*/ 148 w 148"/>
                <a:gd name="T23" fmla="*/ 360 h 715"/>
                <a:gd name="T24" fmla="*/ 148 w 148"/>
                <a:gd name="T25" fmla="*/ 392 h 715"/>
                <a:gd name="T26" fmla="*/ 140 w 148"/>
                <a:gd name="T27" fmla="*/ 428 h 715"/>
                <a:gd name="T28" fmla="*/ 128 w 148"/>
                <a:gd name="T29" fmla="*/ 456 h 715"/>
                <a:gd name="T30" fmla="*/ 120 w 148"/>
                <a:gd name="T31" fmla="*/ 484 h 715"/>
                <a:gd name="T32" fmla="*/ 92 w 148"/>
                <a:gd name="T33" fmla="*/ 532 h 715"/>
                <a:gd name="T34" fmla="*/ 68 w 148"/>
                <a:gd name="T35" fmla="*/ 568 h 715"/>
                <a:gd name="T36" fmla="*/ 48 w 148"/>
                <a:gd name="T37" fmla="*/ 584 h 715"/>
                <a:gd name="T38" fmla="*/ 28 w 148"/>
                <a:gd name="T39" fmla="*/ 596 h 715"/>
                <a:gd name="T40" fmla="*/ 8 w 148"/>
                <a:gd name="T41" fmla="*/ 616 h 715"/>
                <a:gd name="T42" fmla="*/ 0 w 148"/>
                <a:gd name="T43" fmla="*/ 0 h 7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"/>
                <a:gd name="T67" fmla="*/ 0 h 715"/>
                <a:gd name="T68" fmla="*/ 148 w 148"/>
                <a:gd name="T69" fmla="*/ 715 h 71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" h="715">
                  <a:moveTo>
                    <a:pt x="0" y="0"/>
                  </a:moveTo>
                  <a:lnTo>
                    <a:pt x="16" y="28"/>
                  </a:lnTo>
                  <a:lnTo>
                    <a:pt x="36" y="44"/>
                  </a:lnTo>
                  <a:lnTo>
                    <a:pt x="52" y="64"/>
                  </a:lnTo>
                  <a:lnTo>
                    <a:pt x="72" y="88"/>
                  </a:lnTo>
                  <a:lnTo>
                    <a:pt x="100" y="132"/>
                  </a:lnTo>
                  <a:lnTo>
                    <a:pt x="112" y="156"/>
                  </a:lnTo>
                  <a:lnTo>
                    <a:pt x="128" y="188"/>
                  </a:lnTo>
                  <a:lnTo>
                    <a:pt x="140" y="236"/>
                  </a:lnTo>
                  <a:lnTo>
                    <a:pt x="144" y="284"/>
                  </a:lnTo>
                  <a:lnTo>
                    <a:pt x="148" y="328"/>
                  </a:lnTo>
                  <a:lnTo>
                    <a:pt x="148" y="360"/>
                  </a:lnTo>
                  <a:lnTo>
                    <a:pt x="148" y="392"/>
                  </a:lnTo>
                  <a:lnTo>
                    <a:pt x="140" y="428"/>
                  </a:lnTo>
                  <a:lnTo>
                    <a:pt x="128" y="456"/>
                  </a:lnTo>
                  <a:lnTo>
                    <a:pt x="120" y="484"/>
                  </a:lnTo>
                  <a:lnTo>
                    <a:pt x="92" y="532"/>
                  </a:lnTo>
                  <a:cubicBezTo>
                    <a:pt x="84" y="542"/>
                    <a:pt x="77" y="559"/>
                    <a:pt x="68" y="568"/>
                  </a:cubicBezTo>
                  <a:lnTo>
                    <a:pt x="48" y="584"/>
                  </a:lnTo>
                  <a:cubicBezTo>
                    <a:pt x="34" y="594"/>
                    <a:pt x="40" y="590"/>
                    <a:pt x="28" y="596"/>
                  </a:cubicBezTo>
                  <a:cubicBezTo>
                    <a:pt x="6" y="614"/>
                    <a:pt x="13" y="715"/>
                    <a:pt x="8" y="616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6367E7F0-AC16-918C-E937-7F50054E9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038"/>
              <a:ext cx="466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86B875-F743-B7E9-DBB8-B7C89301E8FD}"/>
              </a:ext>
            </a:extLst>
          </p:cNvPr>
          <p:cNvGrpSpPr>
            <a:grpSpLocks/>
          </p:cNvGrpSpPr>
          <p:nvPr/>
        </p:nvGrpSpPr>
        <p:grpSpPr bwMode="auto">
          <a:xfrm>
            <a:off x="6236572" y="411246"/>
            <a:ext cx="5153025" cy="4946650"/>
            <a:chOff x="2241" y="650"/>
            <a:chExt cx="3246" cy="3116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70A6D678-1272-FDDD-5EF4-5BEE343E8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1" y="651"/>
              <a:ext cx="1518" cy="3115"/>
              <a:chOff x="2241" y="651"/>
              <a:chExt cx="1518" cy="3115"/>
            </a:xfrm>
          </p:grpSpPr>
          <p:grpSp>
            <p:nvGrpSpPr>
              <p:cNvPr id="14" name="Group 11">
                <a:extLst>
                  <a:ext uri="{FF2B5EF4-FFF2-40B4-BE49-F238E27FC236}">
                    <a16:creationId xmlns:a16="http://schemas.microsoft.com/office/drawing/2014/main" id="{3BE9B2F4-4004-C2E9-906C-8F052D145F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4" y="2346"/>
                <a:ext cx="1512" cy="1420"/>
                <a:chOff x="2217" y="2500"/>
                <a:chExt cx="1512" cy="1420"/>
              </a:xfrm>
            </p:grpSpPr>
            <p:sp>
              <p:nvSpPr>
                <p:cNvPr id="19" name="Rectangle 12">
                  <a:extLst>
                    <a:ext uri="{FF2B5EF4-FFF2-40B4-BE49-F238E27FC236}">
                      <a16:creationId xmlns:a16="http://schemas.microsoft.com/office/drawing/2014/main" id="{CFC3A9F0-1AF3-B9E7-217E-5C2574CA6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7" y="2500"/>
                  <a:ext cx="1512" cy="1211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solidFill>
                    <a:srgbClr val="333399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Oval 13">
                  <a:extLst>
                    <a:ext uri="{FF2B5EF4-FFF2-40B4-BE49-F238E27FC236}">
                      <a16:creationId xmlns:a16="http://schemas.microsoft.com/office/drawing/2014/main" id="{D4CC308D-3C61-F8E0-6985-F0EF33624C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1" y="2997"/>
                  <a:ext cx="923" cy="923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9900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" name="Group 17">
                <a:extLst>
                  <a:ext uri="{FF2B5EF4-FFF2-40B4-BE49-F238E27FC236}">
                    <a16:creationId xmlns:a16="http://schemas.microsoft.com/office/drawing/2014/main" id="{AEC11264-1139-4B1E-612B-7D32F541E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1" y="651"/>
                <a:ext cx="1518" cy="1450"/>
                <a:chOff x="2241" y="651"/>
                <a:chExt cx="1518" cy="1450"/>
              </a:xfrm>
            </p:grpSpPr>
            <p:sp>
              <p:nvSpPr>
                <p:cNvPr id="17" name="Rectangle 18">
                  <a:extLst>
                    <a:ext uri="{FF2B5EF4-FFF2-40B4-BE49-F238E27FC236}">
                      <a16:creationId xmlns:a16="http://schemas.microsoft.com/office/drawing/2014/main" id="{D25CF67D-70C5-C6B5-F94F-EE118623D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5" y="651"/>
                  <a:ext cx="934" cy="145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>
                  <a:extLst>
                    <a:ext uri="{FF2B5EF4-FFF2-40B4-BE49-F238E27FC236}">
                      <a16:creationId xmlns:a16="http://schemas.microsoft.com/office/drawing/2014/main" id="{4EB6A3A1-5F9C-299B-4A83-C08101266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1" y="776"/>
                  <a:ext cx="1518" cy="1200"/>
                </a:xfrm>
                <a:prstGeom prst="rect">
                  <a:avLst/>
                </a:prstGeom>
                <a:noFill/>
                <a:ln w="12700">
                  <a:solidFill>
                    <a:srgbClr val="3333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" name="Group 22">
              <a:extLst>
                <a:ext uri="{FF2B5EF4-FFF2-40B4-BE49-F238E27FC236}">
                  <a16:creationId xmlns:a16="http://schemas.microsoft.com/office/drawing/2014/main" id="{3D13B20A-C8D3-0C7D-EDD7-4C5840A0B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2" y="650"/>
              <a:ext cx="1415" cy="1452"/>
              <a:chOff x="4033" y="804"/>
              <a:chExt cx="1415" cy="1452"/>
            </a:xfrm>
          </p:grpSpPr>
          <p:sp>
            <p:nvSpPr>
              <p:cNvPr id="12" name="Rectangle 23">
                <a:extLst>
                  <a:ext uri="{FF2B5EF4-FFF2-40B4-BE49-F238E27FC236}">
                    <a16:creationId xmlns:a16="http://schemas.microsoft.com/office/drawing/2014/main" id="{FF6F9025-D6B2-56A3-725B-A91058EB3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804"/>
                <a:ext cx="936" cy="14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Oval 24">
                <a:extLst>
                  <a:ext uri="{FF2B5EF4-FFF2-40B4-BE49-F238E27FC236}">
                    <a16:creationId xmlns:a16="http://schemas.microsoft.com/office/drawing/2014/main" id="{1D3EE116-6C60-9EF4-25F9-8D1708345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928"/>
                <a:ext cx="1200" cy="12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DEA893E1-6D27-A1E3-4FCE-098F7602E7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2" t="35287" r="23306" b="17761"/>
          <a:stretch/>
        </p:blipFill>
        <p:spPr>
          <a:xfrm>
            <a:off x="6108700" y="1492250"/>
            <a:ext cx="2609850" cy="15875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DE4138F-A60D-11E0-C769-479C37D236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3" t="22202" r="37275" b="9249"/>
          <a:stretch/>
        </p:blipFill>
        <p:spPr>
          <a:xfrm rot="5400000">
            <a:off x="6167332" y="1468542"/>
            <a:ext cx="2527510" cy="2317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4213ABE-1CB4-59FD-716E-8C76168352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2" t="35287" r="23306" b="17761"/>
          <a:stretch/>
        </p:blipFill>
        <p:spPr>
          <a:xfrm>
            <a:off x="6108700" y="3999872"/>
            <a:ext cx="2609850" cy="1587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C8B249E-A633-CE66-6BEF-350301754F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3" t="41918" r="33038" b="26154"/>
          <a:stretch/>
        </p:blipFill>
        <p:spPr>
          <a:xfrm rot="5400000">
            <a:off x="6216648" y="4178300"/>
            <a:ext cx="2419353" cy="10795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4AA17BF-56A0-103D-F768-5D02D79493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8" t="30696" r="38930" b="12960"/>
          <a:stretch/>
        </p:blipFill>
        <p:spPr>
          <a:xfrm>
            <a:off x="6553200" y="4549141"/>
            <a:ext cx="1805940" cy="190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76E8F1B-BF49-FF1A-4A5F-F9FBB56C8D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4" t="23094" r="41331" b="7043"/>
          <a:stretch/>
        </p:blipFill>
        <p:spPr>
          <a:xfrm rot="5400000">
            <a:off x="9399269" y="1451610"/>
            <a:ext cx="2499361" cy="23622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7967F90-DC7A-E0C2-F467-7AC3E78DDD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24" t="35664" r="26088" b="17009"/>
          <a:stretch/>
        </p:blipFill>
        <p:spPr>
          <a:xfrm>
            <a:off x="9067800" y="1493520"/>
            <a:ext cx="2415540" cy="16002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22E8AB3-8F2B-D47D-8ADB-6C589CE1E9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3" t="22964" r="40875" b="11679"/>
          <a:stretch/>
        </p:blipFill>
        <p:spPr>
          <a:xfrm rot="5400000">
            <a:off x="9010648" y="1443992"/>
            <a:ext cx="2164084" cy="220980"/>
          </a:xfrm>
          <a:prstGeom prst="rect">
            <a:avLst/>
          </a:prstGeom>
        </p:spPr>
      </p:pic>
      <p:sp>
        <p:nvSpPr>
          <p:cNvPr id="29" name="Arc 28">
            <a:extLst>
              <a:ext uri="{FF2B5EF4-FFF2-40B4-BE49-F238E27FC236}">
                <a16:creationId xmlns:a16="http://schemas.microsoft.com/office/drawing/2014/main" id="{9733BE5B-3E35-FE20-53B3-25D514A1ABB8}"/>
              </a:ext>
            </a:extLst>
          </p:cNvPr>
          <p:cNvSpPr>
            <a:spLocks/>
          </p:cNvSpPr>
          <p:nvPr/>
        </p:nvSpPr>
        <p:spPr bwMode="auto">
          <a:xfrm flipV="1">
            <a:off x="6715997" y="3889459"/>
            <a:ext cx="1447800" cy="1146175"/>
          </a:xfrm>
          <a:custGeom>
            <a:avLst/>
            <a:gdLst>
              <a:gd name="T0" fmla="*/ 2147483646 w 43200"/>
              <a:gd name="T1" fmla="*/ 2147483646 h 34206"/>
              <a:gd name="T2" fmla="*/ 2147483646 w 43200"/>
              <a:gd name="T3" fmla="*/ 0 h 34206"/>
              <a:gd name="T4" fmla="*/ 2147483646 w 43200"/>
              <a:gd name="T5" fmla="*/ 2147483646 h 34206"/>
              <a:gd name="T6" fmla="*/ 0 60000 65536"/>
              <a:gd name="T7" fmla="*/ 0 60000 65536"/>
              <a:gd name="T8" fmla="*/ 0 60000 65536"/>
              <a:gd name="T9" fmla="*/ 0 w 43200"/>
              <a:gd name="T10" fmla="*/ 0 h 34206"/>
              <a:gd name="T11" fmla="*/ 43200 w 43200"/>
              <a:gd name="T12" fmla="*/ 34206 h 342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4206" fill="none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-1" y="8082"/>
                  <a:pt x="1420" y="3673"/>
                  <a:pt x="4060" y="0"/>
                </a:cubicBezTo>
              </a:path>
              <a:path w="43200" h="34206" stroke="0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-1" y="8082"/>
                  <a:pt x="1420" y="3673"/>
                  <a:pt x="4060" y="0"/>
                </a:cubicBezTo>
                <a:lnTo>
                  <a:pt x="21600" y="12606"/>
                </a:lnTo>
                <a:lnTo>
                  <a:pt x="39593" y="657"/>
                </a:lnTo>
                <a:close/>
              </a:path>
            </a:pathLst>
          </a:custGeom>
          <a:noFill/>
          <a:ln w="7620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A6C353FA-8755-5129-5FF1-1EE9DA8B7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1718982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AC437E92-BAED-FCDB-874E-D441DC610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2357674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4" name="Arc 36">
            <a:extLst>
              <a:ext uri="{FF2B5EF4-FFF2-40B4-BE49-F238E27FC236}">
                <a16:creationId xmlns:a16="http://schemas.microsoft.com/office/drawing/2014/main" id="{51B3D3B5-85B3-ADFF-5A1A-21E0F2F4E8AF}"/>
              </a:ext>
            </a:extLst>
          </p:cNvPr>
          <p:cNvSpPr>
            <a:spLocks/>
          </p:cNvSpPr>
          <p:nvPr/>
        </p:nvSpPr>
        <p:spPr bwMode="auto">
          <a:xfrm flipV="1">
            <a:off x="9856072" y="612859"/>
            <a:ext cx="1185862" cy="1905000"/>
          </a:xfrm>
          <a:custGeom>
            <a:avLst/>
            <a:gdLst>
              <a:gd name="T0" fmla="*/ 2147483646 w 26908"/>
              <a:gd name="T1" fmla="*/ 2147483646 h 43200"/>
              <a:gd name="T2" fmla="*/ 0 w 26908"/>
              <a:gd name="T3" fmla="*/ 2147483646 h 43200"/>
              <a:gd name="T4" fmla="*/ 2147483646 w 26908"/>
              <a:gd name="T5" fmla="*/ 2147483646 h 43200"/>
              <a:gd name="T6" fmla="*/ 0 60000 65536"/>
              <a:gd name="T7" fmla="*/ 0 60000 65536"/>
              <a:gd name="T8" fmla="*/ 0 60000 65536"/>
              <a:gd name="T9" fmla="*/ 0 w 26908"/>
              <a:gd name="T10" fmla="*/ 0 h 43200"/>
              <a:gd name="T11" fmla="*/ 26908 w 2690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908" h="43200" fill="none" extrusionOk="0">
                <a:moveTo>
                  <a:pt x="920" y="450"/>
                </a:moveTo>
                <a:cubicBezTo>
                  <a:pt x="2363" y="150"/>
                  <a:pt x="3833" y="-1"/>
                  <a:pt x="5308" y="0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200"/>
                  <a:pt x="1735" y="42977"/>
                  <a:pt x="0" y="42537"/>
                </a:cubicBezTo>
              </a:path>
              <a:path w="26908" h="43200" stroke="0" extrusionOk="0">
                <a:moveTo>
                  <a:pt x="920" y="450"/>
                </a:moveTo>
                <a:cubicBezTo>
                  <a:pt x="2363" y="150"/>
                  <a:pt x="3833" y="-1"/>
                  <a:pt x="5308" y="0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200"/>
                  <a:pt x="1735" y="42977"/>
                  <a:pt x="0" y="42537"/>
                </a:cubicBezTo>
                <a:lnTo>
                  <a:pt x="5308" y="21600"/>
                </a:lnTo>
                <a:lnTo>
                  <a:pt x="920" y="45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41">
            <a:extLst>
              <a:ext uri="{FF2B5EF4-FFF2-40B4-BE49-F238E27FC236}">
                <a16:creationId xmlns:a16="http://schemas.microsoft.com/office/drawing/2014/main" id="{829A8BD5-34E4-C666-9F50-702B30990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3043201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36" name="Text Box 42">
            <a:extLst>
              <a:ext uri="{FF2B5EF4-FFF2-40B4-BE49-F238E27FC236}">
                <a16:creationId xmlns:a16="http://schemas.microsoft.com/office/drawing/2014/main" id="{62FF1991-D500-C7C2-E562-83E796F8F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13" y="3612023"/>
            <a:ext cx="20313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光滑连接曲线</a:t>
            </a:r>
          </a:p>
        </p:txBody>
      </p:sp>
      <p:sp>
        <p:nvSpPr>
          <p:cNvPr id="38" name="Line 43">
            <a:extLst>
              <a:ext uri="{FF2B5EF4-FFF2-40B4-BE49-F238E27FC236}">
                <a16:creationId xmlns:a16="http://schemas.microsoft.com/office/drawing/2014/main" id="{4D17E289-DCCF-64EE-69A0-49817791D7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23947" y="1557421"/>
            <a:ext cx="0" cy="3448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Line 44">
            <a:extLst>
              <a:ext uri="{FF2B5EF4-FFF2-40B4-BE49-F238E27FC236}">
                <a16:creationId xmlns:a16="http://schemas.microsoft.com/office/drawing/2014/main" id="{AC1F84BF-1DFB-11FF-FDE8-031AC1B337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59022" y="1536784"/>
            <a:ext cx="0" cy="3448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Line 45">
            <a:extLst>
              <a:ext uri="{FF2B5EF4-FFF2-40B4-BE49-F238E27FC236}">
                <a16:creationId xmlns:a16="http://schemas.microsoft.com/office/drawing/2014/main" id="{C9805B25-66AD-6852-34C6-97F24904A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3772" y="797009"/>
            <a:ext cx="395922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46">
            <a:extLst>
              <a:ext uri="{FF2B5EF4-FFF2-40B4-BE49-F238E27FC236}">
                <a16:creationId xmlns:a16="http://schemas.microsoft.com/office/drawing/2014/main" id="{57F71B86-23C2-1908-0A96-DA686F33DD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6947" y="2321009"/>
            <a:ext cx="39497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47">
            <a:extLst>
              <a:ext uri="{FF2B5EF4-FFF2-40B4-BE49-F238E27FC236}">
                <a16:creationId xmlns:a16="http://schemas.microsoft.com/office/drawing/2014/main" id="{717D8358-EDC0-8F9C-D74C-9BBFADB2A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8884" y="595396"/>
            <a:ext cx="0" cy="3478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76751255-1D31-E97D-608A-FDEF96A90C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9322" y="574759"/>
            <a:ext cx="0" cy="3478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AB5DDF90-E1EF-55E4-F3A7-40616C035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5134" y="638259"/>
            <a:ext cx="2466975" cy="0"/>
          </a:xfrm>
          <a:prstGeom prst="line">
            <a:avLst/>
          </a:prstGeom>
          <a:noFill/>
          <a:ln w="9525">
            <a:solidFill>
              <a:srgbClr val="00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50">
            <a:extLst>
              <a:ext uri="{FF2B5EF4-FFF2-40B4-BE49-F238E27FC236}">
                <a16:creationId xmlns:a16="http://schemas.microsoft.com/office/drawing/2014/main" id="{0CADE605-82FB-D472-1B70-AF8988D71E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8784" y="2492459"/>
            <a:ext cx="2466975" cy="0"/>
          </a:xfrm>
          <a:prstGeom prst="line">
            <a:avLst/>
          </a:prstGeom>
          <a:noFill/>
          <a:ln w="9525">
            <a:solidFill>
              <a:srgbClr val="00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Line 51">
            <a:extLst>
              <a:ext uri="{FF2B5EF4-FFF2-40B4-BE49-F238E27FC236}">
                <a16:creationId xmlns:a16="http://schemas.microsoft.com/office/drawing/2014/main" id="{03902EB9-C913-10F9-5754-19FD5C7A1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3359" y="4867359"/>
            <a:ext cx="2900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Line 54">
            <a:extLst>
              <a:ext uri="{FF2B5EF4-FFF2-40B4-BE49-F238E27FC236}">
                <a16:creationId xmlns:a16="http://schemas.microsoft.com/office/drawing/2014/main" id="{A8E493D9-4317-5C60-377E-332CEA1654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272" y="1041484"/>
            <a:ext cx="0" cy="3840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Line 55">
            <a:extLst>
              <a:ext uri="{FF2B5EF4-FFF2-40B4-BE49-F238E27FC236}">
                <a16:creationId xmlns:a16="http://schemas.microsoft.com/office/drawing/2014/main" id="{9D3FBA1F-56E9-6030-37B2-B7459C3FB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2047" y="1058946"/>
            <a:ext cx="0" cy="3787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Line 56">
            <a:extLst>
              <a:ext uri="{FF2B5EF4-FFF2-40B4-BE49-F238E27FC236}">
                <a16:creationId xmlns:a16="http://schemas.microsoft.com/office/drawing/2014/main" id="{36419839-9CDA-A2F9-F86E-4BC33E2153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47747" y="1071646"/>
            <a:ext cx="4149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Line 57">
            <a:extLst>
              <a:ext uri="{FF2B5EF4-FFF2-40B4-BE49-F238E27FC236}">
                <a16:creationId xmlns:a16="http://schemas.microsoft.com/office/drawing/2014/main" id="{AC5847BE-DE2D-956B-4668-31240FFBA5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0922" y="2060659"/>
            <a:ext cx="4168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Oval 58">
            <a:extLst>
              <a:ext uri="{FF2B5EF4-FFF2-40B4-BE49-F238E27FC236}">
                <a16:creationId xmlns:a16="http://schemas.microsoft.com/office/drawing/2014/main" id="{41E1C7D3-39D7-F00B-8494-81CAAFC0E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9209" y="979571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Oval 59">
            <a:extLst>
              <a:ext uri="{FF2B5EF4-FFF2-40B4-BE49-F238E27FC236}">
                <a16:creationId xmlns:a16="http://schemas.microsoft.com/office/drawing/2014/main" id="{F7A35038-57DA-A098-CF7B-759D353FB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084" y="1471696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Oval 60">
            <a:extLst>
              <a:ext uri="{FF2B5EF4-FFF2-40B4-BE49-F238E27FC236}">
                <a16:creationId xmlns:a16="http://schemas.microsoft.com/office/drawing/2014/main" id="{DE8AE89F-93A7-A5D4-595E-FD60A91A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0447" y="693821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Oval 61">
            <a:extLst>
              <a:ext uri="{FF2B5EF4-FFF2-40B4-BE49-F238E27FC236}">
                <a16:creationId xmlns:a16="http://schemas.microsoft.com/office/drawing/2014/main" id="{92AFD2B5-BE30-309B-4B40-11100CAE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8384" y="2246396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Oval 62">
            <a:extLst>
              <a:ext uri="{FF2B5EF4-FFF2-40B4-BE49-F238E27FC236}">
                <a16:creationId xmlns:a16="http://schemas.microsoft.com/office/drawing/2014/main" id="{7476899C-61AB-45E0-4040-7DFC3263F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3709" y="5271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Oval 63">
            <a:extLst>
              <a:ext uri="{FF2B5EF4-FFF2-40B4-BE49-F238E27FC236}">
                <a16:creationId xmlns:a16="http://schemas.microsoft.com/office/drawing/2014/main" id="{8BE2619C-513A-88D5-F2F8-022670AA3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1647" y="242737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Oval 64">
            <a:extLst>
              <a:ext uri="{FF2B5EF4-FFF2-40B4-BE49-F238E27FC236}">
                <a16:creationId xmlns:a16="http://schemas.microsoft.com/office/drawing/2014/main" id="{C9542233-8E27-1D72-39AC-7E44002FE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2734" y="2414671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Oval 65">
            <a:extLst>
              <a:ext uri="{FF2B5EF4-FFF2-40B4-BE49-F238E27FC236}">
                <a16:creationId xmlns:a16="http://schemas.microsoft.com/office/drawing/2014/main" id="{E52DC58C-8A48-D9B1-CDCF-85FA66A2F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022" y="552534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Oval 66">
            <a:extLst>
              <a:ext uri="{FF2B5EF4-FFF2-40B4-BE49-F238E27FC236}">
                <a16:creationId xmlns:a16="http://schemas.microsoft.com/office/drawing/2014/main" id="{94351169-2F98-9E86-87C5-45B135A02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8734" y="1998746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Oval 67">
            <a:extLst>
              <a:ext uri="{FF2B5EF4-FFF2-40B4-BE49-F238E27FC236}">
                <a16:creationId xmlns:a16="http://schemas.microsoft.com/office/drawing/2014/main" id="{7B6FEA72-114D-1A42-5B0A-74AFCD093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159" y="4956259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Oval 68">
            <a:extLst>
              <a:ext uri="{FF2B5EF4-FFF2-40B4-BE49-F238E27FC236}">
                <a16:creationId xmlns:a16="http://schemas.microsoft.com/office/drawing/2014/main" id="{77DE2EDD-6371-BF49-7992-9C9AC6158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409" y="493562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Oval 69">
            <a:extLst>
              <a:ext uri="{FF2B5EF4-FFF2-40B4-BE49-F238E27FC236}">
                <a16:creationId xmlns:a16="http://schemas.microsoft.com/office/drawing/2014/main" id="{A16C1FD9-A9BD-10DD-C6DE-79584AD3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2334" y="4553034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Oval 70">
            <a:extLst>
              <a:ext uri="{FF2B5EF4-FFF2-40B4-BE49-F238E27FC236}">
                <a16:creationId xmlns:a16="http://schemas.microsoft.com/office/drawing/2014/main" id="{CD4DACDF-E174-791A-2CD5-B398E623C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7759" y="4546684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Oval 71">
            <a:extLst>
              <a:ext uri="{FF2B5EF4-FFF2-40B4-BE49-F238E27FC236}">
                <a16:creationId xmlns:a16="http://schemas.microsoft.com/office/drawing/2014/main" id="{0845F563-E7DB-2204-6B5D-9D85DCA93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984" y="4019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Oval 72">
            <a:extLst>
              <a:ext uri="{FF2B5EF4-FFF2-40B4-BE49-F238E27FC236}">
                <a16:creationId xmlns:a16="http://schemas.microsoft.com/office/drawing/2014/main" id="{77DCC5F2-10CC-DCFB-39C9-A47C82721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122" y="3984709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Oval 73">
            <a:extLst>
              <a:ext uri="{FF2B5EF4-FFF2-40B4-BE49-F238E27FC236}">
                <a16:creationId xmlns:a16="http://schemas.microsoft.com/office/drawing/2014/main" id="{13EF5010-5B00-6084-630E-6262F0545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347" y="3805321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Oval 74">
            <a:extLst>
              <a:ext uri="{FF2B5EF4-FFF2-40B4-BE49-F238E27FC236}">
                <a16:creationId xmlns:a16="http://schemas.microsoft.com/office/drawing/2014/main" id="{6C2DE7B3-5DC2-39F9-2525-A53A00D06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309" y="4786396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Oval 75">
            <a:extLst>
              <a:ext uri="{FF2B5EF4-FFF2-40B4-BE49-F238E27FC236}">
                <a16:creationId xmlns:a16="http://schemas.microsoft.com/office/drawing/2014/main" id="{7CB19F6D-7D1A-A782-8907-EEA13EA3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909" y="4781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" name="Freeform 76">
            <a:extLst>
              <a:ext uri="{FF2B5EF4-FFF2-40B4-BE49-F238E27FC236}">
                <a16:creationId xmlns:a16="http://schemas.microsoft.com/office/drawing/2014/main" id="{EEDB3488-D802-27C7-0D75-0BDACCDE1F05}"/>
              </a:ext>
            </a:extLst>
          </p:cNvPr>
          <p:cNvSpPr>
            <a:spLocks/>
          </p:cNvSpPr>
          <p:nvPr/>
        </p:nvSpPr>
        <p:spPr bwMode="auto">
          <a:xfrm>
            <a:off x="6698534" y="604921"/>
            <a:ext cx="1485900" cy="1916113"/>
          </a:xfrm>
          <a:custGeom>
            <a:avLst/>
            <a:gdLst>
              <a:gd name="T0" fmla="*/ 2147483646 w 936"/>
              <a:gd name="T1" fmla="*/ 2147483646 h 1207"/>
              <a:gd name="T2" fmla="*/ 2147483646 w 936"/>
              <a:gd name="T3" fmla="*/ 2147483646 h 1207"/>
              <a:gd name="T4" fmla="*/ 2147483646 w 936"/>
              <a:gd name="T5" fmla="*/ 2147483646 h 1207"/>
              <a:gd name="T6" fmla="*/ 2147483646 w 936"/>
              <a:gd name="T7" fmla="*/ 2147483646 h 1207"/>
              <a:gd name="T8" fmla="*/ 2147483646 w 936"/>
              <a:gd name="T9" fmla="*/ 2147483646 h 1207"/>
              <a:gd name="T10" fmla="*/ 2147483646 w 936"/>
              <a:gd name="T11" fmla="*/ 2147483646 h 1207"/>
              <a:gd name="T12" fmla="*/ 2147483646 w 936"/>
              <a:gd name="T13" fmla="*/ 2147483646 h 1207"/>
              <a:gd name="T14" fmla="*/ 2147483646 w 936"/>
              <a:gd name="T15" fmla="*/ 2147483646 h 1207"/>
              <a:gd name="T16" fmla="*/ 2147483646 w 936"/>
              <a:gd name="T17" fmla="*/ 2147483646 h 1207"/>
              <a:gd name="T18" fmla="*/ 2147483646 w 936"/>
              <a:gd name="T19" fmla="*/ 2147483646 h 1207"/>
              <a:gd name="T20" fmla="*/ 2147483646 w 936"/>
              <a:gd name="T21" fmla="*/ 2147483646 h 1207"/>
              <a:gd name="T22" fmla="*/ 2147483646 w 936"/>
              <a:gd name="T23" fmla="*/ 2147483646 h 1207"/>
              <a:gd name="T24" fmla="*/ 2147483646 w 936"/>
              <a:gd name="T25" fmla="*/ 2147483646 h 1207"/>
              <a:gd name="T26" fmla="*/ 2147483646 w 936"/>
              <a:gd name="T27" fmla="*/ 2147483646 h 1207"/>
              <a:gd name="T28" fmla="*/ 2147483646 w 936"/>
              <a:gd name="T29" fmla="*/ 2147483646 h 1207"/>
              <a:gd name="T30" fmla="*/ 2147483646 w 936"/>
              <a:gd name="T31" fmla="*/ 2147483646 h 1207"/>
              <a:gd name="T32" fmla="*/ 2147483646 w 936"/>
              <a:gd name="T33" fmla="*/ 2147483646 h 1207"/>
              <a:gd name="T34" fmla="*/ 2147483646 w 936"/>
              <a:gd name="T35" fmla="*/ 2147483646 h 1207"/>
              <a:gd name="T36" fmla="*/ 2147483646 w 936"/>
              <a:gd name="T37" fmla="*/ 2147483646 h 1207"/>
              <a:gd name="T38" fmla="*/ 2147483646 w 936"/>
              <a:gd name="T39" fmla="*/ 2147483646 h 1207"/>
              <a:gd name="T40" fmla="*/ 2147483646 w 936"/>
              <a:gd name="T41" fmla="*/ 2147483646 h 120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36"/>
              <a:gd name="T64" fmla="*/ 0 h 1207"/>
              <a:gd name="T65" fmla="*/ 936 w 936"/>
              <a:gd name="T66" fmla="*/ 1207 h 120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36" h="1207">
                <a:moveTo>
                  <a:pt x="470" y="23"/>
                </a:moveTo>
                <a:cubicBezTo>
                  <a:pt x="369" y="23"/>
                  <a:pt x="237" y="0"/>
                  <a:pt x="166" y="3"/>
                </a:cubicBezTo>
                <a:cubicBezTo>
                  <a:pt x="95" y="6"/>
                  <a:pt x="68" y="24"/>
                  <a:pt x="41" y="43"/>
                </a:cubicBezTo>
                <a:cubicBezTo>
                  <a:pt x="14" y="62"/>
                  <a:pt x="5" y="77"/>
                  <a:pt x="5" y="118"/>
                </a:cubicBezTo>
                <a:cubicBezTo>
                  <a:pt x="5" y="159"/>
                  <a:pt x="26" y="211"/>
                  <a:pt x="38" y="292"/>
                </a:cubicBezTo>
                <a:cubicBezTo>
                  <a:pt x="50" y="373"/>
                  <a:pt x="78" y="499"/>
                  <a:pt x="78" y="603"/>
                </a:cubicBezTo>
                <a:cubicBezTo>
                  <a:pt x="78" y="707"/>
                  <a:pt x="51" y="839"/>
                  <a:pt x="38" y="919"/>
                </a:cubicBezTo>
                <a:cubicBezTo>
                  <a:pt x="25" y="999"/>
                  <a:pt x="0" y="1042"/>
                  <a:pt x="2" y="1083"/>
                </a:cubicBezTo>
                <a:cubicBezTo>
                  <a:pt x="4" y="1124"/>
                  <a:pt x="26" y="1145"/>
                  <a:pt x="53" y="1165"/>
                </a:cubicBezTo>
                <a:cubicBezTo>
                  <a:pt x="80" y="1185"/>
                  <a:pt x="97" y="1199"/>
                  <a:pt x="166" y="1203"/>
                </a:cubicBezTo>
                <a:cubicBezTo>
                  <a:pt x="235" y="1207"/>
                  <a:pt x="369" y="1187"/>
                  <a:pt x="470" y="1187"/>
                </a:cubicBezTo>
                <a:cubicBezTo>
                  <a:pt x="571" y="1187"/>
                  <a:pt x="700" y="1207"/>
                  <a:pt x="770" y="1203"/>
                </a:cubicBezTo>
                <a:cubicBezTo>
                  <a:pt x="840" y="1199"/>
                  <a:pt x="863" y="1185"/>
                  <a:pt x="890" y="1165"/>
                </a:cubicBezTo>
                <a:cubicBezTo>
                  <a:pt x="917" y="1145"/>
                  <a:pt x="933" y="1124"/>
                  <a:pt x="934" y="1083"/>
                </a:cubicBezTo>
                <a:cubicBezTo>
                  <a:pt x="935" y="1042"/>
                  <a:pt x="911" y="999"/>
                  <a:pt x="898" y="919"/>
                </a:cubicBezTo>
                <a:cubicBezTo>
                  <a:pt x="885" y="839"/>
                  <a:pt x="857" y="707"/>
                  <a:pt x="858" y="603"/>
                </a:cubicBezTo>
                <a:cubicBezTo>
                  <a:pt x="859" y="499"/>
                  <a:pt x="889" y="375"/>
                  <a:pt x="902" y="295"/>
                </a:cubicBezTo>
                <a:cubicBezTo>
                  <a:pt x="915" y="215"/>
                  <a:pt x="936" y="165"/>
                  <a:pt x="934" y="123"/>
                </a:cubicBezTo>
                <a:cubicBezTo>
                  <a:pt x="932" y="81"/>
                  <a:pt x="917" y="63"/>
                  <a:pt x="890" y="43"/>
                </a:cubicBezTo>
                <a:cubicBezTo>
                  <a:pt x="863" y="23"/>
                  <a:pt x="844" y="6"/>
                  <a:pt x="774" y="3"/>
                </a:cubicBezTo>
                <a:cubicBezTo>
                  <a:pt x="704" y="0"/>
                  <a:pt x="571" y="23"/>
                  <a:pt x="470" y="23"/>
                </a:cubicBez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" name="Freeform 77">
            <a:extLst>
              <a:ext uri="{FF2B5EF4-FFF2-40B4-BE49-F238E27FC236}">
                <a16:creationId xmlns:a16="http://schemas.microsoft.com/office/drawing/2014/main" id="{9806165A-6BD6-D292-8A7C-0ACFD95CEFD4}"/>
              </a:ext>
            </a:extLst>
          </p:cNvPr>
          <p:cNvSpPr>
            <a:spLocks/>
          </p:cNvSpPr>
          <p:nvPr/>
        </p:nvSpPr>
        <p:spPr bwMode="auto">
          <a:xfrm>
            <a:off x="6701709" y="792246"/>
            <a:ext cx="120650" cy="1528763"/>
          </a:xfrm>
          <a:custGeom>
            <a:avLst/>
            <a:gdLst>
              <a:gd name="T0" fmla="*/ 0 w 76"/>
              <a:gd name="T1" fmla="*/ 0 h 963"/>
              <a:gd name="T2" fmla="*/ 2147483646 w 76"/>
              <a:gd name="T3" fmla="*/ 2147483646 h 963"/>
              <a:gd name="T4" fmla="*/ 2147483646 w 76"/>
              <a:gd name="T5" fmla="*/ 2147483646 h 963"/>
              <a:gd name="T6" fmla="*/ 2147483646 w 76"/>
              <a:gd name="T7" fmla="*/ 2147483646 h 963"/>
              <a:gd name="T8" fmla="*/ 2147483646 w 76"/>
              <a:gd name="T9" fmla="*/ 2147483646 h 963"/>
              <a:gd name="T10" fmla="*/ 2147483646 w 76"/>
              <a:gd name="T11" fmla="*/ 2147483646 h 963"/>
              <a:gd name="T12" fmla="*/ 2147483646 w 76"/>
              <a:gd name="T13" fmla="*/ 2147483646 h 963"/>
              <a:gd name="T14" fmla="*/ 2147483646 w 76"/>
              <a:gd name="T15" fmla="*/ 2147483646 h 963"/>
              <a:gd name="T16" fmla="*/ 2147483646 w 76"/>
              <a:gd name="T17" fmla="*/ 2147483646 h 963"/>
              <a:gd name="T18" fmla="*/ 2147483646 w 76"/>
              <a:gd name="T19" fmla="*/ 2147483646 h 963"/>
              <a:gd name="T20" fmla="*/ 2147483646 w 76"/>
              <a:gd name="T21" fmla="*/ 2147483646 h 963"/>
              <a:gd name="T22" fmla="*/ 2147483646 w 76"/>
              <a:gd name="T23" fmla="*/ 2147483646 h 963"/>
              <a:gd name="T24" fmla="*/ 2147483646 w 76"/>
              <a:gd name="T25" fmla="*/ 2147483646 h 963"/>
              <a:gd name="T26" fmla="*/ 2147483646 w 76"/>
              <a:gd name="T27" fmla="*/ 2147483646 h 9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6"/>
              <a:gd name="T43" fmla="*/ 0 h 963"/>
              <a:gd name="T44" fmla="*/ 76 w 76"/>
              <a:gd name="T45" fmla="*/ 963 h 9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6" h="963">
                <a:moveTo>
                  <a:pt x="0" y="0"/>
                </a:moveTo>
                <a:cubicBezTo>
                  <a:pt x="1" y="14"/>
                  <a:pt x="3" y="29"/>
                  <a:pt x="6" y="45"/>
                </a:cubicBezTo>
                <a:cubicBezTo>
                  <a:pt x="9" y="61"/>
                  <a:pt x="17" y="79"/>
                  <a:pt x="21" y="99"/>
                </a:cubicBezTo>
                <a:cubicBezTo>
                  <a:pt x="25" y="119"/>
                  <a:pt x="28" y="143"/>
                  <a:pt x="33" y="168"/>
                </a:cubicBezTo>
                <a:cubicBezTo>
                  <a:pt x="38" y="193"/>
                  <a:pt x="43" y="218"/>
                  <a:pt x="48" y="249"/>
                </a:cubicBezTo>
                <a:cubicBezTo>
                  <a:pt x="53" y="280"/>
                  <a:pt x="62" y="315"/>
                  <a:pt x="66" y="354"/>
                </a:cubicBezTo>
                <a:cubicBezTo>
                  <a:pt x="70" y="393"/>
                  <a:pt x="74" y="442"/>
                  <a:pt x="75" y="483"/>
                </a:cubicBezTo>
                <a:cubicBezTo>
                  <a:pt x="76" y="524"/>
                  <a:pt x="75" y="565"/>
                  <a:pt x="72" y="600"/>
                </a:cubicBezTo>
                <a:cubicBezTo>
                  <a:pt x="69" y="635"/>
                  <a:pt x="63" y="661"/>
                  <a:pt x="57" y="693"/>
                </a:cubicBezTo>
                <a:cubicBezTo>
                  <a:pt x="51" y="725"/>
                  <a:pt x="41" y="771"/>
                  <a:pt x="36" y="795"/>
                </a:cubicBezTo>
                <a:cubicBezTo>
                  <a:pt x="31" y="819"/>
                  <a:pt x="28" y="825"/>
                  <a:pt x="24" y="840"/>
                </a:cubicBezTo>
                <a:cubicBezTo>
                  <a:pt x="20" y="855"/>
                  <a:pt x="18" y="873"/>
                  <a:pt x="15" y="885"/>
                </a:cubicBezTo>
                <a:cubicBezTo>
                  <a:pt x="12" y="897"/>
                  <a:pt x="8" y="899"/>
                  <a:pt x="6" y="912"/>
                </a:cubicBezTo>
                <a:cubicBezTo>
                  <a:pt x="4" y="925"/>
                  <a:pt x="4" y="956"/>
                  <a:pt x="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Freeform 78">
            <a:extLst>
              <a:ext uri="{FF2B5EF4-FFF2-40B4-BE49-F238E27FC236}">
                <a16:creationId xmlns:a16="http://schemas.microsoft.com/office/drawing/2014/main" id="{D993D49D-2AE9-E40C-C458-E8ABCE75B4DC}"/>
              </a:ext>
            </a:extLst>
          </p:cNvPr>
          <p:cNvSpPr>
            <a:spLocks/>
          </p:cNvSpPr>
          <p:nvPr/>
        </p:nvSpPr>
        <p:spPr bwMode="auto">
          <a:xfrm>
            <a:off x="8073309" y="792246"/>
            <a:ext cx="120650" cy="1528763"/>
          </a:xfrm>
          <a:custGeom>
            <a:avLst/>
            <a:gdLst>
              <a:gd name="T0" fmla="*/ 2147483646 w 76"/>
              <a:gd name="T1" fmla="*/ 0 h 963"/>
              <a:gd name="T2" fmla="*/ 2147483646 w 76"/>
              <a:gd name="T3" fmla="*/ 2147483646 h 963"/>
              <a:gd name="T4" fmla="*/ 2147483646 w 76"/>
              <a:gd name="T5" fmla="*/ 2147483646 h 963"/>
              <a:gd name="T6" fmla="*/ 2147483646 w 76"/>
              <a:gd name="T7" fmla="*/ 2147483646 h 963"/>
              <a:gd name="T8" fmla="*/ 2147483646 w 76"/>
              <a:gd name="T9" fmla="*/ 2147483646 h 963"/>
              <a:gd name="T10" fmla="*/ 2147483646 w 76"/>
              <a:gd name="T11" fmla="*/ 2147483646 h 963"/>
              <a:gd name="T12" fmla="*/ 2147483646 w 76"/>
              <a:gd name="T13" fmla="*/ 2147483646 h 963"/>
              <a:gd name="T14" fmla="*/ 2147483646 w 76"/>
              <a:gd name="T15" fmla="*/ 2147483646 h 963"/>
              <a:gd name="T16" fmla="*/ 2147483646 w 76"/>
              <a:gd name="T17" fmla="*/ 2147483646 h 963"/>
              <a:gd name="T18" fmla="*/ 2147483646 w 76"/>
              <a:gd name="T19" fmla="*/ 2147483646 h 963"/>
              <a:gd name="T20" fmla="*/ 2147483646 w 76"/>
              <a:gd name="T21" fmla="*/ 2147483646 h 963"/>
              <a:gd name="T22" fmla="*/ 2147483646 w 76"/>
              <a:gd name="T23" fmla="*/ 2147483646 h 963"/>
              <a:gd name="T24" fmla="*/ 2147483646 w 76"/>
              <a:gd name="T25" fmla="*/ 2147483646 h 963"/>
              <a:gd name="T26" fmla="*/ 2147483646 w 76"/>
              <a:gd name="T27" fmla="*/ 2147483646 h 9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6"/>
              <a:gd name="T43" fmla="*/ 0 h 963"/>
              <a:gd name="T44" fmla="*/ 76 w 76"/>
              <a:gd name="T45" fmla="*/ 963 h 9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6" h="963">
                <a:moveTo>
                  <a:pt x="76" y="0"/>
                </a:moveTo>
                <a:cubicBezTo>
                  <a:pt x="75" y="14"/>
                  <a:pt x="73" y="29"/>
                  <a:pt x="70" y="45"/>
                </a:cubicBezTo>
                <a:cubicBezTo>
                  <a:pt x="67" y="61"/>
                  <a:pt x="59" y="79"/>
                  <a:pt x="55" y="99"/>
                </a:cubicBezTo>
                <a:cubicBezTo>
                  <a:pt x="51" y="119"/>
                  <a:pt x="48" y="143"/>
                  <a:pt x="43" y="168"/>
                </a:cubicBezTo>
                <a:cubicBezTo>
                  <a:pt x="38" y="193"/>
                  <a:pt x="33" y="220"/>
                  <a:pt x="28" y="249"/>
                </a:cubicBezTo>
                <a:cubicBezTo>
                  <a:pt x="23" y="278"/>
                  <a:pt x="17" y="306"/>
                  <a:pt x="13" y="345"/>
                </a:cubicBezTo>
                <a:cubicBezTo>
                  <a:pt x="9" y="384"/>
                  <a:pt x="2" y="440"/>
                  <a:pt x="1" y="483"/>
                </a:cubicBezTo>
                <a:cubicBezTo>
                  <a:pt x="0" y="526"/>
                  <a:pt x="3" y="568"/>
                  <a:pt x="6" y="603"/>
                </a:cubicBezTo>
                <a:cubicBezTo>
                  <a:pt x="9" y="638"/>
                  <a:pt x="14" y="666"/>
                  <a:pt x="18" y="693"/>
                </a:cubicBezTo>
                <a:cubicBezTo>
                  <a:pt x="22" y="720"/>
                  <a:pt x="27" y="744"/>
                  <a:pt x="33" y="768"/>
                </a:cubicBezTo>
                <a:cubicBezTo>
                  <a:pt x="39" y="792"/>
                  <a:pt x="47" y="821"/>
                  <a:pt x="52" y="840"/>
                </a:cubicBezTo>
                <a:cubicBezTo>
                  <a:pt x="57" y="859"/>
                  <a:pt x="58" y="873"/>
                  <a:pt x="61" y="885"/>
                </a:cubicBezTo>
                <a:cubicBezTo>
                  <a:pt x="64" y="897"/>
                  <a:pt x="68" y="899"/>
                  <a:pt x="70" y="912"/>
                </a:cubicBezTo>
                <a:cubicBezTo>
                  <a:pt x="72" y="925"/>
                  <a:pt x="72" y="956"/>
                  <a:pt x="7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Line 79">
            <a:extLst>
              <a:ext uri="{FF2B5EF4-FFF2-40B4-BE49-F238E27FC236}">
                <a16:creationId xmlns:a16="http://schemas.microsoft.com/office/drawing/2014/main" id="{3E76D51E-E2C7-35F3-C744-361B92304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1709" y="401721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Line 80">
            <a:extLst>
              <a:ext uri="{FF2B5EF4-FFF2-40B4-BE49-F238E27FC236}">
                <a16:creationId xmlns:a16="http://schemas.microsoft.com/office/drawing/2014/main" id="{9651BFF9-52C6-3E1C-DA4A-11E3F6D28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1709" y="2321009"/>
            <a:ext cx="0" cy="4000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Line 81">
            <a:extLst>
              <a:ext uri="{FF2B5EF4-FFF2-40B4-BE49-F238E27FC236}">
                <a16:creationId xmlns:a16="http://schemas.microsoft.com/office/drawing/2014/main" id="{1311D587-7356-A10C-4C18-D04E36713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609" y="416009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Line 82">
            <a:extLst>
              <a:ext uri="{FF2B5EF4-FFF2-40B4-BE49-F238E27FC236}">
                <a16:creationId xmlns:a16="http://schemas.microsoft.com/office/drawing/2014/main" id="{964EE2E8-0AA9-22DA-B6C7-A167CF987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609" y="2321009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Line 83">
            <a:extLst>
              <a:ext uri="{FF2B5EF4-FFF2-40B4-BE49-F238E27FC236}">
                <a16:creationId xmlns:a16="http://schemas.microsoft.com/office/drawing/2014/main" id="{F0DC56C3-0D40-5262-AEAD-159BE5BB5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7422" y="411246"/>
            <a:ext cx="15192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Line 84">
            <a:extLst>
              <a:ext uri="{FF2B5EF4-FFF2-40B4-BE49-F238E27FC236}">
                <a16:creationId xmlns:a16="http://schemas.microsoft.com/office/drawing/2014/main" id="{13DFA620-B392-5807-4400-E674608E2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7422" y="2716296"/>
            <a:ext cx="15192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Line 85">
            <a:extLst>
              <a:ext uri="{FF2B5EF4-FFF2-40B4-BE49-F238E27FC236}">
                <a16:creationId xmlns:a16="http://schemas.microsoft.com/office/drawing/2014/main" id="{DA47E371-487B-D11F-422C-C463E1808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222" y="611271"/>
            <a:ext cx="45243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Rectangle 86">
            <a:extLst>
              <a:ext uri="{FF2B5EF4-FFF2-40B4-BE49-F238E27FC236}">
                <a16:creationId xmlns:a16="http://schemas.microsoft.com/office/drawing/2014/main" id="{D49A9620-C8C4-E9FA-AFA7-18FEF4529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522" y="563646"/>
            <a:ext cx="1438275" cy="16351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Freeform 87">
            <a:extLst>
              <a:ext uri="{FF2B5EF4-FFF2-40B4-BE49-F238E27FC236}">
                <a16:creationId xmlns:a16="http://schemas.microsoft.com/office/drawing/2014/main" id="{B3718939-C1AB-473B-C1B0-5EA9A7EA01C1}"/>
              </a:ext>
            </a:extLst>
          </p:cNvPr>
          <p:cNvSpPr>
            <a:spLocks/>
          </p:cNvSpPr>
          <p:nvPr/>
        </p:nvSpPr>
        <p:spPr bwMode="auto">
          <a:xfrm>
            <a:off x="6696947" y="611271"/>
            <a:ext cx="1490662" cy="180975"/>
          </a:xfrm>
          <a:custGeom>
            <a:avLst/>
            <a:gdLst>
              <a:gd name="T0" fmla="*/ 0 w 939"/>
              <a:gd name="T1" fmla="*/ 2147483646 h 114"/>
              <a:gd name="T2" fmla="*/ 2147483646 w 939"/>
              <a:gd name="T3" fmla="*/ 2147483646 h 114"/>
              <a:gd name="T4" fmla="*/ 2147483646 w 939"/>
              <a:gd name="T5" fmla="*/ 2147483646 h 114"/>
              <a:gd name="T6" fmla="*/ 2147483646 w 939"/>
              <a:gd name="T7" fmla="*/ 2147483646 h 114"/>
              <a:gd name="T8" fmla="*/ 2147483646 w 939"/>
              <a:gd name="T9" fmla="*/ 2147483646 h 114"/>
              <a:gd name="T10" fmla="*/ 2147483646 w 939"/>
              <a:gd name="T11" fmla="*/ 2147483646 h 114"/>
              <a:gd name="T12" fmla="*/ 2147483646 w 939"/>
              <a:gd name="T13" fmla="*/ 2147483646 h 114"/>
              <a:gd name="T14" fmla="*/ 2147483646 w 939"/>
              <a:gd name="T15" fmla="*/ 2147483646 h 114"/>
              <a:gd name="T16" fmla="*/ 2147483646 w 939"/>
              <a:gd name="T17" fmla="*/ 2147483646 h 114"/>
              <a:gd name="T18" fmla="*/ 2147483646 w 939"/>
              <a:gd name="T19" fmla="*/ 2147483646 h 114"/>
              <a:gd name="T20" fmla="*/ 2147483646 w 939"/>
              <a:gd name="T21" fmla="*/ 2147483646 h 114"/>
              <a:gd name="T22" fmla="*/ 2147483646 w 939"/>
              <a:gd name="T23" fmla="*/ 0 h 114"/>
              <a:gd name="T24" fmla="*/ 2147483646 w 939"/>
              <a:gd name="T25" fmla="*/ 2147483646 h 114"/>
              <a:gd name="T26" fmla="*/ 2147483646 w 939"/>
              <a:gd name="T27" fmla="*/ 2147483646 h 114"/>
              <a:gd name="T28" fmla="*/ 2147483646 w 939"/>
              <a:gd name="T29" fmla="*/ 2147483646 h 114"/>
              <a:gd name="T30" fmla="*/ 2147483646 w 939"/>
              <a:gd name="T31" fmla="*/ 2147483646 h 1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39"/>
              <a:gd name="T49" fmla="*/ 0 h 114"/>
              <a:gd name="T50" fmla="*/ 939 w 939"/>
              <a:gd name="T51" fmla="*/ 114 h 11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Line 88">
            <a:extLst>
              <a:ext uri="{FF2B5EF4-FFF2-40B4-BE49-F238E27FC236}">
                <a16:creationId xmlns:a16="http://schemas.microsoft.com/office/drawing/2014/main" id="{B9B1CF73-ECD6-3431-AC71-016146D90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9809" y="611271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Line 89">
            <a:extLst>
              <a:ext uri="{FF2B5EF4-FFF2-40B4-BE49-F238E27FC236}">
                <a16:creationId xmlns:a16="http://schemas.microsoft.com/office/drawing/2014/main" id="{1B198D7E-14EB-FDAE-6A35-50A9311D45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0909" y="611271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Line 90">
            <a:extLst>
              <a:ext uri="{FF2B5EF4-FFF2-40B4-BE49-F238E27FC236}">
                <a16:creationId xmlns:a16="http://schemas.microsoft.com/office/drawing/2014/main" id="{312F2F0E-ADCE-785B-B708-4C0E11836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6659" y="611271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Line 91">
            <a:extLst>
              <a:ext uri="{FF2B5EF4-FFF2-40B4-BE49-F238E27FC236}">
                <a16:creationId xmlns:a16="http://schemas.microsoft.com/office/drawing/2014/main" id="{9EEFBFAC-2C68-931C-ED7D-F3AF45969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984" y="2516271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Rectangle 92">
            <a:extLst>
              <a:ext uri="{FF2B5EF4-FFF2-40B4-BE49-F238E27FC236}">
                <a16:creationId xmlns:a16="http://schemas.microsoft.com/office/drawing/2014/main" id="{BCA3F05C-7A2C-EFC6-19D7-DEB449E96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522" y="2384509"/>
            <a:ext cx="1438275" cy="1698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Freeform 93">
            <a:extLst>
              <a:ext uri="{FF2B5EF4-FFF2-40B4-BE49-F238E27FC236}">
                <a16:creationId xmlns:a16="http://schemas.microsoft.com/office/drawing/2014/main" id="{4DFE326D-22D3-C2F5-D87A-B57912FBA26E}"/>
              </a:ext>
            </a:extLst>
          </p:cNvPr>
          <p:cNvSpPr>
            <a:spLocks/>
          </p:cNvSpPr>
          <p:nvPr/>
        </p:nvSpPr>
        <p:spPr bwMode="auto">
          <a:xfrm flipV="1">
            <a:off x="6701709" y="2330534"/>
            <a:ext cx="1490663" cy="180975"/>
          </a:xfrm>
          <a:custGeom>
            <a:avLst/>
            <a:gdLst>
              <a:gd name="T0" fmla="*/ 0 w 939"/>
              <a:gd name="T1" fmla="*/ 2147483646 h 114"/>
              <a:gd name="T2" fmla="*/ 2147483646 w 939"/>
              <a:gd name="T3" fmla="*/ 2147483646 h 114"/>
              <a:gd name="T4" fmla="*/ 2147483646 w 939"/>
              <a:gd name="T5" fmla="*/ 2147483646 h 114"/>
              <a:gd name="T6" fmla="*/ 2147483646 w 939"/>
              <a:gd name="T7" fmla="*/ 2147483646 h 114"/>
              <a:gd name="T8" fmla="*/ 2147483646 w 939"/>
              <a:gd name="T9" fmla="*/ 2147483646 h 114"/>
              <a:gd name="T10" fmla="*/ 2147483646 w 939"/>
              <a:gd name="T11" fmla="*/ 2147483646 h 114"/>
              <a:gd name="T12" fmla="*/ 2147483646 w 939"/>
              <a:gd name="T13" fmla="*/ 2147483646 h 114"/>
              <a:gd name="T14" fmla="*/ 2147483646 w 939"/>
              <a:gd name="T15" fmla="*/ 2147483646 h 114"/>
              <a:gd name="T16" fmla="*/ 2147483646 w 939"/>
              <a:gd name="T17" fmla="*/ 2147483646 h 114"/>
              <a:gd name="T18" fmla="*/ 2147483646 w 939"/>
              <a:gd name="T19" fmla="*/ 2147483646 h 114"/>
              <a:gd name="T20" fmla="*/ 2147483646 w 939"/>
              <a:gd name="T21" fmla="*/ 2147483646 h 114"/>
              <a:gd name="T22" fmla="*/ 2147483646 w 939"/>
              <a:gd name="T23" fmla="*/ 0 h 114"/>
              <a:gd name="T24" fmla="*/ 2147483646 w 939"/>
              <a:gd name="T25" fmla="*/ 2147483646 h 114"/>
              <a:gd name="T26" fmla="*/ 2147483646 w 939"/>
              <a:gd name="T27" fmla="*/ 2147483646 h 114"/>
              <a:gd name="T28" fmla="*/ 2147483646 w 939"/>
              <a:gd name="T29" fmla="*/ 2147483646 h 114"/>
              <a:gd name="T30" fmla="*/ 2147483646 w 939"/>
              <a:gd name="T31" fmla="*/ 2147483646 h 1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39"/>
              <a:gd name="T49" fmla="*/ 0 h 114"/>
              <a:gd name="T50" fmla="*/ 939 w 939"/>
              <a:gd name="T51" fmla="*/ 114 h 11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Line 94">
            <a:extLst>
              <a:ext uri="{FF2B5EF4-FFF2-40B4-BE49-F238E27FC236}">
                <a16:creationId xmlns:a16="http://schemas.microsoft.com/office/drawing/2014/main" id="{3E9B9ADA-F4DC-3583-E43D-E10B25025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9809" y="2511509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Line 95">
            <a:extLst>
              <a:ext uri="{FF2B5EF4-FFF2-40B4-BE49-F238E27FC236}">
                <a16:creationId xmlns:a16="http://schemas.microsoft.com/office/drawing/2014/main" id="{811CC641-32D5-9D0C-7E85-FC0A86F7BB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5672" y="2516271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Line 96">
            <a:extLst>
              <a:ext uri="{FF2B5EF4-FFF2-40B4-BE49-F238E27FC236}">
                <a16:creationId xmlns:a16="http://schemas.microsoft.com/office/drawing/2014/main" id="{A7C648DC-9F31-94BE-7296-1A89C9861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6659" y="2514684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Line 97">
            <a:extLst>
              <a:ext uri="{FF2B5EF4-FFF2-40B4-BE49-F238E27FC236}">
                <a16:creationId xmlns:a16="http://schemas.microsoft.com/office/drawing/2014/main" id="{4B08FE10-F264-35C7-09CA-3E0E8EA09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1809" y="600159"/>
            <a:ext cx="0" cy="19367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Line 98">
            <a:extLst>
              <a:ext uri="{FF2B5EF4-FFF2-40B4-BE49-F238E27FC236}">
                <a16:creationId xmlns:a16="http://schemas.microsoft.com/office/drawing/2014/main" id="{87DAAF94-5885-2DD3-382C-EA681D8C0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4809" y="596984"/>
            <a:ext cx="0" cy="19367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Oval 99">
            <a:extLst>
              <a:ext uri="{FF2B5EF4-FFF2-40B4-BE49-F238E27FC236}">
                <a16:creationId xmlns:a16="http://schemas.microsoft.com/office/drawing/2014/main" id="{52880C05-61C8-6869-7C7C-57AFD8E30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047" y="1479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" name="Oval 100">
            <a:extLst>
              <a:ext uri="{FF2B5EF4-FFF2-40B4-BE49-F238E27FC236}">
                <a16:creationId xmlns:a16="http://schemas.microsoft.com/office/drawing/2014/main" id="{F368A662-AF0D-CCBD-A53D-0624F123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997" y="1479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Oval 101">
            <a:extLst>
              <a:ext uri="{FF2B5EF4-FFF2-40B4-BE49-F238E27FC236}">
                <a16:creationId xmlns:a16="http://schemas.microsoft.com/office/drawing/2014/main" id="{B07E4B31-85CD-595D-DE91-028915CBA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572" y="727159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" name="Oval 102">
            <a:extLst>
              <a:ext uri="{FF2B5EF4-FFF2-40B4-BE49-F238E27FC236}">
                <a16:creationId xmlns:a16="http://schemas.microsoft.com/office/drawing/2014/main" id="{BBB8FDD0-635C-1306-D416-3CE1F7FD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234" y="711284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Oval 103">
            <a:extLst>
              <a:ext uri="{FF2B5EF4-FFF2-40B4-BE49-F238E27FC236}">
                <a16:creationId xmlns:a16="http://schemas.microsoft.com/office/drawing/2014/main" id="{4EECAF77-4C23-D93D-86B0-3715305B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222" y="2244809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Oval 104">
            <a:extLst>
              <a:ext uri="{FF2B5EF4-FFF2-40B4-BE49-F238E27FC236}">
                <a16:creationId xmlns:a16="http://schemas.microsoft.com/office/drawing/2014/main" id="{A5975042-E4E9-CA10-AF2F-D1FAF1B81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997" y="2244809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" name="Oval 105">
            <a:extLst>
              <a:ext uri="{FF2B5EF4-FFF2-40B4-BE49-F238E27FC236}">
                <a16:creationId xmlns:a16="http://schemas.microsoft.com/office/drawing/2014/main" id="{7E0B8878-BCB1-BC4F-6DE2-7EC09A7F4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509" y="52872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Oval 106">
            <a:extLst>
              <a:ext uri="{FF2B5EF4-FFF2-40B4-BE49-F238E27FC236}">
                <a16:creationId xmlns:a16="http://schemas.microsoft.com/office/drawing/2014/main" id="{85598064-6BEC-99E4-3469-C13B263C7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922" y="242737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Oval 107">
            <a:extLst>
              <a:ext uri="{FF2B5EF4-FFF2-40B4-BE49-F238E27FC236}">
                <a16:creationId xmlns:a16="http://schemas.microsoft.com/office/drawing/2014/main" id="{FBB7AF60-95F9-7245-9083-72E1D89F3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359" y="52872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" name="Oval 108">
            <a:extLst>
              <a:ext uri="{FF2B5EF4-FFF2-40B4-BE49-F238E27FC236}">
                <a16:creationId xmlns:a16="http://schemas.microsoft.com/office/drawing/2014/main" id="{C11983AE-5136-D0B4-7113-1A432F873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947" y="2435309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" name="Oval 109">
            <a:extLst>
              <a:ext uri="{FF2B5EF4-FFF2-40B4-BE49-F238E27FC236}">
                <a16:creationId xmlns:a16="http://schemas.microsoft.com/office/drawing/2014/main" id="{3F1937DB-9AA3-954C-5847-148B3F90B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934" y="555709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Oval 110">
            <a:extLst>
              <a:ext uri="{FF2B5EF4-FFF2-40B4-BE49-F238E27FC236}">
                <a16:creationId xmlns:a16="http://schemas.microsoft.com/office/drawing/2014/main" id="{715341CD-5A37-C82B-54BE-8ABC42AE5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5284" y="2394034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Oval 111">
            <a:extLst>
              <a:ext uri="{FF2B5EF4-FFF2-40B4-BE49-F238E27FC236}">
                <a16:creationId xmlns:a16="http://schemas.microsoft.com/office/drawing/2014/main" id="{E714E415-FE83-D3FF-2D8A-D66493342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372" y="990684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" name="Oval 112">
            <a:extLst>
              <a:ext uri="{FF2B5EF4-FFF2-40B4-BE49-F238E27FC236}">
                <a16:creationId xmlns:a16="http://schemas.microsoft.com/office/drawing/2014/main" id="{C180D515-D767-2F70-340F-27E76737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972" y="992271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" name="Oval 113">
            <a:extLst>
              <a:ext uri="{FF2B5EF4-FFF2-40B4-BE49-F238E27FC236}">
                <a16:creationId xmlns:a16="http://schemas.microsoft.com/office/drawing/2014/main" id="{CFF537CB-B8C6-613F-ECFD-59CB7AB29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959" y="1984459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" name="Oval 114">
            <a:extLst>
              <a:ext uri="{FF2B5EF4-FFF2-40B4-BE49-F238E27FC236}">
                <a16:creationId xmlns:a16="http://schemas.microsoft.com/office/drawing/2014/main" id="{6E0E7D41-A622-3058-F026-459C81BB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084" y="1981284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" name="Text Box 117">
            <a:extLst>
              <a:ext uri="{FF2B5EF4-FFF2-40B4-BE49-F238E27FC236}">
                <a16:creationId xmlns:a16="http://schemas.microsoft.com/office/drawing/2014/main" id="{BA3BA170-56E2-EC99-3718-B245D2700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4964323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</a:p>
        </p:txBody>
      </p:sp>
      <p:sp>
        <p:nvSpPr>
          <p:cNvPr id="109" name="Text Box 118">
            <a:extLst>
              <a:ext uri="{FF2B5EF4-FFF2-40B4-BE49-F238E27FC236}">
                <a16:creationId xmlns:a16="http://schemas.microsoft.com/office/drawing/2014/main" id="{749394F7-BE91-F3BB-FC99-9374C18D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13" y="5479992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外形轮廓线投影</a:t>
            </a:r>
          </a:p>
        </p:txBody>
      </p:sp>
      <p:grpSp>
        <p:nvGrpSpPr>
          <p:cNvPr id="110" name="Group 120">
            <a:extLst>
              <a:ext uri="{FF2B5EF4-FFF2-40B4-BE49-F238E27FC236}">
                <a16:creationId xmlns:a16="http://schemas.microsoft.com/office/drawing/2014/main" id="{DA1F49AC-6CC3-5826-B32F-8234D5169342}"/>
              </a:ext>
            </a:extLst>
          </p:cNvPr>
          <p:cNvGrpSpPr>
            <a:grpSpLocks/>
          </p:cNvGrpSpPr>
          <p:nvPr/>
        </p:nvGrpSpPr>
        <p:grpSpPr bwMode="auto">
          <a:xfrm>
            <a:off x="9659222" y="3202071"/>
            <a:ext cx="1895475" cy="1666875"/>
            <a:chOff x="3660" y="2466"/>
            <a:chExt cx="1194" cy="1050"/>
          </a:xfrm>
        </p:grpSpPr>
        <p:sp>
          <p:nvSpPr>
            <p:cNvPr id="111" name="Line 121">
              <a:extLst>
                <a:ext uri="{FF2B5EF4-FFF2-40B4-BE49-F238E27FC236}">
                  <a16:creationId xmlns:a16="http://schemas.microsoft.com/office/drawing/2014/main" id="{01F50E92-CE72-9E7F-4248-6F58804EF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466"/>
              <a:ext cx="0" cy="6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122">
              <a:extLst>
                <a:ext uri="{FF2B5EF4-FFF2-40B4-BE49-F238E27FC236}">
                  <a16:creationId xmlns:a16="http://schemas.microsoft.com/office/drawing/2014/main" id="{CB81912B-C09E-8A7F-3AEB-4DD74171C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640"/>
              <a:ext cx="4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123">
              <a:extLst>
                <a:ext uri="{FF2B5EF4-FFF2-40B4-BE49-F238E27FC236}">
                  <a16:creationId xmlns:a16="http://schemas.microsoft.com/office/drawing/2014/main" id="{FE2ACEFA-4B75-6C6D-E956-B93F0E90F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2" y="2640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Freeform 124">
              <a:extLst>
                <a:ext uri="{FF2B5EF4-FFF2-40B4-BE49-F238E27FC236}">
                  <a16:creationId xmlns:a16="http://schemas.microsoft.com/office/drawing/2014/main" id="{7FCE3C40-8B06-C90B-6503-170A30FFD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639"/>
              <a:ext cx="810" cy="433"/>
            </a:xfrm>
            <a:custGeom>
              <a:avLst/>
              <a:gdLst>
                <a:gd name="T0" fmla="*/ 0 w 810"/>
                <a:gd name="T1" fmla="*/ 91 h 433"/>
                <a:gd name="T2" fmla="*/ 192 w 810"/>
                <a:gd name="T3" fmla="*/ 31 h 433"/>
                <a:gd name="T4" fmla="*/ 330 w 810"/>
                <a:gd name="T5" fmla="*/ 1 h 433"/>
                <a:gd name="T6" fmla="*/ 522 w 810"/>
                <a:gd name="T7" fmla="*/ 25 h 433"/>
                <a:gd name="T8" fmla="*/ 678 w 810"/>
                <a:gd name="T9" fmla="*/ 139 h 433"/>
                <a:gd name="T10" fmla="*/ 768 w 810"/>
                <a:gd name="T11" fmla="*/ 277 h 433"/>
                <a:gd name="T12" fmla="*/ 810 w 810"/>
                <a:gd name="T13" fmla="*/ 433 h 4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10"/>
                <a:gd name="T22" fmla="*/ 0 h 433"/>
                <a:gd name="T23" fmla="*/ 810 w 810"/>
                <a:gd name="T24" fmla="*/ 433 h 4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10" h="433">
                  <a:moveTo>
                    <a:pt x="0" y="91"/>
                  </a:moveTo>
                  <a:cubicBezTo>
                    <a:pt x="32" y="82"/>
                    <a:pt x="137" y="46"/>
                    <a:pt x="192" y="31"/>
                  </a:cubicBezTo>
                  <a:cubicBezTo>
                    <a:pt x="247" y="16"/>
                    <a:pt x="275" y="2"/>
                    <a:pt x="330" y="1"/>
                  </a:cubicBezTo>
                  <a:cubicBezTo>
                    <a:pt x="385" y="0"/>
                    <a:pt x="464" y="2"/>
                    <a:pt x="522" y="25"/>
                  </a:cubicBezTo>
                  <a:cubicBezTo>
                    <a:pt x="580" y="48"/>
                    <a:pt x="637" y="97"/>
                    <a:pt x="678" y="139"/>
                  </a:cubicBezTo>
                  <a:cubicBezTo>
                    <a:pt x="719" y="181"/>
                    <a:pt x="746" y="228"/>
                    <a:pt x="768" y="277"/>
                  </a:cubicBezTo>
                  <a:cubicBezTo>
                    <a:pt x="790" y="326"/>
                    <a:pt x="801" y="401"/>
                    <a:pt x="810" y="433"/>
                  </a:cubicBezTo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Freeform 125">
              <a:extLst>
                <a:ext uri="{FF2B5EF4-FFF2-40B4-BE49-F238E27FC236}">
                  <a16:creationId xmlns:a16="http://schemas.microsoft.com/office/drawing/2014/main" id="{0127EBFE-A36F-60A9-33B0-150CAB0A9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3072"/>
              <a:ext cx="54" cy="444"/>
            </a:xfrm>
            <a:custGeom>
              <a:avLst/>
              <a:gdLst>
                <a:gd name="T0" fmla="*/ 54 w 54"/>
                <a:gd name="T1" fmla="*/ 0 h 444"/>
                <a:gd name="T2" fmla="*/ 30 w 54"/>
                <a:gd name="T3" fmla="*/ 126 h 444"/>
                <a:gd name="T4" fmla="*/ 6 w 54"/>
                <a:gd name="T5" fmla="*/ 312 h 444"/>
                <a:gd name="T6" fmla="*/ 0 w 54"/>
                <a:gd name="T7" fmla="*/ 444 h 4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444"/>
                <a:gd name="T14" fmla="*/ 54 w 54"/>
                <a:gd name="T15" fmla="*/ 444 h 4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444">
                  <a:moveTo>
                    <a:pt x="54" y="0"/>
                  </a:moveTo>
                  <a:cubicBezTo>
                    <a:pt x="50" y="21"/>
                    <a:pt x="38" y="74"/>
                    <a:pt x="30" y="126"/>
                  </a:cubicBezTo>
                  <a:cubicBezTo>
                    <a:pt x="22" y="178"/>
                    <a:pt x="11" y="259"/>
                    <a:pt x="6" y="312"/>
                  </a:cubicBezTo>
                  <a:cubicBezTo>
                    <a:pt x="1" y="365"/>
                    <a:pt x="1" y="417"/>
                    <a:pt x="0" y="444"/>
                  </a:cubicBezTo>
                </a:path>
              </a:pathLst>
            </a:custGeom>
            <a:noFill/>
            <a:ln w="3810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Oval 126">
              <a:extLst>
                <a:ext uri="{FF2B5EF4-FFF2-40B4-BE49-F238E27FC236}">
                  <a16:creationId xmlns:a16="http://schemas.microsoft.com/office/drawing/2014/main" id="{7A599D40-E1C7-7FE4-6E24-7F0322C16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2585"/>
              <a:ext cx="100" cy="100"/>
            </a:xfrm>
            <a:prstGeom prst="ellipse">
              <a:avLst/>
            </a:prstGeom>
            <a:gradFill rotWithShape="0">
              <a:gsLst>
                <a:gs pos="0">
                  <a:srgbClr val="FFFF66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Oval 127">
              <a:extLst>
                <a:ext uri="{FF2B5EF4-FFF2-40B4-BE49-F238E27FC236}">
                  <a16:creationId xmlns:a16="http://schemas.microsoft.com/office/drawing/2014/main" id="{E254CC2B-908B-CAA7-A801-0EAD66F53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987"/>
              <a:ext cx="100" cy="100"/>
            </a:xfrm>
            <a:prstGeom prst="ellipse">
              <a:avLst/>
            </a:prstGeom>
            <a:gradFill rotWithShape="0">
              <a:gsLst>
                <a:gs pos="0">
                  <a:srgbClr val="6699FF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8" name="Group 128">
            <a:extLst>
              <a:ext uri="{FF2B5EF4-FFF2-40B4-BE49-F238E27FC236}">
                <a16:creationId xmlns:a16="http://schemas.microsoft.com/office/drawing/2014/main" id="{83A2DE87-4A9D-5AEB-64EE-093D9095CF4B}"/>
              </a:ext>
            </a:extLst>
          </p:cNvPr>
          <p:cNvGrpSpPr>
            <a:grpSpLocks/>
          </p:cNvGrpSpPr>
          <p:nvPr/>
        </p:nvGrpSpPr>
        <p:grpSpPr bwMode="auto">
          <a:xfrm>
            <a:off x="6850934" y="3608472"/>
            <a:ext cx="4119563" cy="2609851"/>
            <a:chOff x="2540" y="2554"/>
            <a:chExt cx="2595" cy="16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19" name="Freeform 129">
              <a:extLst>
                <a:ext uri="{FF2B5EF4-FFF2-40B4-BE49-F238E27FC236}">
                  <a16:creationId xmlns:a16="http://schemas.microsoft.com/office/drawing/2014/main" id="{AF5F4DEA-68B8-2DC1-891F-37498829A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2554"/>
              <a:ext cx="345" cy="1167"/>
            </a:xfrm>
            <a:custGeom>
              <a:avLst/>
              <a:gdLst>
                <a:gd name="T0" fmla="*/ 0 w 411"/>
                <a:gd name="T1" fmla="*/ 2515 h 1111"/>
                <a:gd name="T2" fmla="*/ 20 w 411"/>
                <a:gd name="T3" fmla="*/ 0 h 1111"/>
                <a:gd name="T4" fmla="*/ 7 w 411"/>
                <a:gd name="T5" fmla="*/ 2563 h 1111"/>
                <a:gd name="T6" fmla="*/ 0 w 411"/>
                <a:gd name="T7" fmla="*/ 2515 h 1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1"/>
                <a:gd name="T13" fmla="*/ 0 h 1111"/>
                <a:gd name="T14" fmla="*/ 411 w 411"/>
                <a:gd name="T15" fmla="*/ 1111 h 1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1" h="1111">
                  <a:moveTo>
                    <a:pt x="0" y="1089"/>
                  </a:moveTo>
                  <a:lnTo>
                    <a:pt x="411" y="0"/>
                  </a:lnTo>
                  <a:lnTo>
                    <a:pt x="133" y="1111"/>
                  </a:lnTo>
                  <a:lnTo>
                    <a:pt x="0" y="1089"/>
                  </a:lnTo>
                  <a:close/>
                </a:path>
              </a:pathLst>
            </a:cu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Text Box 130">
              <a:extLst>
                <a:ext uri="{FF2B5EF4-FFF2-40B4-BE49-F238E27FC236}">
                  <a16:creationId xmlns:a16="http://schemas.microsoft.com/office/drawing/2014/main" id="{49313CA5-F305-4E73-57C7-F539AFDD3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3675"/>
              <a:ext cx="2595" cy="523"/>
            </a:xfrm>
            <a:prstGeom prst="rect">
              <a:avLst/>
            </a:pr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大圆柱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V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面外形轮廓线终止点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外形轮廓线与曲线的切点</a:t>
              </a:r>
            </a:p>
          </p:txBody>
        </p:sp>
      </p:grpSp>
      <p:grpSp>
        <p:nvGrpSpPr>
          <p:cNvPr id="121" name="Group 132">
            <a:extLst>
              <a:ext uri="{FF2B5EF4-FFF2-40B4-BE49-F238E27FC236}">
                <a16:creationId xmlns:a16="http://schemas.microsoft.com/office/drawing/2014/main" id="{DE19698C-D934-A4DF-BC35-77A066D1BD14}"/>
              </a:ext>
            </a:extLst>
          </p:cNvPr>
          <p:cNvGrpSpPr>
            <a:grpSpLocks/>
          </p:cNvGrpSpPr>
          <p:nvPr/>
        </p:nvGrpSpPr>
        <p:grpSpPr bwMode="auto">
          <a:xfrm>
            <a:off x="6225162" y="4194091"/>
            <a:ext cx="5599112" cy="2060576"/>
            <a:chOff x="2103" y="2916"/>
            <a:chExt cx="3527" cy="129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22" name="Freeform 133" descr="信纸">
              <a:extLst>
                <a:ext uri="{FF2B5EF4-FFF2-40B4-BE49-F238E27FC236}">
                  <a16:creationId xmlns:a16="http://schemas.microsoft.com/office/drawing/2014/main" id="{73B07D94-97F0-F1FD-62CD-AE98CC42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2916"/>
              <a:ext cx="600" cy="789"/>
            </a:xfrm>
            <a:custGeom>
              <a:avLst/>
              <a:gdLst>
                <a:gd name="T0" fmla="*/ 0 w 411"/>
                <a:gd name="T1" fmla="*/ 3 h 1111"/>
                <a:gd name="T2" fmla="*/ 255428 w 411"/>
                <a:gd name="T3" fmla="*/ 0 h 1111"/>
                <a:gd name="T4" fmla="*/ 82499 w 411"/>
                <a:gd name="T5" fmla="*/ 3 h 1111"/>
                <a:gd name="T6" fmla="*/ 0 w 411"/>
                <a:gd name="T7" fmla="*/ 3 h 1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1"/>
                <a:gd name="T13" fmla="*/ 0 h 1111"/>
                <a:gd name="T14" fmla="*/ 411 w 411"/>
                <a:gd name="T15" fmla="*/ 1111 h 1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1" h="1111">
                  <a:moveTo>
                    <a:pt x="0" y="1089"/>
                  </a:moveTo>
                  <a:lnTo>
                    <a:pt x="411" y="0"/>
                  </a:lnTo>
                  <a:lnTo>
                    <a:pt x="133" y="1111"/>
                  </a:lnTo>
                  <a:lnTo>
                    <a:pt x="0" y="1089"/>
                  </a:lnTo>
                  <a:close/>
                </a:path>
              </a:pathLst>
            </a:cu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Text Box 134" descr="信纸">
              <a:extLst>
                <a:ext uri="{FF2B5EF4-FFF2-40B4-BE49-F238E27FC236}">
                  <a16:creationId xmlns:a16="http://schemas.microsoft.com/office/drawing/2014/main" id="{F0769C33-949B-BBD7-650B-54E5B9D36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" y="3691"/>
              <a:ext cx="3527" cy="523"/>
            </a:xfrm>
            <a:prstGeom prst="rect">
              <a:avLst/>
            </a:pr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小圆柱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面外形轮廓线终止点，外形轮廓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线与曲线的切点，曲线投影虚实分界点</a:t>
              </a:r>
            </a:p>
          </p:txBody>
        </p:sp>
      </p:grpSp>
      <p:sp>
        <p:nvSpPr>
          <p:cNvPr id="124" name="Arc 119">
            <a:extLst>
              <a:ext uri="{FF2B5EF4-FFF2-40B4-BE49-F238E27FC236}">
                <a16:creationId xmlns:a16="http://schemas.microsoft.com/office/drawing/2014/main" id="{AAB31AD2-B877-9520-08E7-D67CFD9094EC}"/>
              </a:ext>
            </a:extLst>
          </p:cNvPr>
          <p:cNvSpPr>
            <a:spLocks/>
          </p:cNvSpPr>
          <p:nvPr/>
        </p:nvSpPr>
        <p:spPr bwMode="auto">
          <a:xfrm flipV="1">
            <a:off x="7779622" y="349334"/>
            <a:ext cx="609600" cy="609600"/>
          </a:xfrm>
          <a:prstGeom prst="ellips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561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00"/>
                            </p:stCondLst>
                            <p:childTnLst>
                              <p:par>
                                <p:cTn id="3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3" grpId="0"/>
      <p:bldP spid="34" grpId="0" animBg="1"/>
      <p:bldP spid="35" grpId="0"/>
      <p:bldP spid="36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/>
      <p:bldP spid="109" grpId="0"/>
      <p:bldP spid="1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35184-71D1-5516-7995-02CF34D2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D821F79-84A8-C088-8DE4-26E63D16D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3EBCF64-266E-FC03-818C-168FC8D4CC4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2" name="Text Box 21" descr="信纸">
            <a:extLst>
              <a:ext uri="{FF2B5EF4-FFF2-40B4-BE49-F238E27FC236}">
                <a16:creationId xmlns:a16="http://schemas.microsoft.com/office/drawing/2014/main" id="{EF7F41DE-F342-F632-59C0-4686A03BF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62" y="1161299"/>
            <a:ext cx="244169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辅助平面法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DCD18FE2-092C-22D0-8EDA-CD9F23F9C1BC}"/>
              </a:ext>
            </a:extLst>
          </p:cNvPr>
          <p:cNvGrpSpPr>
            <a:grpSpLocks/>
          </p:cNvGrpSpPr>
          <p:nvPr/>
        </p:nvGrpSpPr>
        <p:grpSpPr bwMode="auto">
          <a:xfrm>
            <a:off x="1546475" y="3414131"/>
            <a:ext cx="1725613" cy="2128837"/>
            <a:chOff x="686" y="957"/>
            <a:chExt cx="1087" cy="1341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0C28AF9D-E202-9DCE-EB7B-D1F8760AFD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" y="957"/>
              <a:ext cx="1087" cy="1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BA1F1DC4-82C2-CC15-7C89-3A7D5ABB6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1672"/>
              <a:ext cx="6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en-US" altLang="zh-CN" sz="2000" b="1" i="1">
                  <a:solidFill>
                    <a:srgbClr val="000000"/>
                  </a:solidFill>
                  <a:latin typeface="ISOCPEUR" pitchFamily="34" charset="0"/>
                  <a:ea typeface="黑体" panose="02010609060101010101" pitchFamily="49" charset="-122"/>
                </a:rPr>
                <a:t>P</a:t>
              </a:r>
            </a:p>
          </p:txBody>
        </p:sp>
      </p:grpSp>
      <p:sp>
        <p:nvSpPr>
          <p:cNvPr id="6" name="Text Box 8">
            <a:extLst>
              <a:ext uri="{FF2B5EF4-FFF2-40B4-BE49-F238E27FC236}">
                <a16:creationId xmlns:a16="http://schemas.microsoft.com/office/drawing/2014/main" id="{99A4D511-D9A4-1D78-823A-4E5C3E898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12" y="1766078"/>
            <a:ext cx="43205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根据</a:t>
            </a:r>
            <a:r>
              <a:rPr kumimoji="0" lang="zh-CN" altLang="en-US" sz="24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三面共点</a:t>
            </a:r>
            <a:r>
              <a:rPr kumimoji="0" lang="zh-CN" altLang="en-US" sz="24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的原理，利用辅助平面求出两回转体表面上的若干共有点，从而画出相贯线的投影。    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9467AA06-F4AC-7EBF-E075-E9816838C182}"/>
              </a:ext>
            </a:extLst>
          </p:cNvPr>
          <p:cNvGrpSpPr>
            <a:grpSpLocks/>
          </p:cNvGrpSpPr>
          <p:nvPr/>
        </p:nvGrpSpPr>
        <p:grpSpPr bwMode="auto">
          <a:xfrm>
            <a:off x="2733925" y="3695118"/>
            <a:ext cx="1603375" cy="757238"/>
            <a:chOff x="1434" y="1134"/>
            <a:chExt cx="1010" cy="477"/>
          </a:xfrm>
        </p:grpSpPr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7E8EBDCE-743A-6034-422C-EF58BC007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4" y="1334"/>
              <a:ext cx="350" cy="277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CC404789-34EE-2C50-4432-773ECE5EE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" y="1134"/>
              <a:ext cx="69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kumimoji="0" lang="zh-CN" altLang="en-US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与圆锥面的交线</a:t>
              </a:r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0B543600-43C8-4211-D101-BA7147525454}"/>
              </a:ext>
            </a:extLst>
          </p:cNvPr>
          <p:cNvGrpSpPr>
            <a:grpSpLocks/>
          </p:cNvGrpSpPr>
          <p:nvPr/>
        </p:nvGrpSpPr>
        <p:grpSpPr bwMode="auto">
          <a:xfrm>
            <a:off x="2062413" y="4320593"/>
            <a:ext cx="723900" cy="441325"/>
            <a:chOff x="1011" y="1528"/>
            <a:chExt cx="456" cy="278"/>
          </a:xfrm>
        </p:grpSpPr>
        <p:sp>
          <p:nvSpPr>
            <p:cNvPr id="11" name="Oval 15">
              <a:extLst>
                <a:ext uri="{FF2B5EF4-FFF2-40B4-BE49-F238E27FC236}">
                  <a16:creationId xmlns:a16="http://schemas.microsoft.com/office/drawing/2014/main" id="{93CFEB6F-3C5B-99FD-ECA8-1A12E825F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" y="1770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16">
              <a:extLst>
                <a:ext uri="{FF2B5EF4-FFF2-40B4-BE49-F238E27FC236}">
                  <a16:creationId xmlns:a16="http://schemas.microsoft.com/office/drawing/2014/main" id="{63B95BC5-167C-E5D9-5DFB-512FF8AD2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1671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17">
              <a:extLst>
                <a:ext uri="{FF2B5EF4-FFF2-40B4-BE49-F238E27FC236}">
                  <a16:creationId xmlns:a16="http://schemas.microsoft.com/office/drawing/2014/main" id="{DDB8469A-6F24-A9BE-D421-4724B6C13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" y="1627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18">
              <a:extLst>
                <a:ext uri="{FF2B5EF4-FFF2-40B4-BE49-F238E27FC236}">
                  <a16:creationId xmlns:a16="http://schemas.microsoft.com/office/drawing/2014/main" id="{B2C98F5E-EF3D-0A39-8300-996843AAF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1528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19">
            <a:extLst>
              <a:ext uri="{FF2B5EF4-FFF2-40B4-BE49-F238E27FC236}">
                <a16:creationId xmlns:a16="http://schemas.microsoft.com/office/drawing/2014/main" id="{3EC6AC42-9EEB-AE5B-1B30-F716233A9293}"/>
              </a:ext>
            </a:extLst>
          </p:cNvPr>
          <p:cNvGrpSpPr>
            <a:grpSpLocks/>
          </p:cNvGrpSpPr>
          <p:nvPr/>
        </p:nvGrpSpPr>
        <p:grpSpPr bwMode="auto">
          <a:xfrm>
            <a:off x="668588" y="4139618"/>
            <a:ext cx="1214437" cy="581025"/>
            <a:chOff x="137" y="1414"/>
            <a:chExt cx="765" cy="366"/>
          </a:xfrm>
        </p:grpSpPr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0EBD5C3A-3AFD-84D1-A70A-0DCB0A884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" y="1414"/>
              <a:ext cx="76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kumimoji="0" lang="zh-CN" altLang="en-US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与圆柱面的交线</a:t>
              </a:r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6690DD88-3318-512C-ABA5-5BFB8A55C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1638"/>
              <a:ext cx="174" cy="10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22">
            <a:extLst>
              <a:ext uri="{FF2B5EF4-FFF2-40B4-BE49-F238E27FC236}">
                <a16:creationId xmlns:a16="http://schemas.microsoft.com/office/drawing/2014/main" id="{7F3020D2-7C6D-10E4-4252-921A2297C463}"/>
              </a:ext>
            </a:extLst>
          </p:cNvPr>
          <p:cNvGrpSpPr>
            <a:grpSpLocks/>
          </p:cNvGrpSpPr>
          <p:nvPr/>
        </p:nvGrpSpPr>
        <p:grpSpPr bwMode="auto">
          <a:xfrm>
            <a:off x="2803775" y="4587293"/>
            <a:ext cx="1804988" cy="588963"/>
            <a:chOff x="1478" y="1696"/>
            <a:chExt cx="1137" cy="371"/>
          </a:xfrm>
        </p:grpSpPr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C19507D9-CFA8-8D2C-331A-B70FFEF0C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2" y="1701"/>
              <a:ext cx="94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圆柱面与圆锥面交线上的点</a:t>
              </a:r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1E5F9162-51C3-4651-95E2-8B455A694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1696"/>
              <a:ext cx="214" cy="16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25">
            <a:extLst>
              <a:ext uri="{FF2B5EF4-FFF2-40B4-BE49-F238E27FC236}">
                <a16:creationId xmlns:a16="http://schemas.microsoft.com/office/drawing/2014/main" id="{335415E7-8E53-E366-1F45-DA3C7B09608C}"/>
              </a:ext>
            </a:extLst>
          </p:cNvPr>
          <p:cNvGrpSpPr>
            <a:grpSpLocks/>
          </p:cNvGrpSpPr>
          <p:nvPr/>
        </p:nvGrpSpPr>
        <p:grpSpPr bwMode="auto">
          <a:xfrm>
            <a:off x="973388" y="4814306"/>
            <a:ext cx="1765300" cy="911225"/>
            <a:chOff x="325" y="1839"/>
            <a:chExt cx="1112" cy="574"/>
          </a:xfrm>
        </p:grpSpPr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10AF8720-497B-F1EF-BF3A-120B22415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" y="2201"/>
              <a:ext cx="11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辅助平面</a:t>
              </a: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F6F4A961-7E69-5701-3764-6B895DF97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" y="1839"/>
              <a:ext cx="312" cy="39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" name="Text Box 32">
            <a:extLst>
              <a:ext uri="{FF2B5EF4-FFF2-40B4-BE49-F238E27FC236}">
                <a16:creationId xmlns:a16="http://schemas.microsoft.com/office/drawing/2014/main" id="{17A57313-86D2-6B76-E247-4BE0BBAB5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1476570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求交点的基本步骤：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91D9257B-2D99-A3F2-8698-F476B3D05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1973458"/>
            <a:ext cx="5149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作辅助平面与相贯的两立体相交</a:t>
            </a:r>
          </a:p>
        </p:txBody>
      </p:sp>
      <p:sp>
        <p:nvSpPr>
          <p:cNvPr id="27" name="Text Box 34">
            <a:extLst>
              <a:ext uri="{FF2B5EF4-FFF2-40B4-BE49-F238E27FC236}">
                <a16:creationId xmlns:a16="http://schemas.microsoft.com/office/drawing/2014/main" id="{E1528EC8-802B-CAFE-61AB-058C86F96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2971351"/>
            <a:ext cx="54553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求出交线的交点（即相贯线上的点）</a:t>
            </a:r>
          </a:p>
        </p:txBody>
      </p:sp>
      <p:sp>
        <p:nvSpPr>
          <p:cNvPr id="28" name="Text Box 35">
            <a:extLst>
              <a:ext uri="{FF2B5EF4-FFF2-40B4-BE49-F238E27FC236}">
                <a16:creationId xmlns:a16="http://schemas.microsoft.com/office/drawing/2014/main" id="{DEE65D57-D974-6309-AA6D-E42A768B1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2468758"/>
            <a:ext cx="6948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分别求出辅助平面与相贯的两立体表面的交线</a:t>
            </a:r>
          </a:p>
        </p:txBody>
      </p:sp>
      <p:sp>
        <p:nvSpPr>
          <p:cNvPr id="29" name="Text Box 36">
            <a:extLst>
              <a:ext uri="{FF2B5EF4-FFF2-40B4-BE49-F238E27FC236}">
                <a16:creationId xmlns:a16="http://schemas.microsoft.com/office/drawing/2014/main" id="{1D2174DE-02B6-60CF-7BF6-8D346567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3770891"/>
            <a:ext cx="3563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辅助平面的选择原则：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58D6C85C-8036-A51C-4D3A-88E87B0EB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2001" y="4305144"/>
            <a:ext cx="67553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使辅助平面与两回转体表面的交线的投影简单易画，如直线或圆。</a:t>
            </a:r>
          </a:p>
        </p:txBody>
      </p:sp>
    </p:spTree>
    <p:extLst>
      <p:ext uri="{BB962C8B-B14F-4D97-AF65-F5344CB8AC3E}">
        <p14:creationId xmlns:p14="http://schemas.microsoft.com/office/powerpoint/2010/main" val="73572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240E-F4A1-B81E-F55F-229715E6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A3D2C22-AAE8-0987-206E-4F12E64A4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C1E37FB-7E64-622B-2F41-21728226FB3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CAB1D7D-FAE4-5F62-F832-7E4D09CB600A}"/>
              </a:ext>
            </a:extLst>
          </p:cNvPr>
          <p:cNvGrpSpPr>
            <a:grpSpLocks/>
          </p:cNvGrpSpPr>
          <p:nvPr/>
        </p:nvGrpSpPr>
        <p:grpSpPr bwMode="auto">
          <a:xfrm>
            <a:off x="6571037" y="1102518"/>
            <a:ext cx="4316413" cy="4652963"/>
            <a:chOff x="2312" y="62"/>
            <a:chExt cx="2719" cy="2931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6EF70EAB-7287-9E0C-F210-F86572C6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" y="98"/>
              <a:ext cx="864" cy="104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FB5B58A8-186E-5C43-0224-BB63F507E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00"/>
              <a:ext cx="864" cy="104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D3C40D8-E179-90F6-192A-BC373C7F2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850"/>
              <a:ext cx="1447" cy="9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FB022154-184B-E171-6582-0CB83C4F3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850"/>
              <a:ext cx="935" cy="935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822AAC76-C20A-F81E-5161-A999D3911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040"/>
              <a:ext cx="1447" cy="9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CBFF558-7E64-DFE6-F418-7CFDB77FF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" y="75"/>
              <a:ext cx="439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A6F876F-6F46-48CA-1D2D-F919EE762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62"/>
              <a:ext cx="476" cy="4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630E532C-CA72-2B96-3276-0ADF95315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" y="537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CC8C33C7-FA2C-012E-3943-41FF1F6BE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847"/>
              <a:ext cx="583" cy="0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4E2FAF1C-73AB-A99D-CB3F-41B031467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2303"/>
              <a:ext cx="391" cy="391"/>
            </a:xfrm>
            <a:prstGeom prst="ellipse">
              <a:avLst/>
            </a:prstGeom>
            <a:solidFill>
              <a:srgbClr val="FFFFFF">
                <a:alpha val="50195"/>
              </a:srgbClr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9">
              <a:extLst>
                <a:ext uri="{FF2B5EF4-FFF2-40B4-BE49-F238E27FC236}">
                  <a16:creationId xmlns:a16="http://schemas.microsoft.com/office/drawing/2014/main" id="{97BBA1D0-6205-AB44-863D-6B0794BB4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0" y="537"/>
              <a:ext cx="3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9F2897E3-B0C2-B6CD-8C28-D7C122B615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2" t="33437" r="25642" b="21490"/>
          <a:stretch/>
        </p:blipFill>
        <p:spPr>
          <a:xfrm>
            <a:off x="6468430" y="3071831"/>
            <a:ext cx="2500312" cy="1524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A706849-9E3A-21AE-9E67-FFEE5B68F1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6" t="40293" r="37056" b="29956"/>
          <a:stretch/>
        </p:blipFill>
        <p:spPr>
          <a:xfrm rot="5400000">
            <a:off x="6592372" y="2809197"/>
            <a:ext cx="2242325" cy="1005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7023ECD-8296-1B4D-EB0F-C6648D9E66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33668" r="45259" b="17265"/>
          <a:stretch/>
        </p:blipFill>
        <p:spPr>
          <a:xfrm>
            <a:off x="9307945" y="3072615"/>
            <a:ext cx="1661047" cy="16590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228D46C-C63A-ECB3-712C-C88C2FD8E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3" t="30604" r="37056" b="13695"/>
          <a:stretch/>
        </p:blipFill>
        <p:spPr>
          <a:xfrm rot="5400000">
            <a:off x="9020452" y="2767707"/>
            <a:ext cx="2237563" cy="18833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83F02C0-12D1-7AA2-3FC0-B58BD67C3F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3" t="33437" r="25871" b="21490"/>
          <a:stretch/>
        </p:blipFill>
        <p:spPr>
          <a:xfrm>
            <a:off x="6468430" y="4895055"/>
            <a:ext cx="2500312" cy="1524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566E402-4A75-F380-D61C-E8E574C771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1" t="40293" r="42923" b="21676"/>
          <a:stretch/>
        </p:blipFill>
        <p:spPr>
          <a:xfrm rot="5400000">
            <a:off x="7116131" y="4924443"/>
            <a:ext cx="1195388" cy="128588"/>
          </a:xfrm>
          <a:prstGeom prst="rect">
            <a:avLst/>
          </a:prstGeom>
        </p:spPr>
      </p:pic>
      <p:sp>
        <p:nvSpPr>
          <p:cNvPr id="21" name="Text Box 20">
            <a:extLst>
              <a:ext uri="{FF2B5EF4-FFF2-40B4-BE49-F238E27FC236}">
                <a16:creationId xmlns:a16="http://schemas.microsoft.com/office/drawing/2014/main" id="{AD1D37AF-579B-E852-4848-C55E6502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66" y="2193800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空间分析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949C1855-CFB9-E770-2EF1-CE76BB708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05" y="1210533"/>
            <a:ext cx="59298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已知左视图，完成主、俯视图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FB00A7D-67DD-9B60-0C22-C7A0C67D0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220633"/>
              </p:ext>
            </p:extLst>
          </p:nvPr>
        </p:nvGraphicFramePr>
        <p:xfrm>
          <a:off x="9538074" y="4121943"/>
          <a:ext cx="2147888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2392726" imgH="2392726" progId="Paint.Picture">
                  <p:embed/>
                </p:oleObj>
              </mc:Choice>
              <mc:Fallback>
                <p:oleObj name="BMP 图象" r:id="rId4" imgW="2392726" imgH="2392726" progId="Paint.Picture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FB00A7D-67DD-9B60-0C22-C7A0C67D07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8074" y="4121943"/>
                        <a:ext cx="2147888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3">
            <a:extLst>
              <a:ext uri="{FF2B5EF4-FFF2-40B4-BE49-F238E27FC236}">
                <a16:creationId xmlns:a16="http://schemas.microsoft.com/office/drawing/2014/main" id="{73F235D7-3953-D97C-3F00-3E9F4D16D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66" y="2792834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投影分析</a:t>
            </a:r>
            <a:endParaRPr lang="zh-CN" altLang="en-US" sz="28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3C9E3673-5D18-EDF9-D2A2-FD74C0ECAF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29912" y="2709068"/>
            <a:ext cx="306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15BBEA6A-1553-6F79-8188-5492B7C71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975" y="2350293"/>
            <a:ext cx="0" cy="264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1F16E6CB-F70A-97D6-9CF1-DD548E3FA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9812" y="2412206"/>
            <a:ext cx="0" cy="2556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66A4B1A3-4AFC-1413-59CF-E7C8F8BBD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0" y="4392402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中间点</a:t>
            </a: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BBC6BEEF-F6B0-9A29-B425-2E7D68A84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9275" y="2496343"/>
            <a:ext cx="491807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BAB3B680-CC85-47D8-058B-D50340F38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637" y="2047081"/>
            <a:ext cx="630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W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A3EFC43D-8454-7568-4FD9-85DB1F95A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0087" y="5426868"/>
            <a:ext cx="229552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15B2A3C-C6CA-D732-604F-02B7B7F56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4212" y="4585493"/>
            <a:ext cx="229552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9D5BC66E-93AD-B104-7C80-287480E67BCC}"/>
              </a:ext>
            </a:extLst>
          </p:cNvPr>
          <p:cNvSpPr>
            <a:spLocks/>
          </p:cNvSpPr>
          <p:nvPr/>
        </p:nvSpPr>
        <p:spPr bwMode="auto">
          <a:xfrm flipH="1" flipV="1">
            <a:off x="7177462" y="4452992"/>
            <a:ext cx="1082675" cy="1038225"/>
          </a:xfrm>
          <a:prstGeom prst="ellips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CAE77B42-29AC-5C8A-FBBD-63EF56F35F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3362" y="2467768"/>
            <a:ext cx="0" cy="295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49758858-26D2-A0B6-2EDC-975E627A8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5825" y="2447131"/>
            <a:ext cx="0" cy="295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E7C438DE-434E-148D-F67C-E24BD6FDB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0" y="4822429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光滑连接</a:t>
            </a:r>
            <a:endParaRPr lang="zh-CN" altLang="en-US" sz="2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rc 36">
            <a:extLst>
              <a:ext uri="{FF2B5EF4-FFF2-40B4-BE49-F238E27FC236}">
                <a16:creationId xmlns:a16="http://schemas.microsoft.com/office/drawing/2014/main" id="{FF3D0B57-8E45-CBB8-8B90-09F507A6B455}"/>
              </a:ext>
            </a:extLst>
          </p:cNvPr>
          <p:cNvSpPr>
            <a:spLocks/>
          </p:cNvSpPr>
          <p:nvPr/>
        </p:nvSpPr>
        <p:spPr bwMode="auto">
          <a:xfrm flipV="1">
            <a:off x="7228262" y="4404518"/>
            <a:ext cx="981075" cy="1182688"/>
          </a:xfrm>
          <a:prstGeom prst="ellips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Arc 37">
            <a:extLst>
              <a:ext uri="{FF2B5EF4-FFF2-40B4-BE49-F238E27FC236}">
                <a16:creationId xmlns:a16="http://schemas.microsoft.com/office/drawing/2014/main" id="{ED458014-888C-42F8-4F3C-CF7612BFD1BD}"/>
              </a:ext>
            </a:extLst>
          </p:cNvPr>
          <p:cNvSpPr>
            <a:spLocks/>
          </p:cNvSpPr>
          <p:nvPr/>
        </p:nvSpPr>
        <p:spPr bwMode="auto">
          <a:xfrm rot="10701584">
            <a:off x="7250487" y="1797843"/>
            <a:ext cx="911225" cy="895350"/>
          </a:xfrm>
          <a:custGeom>
            <a:avLst/>
            <a:gdLst>
              <a:gd name="T0" fmla="*/ 0 w 34448"/>
              <a:gd name="T1" fmla="*/ 2147483646 h 21600"/>
              <a:gd name="T2" fmla="*/ 2147483646 w 34448"/>
              <a:gd name="T3" fmla="*/ 2147483646 h 21600"/>
              <a:gd name="T4" fmla="*/ 2147483646 w 34448"/>
              <a:gd name="T5" fmla="*/ 2147483646 h 21600"/>
              <a:gd name="T6" fmla="*/ 0 60000 65536"/>
              <a:gd name="T7" fmla="*/ 0 60000 65536"/>
              <a:gd name="T8" fmla="*/ 0 60000 65536"/>
              <a:gd name="T9" fmla="*/ 0 w 34448"/>
              <a:gd name="T10" fmla="*/ 0 h 21600"/>
              <a:gd name="T11" fmla="*/ 34448 w 3444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48" h="21600" fill="none" extrusionOk="0">
                <a:moveTo>
                  <a:pt x="0" y="8604"/>
                </a:moveTo>
                <a:cubicBezTo>
                  <a:pt x="4081" y="3186"/>
                  <a:pt x="10470" y="-1"/>
                  <a:pt x="17253" y="0"/>
                </a:cubicBezTo>
                <a:cubicBezTo>
                  <a:pt x="24002" y="0"/>
                  <a:pt x="30363" y="3154"/>
                  <a:pt x="34447" y="8527"/>
                </a:cubicBezTo>
              </a:path>
              <a:path w="34448" h="21600" stroke="0" extrusionOk="0">
                <a:moveTo>
                  <a:pt x="0" y="8604"/>
                </a:moveTo>
                <a:cubicBezTo>
                  <a:pt x="4081" y="3186"/>
                  <a:pt x="10470" y="-1"/>
                  <a:pt x="17253" y="0"/>
                </a:cubicBezTo>
                <a:cubicBezTo>
                  <a:pt x="24002" y="0"/>
                  <a:pt x="30363" y="3154"/>
                  <a:pt x="34447" y="8527"/>
                </a:cubicBezTo>
                <a:lnTo>
                  <a:pt x="17253" y="21600"/>
                </a:lnTo>
                <a:lnTo>
                  <a:pt x="0" y="8604"/>
                </a:lnTo>
                <a:close/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3D103FEF-7E9E-ECD4-662A-BEE60426F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7595" y="2803947"/>
            <a:ext cx="223490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</a:t>
            </a:r>
            <a:r>
              <a:rPr kumimoji="1"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圆锥 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= 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</a:t>
            </a:r>
            <a:endParaRPr kumimoji="1"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962137BC-981B-6923-1264-45278F40C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5845" y="3446438"/>
            <a:ext cx="367347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直线 </a:t>
            </a:r>
            <a:r>
              <a:rPr kumimoji="1" lang="en-US" altLang="zh-CN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=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交线上的点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F72949CD-D791-3198-A6EE-9CD01E32D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66" y="3446437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作图</a:t>
            </a:r>
          </a:p>
        </p:txBody>
      </p:sp>
      <p:sp>
        <p:nvSpPr>
          <p:cNvPr id="43" name="Text Box 42">
            <a:extLst>
              <a:ext uri="{FF2B5EF4-FFF2-40B4-BE49-F238E27FC236}">
                <a16:creationId xmlns:a16="http://schemas.microsoft.com/office/drawing/2014/main" id="{F5B2EBCC-4EEC-813E-23D1-F31ECE2A8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0" y="3962375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特殊点</a:t>
            </a:r>
            <a:endParaRPr lang="zh-CN" altLang="en-US" sz="2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80FB7D5B-4CA3-AB52-8BB4-0FC479C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482" y="2193801"/>
            <a:ext cx="295305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</a:t>
            </a:r>
            <a:r>
              <a:rPr kumimoji="1"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圆柱面 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= 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直线</a:t>
            </a:r>
            <a:endParaRPr kumimoji="1"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9">
            <a:extLst>
              <a:ext uri="{FF2B5EF4-FFF2-40B4-BE49-F238E27FC236}">
                <a16:creationId xmlns:a16="http://schemas.microsoft.com/office/drawing/2014/main" id="{66AF8417-029C-D400-91D9-484BC7C70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92050" y="2494756"/>
            <a:ext cx="1112837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Arc 51">
            <a:extLst>
              <a:ext uri="{FF2B5EF4-FFF2-40B4-BE49-F238E27FC236}">
                <a16:creationId xmlns:a16="http://schemas.microsoft.com/office/drawing/2014/main" id="{375E02FE-799B-459B-0A15-33C13D5E1290}"/>
              </a:ext>
            </a:extLst>
          </p:cNvPr>
          <p:cNvSpPr>
            <a:spLocks/>
          </p:cNvSpPr>
          <p:nvPr/>
        </p:nvSpPr>
        <p:spPr bwMode="auto">
          <a:xfrm rot="14582062" flipV="1">
            <a:off x="9750006" y="2089149"/>
            <a:ext cx="727075" cy="1147763"/>
          </a:xfrm>
          <a:custGeom>
            <a:avLst/>
            <a:gdLst>
              <a:gd name="T0" fmla="*/ 0 w 21600"/>
              <a:gd name="T1" fmla="*/ 0 h 34087"/>
              <a:gd name="T2" fmla="*/ 2147483646 w 21600"/>
              <a:gd name="T3" fmla="*/ 2147483646 h 34087"/>
              <a:gd name="T4" fmla="*/ 0 w 21600"/>
              <a:gd name="T5" fmla="*/ 2147483646 h 34087"/>
              <a:gd name="T6" fmla="*/ 0 60000 65536"/>
              <a:gd name="T7" fmla="*/ 0 60000 65536"/>
              <a:gd name="T8" fmla="*/ 0 60000 65536"/>
              <a:gd name="T9" fmla="*/ 0 w 21600"/>
              <a:gd name="T10" fmla="*/ 0 h 34087"/>
              <a:gd name="T11" fmla="*/ 21600 w 21600"/>
              <a:gd name="T12" fmla="*/ 34087 h 340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087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</a:path>
              <a:path w="21600" h="34087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Oval 52">
            <a:extLst>
              <a:ext uri="{FF2B5EF4-FFF2-40B4-BE49-F238E27FC236}">
                <a16:creationId xmlns:a16="http://schemas.microsoft.com/office/drawing/2014/main" id="{1339A8B3-6033-C7D8-7239-C365723D9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3237" y="2661443"/>
            <a:ext cx="79375" cy="77788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Oval 53">
            <a:extLst>
              <a:ext uri="{FF2B5EF4-FFF2-40B4-BE49-F238E27FC236}">
                <a16:creationId xmlns:a16="http://schemas.microsoft.com/office/drawing/2014/main" id="{DA7B1208-F0F9-2A88-DCB4-CABFBAC6A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487" y="2437606"/>
            <a:ext cx="96838" cy="96837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Oval 54">
            <a:extLst>
              <a:ext uri="{FF2B5EF4-FFF2-40B4-BE49-F238E27FC236}">
                <a16:creationId xmlns:a16="http://schemas.microsoft.com/office/drawing/2014/main" id="{FAF623BC-1420-C341-820A-A4C881822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5100" y="2458243"/>
            <a:ext cx="87312" cy="87313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Oval 55">
            <a:extLst>
              <a:ext uri="{FF2B5EF4-FFF2-40B4-BE49-F238E27FC236}">
                <a16:creationId xmlns:a16="http://schemas.microsoft.com/office/drawing/2014/main" id="{651C8F4A-627C-08F0-47C4-F2C30E679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225" y="2294731"/>
            <a:ext cx="90487" cy="90487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Oval 56">
            <a:extLst>
              <a:ext uri="{FF2B5EF4-FFF2-40B4-BE49-F238E27FC236}">
                <a16:creationId xmlns:a16="http://schemas.microsoft.com/office/drawing/2014/main" id="{746897F9-85D4-2C6F-C591-E5A09AEEC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487" y="2294731"/>
            <a:ext cx="96838" cy="96837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Oval 57">
            <a:extLst>
              <a:ext uri="{FF2B5EF4-FFF2-40B4-BE49-F238E27FC236}">
                <a16:creationId xmlns:a16="http://schemas.microsoft.com/office/drawing/2014/main" id="{D52AAF6C-CCEF-FC79-CE9D-F054AC2B7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462" y="4356889"/>
            <a:ext cx="73025" cy="730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Oval 58">
            <a:extLst>
              <a:ext uri="{FF2B5EF4-FFF2-40B4-BE49-F238E27FC236}">
                <a16:creationId xmlns:a16="http://schemas.microsoft.com/office/drawing/2014/main" id="{D94FF510-2825-74CE-FDB6-CB60E2911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8637" y="5541168"/>
            <a:ext cx="79375" cy="7937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Oval 59">
            <a:extLst>
              <a:ext uri="{FF2B5EF4-FFF2-40B4-BE49-F238E27FC236}">
                <a16:creationId xmlns:a16="http://schemas.microsoft.com/office/drawing/2014/main" id="{7B4EC502-DFED-ECD6-085A-BCD215AA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62" y="4918868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Oval 60">
            <a:extLst>
              <a:ext uri="{FF2B5EF4-FFF2-40B4-BE49-F238E27FC236}">
                <a16:creationId xmlns:a16="http://schemas.microsoft.com/office/drawing/2014/main" id="{E5AD55C4-7FAD-E227-578F-4CA897D35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837" y="4918868"/>
            <a:ext cx="87313" cy="873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Oval 61">
            <a:extLst>
              <a:ext uri="{FF2B5EF4-FFF2-40B4-BE49-F238E27FC236}">
                <a16:creationId xmlns:a16="http://schemas.microsoft.com/office/drawing/2014/main" id="{08C94111-15E0-0836-0A83-B527BD46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570" y="4552156"/>
            <a:ext cx="87312" cy="87312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Oval 62">
            <a:extLst>
              <a:ext uri="{FF2B5EF4-FFF2-40B4-BE49-F238E27FC236}">
                <a16:creationId xmlns:a16="http://schemas.microsoft.com/office/drawing/2014/main" id="{4744694E-2AA0-737D-49F8-EC361DABD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975" y="5366538"/>
            <a:ext cx="96837" cy="96838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Oval 63">
            <a:extLst>
              <a:ext uri="{FF2B5EF4-FFF2-40B4-BE49-F238E27FC236}">
                <a16:creationId xmlns:a16="http://schemas.microsoft.com/office/drawing/2014/main" id="{8B4CE168-C6C4-B02A-0983-7DA566CD7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550" y="5371305"/>
            <a:ext cx="87312" cy="87312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Oval 64">
            <a:extLst>
              <a:ext uri="{FF2B5EF4-FFF2-40B4-BE49-F238E27FC236}">
                <a16:creationId xmlns:a16="http://schemas.microsoft.com/office/drawing/2014/main" id="{E09902A5-D285-65BD-C5D8-C59E6A1EB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603" y="4545806"/>
            <a:ext cx="87312" cy="87312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Oval 65">
            <a:extLst>
              <a:ext uri="{FF2B5EF4-FFF2-40B4-BE49-F238E27FC236}">
                <a16:creationId xmlns:a16="http://schemas.microsoft.com/office/drawing/2014/main" id="{3379B9C5-8FBF-0458-5169-B513287E8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2987" y="2674143"/>
            <a:ext cx="82550" cy="825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Oval 66">
            <a:extLst>
              <a:ext uri="{FF2B5EF4-FFF2-40B4-BE49-F238E27FC236}">
                <a16:creationId xmlns:a16="http://schemas.microsoft.com/office/drawing/2014/main" id="{0B7A8E16-39D6-24DE-4820-D6F5D7998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287" y="2672556"/>
            <a:ext cx="82550" cy="7937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Oval 67">
            <a:extLst>
              <a:ext uri="{FF2B5EF4-FFF2-40B4-BE49-F238E27FC236}">
                <a16:creationId xmlns:a16="http://schemas.microsoft.com/office/drawing/2014/main" id="{D52733DE-F8E6-BECD-907F-2434AFA48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9312" y="2442368"/>
            <a:ext cx="96838" cy="96838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Oval 68">
            <a:extLst>
              <a:ext uri="{FF2B5EF4-FFF2-40B4-BE49-F238E27FC236}">
                <a16:creationId xmlns:a16="http://schemas.microsoft.com/office/drawing/2014/main" id="{29A23D9E-4167-D4EA-B871-592F4E0F1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402" y="2294730"/>
            <a:ext cx="79375" cy="7937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Line 70">
            <a:extLst>
              <a:ext uri="{FF2B5EF4-FFF2-40B4-BE49-F238E27FC236}">
                <a16:creationId xmlns:a16="http://schemas.microsoft.com/office/drawing/2014/main" id="{290E9DB6-FF8A-CD00-E22D-5B2370ED2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5762" y="4775993"/>
            <a:ext cx="133350" cy="66675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Line 71">
            <a:extLst>
              <a:ext uri="{FF2B5EF4-FFF2-40B4-BE49-F238E27FC236}">
                <a16:creationId xmlns:a16="http://schemas.microsoft.com/office/drawing/2014/main" id="{269F16E0-8B83-4DB1-6756-98BD70F6D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5762" y="5156993"/>
            <a:ext cx="133350" cy="66675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Line 72">
            <a:extLst>
              <a:ext uri="{FF2B5EF4-FFF2-40B4-BE49-F238E27FC236}">
                <a16:creationId xmlns:a16="http://schemas.microsoft.com/office/drawing/2014/main" id="{68816FF7-5992-CBF7-F76A-895B03E45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11187" y="2432843"/>
            <a:ext cx="38100" cy="133350"/>
          </a:xfrm>
          <a:prstGeom prst="line">
            <a:avLst/>
          </a:prstGeom>
          <a:noFill/>
          <a:ln w="317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Line 73">
            <a:extLst>
              <a:ext uri="{FF2B5EF4-FFF2-40B4-BE49-F238E27FC236}">
                <a16:creationId xmlns:a16="http://schemas.microsoft.com/office/drawing/2014/main" id="{36D5C1EA-2675-7075-07D6-8C10F5BED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1137" y="2432843"/>
            <a:ext cx="38100" cy="133350"/>
          </a:xfrm>
          <a:prstGeom prst="line">
            <a:avLst/>
          </a:prstGeom>
          <a:noFill/>
          <a:ln w="317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90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5" grpId="0" animBg="1"/>
      <p:bldP spid="26" grpId="0" animBg="1"/>
      <p:bldP spid="27" grpId="0" animBg="1"/>
      <p:bldP spid="28" grpId="0"/>
      <p:bldP spid="29" grpId="0" animBg="1"/>
      <p:bldP spid="30" grpId="0" autoUpdateAnimBg="0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7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5142-FEEE-A635-5F56-EB2BB3AC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7D09FC-EE40-3048-E175-87473332F5F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939005" y="2727903"/>
            <a:ext cx="431400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多形体相交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8C12BD-1A25-E74D-E30C-68F3DE8979FD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29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B0FB7-F883-82C8-AFDB-0F343D10F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E79C39C2-C84A-B10E-27BC-A1AEEF4E7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2BCCCE6-45E8-0CC0-7048-F89E952D69A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grpSp>
        <p:nvGrpSpPr>
          <p:cNvPr id="2" name="Group 81">
            <a:extLst>
              <a:ext uri="{FF2B5EF4-FFF2-40B4-BE49-F238E27FC236}">
                <a16:creationId xmlns:a16="http://schemas.microsoft.com/office/drawing/2014/main" id="{F73F0742-5902-B21C-43A7-09D03976D781}"/>
              </a:ext>
            </a:extLst>
          </p:cNvPr>
          <p:cNvGrpSpPr>
            <a:grpSpLocks/>
          </p:cNvGrpSpPr>
          <p:nvPr/>
        </p:nvGrpSpPr>
        <p:grpSpPr bwMode="auto">
          <a:xfrm>
            <a:off x="8300795" y="1772816"/>
            <a:ext cx="3248020" cy="3156493"/>
            <a:chOff x="4181" y="1888"/>
            <a:chExt cx="1384" cy="1345"/>
          </a:xfrm>
        </p:grpSpPr>
        <p:sp>
          <p:nvSpPr>
            <p:cNvPr id="3" name="Freeform 82">
              <a:extLst>
                <a:ext uri="{FF2B5EF4-FFF2-40B4-BE49-F238E27FC236}">
                  <a16:creationId xmlns:a16="http://schemas.microsoft.com/office/drawing/2014/main" id="{D6C4EDB9-FC36-C5D0-F662-32F99C9B2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2026"/>
              <a:ext cx="555" cy="498"/>
            </a:xfrm>
            <a:custGeom>
              <a:avLst/>
              <a:gdLst>
                <a:gd name="T0" fmla="*/ 0 w 1209"/>
                <a:gd name="T1" fmla="*/ 0 h 1085"/>
                <a:gd name="T2" fmla="*/ 0 w 1209"/>
                <a:gd name="T3" fmla="*/ 0 h 1085"/>
                <a:gd name="T4" fmla="*/ 0 w 1209"/>
                <a:gd name="T5" fmla="*/ 0 h 1085"/>
                <a:gd name="T6" fmla="*/ 0 w 1209"/>
                <a:gd name="T7" fmla="*/ 0 h 1085"/>
                <a:gd name="T8" fmla="*/ 0 w 1209"/>
                <a:gd name="T9" fmla="*/ 0 h 1085"/>
                <a:gd name="T10" fmla="*/ 0 w 1209"/>
                <a:gd name="T11" fmla="*/ 0 h 1085"/>
                <a:gd name="T12" fmla="*/ 0 w 1209"/>
                <a:gd name="T13" fmla="*/ 0 h 1085"/>
                <a:gd name="T14" fmla="*/ 0 w 1209"/>
                <a:gd name="T15" fmla="*/ 0 h 1085"/>
                <a:gd name="T16" fmla="*/ 0 w 1209"/>
                <a:gd name="T17" fmla="*/ 0 h 1085"/>
                <a:gd name="T18" fmla="*/ 0 w 1209"/>
                <a:gd name="T19" fmla="*/ 0 h 1085"/>
                <a:gd name="T20" fmla="*/ 0 w 1209"/>
                <a:gd name="T21" fmla="*/ 0 h 1085"/>
                <a:gd name="T22" fmla="*/ 0 w 1209"/>
                <a:gd name="T23" fmla="*/ 0 h 1085"/>
                <a:gd name="T24" fmla="*/ 0 w 1209"/>
                <a:gd name="T25" fmla="*/ 0 h 1085"/>
                <a:gd name="T26" fmla="*/ 0 w 1209"/>
                <a:gd name="T27" fmla="*/ 0 h 1085"/>
                <a:gd name="T28" fmla="*/ 0 w 1209"/>
                <a:gd name="T29" fmla="*/ 0 h 1085"/>
                <a:gd name="T30" fmla="*/ 0 w 1209"/>
                <a:gd name="T31" fmla="*/ 0 h 1085"/>
                <a:gd name="T32" fmla="*/ 0 w 1209"/>
                <a:gd name="T33" fmla="*/ 0 h 1085"/>
                <a:gd name="T34" fmla="*/ 0 w 1209"/>
                <a:gd name="T35" fmla="*/ 0 h 1085"/>
                <a:gd name="T36" fmla="*/ 0 w 1209"/>
                <a:gd name="T37" fmla="*/ 0 h 1085"/>
                <a:gd name="T38" fmla="*/ 0 w 1209"/>
                <a:gd name="T39" fmla="*/ 0 h 1085"/>
                <a:gd name="T40" fmla="*/ 0 w 1209"/>
                <a:gd name="T41" fmla="*/ 0 h 1085"/>
                <a:gd name="T42" fmla="*/ 0 w 1209"/>
                <a:gd name="T43" fmla="*/ 0 h 1085"/>
                <a:gd name="T44" fmla="*/ 0 w 1209"/>
                <a:gd name="T45" fmla="*/ 0 h 1085"/>
                <a:gd name="T46" fmla="*/ 0 w 1209"/>
                <a:gd name="T47" fmla="*/ 0 h 1085"/>
                <a:gd name="T48" fmla="*/ 0 w 1209"/>
                <a:gd name="T49" fmla="*/ 0 h 1085"/>
                <a:gd name="T50" fmla="*/ 0 w 1209"/>
                <a:gd name="T51" fmla="*/ 0 h 1085"/>
                <a:gd name="T52" fmla="*/ 0 w 1209"/>
                <a:gd name="T53" fmla="*/ 0 h 1085"/>
                <a:gd name="T54" fmla="*/ 0 w 1209"/>
                <a:gd name="T55" fmla="*/ 0 h 1085"/>
                <a:gd name="T56" fmla="*/ 0 w 1209"/>
                <a:gd name="T57" fmla="*/ 0 h 108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9"/>
                <a:gd name="T88" fmla="*/ 0 h 1085"/>
                <a:gd name="T89" fmla="*/ 1209 w 1209"/>
                <a:gd name="T90" fmla="*/ 1085 h 108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9" h="1085">
                  <a:moveTo>
                    <a:pt x="1209" y="0"/>
                  </a:moveTo>
                  <a:lnTo>
                    <a:pt x="1209" y="739"/>
                  </a:lnTo>
                  <a:lnTo>
                    <a:pt x="1171" y="883"/>
                  </a:lnTo>
                  <a:lnTo>
                    <a:pt x="1094" y="989"/>
                  </a:lnTo>
                  <a:lnTo>
                    <a:pt x="960" y="1056"/>
                  </a:lnTo>
                  <a:lnTo>
                    <a:pt x="854" y="1085"/>
                  </a:lnTo>
                  <a:lnTo>
                    <a:pt x="739" y="1075"/>
                  </a:lnTo>
                  <a:lnTo>
                    <a:pt x="626" y="1044"/>
                  </a:lnTo>
                  <a:lnTo>
                    <a:pt x="547" y="1046"/>
                  </a:lnTo>
                  <a:lnTo>
                    <a:pt x="542" y="696"/>
                  </a:lnTo>
                  <a:lnTo>
                    <a:pt x="446" y="684"/>
                  </a:lnTo>
                  <a:lnTo>
                    <a:pt x="362" y="660"/>
                  </a:lnTo>
                  <a:lnTo>
                    <a:pt x="266" y="624"/>
                  </a:lnTo>
                  <a:lnTo>
                    <a:pt x="170" y="564"/>
                  </a:lnTo>
                  <a:lnTo>
                    <a:pt x="98" y="516"/>
                  </a:lnTo>
                  <a:lnTo>
                    <a:pt x="19" y="470"/>
                  </a:lnTo>
                  <a:lnTo>
                    <a:pt x="0" y="326"/>
                  </a:lnTo>
                  <a:lnTo>
                    <a:pt x="0" y="96"/>
                  </a:lnTo>
                  <a:lnTo>
                    <a:pt x="76" y="221"/>
                  </a:lnTo>
                  <a:lnTo>
                    <a:pt x="144" y="288"/>
                  </a:lnTo>
                  <a:lnTo>
                    <a:pt x="268" y="355"/>
                  </a:lnTo>
                  <a:lnTo>
                    <a:pt x="412" y="442"/>
                  </a:lnTo>
                  <a:lnTo>
                    <a:pt x="595" y="432"/>
                  </a:lnTo>
                  <a:lnTo>
                    <a:pt x="768" y="432"/>
                  </a:lnTo>
                  <a:lnTo>
                    <a:pt x="912" y="394"/>
                  </a:lnTo>
                  <a:lnTo>
                    <a:pt x="1017" y="307"/>
                  </a:lnTo>
                  <a:lnTo>
                    <a:pt x="1113" y="221"/>
                  </a:lnTo>
                  <a:lnTo>
                    <a:pt x="1200" y="163"/>
                  </a:lnTo>
                  <a:lnTo>
                    <a:pt x="1209" y="0"/>
                  </a:lnTo>
                  <a:close/>
                </a:path>
              </a:pathLst>
            </a:custGeom>
            <a:gradFill rotWithShape="0">
              <a:gsLst>
                <a:gs pos="0">
                  <a:srgbClr val="A20041"/>
                </a:gs>
                <a:gs pos="50000">
                  <a:srgbClr val="FF0066"/>
                </a:gs>
                <a:gs pos="100000">
                  <a:srgbClr val="A2004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Freeform 83">
              <a:extLst>
                <a:ext uri="{FF2B5EF4-FFF2-40B4-BE49-F238E27FC236}">
                  <a16:creationId xmlns:a16="http://schemas.microsoft.com/office/drawing/2014/main" id="{EA5985E5-F246-BCEA-1E31-1DEB5FBD9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026"/>
              <a:ext cx="1336" cy="1163"/>
            </a:xfrm>
            <a:custGeom>
              <a:avLst/>
              <a:gdLst>
                <a:gd name="T0" fmla="*/ 220 w 1336"/>
                <a:gd name="T1" fmla="*/ 392 h 1163"/>
                <a:gd name="T2" fmla="*/ 0 w 1336"/>
                <a:gd name="T3" fmla="*/ 524 h 1163"/>
                <a:gd name="T4" fmla="*/ 62 w 1336"/>
                <a:gd name="T5" fmla="*/ 507 h 1163"/>
                <a:gd name="T6" fmla="*/ 141 w 1336"/>
                <a:gd name="T7" fmla="*/ 511 h 1163"/>
                <a:gd name="T8" fmla="*/ 190 w 1336"/>
                <a:gd name="T9" fmla="*/ 533 h 1163"/>
                <a:gd name="T10" fmla="*/ 256 w 1336"/>
                <a:gd name="T11" fmla="*/ 568 h 1163"/>
                <a:gd name="T12" fmla="*/ 304 w 1336"/>
                <a:gd name="T13" fmla="*/ 612 h 1163"/>
                <a:gd name="T14" fmla="*/ 353 w 1336"/>
                <a:gd name="T15" fmla="*/ 665 h 1163"/>
                <a:gd name="T16" fmla="*/ 388 w 1336"/>
                <a:gd name="T17" fmla="*/ 718 h 1163"/>
                <a:gd name="T18" fmla="*/ 419 w 1336"/>
                <a:gd name="T19" fmla="*/ 788 h 1163"/>
                <a:gd name="T20" fmla="*/ 450 w 1336"/>
                <a:gd name="T21" fmla="*/ 846 h 1163"/>
                <a:gd name="T22" fmla="*/ 468 w 1336"/>
                <a:gd name="T23" fmla="*/ 939 h 1163"/>
                <a:gd name="T24" fmla="*/ 454 w 1336"/>
                <a:gd name="T25" fmla="*/ 1009 h 1163"/>
                <a:gd name="T26" fmla="*/ 437 w 1336"/>
                <a:gd name="T27" fmla="*/ 1093 h 1163"/>
                <a:gd name="T28" fmla="*/ 406 w 1336"/>
                <a:gd name="T29" fmla="*/ 1132 h 1163"/>
                <a:gd name="T30" fmla="*/ 379 w 1336"/>
                <a:gd name="T31" fmla="*/ 1163 h 1163"/>
                <a:gd name="T32" fmla="*/ 1235 w 1336"/>
                <a:gd name="T33" fmla="*/ 670 h 1163"/>
                <a:gd name="T34" fmla="*/ 1285 w 1336"/>
                <a:gd name="T35" fmla="*/ 617 h 1163"/>
                <a:gd name="T36" fmla="*/ 1315 w 1336"/>
                <a:gd name="T37" fmla="*/ 566 h 1163"/>
                <a:gd name="T38" fmla="*/ 1330 w 1336"/>
                <a:gd name="T39" fmla="*/ 521 h 1163"/>
                <a:gd name="T40" fmla="*/ 1336 w 1336"/>
                <a:gd name="T41" fmla="*/ 441 h 1163"/>
                <a:gd name="T42" fmla="*/ 1327 w 1336"/>
                <a:gd name="T43" fmla="*/ 375 h 1163"/>
                <a:gd name="T44" fmla="*/ 1309 w 1336"/>
                <a:gd name="T45" fmla="*/ 304 h 1163"/>
                <a:gd name="T46" fmla="*/ 1285 w 1336"/>
                <a:gd name="T47" fmla="*/ 242 h 1163"/>
                <a:gd name="T48" fmla="*/ 1252 w 1336"/>
                <a:gd name="T49" fmla="*/ 179 h 1163"/>
                <a:gd name="T50" fmla="*/ 1212 w 1336"/>
                <a:gd name="T51" fmla="*/ 128 h 1163"/>
                <a:gd name="T52" fmla="*/ 1160 w 1336"/>
                <a:gd name="T53" fmla="*/ 79 h 1163"/>
                <a:gd name="T54" fmla="*/ 1120 w 1336"/>
                <a:gd name="T55" fmla="*/ 49 h 1163"/>
                <a:gd name="T56" fmla="*/ 1054 w 1336"/>
                <a:gd name="T57" fmla="*/ 13 h 1163"/>
                <a:gd name="T58" fmla="*/ 1005 w 1336"/>
                <a:gd name="T59" fmla="*/ 0 h 1163"/>
                <a:gd name="T60" fmla="*/ 1010 w 1336"/>
                <a:gd name="T61" fmla="*/ 344 h 1163"/>
                <a:gd name="T62" fmla="*/ 988 w 1336"/>
                <a:gd name="T63" fmla="*/ 401 h 1163"/>
                <a:gd name="T64" fmla="*/ 953 w 1336"/>
                <a:gd name="T65" fmla="*/ 449 h 1163"/>
                <a:gd name="T66" fmla="*/ 900 w 1336"/>
                <a:gd name="T67" fmla="*/ 476 h 1163"/>
                <a:gd name="T68" fmla="*/ 834 w 1336"/>
                <a:gd name="T69" fmla="*/ 489 h 1163"/>
                <a:gd name="T70" fmla="*/ 772 w 1336"/>
                <a:gd name="T71" fmla="*/ 480 h 1163"/>
                <a:gd name="T72" fmla="*/ 736 w 1336"/>
                <a:gd name="T73" fmla="*/ 467 h 1163"/>
                <a:gd name="T74" fmla="*/ 714 w 1336"/>
                <a:gd name="T75" fmla="*/ 449 h 1163"/>
                <a:gd name="T76" fmla="*/ 525 w 1336"/>
                <a:gd name="T77" fmla="*/ 551 h 1163"/>
                <a:gd name="T78" fmla="*/ 428 w 1336"/>
                <a:gd name="T79" fmla="*/ 559 h 1163"/>
                <a:gd name="T80" fmla="*/ 357 w 1336"/>
                <a:gd name="T81" fmla="*/ 542 h 1163"/>
                <a:gd name="T82" fmla="*/ 309 w 1336"/>
                <a:gd name="T83" fmla="*/ 511 h 1163"/>
                <a:gd name="T84" fmla="*/ 256 w 1336"/>
                <a:gd name="T85" fmla="*/ 480 h 1163"/>
                <a:gd name="T86" fmla="*/ 234 w 1336"/>
                <a:gd name="T87" fmla="*/ 454 h 1163"/>
                <a:gd name="T88" fmla="*/ 220 w 1336"/>
                <a:gd name="T89" fmla="*/ 392 h 116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36"/>
                <a:gd name="T136" fmla="*/ 0 h 1163"/>
                <a:gd name="T137" fmla="*/ 1336 w 1336"/>
                <a:gd name="T138" fmla="*/ 1163 h 116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36" h="1163">
                  <a:moveTo>
                    <a:pt x="220" y="392"/>
                  </a:moveTo>
                  <a:lnTo>
                    <a:pt x="0" y="524"/>
                  </a:lnTo>
                  <a:lnTo>
                    <a:pt x="62" y="507"/>
                  </a:lnTo>
                  <a:lnTo>
                    <a:pt x="141" y="511"/>
                  </a:lnTo>
                  <a:lnTo>
                    <a:pt x="190" y="533"/>
                  </a:lnTo>
                  <a:lnTo>
                    <a:pt x="256" y="568"/>
                  </a:lnTo>
                  <a:lnTo>
                    <a:pt x="304" y="612"/>
                  </a:lnTo>
                  <a:lnTo>
                    <a:pt x="353" y="665"/>
                  </a:lnTo>
                  <a:lnTo>
                    <a:pt x="388" y="718"/>
                  </a:lnTo>
                  <a:lnTo>
                    <a:pt x="419" y="788"/>
                  </a:lnTo>
                  <a:lnTo>
                    <a:pt x="450" y="846"/>
                  </a:lnTo>
                  <a:lnTo>
                    <a:pt x="468" y="939"/>
                  </a:lnTo>
                  <a:lnTo>
                    <a:pt x="454" y="1009"/>
                  </a:lnTo>
                  <a:lnTo>
                    <a:pt x="437" y="1093"/>
                  </a:lnTo>
                  <a:lnTo>
                    <a:pt x="406" y="1132"/>
                  </a:lnTo>
                  <a:lnTo>
                    <a:pt x="379" y="1163"/>
                  </a:lnTo>
                  <a:lnTo>
                    <a:pt x="1235" y="670"/>
                  </a:lnTo>
                  <a:lnTo>
                    <a:pt x="1285" y="617"/>
                  </a:lnTo>
                  <a:lnTo>
                    <a:pt x="1315" y="566"/>
                  </a:lnTo>
                  <a:lnTo>
                    <a:pt x="1330" y="521"/>
                  </a:lnTo>
                  <a:lnTo>
                    <a:pt x="1336" y="441"/>
                  </a:lnTo>
                  <a:lnTo>
                    <a:pt x="1327" y="375"/>
                  </a:lnTo>
                  <a:lnTo>
                    <a:pt x="1309" y="304"/>
                  </a:lnTo>
                  <a:lnTo>
                    <a:pt x="1285" y="242"/>
                  </a:lnTo>
                  <a:lnTo>
                    <a:pt x="1252" y="179"/>
                  </a:lnTo>
                  <a:lnTo>
                    <a:pt x="1212" y="128"/>
                  </a:lnTo>
                  <a:lnTo>
                    <a:pt x="1160" y="79"/>
                  </a:lnTo>
                  <a:lnTo>
                    <a:pt x="1120" y="49"/>
                  </a:lnTo>
                  <a:lnTo>
                    <a:pt x="1054" y="13"/>
                  </a:lnTo>
                  <a:lnTo>
                    <a:pt x="1005" y="0"/>
                  </a:lnTo>
                  <a:lnTo>
                    <a:pt x="1010" y="344"/>
                  </a:lnTo>
                  <a:lnTo>
                    <a:pt x="988" y="401"/>
                  </a:lnTo>
                  <a:lnTo>
                    <a:pt x="953" y="449"/>
                  </a:lnTo>
                  <a:lnTo>
                    <a:pt x="900" y="476"/>
                  </a:lnTo>
                  <a:lnTo>
                    <a:pt x="834" y="489"/>
                  </a:lnTo>
                  <a:lnTo>
                    <a:pt x="772" y="480"/>
                  </a:lnTo>
                  <a:lnTo>
                    <a:pt x="736" y="467"/>
                  </a:lnTo>
                  <a:lnTo>
                    <a:pt x="714" y="449"/>
                  </a:lnTo>
                  <a:lnTo>
                    <a:pt x="525" y="551"/>
                  </a:lnTo>
                  <a:lnTo>
                    <a:pt x="428" y="559"/>
                  </a:lnTo>
                  <a:lnTo>
                    <a:pt x="357" y="542"/>
                  </a:lnTo>
                  <a:lnTo>
                    <a:pt x="309" y="511"/>
                  </a:lnTo>
                  <a:lnTo>
                    <a:pt x="256" y="480"/>
                  </a:lnTo>
                  <a:lnTo>
                    <a:pt x="234" y="454"/>
                  </a:lnTo>
                  <a:lnTo>
                    <a:pt x="22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6C4824"/>
                </a:gs>
                <a:gs pos="50000">
                  <a:srgbClr val="996633"/>
                </a:gs>
                <a:gs pos="100000">
                  <a:srgbClr val="6C4824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Oval 84">
              <a:extLst>
                <a:ext uri="{FF2B5EF4-FFF2-40B4-BE49-F238E27FC236}">
                  <a16:creationId xmlns:a16="http://schemas.microsoft.com/office/drawing/2014/main" id="{CDF17941-0CBF-4210-14D5-54DE31520A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54427">
              <a:off x="4054" y="2623"/>
              <a:ext cx="737" cy="484"/>
            </a:xfrm>
            <a:prstGeom prst="ellipse">
              <a:avLst/>
            </a:prstGeom>
            <a:solidFill>
              <a:srgbClr val="FF7C80"/>
            </a:solidFill>
            <a:ln w="9525">
              <a:solidFill>
                <a:srgbClr val="FF7C80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85">
              <a:extLst>
                <a:ext uri="{FF2B5EF4-FFF2-40B4-BE49-F238E27FC236}">
                  <a16:creationId xmlns:a16="http://schemas.microsoft.com/office/drawing/2014/main" id="{CE9A76A4-0EED-6229-F95E-4F2CB786F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1888"/>
              <a:ext cx="551" cy="35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86">
              <a:extLst>
                <a:ext uri="{FF2B5EF4-FFF2-40B4-BE49-F238E27FC236}">
                  <a16:creationId xmlns:a16="http://schemas.microsoft.com/office/drawing/2014/main" id="{3E4F548C-7F0E-10A9-A177-6B5B02360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334"/>
              <a:ext cx="493" cy="260"/>
            </a:xfrm>
            <a:custGeom>
              <a:avLst/>
              <a:gdLst>
                <a:gd name="T0" fmla="*/ 0 w 1075"/>
                <a:gd name="T1" fmla="*/ 0 h 566"/>
                <a:gd name="T2" fmla="*/ 0 w 1075"/>
                <a:gd name="T3" fmla="*/ 0 h 566"/>
                <a:gd name="T4" fmla="*/ 0 w 1075"/>
                <a:gd name="T5" fmla="*/ 0 h 566"/>
                <a:gd name="T6" fmla="*/ 0 w 1075"/>
                <a:gd name="T7" fmla="*/ 0 h 566"/>
                <a:gd name="T8" fmla="*/ 0 w 1075"/>
                <a:gd name="T9" fmla="*/ 0 h 566"/>
                <a:gd name="T10" fmla="*/ 0 w 1075"/>
                <a:gd name="T11" fmla="*/ 0 h 566"/>
                <a:gd name="T12" fmla="*/ 0 w 1075"/>
                <a:gd name="T13" fmla="*/ 0 h 566"/>
                <a:gd name="T14" fmla="*/ 0 w 1075"/>
                <a:gd name="T15" fmla="*/ 0 h 566"/>
                <a:gd name="T16" fmla="*/ 0 w 1075"/>
                <a:gd name="T17" fmla="*/ 0 h 566"/>
                <a:gd name="T18" fmla="*/ 0 w 1075"/>
                <a:gd name="T19" fmla="*/ 0 h 566"/>
                <a:gd name="T20" fmla="*/ 0 w 1075"/>
                <a:gd name="T21" fmla="*/ 0 h 566"/>
                <a:gd name="T22" fmla="*/ 0 w 1075"/>
                <a:gd name="T23" fmla="*/ 0 h 566"/>
                <a:gd name="T24" fmla="*/ 0 w 1075"/>
                <a:gd name="T25" fmla="*/ 0 h 566"/>
                <a:gd name="T26" fmla="*/ 0 w 1075"/>
                <a:gd name="T27" fmla="*/ 0 h 566"/>
                <a:gd name="T28" fmla="*/ 0 w 1075"/>
                <a:gd name="T29" fmla="*/ 0 h 566"/>
                <a:gd name="T30" fmla="*/ 0 w 1075"/>
                <a:gd name="T31" fmla="*/ 0 h 566"/>
                <a:gd name="T32" fmla="*/ 0 w 1075"/>
                <a:gd name="T33" fmla="*/ 0 h 566"/>
                <a:gd name="T34" fmla="*/ 0 w 1075"/>
                <a:gd name="T35" fmla="*/ 0 h 566"/>
                <a:gd name="T36" fmla="*/ 0 w 1075"/>
                <a:gd name="T37" fmla="*/ 0 h 566"/>
                <a:gd name="T38" fmla="*/ 0 w 1075"/>
                <a:gd name="T39" fmla="*/ 0 h 566"/>
                <a:gd name="T40" fmla="*/ 0 w 1075"/>
                <a:gd name="T41" fmla="*/ 0 h 566"/>
                <a:gd name="T42" fmla="*/ 0 w 1075"/>
                <a:gd name="T43" fmla="*/ 0 h 566"/>
                <a:gd name="T44" fmla="*/ 0 w 1075"/>
                <a:gd name="T45" fmla="*/ 0 h 5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075"/>
                <a:gd name="T70" fmla="*/ 0 h 566"/>
                <a:gd name="T71" fmla="*/ 1075 w 1075"/>
                <a:gd name="T72" fmla="*/ 566 h 5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075" h="566">
                  <a:moveTo>
                    <a:pt x="0" y="29"/>
                  </a:moveTo>
                  <a:lnTo>
                    <a:pt x="0" y="288"/>
                  </a:lnTo>
                  <a:lnTo>
                    <a:pt x="67" y="394"/>
                  </a:lnTo>
                  <a:lnTo>
                    <a:pt x="154" y="451"/>
                  </a:lnTo>
                  <a:lnTo>
                    <a:pt x="231" y="509"/>
                  </a:lnTo>
                  <a:lnTo>
                    <a:pt x="346" y="547"/>
                  </a:lnTo>
                  <a:lnTo>
                    <a:pt x="451" y="566"/>
                  </a:lnTo>
                  <a:lnTo>
                    <a:pt x="586" y="566"/>
                  </a:lnTo>
                  <a:lnTo>
                    <a:pt x="691" y="538"/>
                  </a:lnTo>
                  <a:lnTo>
                    <a:pt x="1075" y="307"/>
                  </a:lnTo>
                  <a:lnTo>
                    <a:pt x="1075" y="0"/>
                  </a:lnTo>
                  <a:lnTo>
                    <a:pt x="960" y="86"/>
                  </a:lnTo>
                  <a:lnTo>
                    <a:pt x="893" y="125"/>
                  </a:lnTo>
                  <a:lnTo>
                    <a:pt x="797" y="173"/>
                  </a:lnTo>
                  <a:lnTo>
                    <a:pt x="711" y="221"/>
                  </a:lnTo>
                  <a:lnTo>
                    <a:pt x="595" y="278"/>
                  </a:lnTo>
                  <a:lnTo>
                    <a:pt x="499" y="288"/>
                  </a:lnTo>
                  <a:lnTo>
                    <a:pt x="403" y="307"/>
                  </a:lnTo>
                  <a:lnTo>
                    <a:pt x="307" y="307"/>
                  </a:lnTo>
                  <a:lnTo>
                    <a:pt x="183" y="269"/>
                  </a:lnTo>
                  <a:lnTo>
                    <a:pt x="115" y="230"/>
                  </a:lnTo>
                  <a:lnTo>
                    <a:pt x="39" y="173"/>
                  </a:lnTo>
                  <a:lnTo>
                    <a:pt x="0" y="29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87">
              <a:extLst>
                <a:ext uri="{FF2B5EF4-FFF2-40B4-BE49-F238E27FC236}">
                  <a16:creationId xmlns:a16="http://schemas.microsoft.com/office/drawing/2014/main" id="{01756BCC-37A8-6CAE-F5A4-7752BF8AE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75"/>
              <a:ext cx="493" cy="309"/>
            </a:xfrm>
            <a:custGeom>
              <a:avLst/>
              <a:gdLst>
                <a:gd name="T0" fmla="*/ 0 w 1075"/>
                <a:gd name="T1" fmla="*/ 0 h 672"/>
                <a:gd name="T2" fmla="*/ 0 w 1075"/>
                <a:gd name="T3" fmla="*/ 0 h 672"/>
                <a:gd name="T4" fmla="*/ 0 w 1075"/>
                <a:gd name="T5" fmla="*/ 0 h 672"/>
                <a:gd name="T6" fmla="*/ 0 w 1075"/>
                <a:gd name="T7" fmla="*/ 0 h 672"/>
                <a:gd name="T8" fmla="*/ 0 w 1075"/>
                <a:gd name="T9" fmla="*/ 0 h 672"/>
                <a:gd name="T10" fmla="*/ 0 w 1075"/>
                <a:gd name="T11" fmla="*/ 0 h 672"/>
                <a:gd name="T12" fmla="*/ 0 w 1075"/>
                <a:gd name="T13" fmla="*/ 0 h 672"/>
                <a:gd name="T14" fmla="*/ 0 w 1075"/>
                <a:gd name="T15" fmla="*/ 0 h 672"/>
                <a:gd name="T16" fmla="*/ 0 w 1075"/>
                <a:gd name="T17" fmla="*/ 0 h 672"/>
                <a:gd name="T18" fmla="*/ 0 w 1075"/>
                <a:gd name="T19" fmla="*/ 0 h 672"/>
                <a:gd name="T20" fmla="*/ 0 w 1075"/>
                <a:gd name="T21" fmla="*/ 0 h 672"/>
                <a:gd name="T22" fmla="*/ 0 w 1075"/>
                <a:gd name="T23" fmla="*/ 0 h 672"/>
                <a:gd name="T24" fmla="*/ 0 w 1075"/>
                <a:gd name="T25" fmla="*/ 0 h 672"/>
                <a:gd name="T26" fmla="*/ 0 w 1075"/>
                <a:gd name="T27" fmla="*/ 0 h 672"/>
                <a:gd name="T28" fmla="*/ 0 w 1075"/>
                <a:gd name="T29" fmla="*/ 0 h 672"/>
                <a:gd name="T30" fmla="*/ 0 w 1075"/>
                <a:gd name="T31" fmla="*/ 0 h 672"/>
                <a:gd name="T32" fmla="*/ 0 w 1075"/>
                <a:gd name="T33" fmla="*/ 0 h 672"/>
                <a:gd name="T34" fmla="*/ 0 w 1075"/>
                <a:gd name="T35" fmla="*/ 0 h 672"/>
                <a:gd name="T36" fmla="*/ 0 w 1075"/>
                <a:gd name="T37" fmla="*/ 0 h 6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75"/>
                <a:gd name="T58" fmla="*/ 0 h 672"/>
                <a:gd name="T59" fmla="*/ 1075 w 1075"/>
                <a:gd name="T60" fmla="*/ 672 h 6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75" h="672">
                  <a:moveTo>
                    <a:pt x="519" y="0"/>
                  </a:moveTo>
                  <a:lnTo>
                    <a:pt x="96" y="240"/>
                  </a:lnTo>
                  <a:lnTo>
                    <a:pt x="39" y="298"/>
                  </a:lnTo>
                  <a:lnTo>
                    <a:pt x="0" y="375"/>
                  </a:lnTo>
                  <a:lnTo>
                    <a:pt x="19" y="490"/>
                  </a:lnTo>
                  <a:lnTo>
                    <a:pt x="87" y="567"/>
                  </a:lnTo>
                  <a:lnTo>
                    <a:pt x="183" y="634"/>
                  </a:lnTo>
                  <a:lnTo>
                    <a:pt x="317" y="663"/>
                  </a:lnTo>
                  <a:lnTo>
                    <a:pt x="451" y="672"/>
                  </a:lnTo>
                  <a:lnTo>
                    <a:pt x="586" y="634"/>
                  </a:lnTo>
                  <a:lnTo>
                    <a:pt x="711" y="576"/>
                  </a:lnTo>
                  <a:lnTo>
                    <a:pt x="1075" y="365"/>
                  </a:lnTo>
                  <a:lnTo>
                    <a:pt x="989" y="346"/>
                  </a:lnTo>
                  <a:lnTo>
                    <a:pt x="883" y="308"/>
                  </a:lnTo>
                  <a:lnTo>
                    <a:pt x="768" y="269"/>
                  </a:lnTo>
                  <a:lnTo>
                    <a:pt x="672" y="212"/>
                  </a:lnTo>
                  <a:lnTo>
                    <a:pt x="586" y="135"/>
                  </a:lnTo>
                  <a:lnTo>
                    <a:pt x="528" y="68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Text Box 5">
            <a:extLst>
              <a:ext uri="{FF2B5EF4-FFF2-40B4-BE49-F238E27FC236}">
                <a16:creationId xmlns:a16="http://schemas.microsoft.com/office/drawing/2014/main" id="{82FD0FE5-0F52-4283-FECA-37947F3E9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85" y="1311187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求解思路：</a:t>
            </a:r>
          </a:p>
        </p:txBody>
      </p:sp>
      <p:sp>
        <p:nvSpPr>
          <p:cNvPr id="10" name="Rectangle 90">
            <a:extLst>
              <a:ext uri="{FF2B5EF4-FFF2-40B4-BE49-F238E27FC236}">
                <a16:creationId xmlns:a16="http://schemas.microsoft.com/office/drawing/2014/main" id="{3B645D28-7124-8F3F-876D-495403EA0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70" y="2096679"/>
            <a:ext cx="664476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50292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50292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0292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029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029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29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29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29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29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分析形体由哪些基本体组成</a:t>
            </a:r>
          </a:p>
          <a:p>
            <a:pPr marL="352425" indent="-352425" fontAlgn="base">
              <a:spcBef>
                <a:spcPct val="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分析它们是如何相交的</a:t>
            </a:r>
          </a:p>
          <a:p>
            <a:pPr marL="352425" indent="-352425" fontAlgn="base">
              <a:spcBef>
                <a:spcPct val="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分析相交立体的哪些表面相交</a:t>
            </a:r>
          </a:p>
          <a:p>
            <a:pPr marL="352425" indent="-352425" fontAlgn="base">
              <a:spcBef>
                <a:spcPct val="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分析每条相贯线的形状、依次作图求出</a:t>
            </a:r>
          </a:p>
        </p:txBody>
      </p:sp>
    </p:spTree>
    <p:extLst>
      <p:ext uri="{BB962C8B-B14F-4D97-AF65-F5344CB8AC3E}">
        <p14:creationId xmlns:p14="http://schemas.microsoft.com/office/powerpoint/2010/main" val="169694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6300-CDE4-F87C-0011-90F36FDC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7B19A89-4FE1-4F16-9938-2E4CD1C34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56F3A37-7277-6F1E-D867-B4CE83049FE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7D6009-016A-D00B-689A-7E70A4D0C6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03" t="21376" r="30493" b="16401"/>
          <a:stretch/>
        </p:blipFill>
        <p:spPr>
          <a:xfrm rot="16200000">
            <a:off x="6936166" y="2416551"/>
            <a:ext cx="1862137" cy="21038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8144865-C528-44A8-E67D-49986ECAA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3549" y="2096224"/>
            <a:ext cx="1374775" cy="129222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588BED-312A-9732-F3AD-B65D5FC92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186" y="4301261"/>
            <a:ext cx="611188" cy="542925"/>
          </a:xfrm>
          <a:prstGeom prst="ellips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F1E04-4FA3-1F1C-7711-EDED9DE1C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0574" y="4067899"/>
            <a:ext cx="381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9863BF3-AB07-B55F-C7E7-C22723F48D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31299" y="3928199"/>
            <a:ext cx="2395537" cy="4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85D5768-E32A-71D5-C164-7D0D35815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586" y="3932961"/>
            <a:ext cx="0" cy="12922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CD64737F-3538-4AB5-A55C-F388B95FB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299" y="5220424"/>
            <a:ext cx="2390775" cy="4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3AD222B-5849-E260-118A-98FD317D4B6B}"/>
              </a:ext>
            </a:extLst>
          </p:cNvPr>
          <p:cNvSpPr>
            <a:spLocks/>
          </p:cNvSpPr>
          <p:nvPr/>
        </p:nvSpPr>
        <p:spPr bwMode="auto">
          <a:xfrm>
            <a:off x="6814136" y="3932961"/>
            <a:ext cx="3175" cy="1309688"/>
          </a:xfrm>
          <a:custGeom>
            <a:avLst/>
            <a:gdLst>
              <a:gd name="T0" fmla="*/ 2147483646 w 2"/>
              <a:gd name="T1" fmla="*/ 2147483646 h 825"/>
              <a:gd name="T2" fmla="*/ 0 w 2"/>
              <a:gd name="T3" fmla="*/ 0 h 825"/>
              <a:gd name="T4" fmla="*/ 0 60000 65536"/>
              <a:gd name="T5" fmla="*/ 0 60000 65536"/>
              <a:gd name="T6" fmla="*/ 0 w 2"/>
              <a:gd name="T7" fmla="*/ 0 h 825"/>
              <a:gd name="T8" fmla="*/ 2 w 2"/>
              <a:gd name="T9" fmla="*/ 825 h 8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825">
                <a:moveTo>
                  <a:pt x="2" y="82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1FD67455-6551-487D-FE6F-4F86848F4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586" y="2096224"/>
            <a:ext cx="0" cy="12922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7CC5445A-FF92-4E5F-E3D5-02699ACDE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6536" y="3388449"/>
            <a:ext cx="2400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7BB1DF50-955D-3CF0-3B79-68C7586431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2549" y="2091461"/>
            <a:ext cx="0" cy="12969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EBBA911A-E3D4-99FD-115C-3130BE29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774" y="4136161"/>
            <a:ext cx="992187" cy="884238"/>
          </a:xfrm>
          <a:prstGeom prst="ellipse">
            <a:avLst/>
          </a:pr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EA0B57-C1C1-05E6-D5DF-67BFEC39A2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 t="29011" r="46407" b="14645"/>
          <a:stretch/>
        </p:blipFill>
        <p:spPr>
          <a:xfrm rot="16200000">
            <a:off x="5531644" y="1902619"/>
            <a:ext cx="823912" cy="190500"/>
          </a:xfrm>
          <a:prstGeom prst="rect">
            <a:avLst/>
          </a:prstGeom>
        </p:spPr>
      </p:pic>
      <p:sp>
        <p:nvSpPr>
          <p:cNvPr id="15" name="Line 17">
            <a:extLst>
              <a:ext uri="{FF2B5EF4-FFF2-40B4-BE49-F238E27FC236}">
                <a16:creationId xmlns:a16="http://schemas.microsoft.com/office/drawing/2014/main" id="{59903DDA-7799-2A0C-91EC-978CA7BC5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961" y="2096224"/>
            <a:ext cx="3825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68E2C614-5FF3-C3A9-5042-585D77CF90FA}"/>
              </a:ext>
            </a:extLst>
          </p:cNvPr>
          <p:cNvSpPr>
            <a:spLocks/>
          </p:cNvSpPr>
          <p:nvPr/>
        </p:nvSpPr>
        <p:spPr bwMode="auto">
          <a:xfrm>
            <a:off x="6436311" y="1685061"/>
            <a:ext cx="1588" cy="427038"/>
          </a:xfrm>
          <a:custGeom>
            <a:avLst/>
            <a:gdLst>
              <a:gd name="T0" fmla="*/ 0 w 1"/>
              <a:gd name="T1" fmla="*/ 2147483646 h 269"/>
              <a:gd name="T2" fmla="*/ 0 w 1"/>
              <a:gd name="T3" fmla="*/ 0 h 269"/>
              <a:gd name="T4" fmla="*/ 0 60000 65536"/>
              <a:gd name="T5" fmla="*/ 0 60000 65536"/>
              <a:gd name="T6" fmla="*/ 0 w 1"/>
              <a:gd name="T7" fmla="*/ 0 h 269"/>
              <a:gd name="T8" fmla="*/ 1 w 1"/>
              <a:gd name="T9" fmla="*/ 269 h 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69">
                <a:moveTo>
                  <a:pt x="0" y="269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5288A09B-F6B2-3247-92CA-1C52ABDC46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8249" y="1686649"/>
            <a:ext cx="1001712" cy="4762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B61FDC0C-FEA9-0B49-420D-8A1130F05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7774" y="1691411"/>
            <a:ext cx="0" cy="131763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6E1B5CE7-786E-E612-8CCD-EC4CE07ED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4336" y="1686649"/>
            <a:ext cx="0" cy="635000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35DEEA25-B3EB-E73F-82E1-38CC3BDC2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0711" y="1686649"/>
            <a:ext cx="0" cy="635000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1B67873A-BEF4-4FBA-1E87-B96DE4AD6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6424" y="1683474"/>
            <a:ext cx="1092200" cy="3175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28F96DF-8CA5-8205-A7B0-640F80260A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7" t="36726" r="48781" b="23252"/>
          <a:stretch/>
        </p:blipFill>
        <p:spPr>
          <a:xfrm rot="10800000">
            <a:off x="4343400" y="4471987"/>
            <a:ext cx="2605092" cy="13531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1C2EAB6-D121-E88C-B024-1A128E7EC8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1" t="21377" r="41111" b="28905"/>
          <a:stretch/>
        </p:blipFill>
        <p:spPr>
          <a:xfrm rot="16200000">
            <a:off x="5161842" y="4490328"/>
            <a:ext cx="1500188" cy="16810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49F7FC9-CE07-A73A-D8F5-45A0EDB446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54" t="21376" r="48012" b="6527"/>
          <a:stretch/>
        </p:blipFill>
        <p:spPr>
          <a:xfrm rot="16200000">
            <a:off x="4623592" y="4432330"/>
            <a:ext cx="729385" cy="24376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5791746-7902-F810-F1CE-B7C87C138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6" t="21376" r="48685" b="9346"/>
          <a:stretch/>
        </p:blipFill>
        <p:spPr>
          <a:xfrm rot="16200000">
            <a:off x="4697771" y="1892658"/>
            <a:ext cx="571500" cy="234234"/>
          </a:xfrm>
          <a:prstGeom prst="rect">
            <a:avLst/>
          </a:prstGeom>
        </p:spPr>
      </p:pic>
      <p:sp>
        <p:nvSpPr>
          <p:cNvPr id="27" name="Line 27">
            <a:extLst>
              <a:ext uri="{FF2B5EF4-FFF2-40B4-BE49-F238E27FC236}">
                <a16:creationId xmlns:a16="http://schemas.microsoft.com/office/drawing/2014/main" id="{72C8B77E-CAD0-5359-64D8-DCD916E77A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5736" y="1823174"/>
            <a:ext cx="0" cy="33972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1067D60E-258E-00DD-4E8D-DAFC8DE91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76136" y="1823174"/>
            <a:ext cx="609600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A1FECAD1-3FF6-AC64-AAD7-66B3391D1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6136" y="1823174"/>
            <a:ext cx="0" cy="33972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4368A10B-08FB-5DED-6577-5CFE2E1B0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6924" y="4290149"/>
            <a:ext cx="552450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FB1E4DA4-7C1D-D293-7D70-BF37638DA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0574" y="4844186"/>
            <a:ext cx="558800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EA767C9F-E761-046A-0B98-EB6015D9A9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77361" y="1823174"/>
            <a:ext cx="782638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7013BFCD-CB06-BE37-4DBB-ABAACAD2C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6536" y="2096224"/>
            <a:ext cx="2476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928FEB22-81E8-2F47-C838-32B5237E0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4186" y="1823174"/>
            <a:ext cx="0" cy="27305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1F541A2-399A-C9E7-9B21-B85D1F8B366A}"/>
              </a:ext>
            </a:extLst>
          </p:cNvPr>
          <p:cNvGrpSpPr>
            <a:grpSpLocks/>
          </p:cNvGrpSpPr>
          <p:nvPr/>
        </p:nvGrpSpPr>
        <p:grpSpPr bwMode="auto">
          <a:xfrm>
            <a:off x="5539374" y="2088286"/>
            <a:ext cx="2874962" cy="2932113"/>
            <a:chOff x="1221" y="1698"/>
            <a:chExt cx="1811" cy="1847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6D138F1-1C8F-A051-C0C6-E0141E933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" y="1698"/>
              <a:ext cx="669" cy="158"/>
            </a:xfrm>
            <a:custGeom>
              <a:avLst/>
              <a:gdLst>
                <a:gd name="T0" fmla="*/ 0 w 668"/>
                <a:gd name="T1" fmla="*/ 29 h 177"/>
                <a:gd name="T2" fmla="*/ 136 w 668"/>
                <a:gd name="T3" fmla="*/ 10 h 177"/>
                <a:gd name="T4" fmla="*/ 328 w 668"/>
                <a:gd name="T5" fmla="*/ 1 h 177"/>
                <a:gd name="T6" fmla="*/ 539 w 668"/>
                <a:gd name="T7" fmla="*/ 9 h 177"/>
                <a:gd name="T8" fmla="*/ 683 w 668"/>
                <a:gd name="T9" fmla="*/ 32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8"/>
                <a:gd name="T16" fmla="*/ 0 h 177"/>
                <a:gd name="T17" fmla="*/ 668 w 668"/>
                <a:gd name="T18" fmla="*/ 177 h 1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8" h="177">
                  <a:moveTo>
                    <a:pt x="0" y="165"/>
                  </a:moveTo>
                  <a:cubicBezTo>
                    <a:pt x="40" y="122"/>
                    <a:pt x="81" y="80"/>
                    <a:pt x="136" y="53"/>
                  </a:cubicBezTo>
                  <a:cubicBezTo>
                    <a:pt x="191" y="26"/>
                    <a:pt x="263" y="2"/>
                    <a:pt x="328" y="1"/>
                  </a:cubicBezTo>
                  <a:cubicBezTo>
                    <a:pt x="393" y="0"/>
                    <a:pt x="467" y="20"/>
                    <a:pt x="524" y="49"/>
                  </a:cubicBezTo>
                  <a:cubicBezTo>
                    <a:pt x="581" y="78"/>
                    <a:pt x="645" y="156"/>
                    <a:pt x="668" y="177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2874DC4-B4F1-372D-17B3-5E48EFBC6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2983"/>
              <a:ext cx="559" cy="562"/>
            </a:xfrm>
            <a:custGeom>
              <a:avLst/>
              <a:gdLst>
                <a:gd name="T0" fmla="*/ 0 w 558"/>
                <a:gd name="T1" fmla="*/ 23 h 630"/>
                <a:gd name="T2" fmla="*/ 100 w 558"/>
                <a:gd name="T3" fmla="*/ 8 h 630"/>
                <a:gd name="T4" fmla="*/ 228 w 558"/>
                <a:gd name="T5" fmla="*/ 2 h 630"/>
                <a:gd name="T6" fmla="*/ 383 w 558"/>
                <a:gd name="T7" fmla="*/ 5 h 630"/>
                <a:gd name="T8" fmla="*/ 511 w 558"/>
                <a:gd name="T9" fmla="*/ 25 h 630"/>
                <a:gd name="T10" fmla="*/ 567 w 558"/>
                <a:gd name="T11" fmla="*/ 52 h 630"/>
                <a:gd name="T12" fmla="*/ 547 w 558"/>
                <a:gd name="T13" fmla="*/ 79 h 630"/>
                <a:gd name="T14" fmla="*/ 459 w 558"/>
                <a:gd name="T15" fmla="*/ 100 h 630"/>
                <a:gd name="T16" fmla="*/ 343 w 558"/>
                <a:gd name="T17" fmla="*/ 112 h 630"/>
                <a:gd name="T18" fmla="*/ 216 w 558"/>
                <a:gd name="T19" fmla="*/ 113 h 630"/>
                <a:gd name="T20" fmla="*/ 96 w 558"/>
                <a:gd name="T21" fmla="*/ 107 h 630"/>
                <a:gd name="T22" fmla="*/ 4 w 558"/>
                <a:gd name="T23" fmla="*/ 95 h 6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58"/>
                <a:gd name="T37" fmla="*/ 0 h 630"/>
                <a:gd name="T38" fmla="*/ 558 w 558"/>
                <a:gd name="T39" fmla="*/ 630 h 6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58" h="630">
                  <a:moveTo>
                    <a:pt x="0" y="130"/>
                  </a:moveTo>
                  <a:cubicBezTo>
                    <a:pt x="31" y="96"/>
                    <a:pt x="62" y="63"/>
                    <a:pt x="100" y="42"/>
                  </a:cubicBezTo>
                  <a:cubicBezTo>
                    <a:pt x="138" y="21"/>
                    <a:pt x="183" y="4"/>
                    <a:pt x="228" y="2"/>
                  </a:cubicBezTo>
                  <a:cubicBezTo>
                    <a:pt x="273" y="0"/>
                    <a:pt x="323" y="7"/>
                    <a:pt x="368" y="30"/>
                  </a:cubicBezTo>
                  <a:cubicBezTo>
                    <a:pt x="413" y="53"/>
                    <a:pt x="465" y="95"/>
                    <a:pt x="496" y="138"/>
                  </a:cubicBezTo>
                  <a:cubicBezTo>
                    <a:pt x="527" y="181"/>
                    <a:pt x="546" y="239"/>
                    <a:pt x="552" y="290"/>
                  </a:cubicBezTo>
                  <a:cubicBezTo>
                    <a:pt x="558" y="341"/>
                    <a:pt x="550" y="398"/>
                    <a:pt x="532" y="442"/>
                  </a:cubicBezTo>
                  <a:cubicBezTo>
                    <a:pt x="514" y="486"/>
                    <a:pt x="478" y="525"/>
                    <a:pt x="444" y="554"/>
                  </a:cubicBezTo>
                  <a:cubicBezTo>
                    <a:pt x="410" y="583"/>
                    <a:pt x="366" y="606"/>
                    <a:pt x="328" y="618"/>
                  </a:cubicBezTo>
                  <a:cubicBezTo>
                    <a:pt x="290" y="630"/>
                    <a:pt x="255" y="630"/>
                    <a:pt x="216" y="626"/>
                  </a:cubicBezTo>
                  <a:cubicBezTo>
                    <a:pt x="177" y="622"/>
                    <a:pt x="131" y="611"/>
                    <a:pt x="96" y="594"/>
                  </a:cubicBezTo>
                  <a:cubicBezTo>
                    <a:pt x="61" y="577"/>
                    <a:pt x="32" y="549"/>
                    <a:pt x="4" y="522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8B1AF8AF-335C-31A4-0BF4-9EBD55E774A7}"/>
              </a:ext>
            </a:extLst>
          </p:cNvPr>
          <p:cNvSpPr>
            <a:spLocks/>
          </p:cNvSpPr>
          <p:nvPr/>
        </p:nvSpPr>
        <p:spPr bwMode="auto">
          <a:xfrm>
            <a:off x="5556836" y="2104161"/>
            <a:ext cx="874713" cy="219075"/>
          </a:xfrm>
          <a:custGeom>
            <a:avLst/>
            <a:gdLst>
              <a:gd name="T0" fmla="*/ 2147483646 w 551"/>
              <a:gd name="T1" fmla="*/ 0 h 138"/>
              <a:gd name="T2" fmla="*/ 2147483646 w 551"/>
              <a:gd name="T3" fmla="*/ 2147483646 h 138"/>
              <a:gd name="T4" fmla="*/ 2147483646 w 551"/>
              <a:gd name="T5" fmla="*/ 2147483646 h 138"/>
              <a:gd name="T6" fmla="*/ 2147483646 w 551"/>
              <a:gd name="T7" fmla="*/ 2147483646 h 138"/>
              <a:gd name="T8" fmla="*/ 2147483646 w 551"/>
              <a:gd name="T9" fmla="*/ 2147483646 h 138"/>
              <a:gd name="T10" fmla="*/ 2147483646 w 551"/>
              <a:gd name="T11" fmla="*/ 2147483646 h 138"/>
              <a:gd name="T12" fmla="*/ 0 w 551"/>
              <a:gd name="T13" fmla="*/ 2147483646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51"/>
              <a:gd name="T22" fmla="*/ 0 h 138"/>
              <a:gd name="T23" fmla="*/ 551 w 551"/>
              <a:gd name="T24" fmla="*/ 138 h 13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51" h="138">
                <a:moveTo>
                  <a:pt x="551" y="0"/>
                </a:moveTo>
                <a:cubicBezTo>
                  <a:pt x="537" y="13"/>
                  <a:pt x="497" y="58"/>
                  <a:pt x="466" y="78"/>
                </a:cubicBezTo>
                <a:cubicBezTo>
                  <a:pt x="435" y="98"/>
                  <a:pt x="397" y="112"/>
                  <a:pt x="365" y="122"/>
                </a:cubicBezTo>
                <a:cubicBezTo>
                  <a:pt x="333" y="132"/>
                  <a:pt x="306" y="136"/>
                  <a:pt x="272" y="137"/>
                </a:cubicBezTo>
                <a:cubicBezTo>
                  <a:pt x="238" y="138"/>
                  <a:pt x="194" y="136"/>
                  <a:pt x="161" y="129"/>
                </a:cubicBezTo>
                <a:cubicBezTo>
                  <a:pt x="128" y="122"/>
                  <a:pt x="101" y="105"/>
                  <a:pt x="74" y="93"/>
                </a:cubicBezTo>
                <a:cubicBezTo>
                  <a:pt x="47" y="81"/>
                  <a:pt x="15" y="64"/>
                  <a:pt x="0" y="56"/>
                </a:cubicBezTo>
              </a:path>
            </a:pathLst>
          </a:custGeom>
          <a:noFill/>
          <a:ln w="38100" cap="flat" cmpd="sng">
            <a:solidFill>
              <a:srgbClr val="CC66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2551FAD6-F486-EF0A-D4B0-6ABD015919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50486" y="1818411"/>
            <a:ext cx="1588" cy="363538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718BEB87-18E1-63D2-37CB-8A82DA7DBC07}"/>
              </a:ext>
            </a:extLst>
          </p:cNvPr>
          <p:cNvSpPr>
            <a:spLocks/>
          </p:cNvSpPr>
          <p:nvPr/>
        </p:nvSpPr>
        <p:spPr bwMode="auto">
          <a:xfrm>
            <a:off x="5445711" y="1821586"/>
            <a:ext cx="111125" cy="1588"/>
          </a:xfrm>
          <a:custGeom>
            <a:avLst/>
            <a:gdLst>
              <a:gd name="T0" fmla="*/ 2147483646 w 70"/>
              <a:gd name="T1" fmla="*/ 0 h 1"/>
              <a:gd name="T2" fmla="*/ 0 w 70"/>
              <a:gd name="T3" fmla="*/ 0 h 1"/>
              <a:gd name="T4" fmla="*/ 0 60000 65536"/>
              <a:gd name="T5" fmla="*/ 0 60000 65536"/>
              <a:gd name="T6" fmla="*/ 0 w 70"/>
              <a:gd name="T7" fmla="*/ 0 h 1"/>
              <a:gd name="T8" fmla="*/ 70 w 7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0" h="1">
                <a:moveTo>
                  <a:pt x="70" y="0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AutoShape 41">
            <a:extLst>
              <a:ext uri="{FF2B5EF4-FFF2-40B4-BE49-F238E27FC236}">
                <a16:creationId xmlns:a16="http://schemas.microsoft.com/office/drawing/2014/main" id="{89F03CC3-4FFA-5321-28B4-393610664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919" y="3513167"/>
            <a:ext cx="623888" cy="441295"/>
          </a:xfrm>
          <a:prstGeom prst="wedgeEllipseCallout">
            <a:avLst>
              <a:gd name="adj1" fmla="val -65878"/>
              <a:gd name="adj2" fmla="val -160539"/>
            </a:avLst>
          </a:prstGeom>
          <a:solidFill>
            <a:schemeClr val="bg2"/>
          </a:solidFill>
          <a:ln>
            <a:noFill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3" name="AutoShape 42">
            <a:extLst>
              <a:ext uri="{FF2B5EF4-FFF2-40B4-BE49-F238E27FC236}">
                <a16:creationId xmlns:a16="http://schemas.microsoft.com/office/drawing/2014/main" id="{F6F51489-BC21-D553-A7FC-DA7273736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023" y="1180096"/>
            <a:ext cx="528637" cy="450850"/>
          </a:xfrm>
          <a:prstGeom prst="wedgeEllipseCallout">
            <a:avLst>
              <a:gd name="adj1" fmla="val -146398"/>
              <a:gd name="adj2" fmla="val 115845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4" name="AutoShape 43">
            <a:extLst>
              <a:ext uri="{FF2B5EF4-FFF2-40B4-BE49-F238E27FC236}">
                <a16:creationId xmlns:a16="http://schemas.microsoft.com/office/drawing/2014/main" id="{35EE131C-634A-1DC5-3979-AC848122FCD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17364" y="1245218"/>
            <a:ext cx="619125" cy="415925"/>
          </a:xfrm>
          <a:prstGeom prst="wedgeEllipseCallout">
            <a:avLst>
              <a:gd name="adj1" fmla="val 99999"/>
              <a:gd name="adj2" fmla="val -133208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ot="10800000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063733-1867-B160-6D6F-F8EE625AB13B}"/>
              </a:ext>
            </a:extLst>
          </p:cNvPr>
          <p:cNvGrpSpPr>
            <a:grpSpLocks/>
          </p:cNvGrpSpPr>
          <p:nvPr/>
        </p:nvGrpSpPr>
        <p:grpSpPr bwMode="auto">
          <a:xfrm>
            <a:off x="4661486" y="2099399"/>
            <a:ext cx="3511550" cy="2740025"/>
            <a:chOff x="672" y="1695"/>
            <a:chExt cx="2212" cy="1726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3BD7C4E-267D-CFAA-56FD-3D98700E3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3072"/>
              <a:ext cx="207" cy="349"/>
            </a:xfrm>
            <a:custGeom>
              <a:avLst/>
              <a:gdLst>
                <a:gd name="T0" fmla="*/ 189 w 207"/>
                <a:gd name="T1" fmla="*/ 9 h 349"/>
                <a:gd name="T2" fmla="*/ 189 w 207"/>
                <a:gd name="T3" fmla="*/ 4 h 349"/>
                <a:gd name="T4" fmla="*/ 81 w 207"/>
                <a:gd name="T5" fmla="*/ 33 h 349"/>
                <a:gd name="T6" fmla="*/ 13 w 207"/>
                <a:gd name="T7" fmla="*/ 104 h 349"/>
                <a:gd name="T8" fmla="*/ 1 w 207"/>
                <a:gd name="T9" fmla="*/ 183 h 349"/>
                <a:gd name="T10" fmla="*/ 13 w 207"/>
                <a:gd name="T11" fmla="*/ 236 h 349"/>
                <a:gd name="T12" fmla="*/ 61 w 207"/>
                <a:gd name="T13" fmla="*/ 301 h 349"/>
                <a:gd name="T14" fmla="*/ 121 w 207"/>
                <a:gd name="T15" fmla="*/ 336 h 349"/>
                <a:gd name="T16" fmla="*/ 189 w 207"/>
                <a:gd name="T17" fmla="*/ 347 h 349"/>
                <a:gd name="T18" fmla="*/ 175 w 207"/>
                <a:gd name="T19" fmla="*/ 347 h 3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07"/>
                <a:gd name="T31" fmla="*/ 0 h 349"/>
                <a:gd name="T32" fmla="*/ 207 w 207"/>
                <a:gd name="T33" fmla="*/ 349 h 3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07" h="349">
                  <a:moveTo>
                    <a:pt x="189" y="9"/>
                  </a:moveTo>
                  <a:cubicBezTo>
                    <a:pt x="189" y="10"/>
                    <a:pt x="207" y="0"/>
                    <a:pt x="189" y="4"/>
                  </a:cubicBezTo>
                  <a:cubicBezTo>
                    <a:pt x="171" y="8"/>
                    <a:pt x="110" y="16"/>
                    <a:pt x="81" y="33"/>
                  </a:cubicBezTo>
                  <a:cubicBezTo>
                    <a:pt x="52" y="50"/>
                    <a:pt x="26" y="79"/>
                    <a:pt x="13" y="104"/>
                  </a:cubicBezTo>
                  <a:cubicBezTo>
                    <a:pt x="0" y="129"/>
                    <a:pt x="1" y="161"/>
                    <a:pt x="1" y="183"/>
                  </a:cubicBezTo>
                  <a:cubicBezTo>
                    <a:pt x="1" y="205"/>
                    <a:pt x="3" y="217"/>
                    <a:pt x="13" y="236"/>
                  </a:cubicBezTo>
                  <a:cubicBezTo>
                    <a:pt x="23" y="256"/>
                    <a:pt x="43" y="284"/>
                    <a:pt x="61" y="301"/>
                  </a:cubicBezTo>
                  <a:cubicBezTo>
                    <a:pt x="79" y="318"/>
                    <a:pt x="100" y="328"/>
                    <a:pt x="121" y="336"/>
                  </a:cubicBezTo>
                  <a:cubicBezTo>
                    <a:pt x="142" y="344"/>
                    <a:pt x="180" y="345"/>
                    <a:pt x="189" y="347"/>
                  </a:cubicBezTo>
                  <a:cubicBezTo>
                    <a:pt x="198" y="349"/>
                    <a:pt x="178" y="347"/>
                    <a:pt x="175" y="347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66E601E-EF41-2100-9FE9-8DF5DD3FB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1695"/>
              <a:ext cx="384" cy="47"/>
            </a:xfrm>
            <a:custGeom>
              <a:avLst/>
              <a:gdLst>
                <a:gd name="T0" fmla="*/ 0 w 384"/>
                <a:gd name="T1" fmla="*/ 9 h 53"/>
                <a:gd name="T2" fmla="*/ 92 w 384"/>
                <a:gd name="T3" fmla="*/ 4 h 53"/>
                <a:gd name="T4" fmla="*/ 192 w 384"/>
                <a:gd name="T5" fmla="*/ 1 h 53"/>
                <a:gd name="T6" fmla="*/ 280 w 384"/>
                <a:gd name="T7" fmla="*/ 4 h 53"/>
                <a:gd name="T8" fmla="*/ 384 w 384"/>
                <a:gd name="T9" fmla="*/ 9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53"/>
                <a:gd name="T17" fmla="*/ 384 w 38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53">
                  <a:moveTo>
                    <a:pt x="0" y="53"/>
                  </a:moveTo>
                  <a:cubicBezTo>
                    <a:pt x="30" y="39"/>
                    <a:pt x="60" y="26"/>
                    <a:pt x="92" y="17"/>
                  </a:cubicBezTo>
                  <a:cubicBezTo>
                    <a:pt x="124" y="8"/>
                    <a:pt x="161" y="2"/>
                    <a:pt x="192" y="1"/>
                  </a:cubicBezTo>
                  <a:cubicBezTo>
                    <a:pt x="223" y="0"/>
                    <a:pt x="248" y="5"/>
                    <a:pt x="280" y="13"/>
                  </a:cubicBezTo>
                  <a:cubicBezTo>
                    <a:pt x="312" y="21"/>
                    <a:pt x="367" y="42"/>
                    <a:pt x="384" y="49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194589-957A-C73F-786B-8CAB575A228F}"/>
              </a:ext>
            </a:extLst>
          </p:cNvPr>
          <p:cNvGrpSpPr>
            <a:grpSpLocks/>
          </p:cNvGrpSpPr>
          <p:nvPr/>
        </p:nvGrpSpPr>
        <p:grpSpPr bwMode="auto">
          <a:xfrm>
            <a:off x="5444124" y="1821586"/>
            <a:ext cx="2767012" cy="3009900"/>
            <a:chOff x="1150" y="1538"/>
            <a:chExt cx="1743" cy="1896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503C5B09-00AE-9A71-2885-D64AE2414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3099"/>
              <a:ext cx="63" cy="335"/>
            </a:xfrm>
            <a:custGeom>
              <a:avLst/>
              <a:gdLst>
                <a:gd name="T0" fmla="*/ 59 w 63"/>
                <a:gd name="T1" fmla="*/ 0 h 376"/>
                <a:gd name="T2" fmla="*/ 19 w 63"/>
                <a:gd name="T3" fmla="*/ 13 h 376"/>
                <a:gd name="T4" fmla="*/ 3 w 63"/>
                <a:gd name="T5" fmla="*/ 29 h 376"/>
                <a:gd name="T6" fmla="*/ 3 w 63"/>
                <a:gd name="T7" fmla="*/ 40 h 376"/>
                <a:gd name="T8" fmla="*/ 23 w 63"/>
                <a:gd name="T9" fmla="*/ 54 h 376"/>
                <a:gd name="T10" fmla="*/ 63 w 63"/>
                <a:gd name="T11" fmla="*/ 67 h 3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"/>
                <a:gd name="T19" fmla="*/ 0 h 376"/>
                <a:gd name="T20" fmla="*/ 63 w 63"/>
                <a:gd name="T21" fmla="*/ 376 h 3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" h="376">
                  <a:moveTo>
                    <a:pt x="59" y="0"/>
                  </a:moveTo>
                  <a:cubicBezTo>
                    <a:pt x="43" y="24"/>
                    <a:pt x="28" y="49"/>
                    <a:pt x="19" y="76"/>
                  </a:cubicBezTo>
                  <a:cubicBezTo>
                    <a:pt x="10" y="103"/>
                    <a:pt x="6" y="135"/>
                    <a:pt x="3" y="160"/>
                  </a:cubicBezTo>
                  <a:cubicBezTo>
                    <a:pt x="0" y="185"/>
                    <a:pt x="0" y="199"/>
                    <a:pt x="3" y="224"/>
                  </a:cubicBezTo>
                  <a:cubicBezTo>
                    <a:pt x="6" y="249"/>
                    <a:pt x="13" y="287"/>
                    <a:pt x="23" y="312"/>
                  </a:cubicBezTo>
                  <a:cubicBezTo>
                    <a:pt x="33" y="337"/>
                    <a:pt x="56" y="365"/>
                    <a:pt x="63" y="376"/>
                  </a:cubicBezTo>
                </a:path>
              </a:pathLst>
            </a:custGeom>
            <a:noFill/>
            <a:ln w="5715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8BAC7499-8A17-42F4-420A-598BF92C4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538"/>
              <a:ext cx="397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" name="Freeform 50">
            <a:extLst>
              <a:ext uri="{FF2B5EF4-FFF2-40B4-BE49-F238E27FC236}">
                <a16:creationId xmlns:a16="http://schemas.microsoft.com/office/drawing/2014/main" id="{EBA7B756-698C-CC96-0BC2-3DED3469A728}"/>
              </a:ext>
            </a:extLst>
          </p:cNvPr>
          <p:cNvSpPr>
            <a:spLocks/>
          </p:cNvSpPr>
          <p:nvPr/>
        </p:nvSpPr>
        <p:spPr bwMode="auto">
          <a:xfrm>
            <a:off x="4750386" y="2161311"/>
            <a:ext cx="3459163" cy="9525"/>
          </a:xfrm>
          <a:custGeom>
            <a:avLst/>
            <a:gdLst>
              <a:gd name="T0" fmla="*/ 2147483646 w 2179"/>
              <a:gd name="T1" fmla="*/ 0 h 6"/>
              <a:gd name="T2" fmla="*/ 0 w 2179"/>
              <a:gd name="T3" fmla="*/ 2147483646 h 6"/>
              <a:gd name="T4" fmla="*/ 0 60000 65536"/>
              <a:gd name="T5" fmla="*/ 0 60000 65536"/>
              <a:gd name="T6" fmla="*/ 0 w 2179"/>
              <a:gd name="T7" fmla="*/ 0 h 6"/>
              <a:gd name="T8" fmla="*/ 2179 w 2179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79" h="6">
                <a:moveTo>
                  <a:pt x="2179" y="0"/>
                </a:moveTo>
                <a:lnTo>
                  <a:pt x="0" y="6"/>
                </a:lnTo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71176268-9F50-A264-7CEF-B6B33CEA377F}"/>
              </a:ext>
            </a:extLst>
          </p:cNvPr>
          <p:cNvSpPr>
            <a:spLocks/>
          </p:cNvSpPr>
          <p:nvPr/>
        </p:nvSpPr>
        <p:spPr bwMode="auto">
          <a:xfrm>
            <a:off x="4667836" y="2096224"/>
            <a:ext cx="312738" cy="90487"/>
          </a:xfrm>
          <a:custGeom>
            <a:avLst/>
            <a:gdLst>
              <a:gd name="T0" fmla="*/ 0 w 196"/>
              <a:gd name="T1" fmla="*/ 0 h 64"/>
              <a:gd name="T2" fmla="*/ 2147483646 w 196"/>
              <a:gd name="T3" fmla="*/ 2147483646 h 64"/>
              <a:gd name="T4" fmla="*/ 2147483646 w 196"/>
              <a:gd name="T5" fmla="*/ 2147483646 h 64"/>
              <a:gd name="T6" fmla="*/ 0 60000 65536"/>
              <a:gd name="T7" fmla="*/ 0 60000 65536"/>
              <a:gd name="T8" fmla="*/ 0 60000 65536"/>
              <a:gd name="T9" fmla="*/ 0 w 196"/>
              <a:gd name="T10" fmla="*/ 0 h 64"/>
              <a:gd name="T11" fmla="*/ 196 w 196"/>
              <a:gd name="T12" fmla="*/ 64 h 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" h="64">
                <a:moveTo>
                  <a:pt x="0" y="0"/>
                </a:moveTo>
                <a:cubicBezTo>
                  <a:pt x="19" y="12"/>
                  <a:pt x="39" y="25"/>
                  <a:pt x="72" y="36"/>
                </a:cubicBezTo>
                <a:cubicBezTo>
                  <a:pt x="105" y="47"/>
                  <a:pt x="150" y="55"/>
                  <a:pt x="196" y="64"/>
                </a:cubicBezTo>
              </a:path>
            </a:pathLst>
          </a:custGeom>
          <a:noFill/>
          <a:ln w="38100" cap="flat" cmpd="sng">
            <a:solidFill>
              <a:srgbClr val="3333C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B2221BB0-47E6-6E9E-F89C-6AC0149F8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0574" y="2191474"/>
            <a:ext cx="546100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Text Box 53">
            <a:extLst>
              <a:ext uri="{FF2B5EF4-FFF2-40B4-BE49-F238E27FC236}">
                <a16:creationId xmlns:a16="http://schemas.microsoft.com/office/drawing/2014/main" id="{A96252A1-0EC9-1CD1-6A9E-334DE8FC6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36" y="1295191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补全主视图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1332E38-A1E1-2E49-E214-3EC31AC77C1A}"/>
              </a:ext>
            </a:extLst>
          </p:cNvPr>
          <p:cNvGrpSpPr>
            <a:grpSpLocks/>
          </p:cNvGrpSpPr>
          <p:nvPr/>
        </p:nvGrpSpPr>
        <p:grpSpPr bwMode="auto">
          <a:xfrm>
            <a:off x="5372686" y="4180611"/>
            <a:ext cx="320675" cy="763588"/>
            <a:chOff x="1119" y="3016"/>
            <a:chExt cx="202" cy="481"/>
          </a:xfrm>
        </p:grpSpPr>
        <p:sp>
          <p:nvSpPr>
            <p:cNvPr id="56" name="Text Box 55">
              <a:extLst>
                <a:ext uri="{FF2B5EF4-FFF2-40B4-BE49-F238E27FC236}">
                  <a16:creationId xmlns:a16="http://schemas.microsoft.com/office/drawing/2014/main" id="{0987618E-E20F-E4D4-A9F8-E132A6398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3016"/>
              <a:ext cx="1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7" name="Text Box 56">
              <a:extLst>
                <a:ext uri="{FF2B5EF4-FFF2-40B4-BE49-F238E27FC236}">
                  <a16:creationId xmlns:a16="http://schemas.microsoft.com/office/drawing/2014/main" id="{935F06C1-525E-789D-743A-2B61DFCCC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9" y="3353"/>
              <a:ext cx="1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8" name="Group 60">
            <a:extLst>
              <a:ext uri="{FF2B5EF4-FFF2-40B4-BE49-F238E27FC236}">
                <a16:creationId xmlns:a16="http://schemas.microsoft.com/office/drawing/2014/main" id="{470ACC78-81E7-DFF5-038B-835F8CAB6C5D}"/>
              </a:ext>
            </a:extLst>
          </p:cNvPr>
          <p:cNvGrpSpPr>
            <a:grpSpLocks/>
          </p:cNvGrpSpPr>
          <p:nvPr/>
        </p:nvGrpSpPr>
        <p:grpSpPr bwMode="auto">
          <a:xfrm>
            <a:off x="5406024" y="2070824"/>
            <a:ext cx="298450" cy="2767012"/>
            <a:chOff x="1133" y="1687"/>
            <a:chExt cx="188" cy="1743"/>
          </a:xfrm>
        </p:grpSpPr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7FF7638B-DA91-AEA3-033E-65EF6EF83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1764"/>
              <a:ext cx="1" cy="1666"/>
            </a:xfrm>
            <a:custGeom>
              <a:avLst/>
              <a:gdLst>
                <a:gd name="T0" fmla="*/ 0 w 1"/>
                <a:gd name="T1" fmla="*/ 1666 h 1666"/>
                <a:gd name="T2" fmla="*/ 0 w 1"/>
                <a:gd name="T3" fmla="*/ 0 h 1666"/>
                <a:gd name="T4" fmla="*/ 0 60000 65536"/>
                <a:gd name="T5" fmla="*/ 0 60000 65536"/>
                <a:gd name="T6" fmla="*/ 0 w 1"/>
                <a:gd name="T7" fmla="*/ 0 h 1666"/>
                <a:gd name="T8" fmla="*/ 1 w 1"/>
                <a:gd name="T9" fmla="*/ 1666 h 16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66">
                  <a:moveTo>
                    <a:pt x="0" y="1666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62">
              <a:extLst>
                <a:ext uri="{FF2B5EF4-FFF2-40B4-BE49-F238E27FC236}">
                  <a16:creationId xmlns:a16="http://schemas.microsoft.com/office/drawing/2014/main" id="{7529626F-9B03-CA61-6DBD-12566AF17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1687"/>
              <a:ext cx="1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61" name="Group 63">
            <a:extLst>
              <a:ext uri="{FF2B5EF4-FFF2-40B4-BE49-F238E27FC236}">
                <a16:creationId xmlns:a16="http://schemas.microsoft.com/office/drawing/2014/main" id="{F4652929-C4BC-FA14-4D26-4F40AA444803}"/>
              </a:ext>
            </a:extLst>
          </p:cNvPr>
          <p:cNvGrpSpPr>
            <a:grpSpLocks/>
          </p:cNvGrpSpPr>
          <p:nvPr/>
        </p:nvGrpSpPr>
        <p:grpSpPr bwMode="auto">
          <a:xfrm>
            <a:off x="5655261" y="2207349"/>
            <a:ext cx="2786063" cy="228600"/>
            <a:chOff x="1290" y="1623"/>
            <a:chExt cx="1755" cy="144"/>
          </a:xfrm>
        </p:grpSpPr>
        <p:sp>
          <p:nvSpPr>
            <p:cNvPr id="62" name="Freeform 64">
              <a:extLst>
                <a:ext uri="{FF2B5EF4-FFF2-40B4-BE49-F238E27FC236}">
                  <a16:creationId xmlns:a16="http://schemas.microsoft.com/office/drawing/2014/main" id="{01B09B5C-63E4-A9F7-A1A8-26208C300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695"/>
              <a:ext cx="1755" cy="1"/>
            </a:xfrm>
            <a:custGeom>
              <a:avLst/>
              <a:gdLst>
                <a:gd name="T0" fmla="*/ 1755 w 1755"/>
                <a:gd name="T1" fmla="*/ 0 h 1"/>
                <a:gd name="T2" fmla="*/ 0 w 1755"/>
                <a:gd name="T3" fmla="*/ 0 h 1"/>
                <a:gd name="T4" fmla="*/ 0 60000 65536"/>
                <a:gd name="T5" fmla="*/ 0 60000 65536"/>
                <a:gd name="T6" fmla="*/ 0 w 1755"/>
                <a:gd name="T7" fmla="*/ 0 h 1"/>
                <a:gd name="T8" fmla="*/ 1755 w 175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55" h="1">
                  <a:moveTo>
                    <a:pt x="17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Text Box 65">
              <a:extLst>
                <a:ext uri="{FF2B5EF4-FFF2-40B4-BE49-F238E27FC236}">
                  <a16:creationId xmlns:a16="http://schemas.microsoft.com/office/drawing/2014/main" id="{681ECAD5-0B31-2EDC-11B6-4293A0C45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6" y="1623"/>
              <a:ext cx="1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64" name="Group 66">
            <a:extLst>
              <a:ext uri="{FF2B5EF4-FFF2-40B4-BE49-F238E27FC236}">
                <a16:creationId xmlns:a16="http://schemas.microsoft.com/office/drawing/2014/main" id="{F38FCDC8-0450-F85C-8F16-1D906E12C3BB}"/>
              </a:ext>
            </a:extLst>
          </p:cNvPr>
          <p:cNvGrpSpPr>
            <a:grpSpLocks/>
          </p:cNvGrpSpPr>
          <p:nvPr/>
        </p:nvGrpSpPr>
        <p:grpSpPr bwMode="auto">
          <a:xfrm>
            <a:off x="7444374" y="2043836"/>
            <a:ext cx="885825" cy="215900"/>
            <a:chOff x="2410" y="1520"/>
            <a:chExt cx="558" cy="136"/>
          </a:xfrm>
        </p:grpSpPr>
        <p:sp>
          <p:nvSpPr>
            <p:cNvPr id="65" name="Text Box 67">
              <a:extLst>
                <a:ext uri="{FF2B5EF4-FFF2-40B4-BE49-F238E27FC236}">
                  <a16:creationId xmlns:a16="http://schemas.microsoft.com/office/drawing/2014/main" id="{6E2D920D-7368-BB44-387B-94E979519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8" y="1520"/>
              <a:ext cx="180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6" name="Text Box 68">
              <a:extLst>
                <a:ext uri="{FF2B5EF4-FFF2-40B4-BE49-F238E27FC236}">
                  <a16:creationId xmlns:a16="http://schemas.microsoft.com/office/drawing/2014/main" id="{73B45CB0-AFCA-21C9-DDF3-D46CE51F9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" y="1521"/>
              <a:ext cx="180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67" name="Group 69">
            <a:extLst>
              <a:ext uri="{FF2B5EF4-FFF2-40B4-BE49-F238E27FC236}">
                <a16:creationId xmlns:a16="http://schemas.microsoft.com/office/drawing/2014/main" id="{7B994882-6546-6922-A515-4E31CF436D78}"/>
              </a:ext>
            </a:extLst>
          </p:cNvPr>
          <p:cNvGrpSpPr>
            <a:grpSpLocks/>
          </p:cNvGrpSpPr>
          <p:nvPr/>
        </p:nvGrpSpPr>
        <p:grpSpPr bwMode="auto">
          <a:xfrm>
            <a:off x="4998036" y="2034312"/>
            <a:ext cx="3417888" cy="2805113"/>
            <a:chOff x="861" y="1650"/>
            <a:chExt cx="2153" cy="1767"/>
          </a:xfrm>
        </p:grpSpPr>
        <p:sp>
          <p:nvSpPr>
            <p:cNvPr id="68" name="Freeform 70">
              <a:extLst>
                <a:ext uri="{FF2B5EF4-FFF2-40B4-BE49-F238E27FC236}">
                  <a16:creationId xmlns:a16="http://schemas.microsoft.com/office/drawing/2014/main" id="{A432453A-FD5E-E8F0-E423-24699DB01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3416"/>
              <a:ext cx="339" cy="1"/>
            </a:xfrm>
            <a:custGeom>
              <a:avLst/>
              <a:gdLst>
                <a:gd name="T0" fmla="*/ 0 w 339"/>
                <a:gd name="T1" fmla="*/ 0 h 1"/>
                <a:gd name="T2" fmla="*/ 339 w 339"/>
                <a:gd name="T3" fmla="*/ 0 h 1"/>
                <a:gd name="T4" fmla="*/ 0 60000 65536"/>
                <a:gd name="T5" fmla="*/ 0 60000 65536"/>
                <a:gd name="T6" fmla="*/ 0 w 339"/>
                <a:gd name="T7" fmla="*/ 0 h 1"/>
                <a:gd name="T8" fmla="*/ 339 w 33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9" h="1">
                  <a:moveTo>
                    <a:pt x="0" y="0"/>
                  </a:moveTo>
                  <a:lnTo>
                    <a:pt x="339" y="0"/>
                  </a:ln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Text Box 71">
              <a:extLst>
                <a:ext uri="{FF2B5EF4-FFF2-40B4-BE49-F238E27FC236}">
                  <a16:creationId xmlns:a16="http://schemas.microsoft.com/office/drawing/2014/main" id="{A99885AE-351E-DAD2-86F8-1C57191BB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6" y="1650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0" name="Group 73">
            <a:extLst>
              <a:ext uri="{FF2B5EF4-FFF2-40B4-BE49-F238E27FC236}">
                <a16:creationId xmlns:a16="http://schemas.microsoft.com/office/drawing/2014/main" id="{5DF75AF8-9BEB-F690-D5C1-77A5858D867D}"/>
              </a:ext>
            </a:extLst>
          </p:cNvPr>
          <p:cNvGrpSpPr>
            <a:grpSpLocks/>
          </p:cNvGrpSpPr>
          <p:nvPr/>
        </p:nvGrpSpPr>
        <p:grpSpPr bwMode="auto">
          <a:xfrm>
            <a:off x="5493336" y="1823174"/>
            <a:ext cx="2705100" cy="3051175"/>
            <a:chOff x="1180" y="1531"/>
            <a:chExt cx="1704" cy="1922"/>
          </a:xfrm>
        </p:grpSpPr>
        <p:sp>
          <p:nvSpPr>
            <p:cNvPr id="71" name="Line 74">
              <a:extLst>
                <a:ext uri="{FF2B5EF4-FFF2-40B4-BE49-F238E27FC236}">
                  <a16:creationId xmlns:a16="http://schemas.microsoft.com/office/drawing/2014/main" id="{5FA52E62-FBD4-7D7F-4401-AF113F340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" y="1531"/>
              <a:ext cx="0" cy="20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Oval 75">
              <a:extLst>
                <a:ext uri="{FF2B5EF4-FFF2-40B4-BE49-F238E27FC236}">
                  <a16:creationId xmlns:a16="http://schemas.microsoft.com/office/drawing/2014/main" id="{8BE5E7B2-3C6F-0A1F-7B3E-7F9B616F7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" y="3411"/>
              <a:ext cx="47" cy="4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" name="Group 76">
            <a:extLst>
              <a:ext uri="{FF2B5EF4-FFF2-40B4-BE49-F238E27FC236}">
                <a16:creationId xmlns:a16="http://schemas.microsoft.com/office/drawing/2014/main" id="{0A013189-123D-E845-FAE6-2E60304D5646}"/>
              </a:ext>
            </a:extLst>
          </p:cNvPr>
          <p:cNvGrpSpPr>
            <a:grpSpLocks/>
          </p:cNvGrpSpPr>
          <p:nvPr/>
        </p:nvGrpSpPr>
        <p:grpSpPr bwMode="auto">
          <a:xfrm>
            <a:off x="1372168" y="4012023"/>
            <a:ext cx="2058607" cy="1692274"/>
            <a:chOff x="3667" y="2661"/>
            <a:chExt cx="761" cy="1066"/>
          </a:xfrm>
        </p:grpSpPr>
        <p:sp>
          <p:nvSpPr>
            <p:cNvPr id="74" name="Text Box 77">
              <a:extLst>
                <a:ext uri="{FF2B5EF4-FFF2-40B4-BE49-F238E27FC236}">
                  <a16:creationId xmlns:a16="http://schemas.microsoft.com/office/drawing/2014/main" id="{0D406596-4041-7227-C669-F4A3502BD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661"/>
              <a:ext cx="7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有交线</a:t>
              </a:r>
            </a:p>
          </p:txBody>
        </p:sp>
        <p:sp>
          <p:nvSpPr>
            <p:cNvPr id="75" name="Text Box 78">
              <a:extLst>
                <a:ext uri="{FF2B5EF4-FFF2-40B4-BE49-F238E27FC236}">
                  <a16:creationId xmlns:a16="http://schemas.microsoft.com/office/drawing/2014/main" id="{32728E16-21AB-5B5C-0CAD-91A9C54C9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" y="3022"/>
              <a:ext cx="7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有交线</a:t>
              </a:r>
            </a:p>
          </p:txBody>
        </p:sp>
        <p:sp>
          <p:nvSpPr>
            <p:cNvPr id="76" name="Text Box 79">
              <a:extLst>
                <a:ext uri="{FF2B5EF4-FFF2-40B4-BE49-F238E27FC236}">
                  <a16:creationId xmlns:a16="http://schemas.microsoft.com/office/drawing/2014/main" id="{E1E30A51-AC02-E36C-854D-29EA2A24A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3397"/>
              <a:ext cx="7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有交线</a:t>
              </a:r>
            </a:p>
          </p:txBody>
        </p:sp>
      </p:grpSp>
      <p:grpSp>
        <p:nvGrpSpPr>
          <p:cNvPr id="77" name="Group 81">
            <a:extLst>
              <a:ext uri="{FF2B5EF4-FFF2-40B4-BE49-F238E27FC236}">
                <a16:creationId xmlns:a16="http://schemas.microsoft.com/office/drawing/2014/main" id="{9E9E5898-3CF4-7652-6A0C-B6667E05D2DF}"/>
              </a:ext>
            </a:extLst>
          </p:cNvPr>
          <p:cNvGrpSpPr>
            <a:grpSpLocks/>
          </p:cNvGrpSpPr>
          <p:nvPr/>
        </p:nvGrpSpPr>
        <p:grpSpPr bwMode="auto">
          <a:xfrm>
            <a:off x="8568324" y="3593429"/>
            <a:ext cx="1883464" cy="1830390"/>
            <a:chOff x="4181" y="1888"/>
            <a:chExt cx="1384" cy="1345"/>
          </a:xfrm>
        </p:grpSpPr>
        <p:sp>
          <p:nvSpPr>
            <p:cNvPr id="78" name="Freeform 82">
              <a:extLst>
                <a:ext uri="{FF2B5EF4-FFF2-40B4-BE49-F238E27FC236}">
                  <a16:creationId xmlns:a16="http://schemas.microsoft.com/office/drawing/2014/main" id="{791A72CC-C616-0046-66D9-342600A6C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2026"/>
              <a:ext cx="555" cy="498"/>
            </a:xfrm>
            <a:custGeom>
              <a:avLst/>
              <a:gdLst>
                <a:gd name="T0" fmla="*/ 0 w 1209"/>
                <a:gd name="T1" fmla="*/ 0 h 1085"/>
                <a:gd name="T2" fmla="*/ 0 w 1209"/>
                <a:gd name="T3" fmla="*/ 0 h 1085"/>
                <a:gd name="T4" fmla="*/ 0 w 1209"/>
                <a:gd name="T5" fmla="*/ 0 h 1085"/>
                <a:gd name="T6" fmla="*/ 0 w 1209"/>
                <a:gd name="T7" fmla="*/ 0 h 1085"/>
                <a:gd name="T8" fmla="*/ 0 w 1209"/>
                <a:gd name="T9" fmla="*/ 0 h 1085"/>
                <a:gd name="T10" fmla="*/ 0 w 1209"/>
                <a:gd name="T11" fmla="*/ 0 h 1085"/>
                <a:gd name="T12" fmla="*/ 0 w 1209"/>
                <a:gd name="T13" fmla="*/ 0 h 1085"/>
                <a:gd name="T14" fmla="*/ 0 w 1209"/>
                <a:gd name="T15" fmla="*/ 0 h 1085"/>
                <a:gd name="T16" fmla="*/ 0 w 1209"/>
                <a:gd name="T17" fmla="*/ 0 h 1085"/>
                <a:gd name="T18" fmla="*/ 0 w 1209"/>
                <a:gd name="T19" fmla="*/ 0 h 1085"/>
                <a:gd name="T20" fmla="*/ 0 w 1209"/>
                <a:gd name="T21" fmla="*/ 0 h 1085"/>
                <a:gd name="T22" fmla="*/ 0 w 1209"/>
                <a:gd name="T23" fmla="*/ 0 h 1085"/>
                <a:gd name="T24" fmla="*/ 0 w 1209"/>
                <a:gd name="T25" fmla="*/ 0 h 1085"/>
                <a:gd name="T26" fmla="*/ 0 w 1209"/>
                <a:gd name="T27" fmla="*/ 0 h 1085"/>
                <a:gd name="T28" fmla="*/ 0 w 1209"/>
                <a:gd name="T29" fmla="*/ 0 h 1085"/>
                <a:gd name="T30" fmla="*/ 0 w 1209"/>
                <a:gd name="T31" fmla="*/ 0 h 1085"/>
                <a:gd name="T32" fmla="*/ 0 w 1209"/>
                <a:gd name="T33" fmla="*/ 0 h 1085"/>
                <a:gd name="T34" fmla="*/ 0 w 1209"/>
                <a:gd name="T35" fmla="*/ 0 h 1085"/>
                <a:gd name="T36" fmla="*/ 0 w 1209"/>
                <a:gd name="T37" fmla="*/ 0 h 1085"/>
                <a:gd name="T38" fmla="*/ 0 w 1209"/>
                <a:gd name="T39" fmla="*/ 0 h 1085"/>
                <a:gd name="T40" fmla="*/ 0 w 1209"/>
                <a:gd name="T41" fmla="*/ 0 h 1085"/>
                <a:gd name="T42" fmla="*/ 0 w 1209"/>
                <a:gd name="T43" fmla="*/ 0 h 1085"/>
                <a:gd name="T44" fmla="*/ 0 w 1209"/>
                <a:gd name="T45" fmla="*/ 0 h 1085"/>
                <a:gd name="T46" fmla="*/ 0 w 1209"/>
                <a:gd name="T47" fmla="*/ 0 h 1085"/>
                <a:gd name="T48" fmla="*/ 0 w 1209"/>
                <a:gd name="T49" fmla="*/ 0 h 1085"/>
                <a:gd name="T50" fmla="*/ 0 w 1209"/>
                <a:gd name="T51" fmla="*/ 0 h 1085"/>
                <a:gd name="T52" fmla="*/ 0 w 1209"/>
                <a:gd name="T53" fmla="*/ 0 h 1085"/>
                <a:gd name="T54" fmla="*/ 0 w 1209"/>
                <a:gd name="T55" fmla="*/ 0 h 1085"/>
                <a:gd name="T56" fmla="*/ 0 w 1209"/>
                <a:gd name="T57" fmla="*/ 0 h 108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9"/>
                <a:gd name="T88" fmla="*/ 0 h 1085"/>
                <a:gd name="T89" fmla="*/ 1209 w 1209"/>
                <a:gd name="T90" fmla="*/ 1085 h 108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9" h="1085">
                  <a:moveTo>
                    <a:pt x="1209" y="0"/>
                  </a:moveTo>
                  <a:lnTo>
                    <a:pt x="1209" y="739"/>
                  </a:lnTo>
                  <a:lnTo>
                    <a:pt x="1171" y="883"/>
                  </a:lnTo>
                  <a:lnTo>
                    <a:pt x="1094" y="989"/>
                  </a:lnTo>
                  <a:lnTo>
                    <a:pt x="960" y="1056"/>
                  </a:lnTo>
                  <a:lnTo>
                    <a:pt x="854" y="1085"/>
                  </a:lnTo>
                  <a:lnTo>
                    <a:pt x="739" y="1075"/>
                  </a:lnTo>
                  <a:lnTo>
                    <a:pt x="626" y="1044"/>
                  </a:lnTo>
                  <a:lnTo>
                    <a:pt x="547" y="1046"/>
                  </a:lnTo>
                  <a:lnTo>
                    <a:pt x="542" y="696"/>
                  </a:lnTo>
                  <a:lnTo>
                    <a:pt x="446" y="684"/>
                  </a:lnTo>
                  <a:lnTo>
                    <a:pt x="362" y="660"/>
                  </a:lnTo>
                  <a:lnTo>
                    <a:pt x="266" y="624"/>
                  </a:lnTo>
                  <a:lnTo>
                    <a:pt x="170" y="564"/>
                  </a:lnTo>
                  <a:lnTo>
                    <a:pt x="98" y="516"/>
                  </a:lnTo>
                  <a:lnTo>
                    <a:pt x="19" y="470"/>
                  </a:lnTo>
                  <a:lnTo>
                    <a:pt x="0" y="326"/>
                  </a:lnTo>
                  <a:lnTo>
                    <a:pt x="0" y="96"/>
                  </a:lnTo>
                  <a:lnTo>
                    <a:pt x="76" y="221"/>
                  </a:lnTo>
                  <a:lnTo>
                    <a:pt x="144" y="288"/>
                  </a:lnTo>
                  <a:lnTo>
                    <a:pt x="268" y="355"/>
                  </a:lnTo>
                  <a:lnTo>
                    <a:pt x="412" y="442"/>
                  </a:lnTo>
                  <a:lnTo>
                    <a:pt x="595" y="432"/>
                  </a:lnTo>
                  <a:lnTo>
                    <a:pt x="768" y="432"/>
                  </a:lnTo>
                  <a:lnTo>
                    <a:pt x="912" y="394"/>
                  </a:lnTo>
                  <a:lnTo>
                    <a:pt x="1017" y="307"/>
                  </a:lnTo>
                  <a:lnTo>
                    <a:pt x="1113" y="221"/>
                  </a:lnTo>
                  <a:lnTo>
                    <a:pt x="1200" y="163"/>
                  </a:lnTo>
                  <a:lnTo>
                    <a:pt x="1209" y="0"/>
                  </a:lnTo>
                  <a:close/>
                </a:path>
              </a:pathLst>
            </a:custGeom>
            <a:gradFill rotWithShape="0">
              <a:gsLst>
                <a:gs pos="0">
                  <a:srgbClr val="A20041"/>
                </a:gs>
                <a:gs pos="50000">
                  <a:srgbClr val="FF0066"/>
                </a:gs>
                <a:gs pos="100000">
                  <a:srgbClr val="A2004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83">
              <a:extLst>
                <a:ext uri="{FF2B5EF4-FFF2-40B4-BE49-F238E27FC236}">
                  <a16:creationId xmlns:a16="http://schemas.microsoft.com/office/drawing/2014/main" id="{9705CD16-BB85-A34A-359D-DB7A84DCE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026"/>
              <a:ext cx="1336" cy="1163"/>
            </a:xfrm>
            <a:custGeom>
              <a:avLst/>
              <a:gdLst>
                <a:gd name="T0" fmla="*/ 220 w 1336"/>
                <a:gd name="T1" fmla="*/ 392 h 1163"/>
                <a:gd name="T2" fmla="*/ 0 w 1336"/>
                <a:gd name="T3" fmla="*/ 524 h 1163"/>
                <a:gd name="T4" fmla="*/ 62 w 1336"/>
                <a:gd name="T5" fmla="*/ 507 h 1163"/>
                <a:gd name="T6" fmla="*/ 141 w 1336"/>
                <a:gd name="T7" fmla="*/ 511 h 1163"/>
                <a:gd name="T8" fmla="*/ 190 w 1336"/>
                <a:gd name="T9" fmla="*/ 533 h 1163"/>
                <a:gd name="T10" fmla="*/ 256 w 1336"/>
                <a:gd name="T11" fmla="*/ 568 h 1163"/>
                <a:gd name="T12" fmla="*/ 304 w 1336"/>
                <a:gd name="T13" fmla="*/ 612 h 1163"/>
                <a:gd name="T14" fmla="*/ 353 w 1336"/>
                <a:gd name="T15" fmla="*/ 665 h 1163"/>
                <a:gd name="T16" fmla="*/ 388 w 1336"/>
                <a:gd name="T17" fmla="*/ 718 h 1163"/>
                <a:gd name="T18" fmla="*/ 419 w 1336"/>
                <a:gd name="T19" fmla="*/ 788 h 1163"/>
                <a:gd name="T20" fmla="*/ 450 w 1336"/>
                <a:gd name="T21" fmla="*/ 846 h 1163"/>
                <a:gd name="T22" fmla="*/ 468 w 1336"/>
                <a:gd name="T23" fmla="*/ 939 h 1163"/>
                <a:gd name="T24" fmla="*/ 454 w 1336"/>
                <a:gd name="T25" fmla="*/ 1009 h 1163"/>
                <a:gd name="T26" fmla="*/ 437 w 1336"/>
                <a:gd name="T27" fmla="*/ 1093 h 1163"/>
                <a:gd name="T28" fmla="*/ 406 w 1336"/>
                <a:gd name="T29" fmla="*/ 1132 h 1163"/>
                <a:gd name="T30" fmla="*/ 379 w 1336"/>
                <a:gd name="T31" fmla="*/ 1163 h 1163"/>
                <a:gd name="T32" fmla="*/ 1235 w 1336"/>
                <a:gd name="T33" fmla="*/ 670 h 1163"/>
                <a:gd name="T34" fmla="*/ 1285 w 1336"/>
                <a:gd name="T35" fmla="*/ 617 h 1163"/>
                <a:gd name="T36" fmla="*/ 1315 w 1336"/>
                <a:gd name="T37" fmla="*/ 566 h 1163"/>
                <a:gd name="T38" fmla="*/ 1330 w 1336"/>
                <a:gd name="T39" fmla="*/ 521 h 1163"/>
                <a:gd name="T40" fmla="*/ 1336 w 1336"/>
                <a:gd name="T41" fmla="*/ 441 h 1163"/>
                <a:gd name="T42" fmla="*/ 1327 w 1336"/>
                <a:gd name="T43" fmla="*/ 375 h 1163"/>
                <a:gd name="T44" fmla="*/ 1309 w 1336"/>
                <a:gd name="T45" fmla="*/ 304 h 1163"/>
                <a:gd name="T46" fmla="*/ 1285 w 1336"/>
                <a:gd name="T47" fmla="*/ 242 h 1163"/>
                <a:gd name="T48" fmla="*/ 1252 w 1336"/>
                <a:gd name="T49" fmla="*/ 179 h 1163"/>
                <a:gd name="T50" fmla="*/ 1212 w 1336"/>
                <a:gd name="T51" fmla="*/ 128 h 1163"/>
                <a:gd name="T52" fmla="*/ 1160 w 1336"/>
                <a:gd name="T53" fmla="*/ 79 h 1163"/>
                <a:gd name="T54" fmla="*/ 1120 w 1336"/>
                <a:gd name="T55" fmla="*/ 49 h 1163"/>
                <a:gd name="T56" fmla="*/ 1054 w 1336"/>
                <a:gd name="T57" fmla="*/ 13 h 1163"/>
                <a:gd name="T58" fmla="*/ 1005 w 1336"/>
                <a:gd name="T59" fmla="*/ 0 h 1163"/>
                <a:gd name="T60" fmla="*/ 1010 w 1336"/>
                <a:gd name="T61" fmla="*/ 344 h 1163"/>
                <a:gd name="T62" fmla="*/ 988 w 1336"/>
                <a:gd name="T63" fmla="*/ 401 h 1163"/>
                <a:gd name="T64" fmla="*/ 953 w 1336"/>
                <a:gd name="T65" fmla="*/ 449 h 1163"/>
                <a:gd name="T66" fmla="*/ 900 w 1336"/>
                <a:gd name="T67" fmla="*/ 476 h 1163"/>
                <a:gd name="T68" fmla="*/ 834 w 1336"/>
                <a:gd name="T69" fmla="*/ 489 h 1163"/>
                <a:gd name="T70" fmla="*/ 772 w 1336"/>
                <a:gd name="T71" fmla="*/ 480 h 1163"/>
                <a:gd name="T72" fmla="*/ 736 w 1336"/>
                <a:gd name="T73" fmla="*/ 467 h 1163"/>
                <a:gd name="T74" fmla="*/ 714 w 1336"/>
                <a:gd name="T75" fmla="*/ 449 h 1163"/>
                <a:gd name="T76" fmla="*/ 525 w 1336"/>
                <a:gd name="T77" fmla="*/ 551 h 1163"/>
                <a:gd name="T78" fmla="*/ 428 w 1336"/>
                <a:gd name="T79" fmla="*/ 559 h 1163"/>
                <a:gd name="T80" fmla="*/ 357 w 1336"/>
                <a:gd name="T81" fmla="*/ 542 h 1163"/>
                <a:gd name="T82" fmla="*/ 309 w 1336"/>
                <a:gd name="T83" fmla="*/ 511 h 1163"/>
                <a:gd name="T84" fmla="*/ 256 w 1336"/>
                <a:gd name="T85" fmla="*/ 480 h 1163"/>
                <a:gd name="T86" fmla="*/ 234 w 1336"/>
                <a:gd name="T87" fmla="*/ 454 h 1163"/>
                <a:gd name="T88" fmla="*/ 220 w 1336"/>
                <a:gd name="T89" fmla="*/ 392 h 116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36"/>
                <a:gd name="T136" fmla="*/ 0 h 1163"/>
                <a:gd name="T137" fmla="*/ 1336 w 1336"/>
                <a:gd name="T138" fmla="*/ 1163 h 116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36" h="1163">
                  <a:moveTo>
                    <a:pt x="220" y="392"/>
                  </a:moveTo>
                  <a:lnTo>
                    <a:pt x="0" y="524"/>
                  </a:lnTo>
                  <a:lnTo>
                    <a:pt x="62" y="507"/>
                  </a:lnTo>
                  <a:lnTo>
                    <a:pt x="141" y="511"/>
                  </a:lnTo>
                  <a:lnTo>
                    <a:pt x="190" y="533"/>
                  </a:lnTo>
                  <a:lnTo>
                    <a:pt x="256" y="568"/>
                  </a:lnTo>
                  <a:lnTo>
                    <a:pt x="304" y="612"/>
                  </a:lnTo>
                  <a:lnTo>
                    <a:pt x="353" y="665"/>
                  </a:lnTo>
                  <a:lnTo>
                    <a:pt x="388" y="718"/>
                  </a:lnTo>
                  <a:lnTo>
                    <a:pt x="419" y="788"/>
                  </a:lnTo>
                  <a:lnTo>
                    <a:pt x="450" y="846"/>
                  </a:lnTo>
                  <a:lnTo>
                    <a:pt x="468" y="939"/>
                  </a:lnTo>
                  <a:lnTo>
                    <a:pt x="454" y="1009"/>
                  </a:lnTo>
                  <a:lnTo>
                    <a:pt x="437" y="1093"/>
                  </a:lnTo>
                  <a:lnTo>
                    <a:pt x="406" y="1132"/>
                  </a:lnTo>
                  <a:lnTo>
                    <a:pt x="379" y="1163"/>
                  </a:lnTo>
                  <a:lnTo>
                    <a:pt x="1235" y="670"/>
                  </a:lnTo>
                  <a:lnTo>
                    <a:pt x="1285" y="617"/>
                  </a:lnTo>
                  <a:lnTo>
                    <a:pt x="1315" y="566"/>
                  </a:lnTo>
                  <a:lnTo>
                    <a:pt x="1330" y="521"/>
                  </a:lnTo>
                  <a:lnTo>
                    <a:pt x="1336" y="441"/>
                  </a:lnTo>
                  <a:lnTo>
                    <a:pt x="1327" y="375"/>
                  </a:lnTo>
                  <a:lnTo>
                    <a:pt x="1309" y="304"/>
                  </a:lnTo>
                  <a:lnTo>
                    <a:pt x="1285" y="242"/>
                  </a:lnTo>
                  <a:lnTo>
                    <a:pt x="1252" y="179"/>
                  </a:lnTo>
                  <a:lnTo>
                    <a:pt x="1212" y="128"/>
                  </a:lnTo>
                  <a:lnTo>
                    <a:pt x="1160" y="79"/>
                  </a:lnTo>
                  <a:lnTo>
                    <a:pt x="1120" y="49"/>
                  </a:lnTo>
                  <a:lnTo>
                    <a:pt x="1054" y="13"/>
                  </a:lnTo>
                  <a:lnTo>
                    <a:pt x="1005" y="0"/>
                  </a:lnTo>
                  <a:lnTo>
                    <a:pt x="1010" y="344"/>
                  </a:lnTo>
                  <a:lnTo>
                    <a:pt x="988" y="401"/>
                  </a:lnTo>
                  <a:lnTo>
                    <a:pt x="953" y="449"/>
                  </a:lnTo>
                  <a:lnTo>
                    <a:pt x="900" y="476"/>
                  </a:lnTo>
                  <a:lnTo>
                    <a:pt x="834" y="489"/>
                  </a:lnTo>
                  <a:lnTo>
                    <a:pt x="772" y="480"/>
                  </a:lnTo>
                  <a:lnTo>
                    <a:pt x="736" y="467"/>
                  </a:lnTo>
                  <a:lnTo>
                    <a:pt x="714" y="449"/>
                  </a:lnTo>
                  <a:lnTo>
                    <a:pt x="525" y="551"/>
                  </a:lnTo>
                  <a:lnTo>
                    <a:pt x="428" y="559"/>
                  </a:lnTo>
                  <a:lnTo>
                    <a:pt x="357" y="542"/>
                  </a:lnTo>
                  <a:lnTo>
                    <a:pt x="309" y="511"/>
                  </a:lnTo>
                  <a:lnTo>
                    <a:pt x="256" y="480"/>
                  </a:lnTo>
                  <a:lnTo>
                    <a:pt x="234" y="454"/>
                  </a:lnTo>
                  <a:lnTo>
                    <a:pt x="22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6C4824"/>
                </a:gs>
                <a:gs pos="50000">
                  <a:srgbClr val="996633"/>
                </a:gs>
                <a:gs pos="100000">
                  <a:srgbClr val="6C4824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Oval 84">
              <a:extLst>
                <a:ext uri="{FF2B5EF4-FFF2-40B4-BE49-F238E27FC236}">
                  <a16:creationId xmlns:a16="http://schemas.microsoft.com/office/drawing/2014/main" id="{708FC954-34E5-F633-04AC-F2AEC19199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54427">
              <a:off x="4054" y="2623"/>
              <a:ext cx="737" cy="484"/>
            </a:xfrm>
            <a:prstGeom prst="ellipse">
              <a:avLst/>
            </a:prstGeom>
            <a:solidFill>
              <a:srgbClr val="FF7C80"/>
            </a:solidFill>
            <a:ln w="9525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Oval 85">
              <a:extLst>
                <a:ext uri="{FF2B5EF4-FFF2-40B4-BE49-F238E27FC236}">
                  <a16:creationId xmlns:a16="http://schemas.microsoft.com/office/drawing/2014/main" id="{E32E4FF7-8CE4-EF31-6244-9740BAD27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1888"/>
              <a:ext cx="551" cy="35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86">
              <a:extLst>
                <a:ext uri="{FF2B5EF4-FFF2-40B4-BE49-F238E27FC236}">
                  <a16:creationId xmlns:a16="http://schemas.microsoft.com/office/drawing/2014/main" id="{A7F32340-6BFB-5311-FD64-B800A5B6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334"/>
              <a:ext cx="493" cy="260"/>
            </a:xfrm>
            <a:custGeom>
              <a:avLst/>
              <a:gdLst>
                <a:gd name="T0" fmla="*/ 0 w 1075"/>
                <a:gd name="T1" fmla="*/ 0 h 566"/>
                <a:gd name="T2" fmla="*/ 0 w 1075"/>
                <a:gd name="T3" fmla="*/ 0 h 566"/>
                <a:gd name="T4" fmla="*/ 0 w 1075"/>
                <a:gd name="T5" fmla="*/ 0 h 566"/>
                <a:gd name="T6" fmla="*/ 0 w 1075"/>
                <a:gd name="T7" fmla="*/ 0 h 566"/>
                <a:gd name="T8" fmla="*/ 0 w 1075"/>
                <a:gd name="T9" fmla="*/ 0 h 566"/>
                <a:gd name="T10" fmla="*/ 0 w 1075"/>
                <a:gd name="T11" fmla="*/ 0 h 566"/>
                <a:gd name="T12" fmla="*/ 0 w 1075"/>
                <a:gd name="T13" fmla="*/ 0 h 566"/>
                <a:gd name="T14" fmla="*/ 0 w 1075"/>
                <a:gd name="T15" fmla="*/ 0 h 566"/>
                <a:gd name="T16" fmla="*/ 0 w 1075"/>
                <a:gd name="T17" fmla="*/ 0 h 566"/>
                <a:gd name="T18" fmla="*/ 0 w 1075"/>
                <a:gd name="T19" fmla="*/ 0 h 566"/>
                <a:gd name="T20" fmla="*/ 0 w 1075"/>
                <a:gd name="T21" fmla="*/ 0 h 566"/>
                <a:gd name="T22" fmla="*/ 0 w 1075"/>
                <a:gd name="T23" fmla="*/ 0 h 566"/>
                <a:gd name="T24" fmla="*/ 0 w 1075"/>
                <a:gd name="T25" fmla="*/ 0 h 566"/>
                <a:gd name="T26" fmla="*/ 0 w 1075"/>
                <a:gd name="T27" fmla="*/ 0 h 566"/>
                <a:gd name="T28" fmla="*/ 0 w 1075"/>
                <a:gd name="T29" fmla="*/ 0 h 566"/>
                <a:gd name="T30" fmla="*/ 0 w 1075"/>
                <a:gd name="T31" fmla="*/ 0 h 566"/>
                <a:gd name="T32" fmla="*/ 0 w 1075"/>
                <a:gd name="T33" fmla="*/ 0 h 566"/>
                <a:gd name="T34" fmla="*/ 0 w 1075"/>
                <a:gd name="T35" fmla="*/ 0 h 566"/>
                <a:gd name="T36" fmla="*/ 0 w 1075"/>
                <a:gd name="T37" fmla="*/ 0 h 566"/>
                <a:gd name="T38" fmla="*/ 0 w 1075"/>
                <a:gd name="T39" fmla="*/ 0 h 566"/>
                <a:gd name="T40" fmla="*/ 0 w 1075"/>
                <a:gd name="T41" fmla="*/ 0 h 566"/>
                <a:gd name="T42" fmla="*/ 0 w 1075"/>
                <a:gd name="T43" fmla="*/ 0 h 566"/>
                <a:gd name="T44" fmla="*/ 0 w 1075"/>
                <a:gd name="T45" fmla="*/ 0 h 5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075"/>
                <a:gd name="T70" fmla="*/ 0 h 566"/>
                <a:gd name="T71" fmla="*/ 1075 w 1075"/>
                <a:gd name="T72" fmla="*/ 566 h 5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075" h="566">
                  <a:moveTo>
                    <a:pt x="0" y="29"/>
                  </a:moveTo>
                  <a:lnTo>
                    <a:pt x="0" y="288"/>
                  </a:lnTo>
                  <a:lnTo>
                    <a:pt x="67" y="394"/>
                  </a:lnTo>
                  <a:lnTo>
                    <a:pt x="154" y="451"/>
                  </a:lnTo>
                  <a:lnTo>
                    <a:pt x="231" y="509"/>
                  </a:lnTo>
                  <a:lnTo>
                    <a:pt x="346" y="547"/>
                  </a:lnTo>
                  <a:lnTo>
                    <a:pt x="451" y="566"/>
                  </a:lnTo>
                  <a:lnTo>
                    <a:pt x="586" y="566"/>
                  </a:lnTo>
                  <a:lnTo>
                    <a:pt x="691" y="538"/>
                  </a:lnTo>
                  <a:lnTo>
                    <a:pt x="1075" y="307"/>
                  </a:lnTo>
                  <a:lnTo>
                    <a:pt x="1075" y="0"/>
                  </a:lnTo>
                  <a:lnTo>
                    <a:pt x="960" y="86"/>
                  </a:lnTo>
                  <a:lnTo>
                    <a:pt x="893" y="125"/>
                  </a:lnTo>
                  <a:lnTo>
                    <a:pt x="797" y="173"/>
                  </a:lnTo>
                  <a:lnTo>
                    <a:pt x="711" y="221"/>
                  </a:lnTo>
                  <a:lnTo>
                    <a:pt x="595" y="278"/>
                  </a:lnTo>
                  <a:lnTo>
                    <a:pt x="499" y="288"/>
                  </a:lnTo>
                  <a:lnTo>
                    <a:pt x="403" y="307"/>
                  </a:lnTo>
                  <a:lnTo>
                    <a:pt x="307" y="307"/>
                  </a:lnTo>
                  <a:lnTo>
                    <a:pt x="183" y="269"/>
                  </a:lnTo>
                  <a:lnTo>
                    <a:pt x="115" y="230"/>
                  </a:lnTo>
                  <a:lnTo>
                    <a:pt x="39" y="173"/>
                  </a:lnTo>
                  <a:lnTo>
                    <a:pt x="0" y="29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87">
              <a:extLst>
                <a:ext uri="{FF2B5EF4-FFF2-40B4-BE49-F238E27FC236}">
                  <a16:creationId xmlns:a16="http://schemas.microsoft.com/office/drawing/2014/main" id="{0CA9B145-BD00-03D2-99B2-3E9FEE79E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75"/>
              <a:ext cx="493" cy="309"/>
            </a:xfrm>
            <a:custGeom>
              <a:avLst/>
              <a:gdLst>
                <a:gd name="T0" fmla="*/ 0 w 1075"/>
                <a:gd name="T1" fmla="*/ 0 h 672"/>
                <a:gd name="T2" fmla="*/ 0 w 1075"/>
                <a:gd name="T3" fmla="*/ 0 h 672"/>
                <a:gd name="T4" fmla="*/ 0 w 1075"/>
                <a:gd name="T5" fmla="*/ 0 h 672"/>
                <a:gd name="T6" fmla="*/ 0 w 1075"/>
                <a:gd name="T7" fmla="*/ 0 h 672"/>
                <a:gd name="T8" fmla="*/ 0 w 1075"/>
                <a:gd name="T9" fmla="*/ 0 h 672"/>
                <a:gd name="T10" fmla="*/ 0 w 1075"/>
                <a:gd name="T11" fmla="*/ 0 h 672"/>
                <a:gd name="T12" fmla="*/ 0 w 1075"/>
                <a:gd name="T13" fmla="*/ 0 h 672"/>
                <a:gd name="T14" fmla="*/ 0 w 1075"/>
                <a:gd name="T15" fmla="*/ 0 h 672"/>
                <a:gd name="T16" fmla="*/ 0 w 1075"/>
                <a:gd name="T17" fmla="*/ 0 h 672"/>
                <a:gd name="T18" fmla="*/ 0 w 1075"/>
                <a:gd name="T19" fmla="*/ 0 h 672"/>
                <a:gd name="T20" fmla="*/ 0 w 1075"/>
                <a:gd name="T21" fmla="*/ 0 h 672"/>
                <a:gd name="T22" fmla="*/ 0 w 1075"/>
                <a:gd name="T23" fmla="*/ 0 h 672"/>
                <a:gd name="T24" fmla="*/ 0 w 1075"/>
                <a:gd name="T25" fmla="*/ 0 h 672"/>
                <a:gd name="T26" fmla="*/ 0 w 1075"/>
                <a:gd name="T27" fmla="*/ 0 h 672"/>
                <a:gd name="T28" fmla="*/ 0 w 1075"/>
                <a:gd name="T29" fmla="*/ 0 h 672"/>
                <a:gd name="T30" fmla="*/ 0 w 1075"/>
                <a:gd name="T31" fmla="*/ 0 h 672"/>
                <a:gd name="T32" fmla="*/ 0 w 1075"/>
                <a:gd name="T33" fmla="*/ 0 h 672"/>
                <a:gd name="T34" fmla="*/ 0 w 1075"/>
                <a:gd name="T35" fmla="*/ 0 h 672"/>
                <a:gd name="T36" fmla="*/ 0 w 1075"/>
                <a:gd name="T37" fmla="*/ 0 h 6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75"/>
                <a:gd name="T58" fmla="*/ 0 h 672"/>
                <a:gd name="T59" fmla="*/ 1075 w 1075"/>
                <a:gd name="T60" fmla="*/ 672 h 6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75" h="672">
                  <a:moveTo>
                    <a:pt x="519" y="0"/>
                  </a:moveTo>
                  <a:lnTo>
                    <a:pt x="96" y="240"/>
                  </a:lnTo>
                  <a:lnTo>
                    <a:pt x="39" y="298"/>
                  </a:lnTo>
                  <a:lnTo>
                    <a:pt x="0" y="375"/>
                  </a:lnTo>
                  <a:lnTo>
                    <a:pt x="19" y="490"/>
                  </a:lnTo>
                  <a:lnTo>
                    <a:pt x="87" y="567"/>
                  </a:lnTo>
                  <a:lnTo>
                    <a:pt x="183" y="634"/>
                  </a:lnTo>
                  <a:lnTo>
                    <a:pt x="317" y="663"/>
                  </a:lnTo>
                  <a:lnTo>
                    <a:pt x="451" y="672"/>
                  </a:lnTo>
                  <a:lnTo>
                    <a:pt x="586" y="634"/>
                  </a:lnTo>
                  <a:lnTo>
                    <a:pt x="711" y="576"/>
                  </a:lnTo>
                  <a:lnTo>
                    <a:pt x="1075" y="365"/>
                  </a:lnTo>
                  <a:lnTo>
                    <a:pt x="989" y="346"/>
                  </a:lnTo>
                  <a:lnTo>
                    <a:pt x="883" y="308"/>
                  </a:lnTo>
                  <a:lnTo>
                    <a:pt x="768" y="269"/>
                  </a:lnTo>
                  <a:lnTo>
                    <a:pt x="672" y="212"/>
                  </a:lnTo>
                  <a:lnTo>
                    <a:pt x="586" y="135"/>
                  </a:lnTo>
                  <a:lnTo>
                    <a:pt x="528" y="68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4" name="Text Box 88">
            <a:extLst>
              <a:ext uri="{FF2B5EF4-FFF2-40B4-BE49-F238E27FC236}">
                <a16:creationId xmlns:a16="http://schemas.microsoft.com/office/drawing/2014/main" id="{5F873B9B-F0BF-70F3-B58C-451F9043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458" y="2008404"/>
            <a:ext cx="1980029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分解形体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如何相交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两两求交线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DBDB4857-3106-BCCC-7AF9-891A2FF353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7" t="36726" r="48781" b="23252"/>
          <a:stretch/>
        </p:blipFill>
        <p:spPr>
          <a:xfrm rot="10800000">
            <a:off x="4343400" y="2662238"/>
            <a:ext cx="2605092" cy="135318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A8246DF1-AA9D-4E0E-AA92-5218B49B4C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5" t="35900" r="49828" b="26069"/>
          <a:stretch/>
        </p:blipFill>
        <p:spPr>
          <a:xfrm rot="10800000">
            <a:off x="7124699" y="2671761"/>
            <a:ext cx="1524001" cy="12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8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 autoUpdateAnimBg="0"/>
      <p:bldP spid="43" grpId="0" animBg="1" autoUpdateAnimBg="0"/>
      <p:bldP spid="44" grpId="0" animBg="1" autoUpdateAnimBg="0"/>
      <p:bldP spid="51" grpId="0" animBg="1"/>
      <p:bldP spid="52" grpId="0" animBg="1"/>
      <p:bldP spid="53" grpId="0" animBg="1"/>
      <p:bldP spid="8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FC6A-EE57-CE72-FBD3-17D9F80E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27C91AF-92A2-71D6-B1A5-ED63F5629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3E4138F-1EA6-3CA2-1705-ED8F544B5BD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grpSp>
        <p:nvGrpSpPr>
          <p:cNvPr id="2" name="Group 81">
            <a:extLst>
              <a:ext uri="{FF2B5EF4-FFF2-40B4-BE49-F238E27FC236}">
                <a16:creationId xmlns:a16="http://schemas.microsoft.com/office/drawing/2014/main" id="{7762E7D2-92A7-732C-5931-27168B4B2ABA}"/>
              </a:ext>
            </a:extLst>
          </p:cNvPr>
          <p:cNvGrpSpPr>
            <a:grpSpLocks/>
          </p:cNvGrpSpPr>
          <p:nvPr/>
        </p:nvGrpSpPr>
        <p:grpSpPr bwMode="auto">
          <a:xfrm>
            <a:off x="8568324" y="3593429"/>
            <a:ext cx="1883464" cy="1830390"/>
            <a:chOff x="4181" y="1888"/>
            <a:chExt cx="1384" cy="1345"/>
          </a:xfrm>
        </p:grpSpPr>
        <p:sp>
          <p:nvSpPr>
            <p:cNvPr id="3" name="Freeform 82">
              <a:extLst>
                <a:ext uri="{FF2B5EF4-FFF2-40B4-BE49-F238E27FC236}">
                  <a16:creationId xmlns:a16="http://schemas.microsoft.com/office/drawing/2014/main" id="{36A102C5-7323-F885-FCF6-24B1B86DB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2026"/>
              <a:ext cx="555" cy="498"/>
            </a:xfrm>
            <a:custGeom>
              <a:avLst/>
              <a:gdLst>
                <a:gd name="T0" fmla="*/ 0 w 1209"/>
                <a:gd name="T1" fmla="*/ 0 h 1085"/>
                <a:gd name="T2" fmla="*/ 0 w 1209"/>
                <a:gd name="T3" fmla="*/ 0 h 1085"/>
                <a:gd name="T4" fmla="*/ 0 w 1209"/>
                <a:gd name="T5" fmla="*/ 0 h 1085"/>
                <a:gd name="T6" fmla="*/ 0 w 1209"/>
                <a:gd name="T7" fmla="*/ 0 h 1085"/>
                <a:gd name="T8" fmla="*/ 0 w 1209"/>
                <a:gd name="T9" fmla="*/ 0 h 1085"/>
                <a:gd name="T10" fmla="*/ 0 w 1209"/>
                <a:gd name="T11" fmla="*/ 0 h 1085"/>
                <a:gd name="T12" fmla="*/ 0 w 1209"/>
                <a:gd name="T13" fmla="*/ 0 h 1085"/>
                <a:gd name="T14" fmla="*/ 0 w 1209"/>
                <a:gd name="T15" fmla="*/ 0 h 1085"/>
                <a:gd name="T16" fmla="*/ 0 w 1209"/>
                <a:gd name="T17" fmla="*/ 0 h 1085"/>
                <a:gd name="T18" fmla="*/ 0 w 1209"/>
                <a:gd name="T19" fmla="*/ 0 h 1085"/>
                <a:gd name="T20" fmla="*/ 0 w 1209"/>
                <a:gd name="T21" fmla="*/ 0 h 1085"/>
                <a:gd name="T22" fmla="*/ 0 w 1209"/>
                <a:gd name="T23" fmla="*/ 0 h 1085"/>
                <a:gd name="T24" fmla="*/ 0 w 1209"/>
                <a:gd name="T25" fmla="*/ 0 h 1085"/>
                <a:gd name="T26" fmla="*/ 0 w 1209"/>
                <a:gd name="T27" fmla="*/ 0 h 1085"/>
                <a:gd name="T28" fmla="*/ 0 w 1209"/>
                <a:gd name="T29" fmla="*/ 0 h 1085"/>
                <a:gd name="T30" fmla="*/ 0 w 1209"/>
                <a:gd name="T31" fmla="*/ 0 h 1085"/>
                <a:gd name="T32" fmla="*/ 0 w 1209"/>
                <a:gd name="T33" fmla="*/ 0 h 1085"/>
                <a:gd name="T34" fmla="*/ 0 w 1209"/>
                <a:gd name="T35" fmla="*/ 0 h 1085"/>
                <a:gd name="T36" fmla="*/ 0 w 1209"/>
                <a:gd name="T37" fmla="*/ 0 h 1085"/>
                <a:gd name="T38" fmla="*/ 0 w 1209"/>
                <a:gd name="T39" fmla="*/ 0 h 1085"/>
                <a:gd name="T40" fmla="*/ 0 w 1209"/>
                <a:gd name="T41" fmla="*/ 0 h 1085"/>
                <a:gd name="T42" fmla="*/ 0 w 1209"/>
                <a:gd name="T43" fmla="*/ 0 h 1085"/>
                <a:gd name="T44" fmla="*/ 0 w 1209"/>
                <a:gd name="T45" fmla="*/ 0 h 1085"/>
                <a:gd name="T46" fmla="*/ 0 w 1209"/>
                <a:gd name="T47" fmla="*/ 0 h 1085"/>
                <a:gd name="T48" fmla="*/ 0 w 1209"/>
                <a:gd name="T49" fmla="*/ 0 h 1085"/>
                <a:gd name="T50" fmla="*/ 0 w 1209"/>
                <a:gd name="T51" fmla="*/ 0 h 1085"/>
                <a:gd name="T52" fmla="*/ 0 w 1209"/>
                <a:gd name="T53" fmla="*/ 0 h 1085"/>
                <a:gd name="T54" fmla="*/ 0 w 1209"/>
                <a:gd name="T55" fmla="*/ 0 h 1085"/>
                <a:gd name="T56" fmla="*/ 0 w 1209"/>
                <a:gd name="T57" fmla="*/ 0 h 108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9"/>
                <a:gd name="T88" fmla="*/ 0 h 1085"/>
                <a:gd name="T89" fmla="*/ 1209 w 1209"/>
                <a:gd name="T90" fmla="*/ 1085 h 108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9" h="1085">
                  <a:moveTo>
                    <a:pt x="1209" y="0"/>
                  </a:moveTo>
                  <a:lnTo>
                    <a:pt x="1209" y="739"/>
                  </a:lnTo>
                  <a:lnTo>
                    <a:pt x="1171" y="883"/>
                  </a:lnTo>
                  <a:lnTo>
                    <a:pt x="1094" y="989"/>
                  </a:lnTo>
                  <a:lnTo>
                    <a:pt x="960" y="1056"/>
                  </a:lnTo>
                  <a:lnTo>
                    <a:pt x="854" y="1085"/>
                  </a:lnTo>
                  <a:lnTo>
                    <a:pt x="739" y="1075"/>
                  </a:lnTo>
                  <a:lnTo>
                    <a:pt x="626" y="1044"/>
                  </a:lnTo>
                  <a:lnTo>
                    <a:pt x="547" y="1046"/>
                  </a:lnTo>
                  <a:lnTo>
                    <a:pt x="542" y="696"/>
                  </a:lnTo>
                  <a:lnTo>
                    <a:pt x="446" y="684"/>
                  </a:lnTo>
                  <a:lnTo>
                    <a:pt x="362" y="660"/>
                  </a:lnTo>
                  <a:lnTo>
                    <a:pt x="266" y="624"/>
                  </a:lnTo>
                  <a:lnTo>
                    <a:pt x="170" y="564"/>
                  </a:lnTo>
                  <a:lnTo>
                    <a:pt x="98" y="516"/>
                  </a:lnTo>
                  <a:lnTo>
                    <a:pt x="19" y="470"/>
                  </a:lnTo>
                  <a:lnTo>
                    <a:pt x="0" y="326"/>
                  </a:lnTo>
                  <a:lnTo>
                    <a:pt x="0" y="96"/>
                  </a:lnTo>
                  <a:lnTo>
                    <a:pt x="76" y="221"/>
                  </a:lnTo>
                  <a:lnTo>
                    <a:pt x="144" y="288"/>
                  </a:lnTo>
                  <a:lnTo>
                    <a:pt x="268" y="355"/>
                  </a:lnTo>
                  <a:lnTo>
                    <a:pt x="412" y="442"/>
                  </a:lnTo>
                  <a:lnTo>
                    <a:pt x="595" y="432"/>
                  </a:lnTo>
                  <a:lnTo>
                    <a:pt x="768" y="432"/>
                  </a:lnTo>
                  <a:lnTo>
                    <a:pt x="912" y="394"/>
                  </a:lnTo>
                  <a:lnTo>
                    <a:pt x="1017" y="307"/>
                  </a:lnTo>
                  <a:lnTo>
                    <a:pt x="1113" y="221"/>
                  </a:lnTo>
                  <a:lnTo>
                    <a:pt x="1200" y="163"/>
                  </a:lnTo>
                  <a:lnTo>
                    <a:pt x="1209" y="0"/>
                  </a:lnTo>
                  <a:close/>
                </a:path>
              </a:pathLst>
            </a:custGeom>
            <a:gradFill rotWithShape="0">
              <a:gsLst>
                <a:gs pos="0">
                  <a:srgbClr val="A20041"/>
                </a:gs>
                <a:gs pos="50000">
                  <a:srgbClr val="FF0066"/>
                </a:gs>
                <a:gs pos="100000">
                  <a:srgbClr val="A2004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Freeform 83">
              <a:extLst>
                <a:ext uri="{FF2B5EF4-FFF2-40B4-BE49-F238E27FC236}">
                  <a16:creationId xmlns:a16="http://schemas.microsoft.com/office/drawing/2014/main" id="{74BAE824-EA96-6DE7-4AB4-14E845E05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026"/>
              <a:ext cx="1336" cy="1163"/>
            </a:xfrm>
            <a:custGeom>
              <a:avLst/>
              <a:gdLst>
                <a:gd name="T0" fmla="*/ 220 w 1336"/>
                <a:gd name="T1" fmla="*/ 392 h 1163"/>
                <a:gd name="T2" fmla="*/ 0 w 1336"/>
                <a:gd name="T3" fmla="*/ 524 h 1163"/>
                <a:gd name="T4" fmla="*/ 62 w 1336"/>
                <a:gd name="T5" fmla="*/ 507 h 1163"/>
                <a:gd name="T6" fmla="*/ 141 w 1336"/>
                <a:gd name="T7" fmla="*/ 511 h 1163"/>
                <a:gd name="T8" fmla="*/ 190 w 1336"/>
                <a:gd name="T9" fmla="*/ 533 h 1163"/>
                <a:gd name="T10" fmla="*/ 256 w 1336"/>
                <a:gd name="T11" fmla="*/ 568 h 1163"/>
                <a:gd name="T12" fmla="*/ 304 w 1336"/>
                <a:gd name="T13" fmla="*/ 612 h 1163"/>
                <a:gd name="T14" fmla="*/ 353 w 1336"/>
                <a:gd name="T15" fmla="*/ 665 h 1163"/>
                <a:gd name="T16" fmla="*/ 388 w 1336"/>
                <a:gd name="T17" fmla="*/ 718 h 1163"/>
                <a:gd name="T18" fmla="*/ 419 w 1336"/>
                <a:gd name="T19" fmla="*/ 788 h 1163"/>
                <a:gd name="T20" fmla="*/ 450 w 1336"/>
                <a:gd name="T21" fmla="*/ 846 h 1163"/>
                <a:gd name="T22" fmla="*/ 468 w 1336"/>
                <a:gd name="T23" fmla="*/ 939 h 1163"/>
                <a:gd name="T24" fmla="*/ 454 w 1336"/>
                <a:gd name="T25" fmla="*/ 1009 h 1163"/>
                <a:gd name="T26" fmla="*/ 437 w 1336"/>
                <a:gd name="T27" fmla="*/ 1093 h 1163"/>
                <a:gd name="T28" fmla="*/ 406 w 1336"/>
                <a:gd name="T29" fmla="*/ 1132 h 1163"/>
                <a:gd name="T30" fmla="*/ 379 w 1336"/>
                <a:gd name="T31" fmla="*/ 1163 h 1163"/>
                <a:gd name="T32" fmla="*/ 1235 w 1336"/>
                <a:gd name="T33" fmla="*/ 670 h 1163"/>
                <a:gd name="T34" fmla="*/ 1285 w 1336"/>
                <a:gd name="T35" fmla="*/ 617 h 1163"/>
                <a:gd name="T36" fmla="*/ 1315 w 1336"/>
                <a:gd name="T37" fmla="*/ 566 h 1163"/>
                <a:gd name="T38" fmla="*/ 1330 w 1336"/>
                <a:gd name="T39" fmla="*/ 521 h 1163"/>
                <a:gd name="T40" fmla="*/ 1336 w 1336"/>
                <a:gd name="T41" fmla="*/ 441 h 1163"/>
                <a:gd name="T42" fmla="*/ 1327 w 1336"/>
                <a:gd name="T43" fmla="*/ 375 h 1163"/>
                <a:gd name="T44" fmla="*/ 1309 w 1336"/>
                <a:gd name="T45" fmla="*/ 304 h 1163"/>
                <a:gd name="T46" fmla="*/ 1285 w 1336"/>
                <a:gd name="T47" fmla="*/ 242 h 1163"/>
                <a:gd name="T48" fmla="*/ 1252 w 1336"/>
                <a:gd name="T49" fmla="*/ 179 h 1163"/>
                <a:gd name="T50" fmla="*/ 1212 w 1336"/>
                <a:gd name="T51" fmla="*/ 128 h 1163"/>
                <a:gd name="T52" fmla="*/ 1160 w 1336"/>
                <a:gd name="T53" fmla="*/ 79 h 1163"/>
                <a:gd name="T54" fmla="*/ 1120 w 1336"/>
                <a:gd name="T55" fmla="*/ 49 h 1163"/>
                <a:gd name="T56" fmla="*/ 1054 w 1336"/>
                <a:gd name="T57" fmla="*/ 13 h 1163"/>
                <a:gd name="T58" fmla="*/ 1005 w 1336"/>
                <a:gd name="T59" fmla="*/ 0 h 1163"/>
                <a:gd name="T60" fmla="*/ 1010 w 1336"/>
                <a:gd name="T61" fmla="*/ 344 h 1163"/>
                <a:gd name="T62" fmla="*/ 988 w 1336"/>
                <a:gd name="T63" fmla="*/ 401 h 1163"/>
                <a:gd name="T64" fmla="*/ 953 w 1336"/>
                <a:gd name="T65" fmla="*/ 449 h 1163"/>
                <a:gd name="T66" fmla="*/ 900 w 1336"/>
                <a:gd name="T67" fmla="*/ 476 h 1163"/>
                <a:gd name="T68" fmla="*/ 834 w 1336"/>
                <a:gd name="T69" fmla="*/ 489 h 1163"/>
                <a:gd name="T70" fmla="*/ 772 w 1336"/>
                <a:gd name="T71" fmla="*/ 480 h 1163"/>
                <a:gd name="T72" fmla="*/ 736 w 1336"/>
                <a:gd name="T73" fmla="*/ 467 h 1163"/>
                <a:gd name="T74" fmla="*/ 714 w 1336"/>
                <a:gd name="T75" fmla="*/ 449 h 1163"/>
                <a:gd name="T76" fmla="*/ 525 w 1336"/>
                <a:gd name="T77" fmla="*/ 551 h 1163"/>
                <a:gd name="T78" fmla="*/ 428 w 1336"/>
                <a:gd name="T79" fmla="*/ 559 h 1163"/>
                <a:gd name="T80" fmla="*/ 357 w 1336"/>
                <a:gd name="T81" fmla="*/ 542 h 1163"/>
                <a:gd name="T82" fmla="*/ 309 w 1336"/>
                <a:gd name="T83" fmla="*/ 511 h 1163"/>
                <a:gd name="T84" fmla="*/ 256 w 1336"/>
                <a:gd name="T85" fmla="*/ 480 h 1163"/>
                <a:gd name="T86" fmla="*/ 234 w 1336"/>
                <a:gd name="T87" fmla="*/ 454 h 1163"/>
                <a:gd name="T88" fmla="*/ 220 w 1336"/>
                <a:gd name="T89" fmla="*/ 392 h 116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36"/>
                <a:gd name="T136" fmla="*/ 0 h 1163"/>
                <a:gd name="T137" fmla="*/ 1336 w 1336"/>
                <a:gd name="T138" fmla="*/ 1163 h 116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36" h="1163">
                  <a:moveTo>
                    <a:pt x="220" y="392"/>
                  </a:moveTo>
                  <a:lnTo>
                    <a:pt x="0" y="524"/>
                  </a:lnTo>
                  <a:lnTo>
                    <a:pt x="62" y="507"/>
                  </a:lnTo>
                  <a:lnTo>
                    <a:pt x="141" y="511"/>
                  </a:lnTo>
                  <a:lnTo>
                    <a:pt x="190" y="533"/>
                  </a:lnTo>
                  <a:lnTo>
                    <a:pt x="256" y="568"/>
                  </a:lnTo>
                  <a:lnTo>
                    <a:pt x="304" y="612"/>
                  </a:lnTo>
                  <a:lnTo>
                    <a:pt x="353" y="665"/>
                  </a:lnTo>
                  <a:lnTo>
                    <a:pt x="388" y="718"/>
                  </a:lnTo>
                  <a:lnTo>
                    <a:pt x="419" y="788"/>
                  </a:lnTo>
                  <a:lnTo>
                    <a:pt x="450" y="846"/>
                  </a:lnTo>
                  <a:lnTo>
                    <a:pt x="468" y="939"/>
                  </a:lnTo>
                  <a:lnTo>
                    <a:pt x="454" y="1009"/>
                  </a:lnTo>
                  <a:lnTo>
                    <a:pt x="437" y="1093"/>
                  </a:lnTo>
                  <a:lnTo>
                    <a:pt x="406" y="1132"/>
                  </a:lnTo>
                  <a:lnTo>
                    <a:pt x="379" y="1163"/>
                  </a:lnTo>
                  <a:lnTo>
                    <a:pt x="1235" y="670"/>
                  </a:lnTo>
                  <a:lnTo>
                    <a:pt x="1285" y="617"/>
                  </a:lnTo>
                  <a:lnTo>
                    <a:pt x="1315" y="566"/>
                  </a:lnTo>
                  <a:lnTo>
                    <a:pt x="1330" y="521"/>
                  </a:lnTo>
                  <a:lnTo>
                    <a:pt x="1336" y="441"/>
                  </a:lnTo>
                  <a:lnTo>
                    <a:pt x="1327" y="375"/>
                  </a:lnTo>
                  <a:lnTo>
                    <a:pt x="1309" y="304"/>
                  </a:lnTo>
                  <a:lnTo>
                    <a:pt x="1285" y="242"/>
                  </a:lnTo>
                  <a:lnTo>
                    <a:pt x="1252" y="179"/>
                  </a:lnTo>
                  <a:lnTo>
                    <a:pt x="1212" y="128"/>
                  </a:lnTo>
                  <a:lnTo>
                    <a:pt x="1160" y="79"/>
                  </a:lnTo>
                  <a:lnTo>
                    <a:pt x="1120" y="49"/>
                  </a:lnTo>
                  <a:lnTo>
                    <a:pt x="1054" y="13"/>
                  </a:lnTo>
                  <a:lnTo>
                    <a:pt x="1005" y="0"/>
                  </a:lnTo>
                  <a:lnTo>
                    <a:pt x="1010" y="344"/>
                  </a:lnTo>
                  <a:lnTo>
                    <a:pt x="988" y="401"/>
                  </a:lnTo>
                  <a:lnTo>
                    <a:pt x="953" y="449"/>
                  </a:lnTo>
                  <a:lnTo>
                    <a:pt x="900" y="476"/>
                  </a:lnTo>
                  <a:lnTo>
                    <a:pt x="834" y="489"/>
                  </a:lnTo>
                  <a:lnTo>
                    <a:pt x="772" y="480"/>
                  </a:lnTo>
                  <a:lnTo>
                    <a:pt x="736" y="467"/>
                  </a:lnTo>
                  <a:lnTo>
                    <a:pt x="714" y="449"/>
                  </a:lnTo>
                  <a:lnTo>
                    <a:pt x="525" y="551"/>
                  </a:lnTo>
                  <a:lnTo>
                    <a:pt x="428" y="559"/>
                  </a:lnTo>
                  <a:lnTo>
                    <a:pt x="357" y="542"/>
                  </a:lnTo>
                  <a:lnTo>
                    <a:pt x="309" y="511"/>
                  </a:lnTo>
                  <a:lnTo>
                    <a:pt x="256" y="480"/>
                  </a:lnTo>
                  <a:lnTo>
                    <a:pt x="234" y="454"/>
                  </a:lnTo>
                  <a:lnTo>
                    <a:pt x="22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6C4824"/>
                </a:gs>
                <a:gs pos="50000">
                  <a:srgbClr val="996633"/>
                </a:gs>
                <a:gs pos="100000">
                  <a:srgbClr val="6C4824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Oval 84">
              <a:extLst>
                <a:ext uri="{FF2B5EF4-FFF2-40B4-BE49-F238E27FC236}">
                  <a16:creationId xmlns:a16="http://schemas.microsoft.com/office/drawing/2014/main" id="{899F3AD6-DC72-6A5D-2D16-632ECB1CB9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54427">
              <a:off x="4054" y="2623"/>
              <a:ext cx="737" cy="484"/>
            </a:xfrm>
            <a:prstGeom prst="ellipse">
              <a:avLst/>
            </a:prstGeom>
            <a:solidFill>
              <a:srgbClr val="FF7C80"/>
            </a:solidFill>
            <a:ln w="9525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85">
              <a:extLst>
                <a:ext uri="{FF2B5EF4-FFF2-40B4-BE49-F238E27FC236}">
                  <a16:creationId xmlns:a16="http://schemas.microsoft.com/office/drawing/2014/main" id="{9058353D-525F-3CFA-B7A9-E8530CAC6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1888"/>
              <a:ext cx="551" cy="35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86">
              <a:extLst>
                <a:ext uri="{FF2B5EF4-FFF2-40B4-BE49-F238E27FC236}">
                  <a16:creationId xmlns:a16="http://schemas.microsoft.com/office/drawing/2014/main" id="{B9B43B7E-A69F-C2EE-A81E-E7FB44179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334"/>
              <a:ext cx="493" cy="260"/>
            </a:xfrm>
            <a:custGeom>
              <a:avLst/>
              <a:gdLst>
                <a:gd name="T0" fmla="*/ 0 w 1075"/>
                <a:gd name="T1" fmla="*/ 0 h 566"/>
                <a:gd name="T2" fmla="*/ 0 w 1075"/>
                <a:gd name="T3" fmla="*/ 0 h 566"/>
                <a:gd name="T4" fmla="*/ 0 w 1075"/>
                <a:gd name="T5" fmla="*/ 0 h 566"/>
                <a:gd name="T6" fmla="*/ 0 w 1075"/>
                <a:gd name="T7" fmla="*/ 0 h 566"/>
                <a:gd name="T8" fmla="*/ 0 w 1075"/>
                <a:gd name="T9" fmla="*/ 0 h 566"/>
                <a:gd name="T10" fmla="*/ 0 w 1075"/>
                <a:gd name="T11" fmla="*/ 0 h 566"/>
                <a:gd name="T12" fmla="*/ 0 w 1075"/>
                <a:gd name="T13" fmla="*/ 0 h 566"/>
                <a:gd name="T14" fmla="*/ 0 w 1075"/>
                <a:gd name="T15" fmla="*/ 0 h 566"/>
                <a:gd name="T16" fmla="*/ 0 w 1075"/>
                <a:gd name="T17" fmla="*/ 0 h 566"/>
                <a:gd name="T18" fmla="*/ 0 w 1075"/>
                <a:gd name="T19" fmla="*/ 0 h 566"/>
                <a:gd name="T20" fmla="*/ 0 w 1075"/>
                <a:gd name="T21" fmla="*/ 0 h 566"/>
                <a:gd name="T22" fmla="*/ 0 w 1075"/>
                <a:gd name="T23" fmla="*/ 0 h 566"/>
                <a:gd name="T24" fmla="*/ 0 w 1075"/>
                <a:gd name="T25" fmla="*/ 0 h 566"/>
                <a:gd name="T26" fmla="*/ 0 w 1075"/>
                <a:gd name="T27" fmla="*/ 0 h 566"/>
                <a:gd name="T28" fmla="*/ 0 w 1075"/>
                <a:gd name="T29" fmla="*/ 0 h 566"/>
                <a:gd name="T30" fmla="*/ 0 w 1075"/>
                <a:gd name="T31" fmla="*/ 0 h 566"/>
                <a:gd name="T32" fmla="*/ 0 w 1075"/>
                <a:gd name="T33" fmla="*/ 0 h 566"/>
                <a:gd name="T34" fmla="*/ 0 w 1075"/>
                <a:gd name="T35" fmla="*/ 0 h 566"/>
                <a:gd name="T36" fmla="*/ 0 w 1075"/>
                <a:gd name="T37" fmla="*/ 0 h 566"/>
                <a:gd name="T38" fmla="*/ 0 w 1075"/>
                <a:gd name="T39" fmla="*/ 0 h 566"/>
                <a:gd name="T40" fmla="*/ 0 w 1075"/>
                <a:gd name="T41" fmla="*/ 0 h 566"/>
                <a:gd name="T42" fmla="*/ 0 w 1075"/>
                <a:gd name="T43" fmla="*/ 0 h 566"/>
                <a:gd name="T44" fmla="*/ 0 w 1075"/>
                <a:gd name="T45" fmla="*/ 0 h 5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075"/>
                <a:gd name="T70" fmla="*/ 0 h 566"/>
                <a:gd name="T71" fmla="*/ 1075 w 1075"/>
                <a:gd name="T72" fmla="*/ 566 h 5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075" h="566">
                  <a:moveTo>
                    <a:pt x="0" y="29"/>
                  </a:moveTo>
                  <a:lnTo>
                    <a:pt x="0" y="288"/>
                  </a:lnTo>
                  <a:lnTo>
                    <a:pt x="67" y="394"/>
                  </a:lnTo>
                  <a:lnTo>
                    <a:pt x="154" y="451"/>
                  </a:lnTo>
                  <a:lnTo>
                    <a:pt x="231" y="509"/>
                  </a:lnTo>
                  <a:lnTo>
                    <a:pt x="346" y="547"/>
                  </a:lnTo>
                  <a:lnTo>
                    <a:pt x="451" y="566"/>
                  </a:lnTo>
                  <a:lnTo>
                    <a:pt x="586" y="566"/>
                  </a:lnTo>
                  <a:lnTo>
                    <a:pt x="691" y="538"/>
                  </a:lnTo>
                  <a:lnTo>
                    <a:pt x="1075" y="307"/>
                  </a:lnTo>
                  <a:lnTo>
                    <a:pt x="1075" y="0"/>
                  </a:lnTo>
                  <a:lnTo>
                    <a:pt x="960" y="86"/>
                  </a:lnTo>
                  <a:lnTo>
                    <a:pt x="893" y="125"/>
                  </a:lnTo>
                  <a:lnTo>
                    <a:pt x="797" y="173"/>
                  </a:lnTo>
                  <a:lnTo>
                    <a:pt x="711" y="221"/>
                  </a:lnTo>
                  <a:lnTo>
                    <a:pt x="595" y="278"/>
                  </a:lnTo>
                  <a:lnTo>
                    <a:pt x="499" y="288"/>
                  </a:lnTo>
                  <a:lnTo>
                    <a:pt x="403" y="307"/>
                  </a:lnTo>
                  <a:lnTo>
                    <a:pt x="307" y="307"/>
                  </a:lnTo>
                  <a:lnTo>
                    <a:pt x="183" y="269"/>
                  </a:lnTo>
                  <a:lnTo>
                    <a:pt x="115" y="230"/>
                  </a:lnTo>
                  <a:lnTo>
                    <a:pt x="39" y="173"/>
                  </a:lnTo>
                  <a:lnTo>
                    <a:pt x="0" y="29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87">
              <a:extLst>
                <a:ext uri="{FF2B5EF4-FFF2-40B4-BE49-F238E27FC236}">
                  <a16:creationId xmlns:a16="http://schemas.microsoft.com/office/drawing/2014/main" id="{D5E36E0C-06D8-63B8-48F6-8750E142B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75"/>
              <a:ext cx="493" cy="309"/>
            </a:xfrm>
            <a:custGeom>
              <a:avLst/>
              <a:gdLst>
                <a:gd name="T0" fmla="*/ 0 w 1075"/>
                <a:gd name="T1" fmla="*/ 0 h 672"/>
                <a:gd name="T2" fmla="*/ 0 w 1075"/>
                <a:gd name="T3" fmla="*/ 0 h 672"/>
                <a:gd name="T4" fmla="*/ 0 w 1075"/>
                <a:gd name="T5" fmla="*/ 0 h 672"/>
                <a:gd name="T6" fmla="*/ 0 w 1075"/>
                <a:gd name="T7" fmla="*/ 0 h 672"/>
                <a:gd name="T8" fmla="*/ 0 w 1075"/>
                <a:gd name="T9" fmla="*/ 0 h 672"/>
                <a:gd name="T10" fmla="*/ 0 w 1075"/>
                <a:gd name="T11" fmla="*/ 0 h 672"/>
                <a:gd name="T12" fmla="*/ 0 w 1075"/>
                <a:gd name="T13" fmla="*/ 0 h 672"/>
                <a:gd name="T14" fmla="*/ 0 w 1075"/>
                <a:gd name="T15" fmla="*/ 0 h 672"/>
                <a:gd name="T16" fmla="*/ 0 w 1075"/>
                <a:gd name="T17" fmla="*/ 0 h 672"/>
                <a:gd name="T18" fmla="*/ 0 w 1075"/>
                <a:gd name="T19" fmla="*/ 0 h 672"/>
                <a:gd name="T20" fmla="*/ 0 w 1075"/>
                <a:gd name="T21" fmla="*/ 0 h 672"/>
                <a:gd name="T22" fmla="*/ 0 w 1075"/>
                <a:gd name="T23" fmla="*/ 0 h 672"/>
                <a:gd name="T24" fmla="*/ 0 w 1075"/>
                <a:gd name="T25" fmla="*/ 0 h 672"/>
                <a:gd name="T26" fmla="*/ 0 w 1075"/>
                <a:gd name="T27" fmla="*/ 0 h 672"/>
                <a:gd name="T28" fmla="*/ 0 w 1075"/>
                <a:gd name="T29" fmla="*/ 0 h 672"/>
                <a:gd name="T30" fmla="*/ 0 w 1075"/>
                <a:gd name="T31" fmla="*/ 0 h 672"/>
                <a:gd name="T32" fmla="*/ 0 w 1075"/>
                <a:gd name="T33" fmla="*/ 0 h 672"/>
                <a:gd name="T34" fmla="*/ 0 w 1075"/>
                <a:gd name="T35" fmla="*/ 0 h 672"/>
                <a:gd name="T36" fmla="*/ 0 w 1075"/>
                <a:gd name="T37" fmla="*/ 0 h 6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75"/>
                <a:gd name="T58" fmla="*/ 0 h 672"/>
                <a:gd name="T59" fmla="*/ 1075 w 1075"/>
                <a:gd name="T60" fmla="*/ 672 h 6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75" h="672">
                  <a:moveTo>
                    <a:pt x="519" y="0"/>
                  </a:moveTo>
                  <a:lnTo>
                    <a:pt x="96" y="240"/>
                  </a:lnTo>
                  <a:lnTo>
                    <a:pt x="39" y="298"/>
                  </a:lnTo>
                  <a:lnTo>
                    <a:pt x="0" y="375"/>
                  </a:lnTo>
                  <a:lnTo>
                    <a:pt x="19" y="490"/>
                  </a:lnTo>
                  <a:lnTo>
                    <a:pt x="87" y="567"/>
                  </a:lnTo>
                  <a:lnTo>
                    <a:pt x="183" y="634"/>
                  </a:lnTo>
                  <a:lnTo>
                    <a:pt x="317" y="663"/>
                  </a:lnTo>
                  <a:lnTo>
                    <a:pt x="451" y="672"/>
                  </a:lnTo>
                  <a:lnTo>
                    <a:pt x="586" y="634"/>
                  </a:lnTo>
                  <a:lnTo>
                    <a:pt x="711" y="576"/>
                  </a:lnTo>
                  <a:lnTo>
                    <a:pt x="1075" y="365"/>
                  </a:lnTo>
                  <a:lnTo>
                    <a:pt x="989" y="346"/>
                  </a:lnTo>
                  <a:lnTo>
                    <a:pt x="883" y="308"/>
                  </a:lnTo>
                  <a:lnTo>
                    <a:pt x="768" y="269"/>
                  </a:lnTo>
                  <a:lnTo>
                    <a:pt x="672" y="212"/>
                  </a:lnTo>
                  <a:lnTo>
                    <a:pt x="586" y="135"/>
                  </a:lnTo>
                  <a:lnTo>
                    <a:pt x="528" y="68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799EC1D7-A83A-2A4E-A1BF-4FD5BCD678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03" t="21376" r="30493" b="16401"/>
          <a:stretch/>
        </p:blipFill>
        <p:spPr>
          <a:xfrm rot="16200000">
            <a:off x="6936166" y="2416551"/>
            <a:ext cx="1862137" cy="2103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1CADEF-E980-1E6D-F19C-A87FF88842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 t="29011" r="46407" b="14645"/>
          <a:stretch/>
        </p:blipFill>
        <p:spPr>
          <a:xfrm rot="16200000">
            <a:off x="5531644" y="1902619"/>
            <a:ext cx="823912" cy="190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98DA54E-5F22-1188-7030-2A1902776A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1" t="21377" r="41111" b="28905"/>
          <a:stretch/>
        </p:blipFill>
        <p:spPr>
          <a:xfrm rot="16200000">
            <a:off x="5161842" y="4490328"/>
            <a:ext cx="1500188" cy="1681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3242FE7-5A41-97B2-75E2-823ECBA61B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54" t="21376" r="48012" b="6527"/>
          <a:stretch/>
        </p:blipFill>
        <p:spPr>
          <a:xfrm rot="16200000">
            <a:off x="4623592" y="4432330"/>
            <a:ext cx="729385" cy="2437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1CBC6CB-4805-A228-C362-EB56F193DD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6" t="21376" r="48685" b="9346"/>
          <a:stretch/>
        </p:blipFill>
        <p:spPr>
          <a:xfrm rot="16200000">
            <a:off x="4697771" y="1892658"/>
            <a:ext cx="571500" cy="2342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65068E0-27D9-1D78-979D-0FCC5AADA9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7" t="36726" r="48781" b="23252"/>
          <a:stretch/>
        </p:blipFill>
        <p:spPr>
          <a:xfrm rot="10800000">
            <a:off x="4343400" y="2662238"/>
            <a:ext cx="2605092" cy="1353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48E342B-C71F-6410-B102-308FD54AD9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5" t="35900" r="49828" b="26069"/>
          <a:stretch/>
        </p:blipFill>
        <p:spPr>
          <a:xfrm rot="10800000">
            <a:off x="7124699" y="2671761"/>
            <a:ext cx="1524001" cy="128588"/>
          </a:xfrm>
          <a:prstGeom prst="rect">
            <a:avLst/>
          </a:prstGeom>
        </p:spPr>
      </p:pic>
      <p:grpSp>
        <p:nvGrpSpPr>
          <p:cNvPr id="17" name="Group 2">
            <a:extLst>
              <a:ext uri="{FF2B5EF4-FFF2-40B4-BE49-F238E27FC236}">
                <a16:creationId xmlns:a16="http://schemas.microsoft.com/office/drawing/2014/main" id="{6F772CEF-4486-89D8-E36A-2F8418A2FEAE}"/>
              </a:ext>
            </a:extLst>
          </p:cNvPr>
          <p:cNvGrpSpPr>
            <a:grpSpLocks/>
          </p:cNvGrpSpPr>
          <p:nvPr/>
        </p:nvGrpSpPr>
        <p:grpSpPr bwMode="auto">
          <a:xfrm>
            <a:off x="4434953" y="1678711"/>
            <a:ext cx="4141788" cy="3541713"/>
            <a:chOff x="1541" y="1231"/>
            <a:chExt cx="2609" cy="2231"/>
          </a:xfrm>
        </p:grpSpPr>
        <p:sp>
          <p:nvSpPr>
            <p:cNvPr id="18" name="Oval 3">
              <a:extLst>
                <a:ext uri="{FF2B5EF4-FFF2-40B4-BE49-F238E27FC236}">
                  <a16:creationId xmlns:a16="http://schemas.microsoft.com/office/drawing/2014/main" id="{C37CB8B9-1EC8-0D75-1713-C21D9DDDC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" y="2880"/>
              <a:ext cx="385" cy="34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C95D1E44-153B-2D69-9ECA-E864CEBB6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2733"/>
              <a:ext cx="240" cy="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E9AD01B8-B3C1-0E4C-9431-32A24FF8C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4" y="1491"/>
              <a:ext cx="866" cy="81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23109AE8-28EF-4B44-ACE2-74C1B9AB9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44" y="2645"/>
              <a:ext cx="1509" cy="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A847852B-5516-55EB-420E-090B29171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2648"/>
              <a:ext cx="0" cy="8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DF12767A-66FC-F479-213B-6CE3CDA5C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4" y="3459"/>
              <a:ext cx="1506" cy="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11">
              <a:extLst>
                <a:ext uri="{FF2B5EF4-FFF2-40B4-BE49-F238E27FC236}">
                  <a16:creationId xmlns:a16="http://schemas.microsoft.com/office/drawing/2014/main" id="{8EC9C21B-5D8D-296E-D782-D206C5905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4" y="2648"/>
              <a:ext cx="0" cy="8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64CB0DEE-2402-67D2-78EA-577123035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1491"/>
              <a:ext cx="0" cy="8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CE179A9A-92BA-2384-284C-2AF283011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2305"/>
              <a:ext cx="15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A1D3D688-E488-B9FF-3EF8-FA06F90E4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4" y="1488"/>
              <a:ext cx="0" cy="81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EE34605A-754F-5241-857D-98021B913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8" y="2776"/>
              <a:ext cx="625" cy="55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413EF2B8-F4FB-705F-D67B-22068FAF8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1491"/>
              <a:ext cx="2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3C42091E-9E5E-5B46-B146-F84F05B74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1233"/>
              <a:ext cx="0" cy="2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0B52B9EA-1ED2-A083-4342-7F6201AD7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2" y="1233"/>
              <a:ext cx="631" cy="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44F65353-DBBE-F3E5-D4A7-6B9CF3A3C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8" y="1236"/>
              <a:ext cx="0" cy="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22">
              <a:extLst>
                <a:ext uri="{FF2B5EF4-FFF2-40B4-BE49-F238E27FC236}">
                  <a16:creationId xmlns:a16="http://schemas.microsoft.com/office/drawing/2014/main" id="{151638B0-7977-F961-E1E1-CAE7D025D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" y="1240"/>
              <a:ext cx="0" cy="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CC743392-FCE3-D77C-16C1-D060DB29E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3" y="1240"/>
              <a:ext cx="0" cy="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CB71079D-72E1-BEB8-4668-4BC2307BA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1" y="1231"/>
              <a:ext cx="688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4C2E1A47-D03E-2CB7-CAFA-1A166B189F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9" y="1319"/>
              <a:ext cx="0" cy="2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29">
              <a:extLst>
                <a:ext uri="{FF2B5EF4-FFF2-40B4-BE49-F238E27FC236}">
                  <a16:creationId xmlns:a16="http://schemas.microsoft.com/office/drawing/2014/main" id="{6F0703CD-634C-2F7F-8AAB-EC35142D4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5" y="1319"/>
              <a:ext cx="3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7879D0E5-E465-8231-761C-00B34C897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" y="1319"/>
              <a:ext cx="0" cy="2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1">
              <a:extLst>
                <a:ext uri="{FF2B5EF4-FFF2-40B4-BE49-F238E27FC236}">
                  <a16:creationId xmlns:a16="http://schemas.microsoft.com/office/drawing/2014/main" id="{271860CC-4A63-DF5D-9F5E-4FC0691D9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880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2">
              <a:extLst>
                <a:ext uri="{FF2B5EF4-FFF2-40B4-BE49-F238E27FC236}">
                  <a16:creationId xmlns:a16="http://schemas.microsoft.com/office/drawing/2014/main" id="{6BBB880B-4D44-05FA-76BD-8513F9B31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3222"/>
              <a:ext cx="35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33">
              <a:extLst>
                <a:ext uri="{FF2B5EF4-FFF2-40B4-BE49-F238E27FC236}">
                  <a16:creationId xmlns:a16="http://schemas.microsoft.com/office/drawing/2014/main" id="{15A819D5-AF59-E506-9CF6-9969ECC10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5" y="1319"/>
              <a:ext cx="4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34">
              <a:extLst>
                <a:ext uri="{FF2B5EF4-FFF2-40B4-BE49-F238E27FC236}">
                  <a16:creationId xmlns:a16="http://schemas.microsoft.com/office/drawing/2014/main" id="{23C67740-2B4C-7E26-97FD-669C34251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491"/>
              <a:ext cx="15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35">
              <a:extLst>
                <a:ext uri="{FF2B5EF4-FFF2-40B4-BE49-F238E27FC236}">
                  <a16:creationId xmlns:a16="http://schemas.microsoft.com/office/drawing/2014/main" id="{167BCCAE-7ED8-E651-29C2-E884692AC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319"/>
              <a:ext cx="0" cy="1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23225C7F-FCC8-D55D-F754-EB7140282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1480"/>
              <a:ext cx="578" cy="157"/>
            </a:xfrm>
            <a:custGeom>
              <a:avLst/>
              <a:gdLst>
                <a:gd name="T0" fmla="*/ 578 w 578"/>
                <a:gd name="T1" fmla="*/ 0 h 157"/>
                <a:gd name="T2" fmla="*/ 508 w 578"/>
                <a:gd name="T3" fmla="*/ 70 h 157"/>
                <a:gd name="T4" fmla="*/ 409 w 578"/>
                <a:gd name="T5" fmla="*/ 127 h 157"/>
                <a:gd name="T6" fmla="*/ 282 w 578"/>
                <a:gd name="T7" fmla="*/ 155 h 157"/>
                <a:gd name="T8" fmla="*/ 183 w 578"/>
                <a:gd name="T9" fmla="*/ 141 h 157"/>
                <a:gd name="T10" fmla="*/ 70 w 578"/>
                <a:gd name="T11" fmla="*/ 99 h 157"/>
                <a:gd name="T12" fmla="*/ 0 w 578"/>
                <a:gd name="T13" fmla="*/ 57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157"/>
                <a:gd name="T23" fmla="*/ 578 w 578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157">
                  <a:moveTo>
                    <a:pt x="578" y="0"/>
                  </a:moveTo>
                  <a:cubicBezTo>
                    <a:pt x="566" y="12"/>
                    <a:pt x="536" y="49"/>
                    <a:pt x="508" y="70"/>
                  </a:cubicBezTo>
                  <a:cubicBezTo>
                    <a:pt x="480" y="91"/>
                    <a:pt x="447" y="113"/>
                    <a:pt x="409" y="127"/>
                  </a:cubicBezTo>
                  <a:cubicBezTo>
                    <a:pt x="371" y="141"/>
                    <a:pt x="320" y="153"/>
                    <a:pt x="282" y="155"/>
                  </a:cubicBezTo>
                  <a:cubicBezTo>
                    <a:pt x="244" y="157"/>
                    <a:pt x="218" y="150"/>
                    <a:pt x="183" y="141"/>
                  </a:cubicBezTo>
                  <a:cubicBezTo>
                    <a:pt x="148" y="132"/>
                    <a:pt x="100" y="113"/>
                    <a:pt x="70" y="99"/>
                  </a:cubicBezTo>
                  <a:cubicBezTo>
                    <a:pt x="40" y="85"/>
                    <a:pt x="15" y="66"/>
                    <a:pt x="0" y="57"/>
                  </a:cubicBezTo>
                </a:path>
              </a:pathLst>
            </a:custGeom>
            <a:noFill/>
            <a:ln w="38100" cap="flat" cmpd="sng">
              <a:solidFill>
                <a:srgbClr val="CC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37">
              <a:extLst>
                <a:ext uri="{FF2B5EF4-FFF2-40B4-BE49-F238E27FC236}">
                  <a16:creationId xmlns:a16="http://schemas.microsoft.com/office/drawing/2014/main" id="{83B9D238-3AC0-FD90-5C1C-E2EBB9D51A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5" y="1316"/>
              <a:ext cx="1" cy="22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E5EB28C-B4D3-E31E-E68B-0C5E01ED6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1318"/>
              <a:ext cx="70" cy="1"/>
            </a:xfrm>
            <a:custGeom>
              <a:avLst/>
              <a:gdLst>
                <a:gd name="T0" fmla="*/ 70 w 70"/>
                <a:gd name="T1" fmla="*/ 0 h 1"/>
                <a:gd name="T2" fmla="*/ 0 w 70"/>
                <a:gd name="T3" fmla="*/ 0 h 1"/>
                <a:gd name="T4" fmla="*/ 0 60000 65536"/>
                <a:gd name="T5" fmla="*/ 0 60000 65536"/>
                <a:gd name="T6" fmla="*/ 0 w 70"/>
                <a:gd name="T7" fmla="*/ 0 h 1"/>
                <a:gd name="T8" fmla="*/ 70 w 7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0" h="1">
                  <a:moveTo>
                    <a:pt x="70" y="0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102D149E-F0DF-731F-58BB-D70D9915E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1491"/>
              <a:ext cx="197" cy="57"/>
            </a:xfrm>
            <a:custGeom>
              <a:avLst/>
              <a:gdLst>
                <a:gd name="T0" fmla="*/ 0 w 196"/>
                <a:gd name="T1" fmla="*/ 0 h 64"/>
                <a:gd name="T2" fmla="*/ 72 w 196"/>
                <a:gd name="T3" fmla="*/ 6 h 64"/>
                <a:gd name="T4" fmla="*/ 211 w 196"/>
                <a:gd name="T5" fmla="*/ 11 h 64"/>
                <a:gd name="T6" fmla="*/ 0 60000 65536"/>
                <a:gd name="T7" fmla="*/ 0 60000 65536"/>
                <a:gd name="T8" fmla="*/ 0 60000 65536"/>
                <a:gd name="T9" fmla="*/ 0 w 196"/>
                <a:gd name="T10" fmla="*/ 0 h 64"/>
                <a:gd name="T11" fmla="*/ 196 w 196"/>
                <a:gd name="T12" fmla="*/ 64 h 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" h="64">
                  <a:moveTo>
                    <a:pt x="0" y="0"/>
                  </a:moveTo>
                  <a:cubicBezTo>
                    <a:pt x="19" y="12"/>
                    <a:pt x="39" y="25"/>
                    <a:pt x="72" y="36"/>
                  </a:cubicBezTo>
                  <a:cubicBezTo>
                    <a:pt x="105" y="47"/>
                    <a:pt x="150" y="55"/>
                    <a:pt x="196" y="64"/>
                  </a:cubicBezTo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40">
              <a:extLst>
                <a:ext uri="{FF2B5EF4-FFF2-40B4-BE49-F238E27FC236}">
                  <a16:creationId xmlns:a16="http://schemas.microsoft.com/office/drawing/2014/main" id="{27DE0985-347B-6F17-A1D8-314A69C90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1551"/>
              <a:ext cx="344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" name="Text Box 43">
            <a:extLst>
              <a:ext uri="{FF2B5EF4-FFF2-40B4-BE49-F238E27FC236}">
                <a16:creationId xmlns:a16="http://schemas.microsoft.com/office/drawing/2014/main" id="{19D6977C-B1DA-9528-A9B4-AFDB8BB9F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740" y="316302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三面共点</a:t>
            </a:r>
          </a:p>
        </p:txBody>
      </p:sp>
      <p:sp>
        <p:nvSpPr>
          <p:cNvPr id="52" name="Rectangle 44">
            <a:extLst>
              <a:ext uri="{FF2B5EF4-FFF2-40B4-BE49-F238E27FC236}">
                <a16:creationId xmlns:a16="http://schemas.microsoft.com/office/drawing/2014/main" id="{19BC31A3-04E7-DFFE-CE31-318845AEA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340" y="2062885"/>
            <a:ext cx="311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9966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</a:p>
        </p:txBody>
      </p:sp>
      <p:sp>
        <p:nvSpPr>
          <p:cNvPr id="53" name="Text Box 45">
            <a:extLst>
              <a:ext uri="{FF2B5EF4-FFF2-40B4-BE49-F238E27FC236}">
                <a16:creationId xmlns:a16="http://schemas.microsoft.com/office/drawing/2014/main" id="{1F80D87C-4548-1D47-A629-B6AEBF9A6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816" y="4709859"/>
            <a:ext cx="311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66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</a:p>
        </p:txBody>
      </p:sp>
      <p:sp>
        <p:nvSpPr>
          <p:cNvPr id="54" name="Text Box 46">
            <a:extLst>
              <a:ext uri="{FF2B5EF4-FFF2-40B4-BE49-F238E27FC236}">
                <a16:creationId xmlns:a16="http://schemas.microsoft.com/office/drawing/2014/main" id="{25D30378-9DC2-A72C-D196-B93A3ECE9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228" y="2012085"/>
            <a:ext cx="311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9966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</a:p>
        </p:txBody>
      </p:sp>
      <p:sp>
        <p:nvSpPr>
          <p:cNvPr id="55" name="Text Box 47">
            <a:extLst>
              <a:ext uri="{FF2B5EF4-FFF2-40B4-BE49-F238E27FC236}">
                <a16:creationId xmlns:a16="http://schemas.microsoft.com/office/drawing/2014/main" id="{0D8FDF74-6D10-F56C-3ADF-26973EFCA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78" y="2047803"/>
            <a:ext cx="380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检查：相贯线交汇之点</a:t>
            </a:r>
          </a:p>
        </p:txBody>
      </p:sp>
      <p:sp>
        <p:nvSpPr>
          <p:cNvPr id="56" name="Text Box 55">
            <a:extLst>
              <a:ext uri="{FF2B5EF4-FFF2-40B4-BE49-F238E27FC236}">
                <a16:creationId xmlns:a16="http://schemas.microsoft.com/office/drawing/2014/main" id="{78BEEB4E-2E36-2AED-6940-118C3A74761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435894" y="5086225"/>
            <a:ext cx="2068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三面共点</a:t>
            </a:r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724EA863-356E-0021-A865-87D5FEE67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5318" y="4441782"/>
            <a:ext cx="685800" cy="6350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9DF11965-2DFC-810D-1787-8849B268A9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2540" y="2285135"/>
            <a:ext cx="1320800" cy="8001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DF7C6F87-C5FB-946F-A7EF-F917197B6F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7" t="36726" r="48781" b="23252"/>
          <a:stretch/>
        </p:blipFill>
        <p:spPr>
          <a:xfrm rot="10800000">
            <a:off x="4343400" y="4471987"/>
            <a:ext cx="2605092" cy="135318"/>
          </a:xfrm>
          <a:prstGeom prst="rect">
            <a:avLst/>
          </a:prstGeom>
        </p:spPr>
      </p:pic>
      <p:sp>
        <p:nvSpPr>
          <p:cNvPr id="60" name="Text Box 53">
            <a:extLst>
              <a:ext uri="{FF2B5EF4-FFF2-40B4-BE49-F238E27FC236}">
                <a16:creationId xmlns:a16="http://schemas.microsoft.com/office/drawing/2014/main" id="{AEC9B8ED-23B7-16FC-F83B-03BF417FB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36" y="1295191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补全主视图</a:t>
            </a:r>
          </a:p>
        </p:txBody>
      </p:sp>
    </p:spTree>
    <p:extLst>
      <p:ext uri="{BB962C8B-B14F-4D97-AF65-F5344CB8AC3E}">
        <p14:creationId xmlns:p14="http://schemas.microsoft.com/office/powerpoint/2010/main" val="375542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 autoUpdateAnimBg="0"/>
      <p:bldP spid="53" grpId="0" autoUpdateAnimBg="0"/>
      <p:bldP spid="54" grpId="0" autoUpdateAnimBg="0"/>
      <p:bldP spid="55" grpId="0"/>
      <p:bldP spid="56" grpId="0"/>
      <p:bldP spid="57" grpId="0" animBg="1"/>
      <p:bldP spid="5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F3B5-3975-ACDA-D872-0706C0B7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72A71B8-1D16-794D-D18E-C5ADE928B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869" y="412176"/>
            <a:ext cx="42402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立体与立体相交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CFEF7E-D867-866B-DF20-DFF3785E9383}"/>
              </a:ext>
            </a:extLst>
          </p:cNvPr>
          <p:cNvSpPr/>
          <p:nvPr/>
        </p:nvSpPr>
        <p:spPr>
          <a:xfrm>
            <a:off x="1055440" y="1844824"/>
            <a:ext cx="9764211" cy="10334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平面体与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相贯线：实质是求平面体各表面与平面体的截交线。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平面体与</a:t>
            </a:r>
            <a:r>
              <a:rPr kumimoji="1"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回转体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相贯线：实质是求平面体各表面与回转体的截交线。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D635D7-B7B1-DB38-9E29-F878554F7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96755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4174B9A2-79B4-982D-40C7-51CF75BC79E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735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9CCF-2ED2-4D3D-E353-C2B201C0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DB870C4-B826-C85A-6C3E-B57DBF48B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869" y="412176"/>
            <a:ext cx="42402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立体与立体相交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B3406A-BE0F-6194-8E31-9C9324AA5A90}"/>
              </a:ext>
            </a:extLst>
          </p:cNvPr>
          <p:cNvSpPr/>
          <p:nvPr/>
        </p:nvSpPr>
        <p:spPr>
          <a:xfrm>
            <a:off x="1185659" y="1844824"/>
            <a:ext cx="3877985" cy="497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5000"/>
              </a:spcBef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两回转体相贯线的求解方法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275A15-2842-3853-D27F-43647025E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96755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EFDDCD-D0B4-7D89-0935-5030BA016648}"/>
              </a:ext>
            </a:extLst>
          </p:cNvPr>
          <p:cNvSpPr/>
          <p:nvPr/>
        </p:nvSpPr>
        <p:spPr>
          <a:xfrm>
            <a:off x="1185659" y="2491783"/>
            <a:ext cx="9171100" cy="15690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5000"/>
              </a:spcBef>
              <a:defRPr/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：利用面上取点的方法，求解两圆柱的相贯线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两圆柱直径变化和相对位置对相贯线的影响规律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检查圆柱轮廓线的投影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FC5AD8-9670-7C12-72B9-583F79DD235B}"/>
              </a:ext>
            </a:extLst>
          </p:cNvPr>
          <p:cNvSpPr/>
          <p:nvPr/>
        </p:nvSpPr>
        <p:spPr>
          <a:xfrm>
            <a:off x="1182077" y="4344987"/>
            <a:ext cx="8802410" cy="10334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5000"/>
              </a:spcBef>
              <a:defRPr/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辅助平面法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：利用“三点共面”的原理求解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辅助面与回转面的交线投影应尽量简单，一般为直线或圆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AF47A876-45A9-3B1F-91FF-2C3C6D47BFC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943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9A07-2953-5D3E-2CF8-F24D9F0C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0C9851C-2924-5F90-EC71-D7DF2EB4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869" y="412176"/>
            <a:ext cx="42402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立体与立体相交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A88FF8-FB65-DBBA-C3E0-EC44145CE4D7}"/>
              </a:ext>
            </a:extLst>
          </p:cNvPr>
          <p:cNvSpPr/>
          <p:nvPr/>
        </p:nvSpPr>
        <p:spPr>
          <a:xfrm>
            <a:off x="1185659" y="1844824"/>
            <a:ext cx="3877985" cy="497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5000"/>
              </a:spcBef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多体相贯的相贯线求解方法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FDF705-B6DF-16BE-4659-F8BF92862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96755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E6B4DB-4EB8-E01E-92F4-8785FEEAC40F}"/>
              </a:ext>
            </a:extLst>
          </p:cNvPr>
          <p:cNvSpPr/>
          <p:nvPr/>
        </p:nvSpPr>
        <p:spPr>
          <a:xfrm>
            <a:off x="1185659" y="2491783"/>
            <a:ext cx="7725192" cy="10334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hangingPunct="0">
              <a:lnSpc>
                <a:spcPct val="120000"/>
              </a:lnSpc>
              <a:spcBef>
                <a:spcPct val="25000"/>
              </a:spcBef>
              <a:buAutoNum type="arabicPeriod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形体分析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：搞清哪些形体相交，交线是什么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5000"/>
              </a:spcBef>
              <a:buAutoNum type="arabicPeriod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两两求交线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：注意两两相交的三条交线应汇聚于一点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244CD179-576C-FE20-363E-F10556A3679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233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195" y="412176"/>
            <a:ext cx="32496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FCC83B-C54B-FD42-4C25-CE5769A4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081" y="1556792"/>
            <a:ext cx="2303836" cy="117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P28 – 5, 6, 7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P29 – 10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D774A-74FF-3024-A150-D17D9B426DDC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3912B-66DE-8C3F-7F12-4BB5F7AC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C002756-98B5-9B9B-0366-E6AAF7F10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7502B42-8CBF-7627-AC52-59060DA1C24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8BED297-B7F6-DD9C-90D9-B26C0F566BF5}"/>
              </a:ext>
            </a:extLst>
          </p:cNvPr>
          <p:cNvGrpSpPr/>
          <p:nvPr/>
        </p:nvGrpSpPr>
        <p:grpSpPr>
          <a:xfrm>
            <a:off x="8271632" y="4293473"/>
            <a:ext cx="1502829" cy="1504950"/>
            <a:chOff x="8089900" y="3781425"/>
            <a:chExt cx="1502829" cy="1504950"/>
          </a:xfrm>
        </p:grpSpPr>
        <p:sp>
          <p:nvSpPr>
            <p:cNvPr id="3" name="Oval 51">
              <a:extLst>
                <a:ext uri="{FF2B5EF4-FFF2-40B4-BE49-F238E27FC236}">
                  <a16:creationId xmlns:a16="http://schemas.microsoft.com/office/drawing/2014/main" id="{7BFBB333-0D6A-6B8E-1663-BC77276F6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6947" y="3865859"/>
              <a:ext cx="1338263" cy="133826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6034B83-4E3F-4025-5253-FA3005A7B7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7" t="39868" r="33735" b="26883"/>
            <a:stretch/>
          </p:blipFill>
          <p:spPr>
            <a:xfrm>
              <a:off x="8089900" y="4481808"/>
              <a:ext cx="1502829" cy="112418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2C2304-F603-21EE-F474-DD82479724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9" t="28110" r="45190" b="15734"/>
            <a:stretch/>
          </p:blipFill>
          <p:spPr>
            <a:xfrm rot="5400000">
              <a:off x="8096566" y="4438966"/>
              <a:ext cx="1504950" cy="189868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48C7CA1-537E-89A5-9DDA-D014713B2B32}"/>
              </a:ext>
            </a:extLst>
          </p:cNvPr>
          <p:cNvGrpSpPr/>
          <p:nvPr/>
        </p:nvGrpSpPr>
        <p:grpSpPr>
          <a:xfrm>
            <a:off x="6082469" y="4155361"/>
            <a:ext cx="1766887" cy="1776415"/>
            <a:chOff x="5900737" y="3643313"/>
            <a:chExt cx="1766887" cy="1776415"/>
          </a:xfrm>
        </p:grpSpPr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6DCC3294-1796-2F27-5C7A-D879E0CB8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8433" y="3861097"/>
              <a:ext cx="1338263" cy="13382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FE2C408-A999-7FDE-2AEC-D7D8301B4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30" t="33208" r="31507" b="21719"/>
            <a:stretch/>
          </p:blipFill>
          <p:spPr>
            <a:xfrm>
              <a:off x="5900737" y="4457700"/>
              <a:ext cx="1766887" cy="1524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BF45161-FDC3-BFFB-150C-98AE2B5B9A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73" t="41663" r="42209" b="16080"/>
            <a:stretch/>
          </p:blipFill>
          <p:spPr>
            <a:xfrm rot="5400000">
              <a:off x="5869778" y="4460082"/>
              <a:ext cx="1776415" cy="142877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55BC634-B21D-E095-7BF3-9DC16E60B848}"/>
              </a:ext>
            </a:extLst>
          </p:cNvPr>
          <p:cNvGrpSpPr/>
          <p:nvPr/>
        </p:nvGrpSpPr>
        <p:grpSpPr>
          <a:xfrm>
            <a:off x="6182214" y="2336382"/>
            <a:ext cx="1535006" cy="1338263"/>
            <a:chOff x="6000482" y="1824334"/>
            <a:chExt cx="1535006" cy="1338263"/>
          </a:xfrm>
        </p:grpSpPr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734C855F-D676-6A4C-4DC9-13DC2551C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3670" y="1824334"/>
              <a:ext cx="1338263" cy="13382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0BE35F8-2B3F-1BD3-90CA-9AD816CBF1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36" t="19393" r="37234" b="21448"/>
            <a:stretch/>
          </p:blipFill>
          <p:spPr>
            <a:xfrm>
              <a:off x="6000482" y="2366963"/>
              <a:ext cx="1535006" cy="200025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0270C28-6D33-83E2-7C51-FDA12FB17749}"/>
              </a:ext>
            </a:extLst>
          </p:cNvPr>
          <p:cNvGrpSpPr/>
          <p:nvPr/>
        </p:nvGrpSpPr>
        <p:grpSpPr>
          <a:xfrm>
            <a:off x="4173128" y="4271250"/>
            <a:ext cx="1500188" cy="1484314"/>
            <a:chOff x="3991396" y="3759202"/>
            <a:chExt cx="1500188" cy="1484314"/>
          </a:xfrm>
        </p:grpSpPr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50024144-3EE5-DD66-B61D-BA3A55501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907" y="3835697"/>
              <a:ext cx="1338262" cy="13382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ECFE964-5D1B-76FD-CB10-D1EA36A996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83" t="39868" r="33735" b="22101"/>
            <a:stretch/>
          </p:blipFill>
          <p:spPr>
            <a:xfrm>
              <a:off x="3991396" y="4484982"/>
              <a:ext cx="1500188" cy="128589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27A4079-D83D-AAD1-193E-BA40CC46B7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63" t="34966" r="47408" b="15735"/>
            <a:stretch/>
          </p:blipFill>
          <p:spPr>
            <a:xfrm rot="5400000">
              <a:off x="3984624" y="4418015"/>
              <a:ext cx="1484314" cy="166687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2EA3731-9442-41C3-CA95-6B7E6DFA5F4C}"/>
              </a:ext>
            </a:extLst>
          </p:cNvPr>
          <p:cNvGrpSpPr/>
          <p:nvPr/>
        </p:nvGrpSpPr>
        <p:grpSpPr>
          <a:xfrm>
            <a:off x="4172707" y="2482432"/>
            <a:ext cx="1500188" cy="1338263"/>
            <a:chOff x="3990975" y="1970384"/>
            <a:chExt cx="1500188" cy="1338263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9C5A6FD6-424A-5E36-8438-C252FF007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57" y="1970384"/>
              <a:ext cx="1338262" cy="13382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1E445065-152A-0EA3-9F7B-9FC94D644B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83" t="39868" r="33735" b="22101"/>
            <a:stretch/>
          </p:blipFill>
          <p:spPr>
            <a:xfrm>
              <a:off x="3990975" y="2581274"/>
              <a:ext cx="1500188" cy="128589"/>
            </a:xfrm>
            <a:prstGeom prst="rect">
              <a:avLst/>
            </a:prstGeom>
          </p:spPr>
        </p:pic>
      </p:grpSp>
      <p:sp>
        <p:nvSpPr>
          <p:cNvPr id="21" name="Oval 18">
            <a:extLst>
              <a:ext uri="{FF2B5EF4-FFF2-40B4-BE49-F238E27FC236}">
                <a16:creationId xmlns:a16="http://schemas.microsoft.com/office/drawing/2014/main" id="{718EB73B-21C3-60D9-5483-92A2C4F78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264" y="4531895"/>
            <a:ext cx="987425" cy="987425"/>
          </a:xfrm>
          <a:prstGeom prst="ellips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089B7BA2-396D-2D40-144F-4008A5EB0D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1677" y="2303045"/>
            <a:ext cx="0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DA6F00FF-BF71-B005-D435-A9AEDDFAF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2152" y="2312570"/>
            <a:ext cx="10191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B2CD346-0DF4-6F51-5593-096B9F857196}"/>
              </a:ext>
            </a:extLst>
          </p:cNvPr>
          <p:cNvGrpSpPr/>
          <p:nvPr/>
        </p:nvGrpSpPr>
        <p:grpSpPr>
          <a:xfrm>
            <a:off x="4353634" y="2703095"/>
            <a:ext cx="144061" cy="884237"/>
            <a:chOff x="1911439" y="3472143"/>
            <a:chExt cx="53089" cy="733425"/>
          </a:xfrm>
        </p:grpSpPr>
        <p:sp>
          <p:nvSpPr>
            <p:cNvPr id="25" name="Line 47">
              <a:extLst>
                <a:ext uri="{FF2B5EF4-FFF2-40B4-BE49-F238E27FC236}">
                  <a16:creationId xmlns:a16="http://schemas.microsoft.com/office/drawing/2014/main" id="{15C7AD8C-F06F-360C-189C-6F418DD2D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0881129-0459-E538-8FB5-63E7DFF499F4}"/>
                </a:ext>
              </a:extLst>
            </p:cNvPr>
            <p:cNvCxnSpPr/>
            <p:nvPr/>
          </p:nvCxnSpPr>
          <p:spPr>
            <a:xfrm>
              <a:off x="1922865" y="3564736"/>
              <a:ext cx="41663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5DE7F7B-8D3C-F298-A728-6533901903D8}"/>
                </a:ext>
              </a:extLst>
            </p:cNvPr>
            <p:cNvCxnSpPr/>
            <p:nvPr/>
          </p:nvCxnSpPr>
          <p:spPr>
            <a:xfrm>
              <a:off x="1911439" y="3607967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8C6955C-509A-B6BF-C1F8-3AF7ED431A38}"/>
                </a:ext>
              </a:extLst>
            </p:cNvPr>
            <p:cNvCxnSpPr/>
            <p:nvPr/>
          </p:nvCxnSpPr>
          <p:spPr>
            <a:xfrm>
              <a:off x="1911439" y="3654994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E0C9293-4B11-183D-4433-5AEA637088C6}"/>
                </a:ext>
              </a:extLst>
            </p:cNvPr>
            <p:cNvCxnSpPr/>
            <p:nvPr/>
          </p:nvCxnSpPr>
          <p:spPr>
            <a:xfrm>
              <a:off x="1911439" y="4014485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536BF7B-B57D-76B8-D95F-4D7D3D755186}"/>
                </a:ext>
              </a:extLst>
            </p:cNvPr>
            <p:cNvCxnSpPr/>
            <p:nvPr/>
          </p:nvCxnSpPr>
          <p:spPr>
            <a:xfrm>
              <a:off x="1911439" y="4058122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3D692EC-6FF6-4BF2-C7F7-303FAA9AB338}"/>
                </a:ext>
              </a:extLst>
            </p:cNvPr>
            <p:cNvCxnSpPr/>
            <p:nvPr/>
          </p:nvCxnSpPr>
          <p:spPr>
            <a:xfrm>
              <a:off x="1933004" y="4103174"/>
              <a:ext cx="315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F81F322-6D36-7BA3-AC62-70EA9FAC4335}"/>
              </a:ext>
            </a:extLst>
          </p:cNvPr>
          <p:cNvGrpSpPr/>
          <p:nvPr/>
        </p:nvGrpSpPr>
        <p:grpSpPr>
          <a:xfrm>
            <a:off x="5346232" y="2703095"/>
            <a:ext cx="148601" cy="884237"/>
            <a:chOff x="1909766" y="3472143"/>
            <a:chExt cx="54762" cy="733425"/>
          </a:xfrm>
        </p:grpSpPr>
        <p:sp>
          <p:nvSpPr>
            <p:cNvPr id="33" name="Line 47">
              <a:extLst>
                <a:ext uri="{FF2B5EF4-FFF2-40B4-BE49-F238E27FC236}">
                  <a16:creationId xmlns:a16="http://schemas.microsoft.com/office/drawing/2014/main" id="{8157544F-122C-F9A0-BAE6-7DA811D30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1C023A1-E8E2-1260-C22C-75875202CDE3}"/>
                </a:ext>
              </a:extLst>
            </p:cNvPr>
            <p:cNvCxnSpPr/>
            <p:nvPr/>
          </p:nvCxnSpPr>
          <p:spPr>
            <a:xfrm>
              <a:off x="1909766" y="3564736"/>
              <a:ext cx="41663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D0D9F64-3A2C-21D8-F6D0-9BDA9C6BAAD1}"/>
                </a:ext>
              </a:extLst>
            </p:cNvPr>
            <p:cNvCxnSpPr/>
            <p:nvPr/>
          </p:nvCxnSpPr>
          <p:spPr>
            <a:xfrm>
              <a:off x="1911439" y="3607967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7946D31-0529-8036-2A5A-D4DF5F9C28A9}"/>
                </a:ext>
              </a:extLst>
            </p:cNvPr>
            <p:cNvCxnSpPr/>
            <p:nvPr/>
          </p:nvCxnSpPr>
          <p:spPr>
            <a:xfrm>
              <a:off x="1911439" y="3654994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0DFC30F4-0AC6-0A4A-9752-338840970DB3}"/>
                </a:ext>
              </a:extLst>
            </p:cNvPr>
            <p:cNvCxnSpPr/>
            <p:nvPr/>
          </p:nvCxnSpPr>
          <p:spPr>
            <a:xfrm>
              <a:off x="1911439" y="4014485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B1D79F6E-7E9A-3567-73E8-3645FEC39149}"/>
                </a:ext>
              </a:extLst>
            </p:cNvPr>
            <p:cNvCxnSpPr/>
            <p:nvPr/>
          </p:nvCxnSpPr>
          <p:spPr>
            <a:xfrm>
              <a:off x="1911439" y="4058122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D93A00A-89D1-9294-3818-176A718425B1}"/>
                </a:ext>
              </a:extLst>
            </p:cNvPr>
            <p:cNvCxnSpPr/>
            <p:nvPr/>
          </p:nvCxnSpPr>
          <p:spPr>
            <a:xfrm>
              <a:off x="1917757" y="4103174"/>
              <a:ext cx="315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Line 21">
            <a:extLst>
              <a:ext uri="{FF2B5EF4-FFF2-40B4-BE49-F238E27FC236}">
                <a16:creationId xmlns:a16="http://schemas.microsoft.com/office/drawing/2014/main" id="{D86FDDA8-B204-48BE-8EC9-3F32BCA9D5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1327" y="2318920"/>
            <a:ext cx="1587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007106AD-6AEA-94F1-B40E-74977A7FB8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1677" y="3588920"/>
            <a:ext cx="0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8D11DEA7-E077-5E70-764E-4C7C29C0D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427" y="2455445"/>
            <a:ext cx="949325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Line 24">
            <a:extLst>
              <a:ext uri="{FF2B5EF4-FFF2-40B4-BE49-F238E27FC236}">
                <a16:creationId xmlns:a16="http://schemas.microsoft.com/office/drawing/2014/main" id="{AB68465A-1C28-FD21-E3F7-B60C72F9F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202" y="2703095"/>
            <a:ext cx="10001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25">
            <a:extLst>
              <a:ext uri="{FF2B5EF4-FFF2-40B4-BE49-F238E27FC236}">
                <a16:creationId xmlns:a16="http://schemas.microsoft.com/office/drawing/2014/main" id="{6EE92858-D699-EE81-3B46-3A8FDF6A4C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5452" y="3579395"/>
            <a:ext cx="6350" cy="40957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Line 26">
            <a:extLst>
              <a:ext uri="{FF2B5EF4-FFF2-40B4-BE49-F238E27FC236}">
                <a16:creationId xmlns:a16="http://schemas.microsoft.com/office/drawing/2014/main" id="{F8DCB5F6-C824-33CA-1C70-74C7C8106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1677" y="3979445"/>
            <a:ext cx="100012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4B45E91D-9CFF-0C34-EBFC-7389037B7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902" y="3522245"/>
            <a:ext cx="949325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Line 28">
            <a:extLst>
              <a:ext uri="{FF2B5EF4-FFF2-40B4-BE49-F238E27FC236}">
                <a16:creationId xmlns:a16="http://schemas.microsoft.com/office/drawing/2014/main" id="{18BECB97-71F2-D942-0E1B-4CFCC81C0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2152" y="3592095"/>
            <a:ext cx="10255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Line 30">
            <a:extLst>
              <a:ext uri="{FF2B5EF4-FFF2-40B4-BE49-F238E27FC236}">
                <a16:creationId xmlns:a16="http://schemas.microsoft.com/office/drawing/2014/main" id="{5533C381-69D2-2848-F2DD-521F059BD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0777" y="3882607"/>
            <a:ext cx="168433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7820909B-1F2D-2A9B-522C-D689F6CF4B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3" t="34965" r="41954" b="22779"/>
          <a:stretch/>
        </p:blipFill>
        <p:spPr>
          <a:xfrm rot="5400000">
            <a:off x="4008401" y="3076656"/>
            <a:ext cx="1824036" cy="142875"/>
          </a:xfrm>
          <a:prstGeom prst="rect">
            <a:avLst/>
          </a:prstGeom>
        </p:spPr>
      </p:pic>
      <p:sp>
        <p:nvSpPr>
          <p:cNvPr id="51" name="Oval 31">
            <a:extLst>
              <a:ext uri="{FF2B5EF4-FFF2-40B4-BE49-F238E27FC236}">
                <a16:creationId xmlns:a16="http://schemas.microsoft.com/office/drawing/2014/main" id="{9157266F-8CA6-43B2-3A8A-C35FB5FEF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764" y="4220745"/>
            <a:ext cx="1641475" cy="1641475"/>
          </a:xfrm>
          <a:prstGeom prst="ellips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Rectangle 32">
            <a:extLst>
              <a:ext uri="{FF2B5EF4-FFF2-40B4-BE49-F238E27FC236}">
                <a16:creationId xmlns:a16="http://schemas.microsoft.com/office/drawing/2014/main" id="{0C6BD267-CE22-CBC3-1DE5-EBB76C881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877" y="2215732"/>
            <a:ext cx="333375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Line 33">
            <a:extLst>
              <a:ext uri="{FF2B5EF4-FFF2-40B4-BE49-F238E27FC236}">
                <a16:creationId xmlns:a16="http://schemas.microsoft.com/office/drawing/2014/main" id="{075FF121-6694-9695-0D79-F73730E36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4352" y="2358607"/>
            <a:ext cx="36195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6346450D-4BB9-119E-6511-FB894B055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5252" y="3158707"/>
            <a:ext cx="1181100" cy="5619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F966C2BC-6D74-5499-3F9B-3B742D9975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12" t="38645" r="41798" b="30367"/>
          <a:stretch/>
        </p:blipFill>
        <p:spPr>
          <a:xfrm rot="5400000">
            <a:off x="5923719" y="2898062"/>
            <a:ext cx="2082798" cy="104776"/>
          </a:xfrm>
          <a:prstGeom prst="rect">
            <a:avLst/>
          </a:prstGeom>
        </p:spPr>
      </p:pic>
      <p:sp>
        <p:nvSpPr>
          <p:cNvPr id="56" name="Line 36">
            <a:extLst>
              <a:ext uri="{FF2B5EF4-FFF2-40B4-BE49-F238E27FC236}">
                <a16:creationId xmlns:a16="http://schemas.microsoft.com/office/drawing/2014/main" id="{64C1C4A3-FCC7-86A9-9760-BAFAE2F409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7527" y="1977607"/>
            <a:ext cx="177800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Line 37">
            <a:extLst>
              <a:ext uri="{FF2B5EF4-FFF2-40B4-BE49-F238E27FC236}">
                <a16:creationId xmlns:a16="http://schemas.microsoft.com/office/drawing/2014/main" id="{AA2EA7FF-241B-E5E8-645D-67C90F324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5327" y="1968082"/>
            <a:ext cx="168275" cy="39052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Line 38">
            <a:extLst>
              <a:ext uri="{FF2B5EF4-FFF2-40B4-BE49-F238E27FC236}">
                <a16:creationId xmlns:a16="http://schemas.microsoft.com/office/drawing/2014/main" id="{46EBAD59-52CB-E7AE-FB76-0A9042F45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5252" y="3320632"/>
            <a:ext cx="120015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60ACB9D-3427-B070-C2D2-47657A5E1634}"/>
              </a:ext>
            </a:extLst>
          </p:cNvPr>
          <p:cNvGrpSpPr/>
          <p:nvPr/>
        </p:nvGrpSpPr>
        <p:grpSpPr>
          <a:xfrm rot="1445240">
            <a:off x="6505466" y="2317020"/>
            <a:ext cx="148601" cy="1038263"/>
            <a:chOff x="1909766" y="3472143"/>
            <a:chExt cx="54762" cy="733425"/>
          </a:xfrm>
        </p:grpSpPr>
        <p:sp>
          <p:nvSpPr>
            <p:cNvPr id="60" name="Line 47">
              <a:extLst>
                <a:ext uri="{FF2B5EF4-FFF2-40B4-BE49-F238E27FC236}">
                  <a16:creationId xmlns:a16="http://schemas.microsoft.com/office/drawing/2014/main" id="{6E80724F-9274-39AB-7560-DA79A7477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3D6BB208-879D-2A83-EB3F-C4C02FD1CEDF}"/>
                </a:ext>
              </a:extLst>
            </p:cNvPr>
            <p:cNvCxnSpPr/>
            <p:nvPr/>
          </p:nvCxnSpPr>
          <p:spPr>
            <a:xfrm>
              <a:off x="1909766" y="3564736"/>
              <a:ext cx="41663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FC545F6-465D-25C0-6BF6-D5D72D7A7AD2}"/>
                </a:ext>
              </a:extLst>
            </p:cNvPr>
            <p:cNvCxnSpPr/>
            <p:nvPr/>
          </p:nvCxnSpPr>
          <p:spPr>
            <a:xfrm>
              <a:off x="1911439" y="3607967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97B92A1-CE77-82A8-977F-9D07F61AB14E}"/>
                </a:ext>
              </a:extLst>
            </p:cNvPr>
            <p:cNvCxnSpPr/>
            <p:nvPr/>
          </p:nvCxnSpPr>
          <p:spPr>
            <a:xfrm>
              <a:off x="1911439" y="3654994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4E8194E-1154-0FD9-E43B-BC2BAA69995E}"/>
                </a:ext>
              </a:extLst>
            </p:cNvPr>
            <p:cNvCxnSpPr/>
            <p:nvPr/>
          </p:nvCxnSpPr>
          <p:spPr>
            <a:xfrm>
              <a:off x="1911439" y="4014485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DDFC207-9909-9C68-A70E-20BA3E7F9DE8}"/>
                </a:ext>
              </a:extLst>
            </p:cNvPr>
            <p:cNvCxnSpPr/>
            <p:nvPr/>
          </p:nvCxnSpPr>
          <p:spPr>
            <a:xfrm>
              <a:off x="1911439" y="4058122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E771DCB0-B02A-84E3-316E-CA9A0518B15A}"/>
                </a:ext>
              </a:extLst>
            </p:cNvPr>
            <p:cNvCxnSpPr/>
            <p:nvPr/>
          </p:nvCxnSpPr>
          <p:spPr>
            <a:xfrm>
              <a:off x="1917757" y="4103174"/>
              <a:ext cx="315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Line 40">
            <a:extLst>
              <a:ext uri="{FF2B5EF4-FFF2-40B4-BE49-F238E27FC236}">
                <a16:creationId xmlns:a16="http://schemas.microsoft.com/office/drawing/2014/main" id="{808AFD78-41C1-F2B1-59BA-BEEFB5A484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7127" y="3306345"/>
            <a:ext cx="257175" cy="576262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DE77B88-15BB-C835-0D78-6FED7A2E97AB}"/>
              </a:ext>
            </a:extLst>
          </p:cNvPr>
          <p:cNvGrpSpPr/>
          <p:nvPr/>
        </p:nvGrpSpPr>
        <p:grpSpPr>
          <a:xfrm rot="20229585">
            <a:off x="7247738" y="2305582"/>
            <a:ext cx="148601" cy="1038263"/>
            <a:chOff x="1909766" y="3472143"/>
            <a:chExt cx="54762" cy="733425"/>
          </a:xfrm>
        </p:grpSpPr>
        <p:sp>
          <p:nvSpPr>
            <p:cNvPr id="69" name="Line 47">
              <a:extLst>
                <a:ext uri="{FF2B5EF4-FFF2-40B4-BE49-F238E27FC236}">
                  <a16:creationId xmlns:a16="http://schemas.microsoft.com/office/drawing/2014/main" id="{3C9FD34F-D6F9-D694-1D4B-E69F429CA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A89A402-DE34-C443-F6BF-0AF3410147A0}"/>
                </a:ext>
              </a:extLst>
            </p:cNvPr>
            <p:cNvCxnSpPr/>
            <p:nvPr/>
          </p:nvCxnSpPr>
          <p:spPr>
            <a:xfrm>
              <a:off x="1909766" y="3564736"/>
              <a:ext cx="41663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0452904-DF3B-14D4-CD14-186CF861EF03}"/>
                </a:ext>
              </a:extLst>
            </p:cNvPr>
            <p:cNvCxnSpPr/>
            <p:nvPr/>
          </p:nvCxnSpPr>
          <p:spPr>
            <a:xfrm>
              <a:off x="1911439" y="3607967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0FA6DAD-B5B2-FA26-4712-EC85A1AA2DBD}"/>
                </a:ext>
              </a:extLst>
            </p:cNvPr>
            <p:cNvCxnSpPr/>
            <p:nvPr/>
          </p:nvCxnSpPr>
          <p:spPr>
            <a:xfrm>
              <a:off x="1911439" y="3654994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AD2B53E-86A6-266E-5E5A-86428B5539E7}"/>
                </a:ext>
              </a:extLst>
            </p:cNvPr>
            <p:cNvCxnSpPr/>
            <p:nvPr/>
          </p:nvCxnSpPr>
          <p:spPr>
            <a:xfrm>
              <a:off x="1911439" y="4014485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80025F60-9CAC-40CA-88F2-7765CA975663}"/>
                </a:ext>
              </a:extLst>
            </p:cNvPr>
            <p:cNvCxnSpPr/>
            <p:nvPr/>
          </p:nvCxnSpPr>
          <p:spPr>
            <a:xfrm>
              <a:off x="1911439" y="4058122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F5792A34-AEBC-61CF-D660-DFC26521F7DB}"/>
                </a:ext>
              </a:extLst>
            </p:cNvPr>
            <p:cNvCxnSpPr/>
            <p:nvPr/>
          </p:nvCxnSpPr>
          <p:spPr>
            <a:xfrm>
              <a:off x="1917757" y="4103174"/>
              <a:ext cx="315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Line 42">
            <a:extLst>
              <a:ext uri="{FF2B5EF4-FFF2-40B4-BE49-F238E27FC236}">
                <a16:creationId xmlns:a16="http://schemas.microsoft.com/office/drawing/2014/main" id="{59683A8E-90AE-E755-DF28-F459F6298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3652" y="3304757"/>
            <a:ext cx="246062" cy="57150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Oval 45">
            <a:extLst>
              <a:ext uri="{FF2B5EF4-FFF2-40B4-BE49-F238E27FC236}">
                <a16:creationId xmlns:a16="http://schemas.microsoft.com/office/drawing/2014/main" id="{53833885-DBAC-8EB2-147B-F8FAC0277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402" y="4873207"/>
            <a:ext cx="333375" cy="33337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Oval 46">
            <a:extLst>
              <a:ext uri="{FF2B5EF4-FFF2-40B4-BE49-F238E27FC236}">
                <a16:creationId xmlns:a16="http://schemas.microsoft.com/office/drawing/2014/main" id="{32C0CE47-D038-4262-4966-A254D2E6B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4302" y="4454107"/>
            <a:ext cx="1181100" cy="1181100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499658A-2386-1DD7-FFBE-0A64D161BF8F}"/>
              </a:ext>
            </a:extLst>
          </p:cNvPr>
          <p:cNvGrpSpPr/>
          <p:nvPr/>
        </p:nvGrpSpPr>
        <p:grpSpPr>
          <a:xfrm>
            <a:off x="8254117" y="2322093"/>
            <a:ext cx="1535006" cy="1338263"/>
            <a:chOff x="6000482" y="1824334"/>
            <a:chExt cx="1535006" cy="1338263"/>
          </a:xfrm>
        </p:grpSpPr>
        <p:sp>
          <p:nvSpPr>
            <p:cNvPr id="80" name="Oval 8">
              <a:extLst>
                <a:ext uri="{FF2B5EF4-FFF2-40B4-BE49-F238E27FC236}">
                  <a16:creationId xmlns:a16="http://schemas.microsoft.com/office/drawing/2014/main" id="{4D5895E7-D2AC-0043-DBAF-4510480B2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3670" y="1824334"/>
              <a:ext cx="1338263" cy="13382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F93918BA-E5DE-50EE-DDB6-57291B648C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36" t="19393" r="37234" b="21448"/>
            <a:stretch/>
          </p:blipFill>
          <p:spPr>
            <a:xfrm>
              <a:off x="6000482" y="2390777"/>
              <a:ext cx="1535006" cy="200025"/>
            </a:xfrm>
            <a:prstGeom prst="rect">
              <a:avLst/>
            </a:prstGeom>
          </p:spPr>
        </p:pic>
      </p:grpSp>
      <p:sp>
        <p:nvSpPr>
          <p:cNvPr id="82" name="Rectangle 54">
            <a:extLst>
              <a:ext uri="{FF2B5EF4-FFF2-40B4-BE49-F238E27FC236}">
                <a16:creationId xmlns:a16="http://schemas.microsoft.com/office/drawing/2014/main" id="{8C4CD63D-D5FA-65A8-8BED-3B5576E21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114" y="2085557"/>
            <a:ext cx="933450" cy="390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A7ADD212-8CE9-6C70-296B-5717D7C5258D}"/>
              </a:ext>
            </a:extLst>
          </p:cNvPr>
          <p:cNvGrpSpPr/>
          <p:nvPr/>
        </p:nvGrpSpPr>
        <p:grpSpPr>
          <a:xfrm>
            <a:off x="8480961" y="2178176"/>
            <a:ext cx="1086310" cy="1053391"/>
            <a:chOff x="8299229" y="1666128"/>
            <a:chExt cx="1086310" cy="1053391"/>
          </a:xfrm>
        </p:grpSpPr>
        <p:sp>
          <p:nvSpPr>
            <p:cNvPr id="84" name="弧形 83">
              <a:extLst>
                <a:ext uri="{FF2B5EF4-FFF2-40B4-BE49-F238E27FC236}">
                  <a16:creationId xmlns:a16="http://schemas.microsoft.com/office/drawing/2014/main" id="{F717D08A-DF05-B400-C509-DD28E19714F0}"/>
                </a:ext>
              </a:extLst>
            </p:cNvPr>
            <p:cNvSpPr/>
            <p:nvPr/>
          </p:nvSpPr>
          <p:spPr>
            <a:xfrm>
              <a:off x="8355905" y="1666128"/>
              <a:ext cx="982800" cy="982860"/>
            </a:xfrm>
            <a:prstGeom prst="arc">
              <a:avLst>
                <a:gd name="adj1" fmla="val 19397714"/>
                <a:gd name="adj2" fmla="val 12811321"/>
              </a:avLst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9C5424EB-65D4-037D-5204-0FBEC9C272F0}"/>
                </a:ext>
              </a:extLst>
            </p:cNvPr>
            <p:cNvGrpSpPr/>
            <p:nvPr/>
          </p:nvGrpSpPr>
          <p:grpSpPr>
            <a:xfrm rot="329183">
              <a:off x="8299229" y="2246233"/>
              <a:ext cx="196626" cy="109974"/>
              <a:chOff x="9651573" y="1656227"/>
              <a:chExt cx="196626" cy="109974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64AB6852-F98A-BDBC-900B-050A2BD7E1C1}"/>
                  </a:ext>
                </a:extLst>
              </p:cNvPr>
              <p:cNvCxnSpPr/>
              <p:nvPr/>
            </p:nvCxnSpPr>
            <p:spPr>
              <a:xfrm rot="20229585">
                <a:off x="9651573" y="1656227"/>
                <a:ext cx="11305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FEA2137F-3553-1377-8871-A08A32577743}"/>
                  </a:ext>
                </a:extLst>
              </p:cNvPr>
              <p:cNvCxnSpPr/>
              <p:nvPr/>
            </p:nvCxnSpPr>
            <p:spPr>
              <a:xfrm rot="20229585">
                <a:off x="9678297" y="1704848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8CD148B4-5EBE-4043-9806-EE4D4E495D52}"/>
                  </a:ext>
                </a:extLst>
              </p:cNvPr>
              <p:cNvCxnSpPr/>
              <p:nvPr/>
            </p:nvCxnSpPr>
            <p:spPr>
              <a:xfrm rot="20229585">
                <a:off x="9704138" y="1766201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14BBEF64-F587-36F3-1A95-DC9E08C1FE61}"/>
                </a:ext>
              </a:extLst>
            </p:cNvPr>
            <p:cNvGrpSpPr/>
            <p:nvPr/>
          </p:nvGrpSpPr>
          <p:grpSpPr>
            <a:xfrm rot="19267195">
              <a:off x="8562333" y="2573726"/>
              <a:ext cx="196626" cy="109974"/>
              <a:chOff x="9651573" y="1656227"/>
              <a:chExt cx="196626" cy="109974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E6D404AE-0135-4B03-27E6-7C4E79FD2EE1}"/>
                  </a:ext>
                </a:extLst>
              </p:cNvPr>
              <p:cNvCxnSpPr/>
              <p:nvPr/>
            </p:nvCxnSpPr>
            <p:spPr>
              <a:xfrm rot="20229585">
                <a:off x="9651573" y="1656227"/>
                <a:ext cx="11305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A94E4A10-19F9-6120-093F-1E54193B3015}"/>
                  </a:ext>
                </a:extLst>
              </p:cNvPr>
              <p:cNvCxnSpPr/>
              <p:nvPr/>
            </p:nvCxnSpPr>
            <p:spPr>
              <a:xfrm rot="20229585">
                <a:off x="9678297" y="1704848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E1024D80-004B-2605-C926-1CDCAAC908A3}"/>
                  </a:ext>
                </a:extLst>
              </p:cNvPr>
              <p:cNvCxnSpPr/>
              <p:nvPr/>
            </p:nvCxnSpPr>
            <p:spPr>
              <a:xfrm rot="20229585">
                <a:off x="9704138" y="1766201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E2B41426-B158-4376-A136-30AE3ADCE698}"/>
                </a:ext>
              </a:extLst>
            </p:cNvPr>
            <p:cNvGrpSpPr/>
            <p:nvPr/>
          </p:nvGrpSpPr>
          <p:grpSpPr>
            <a:xfrm rot="16041215">
              <a:off x="8954334" y="2566219"/>
              <a:ext cx="196626" cy="109974"/>
              <a:chOff x="9651573" y="1656227"/>
              <a:chExt cx="196626" cy="109974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93147E33-9744-8E42-899C-53C466B55679}"/>
                  </a:ext>
                </a:extLst>
              </p:cNvPr>
              <p:cNvCxnSpPr/>
              <p:nvPr/>
            </p:nvCxnSpPr>
            <p:spPr>
              <a:xfrm rot="20229585">
                <a:off x="9651573" y="1656227"/>
                <a:ext cx="11305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384DFA04-1ED5-40BD-6EA0-35BD16CE3FD1}"/>
                  </a:ext>
                </a:extLst>
              </p:cNvPr>
              <p:cNvCxnSpPr/>
              <p:nvPr/>
            </p:nvCxnSpPr>
            <p:spPr>
              <a:xfrm rot="20229585">
                <a:off x="9678297" y="1704848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8B225A58-1D4F-70C2-E184-763D8B6293EB}"/>
                  </a:ext>
                </a:extLst>
              </p:cNvPr>
              <p:cNvCxnSpPr/>
              <p:nvPr/>
            </p:nvCxnSpPr>
            <p:spPr>
              <a:xfrm rot="20229585">
                <a:off x="9704138" y="1766201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B75FE62D-2F0D-B2C2-CF8B-A2DF291F4984}"/>
                </a:ext>
              </a:extLst>
            </p:cNvPr>
            <p:cNvGrpSpPr/>
            <p:nvPr/>
          </p:nvGrpSpPr>
          <p:grpSpPr>
            <a:xfrm rot="12694522">
              <a:off x="9188913" y="2225605"/>
              <a:ext cx="196626" cy="109974"/>
              <a:chOff x="9651573" y="1656227"/>
              <a:chExt cx="196626" cy="109974"/>
            </a:xfrm>
          </p:grpSpPr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A55E3579-CD0C-7E20-3377-B6AA51CE9E6C}"/>
                  </a:ext>
                </a:extLst>
              </p:cNvPr>
              <p:cNvCxnSpPr/>
              <p:nvPr/>
            </p:nvCxnSpPr>
            <p:spPr>
              <a:xfrm rot="20229585">
                <a:off x="9651573" y="1656227"/>
                <a:ext cx="11305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C3AC7A93-ADAF-6BA7-AB42-03391C1D9169}"/>
                  </a:ext>
                </a:extLst>
              </p:cNvPr>
              <p:cNvCxnSpPr/>
              <p:nvPr/>
            </p:nvCxnSpPr>
            <p:spPr>
              <a:xfrm rot="20229585">
                <a:off x="9678297" y="1704848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00B58C14-FB88-5727-B981-86DC8238F940}"/>
                  </a:ext>
                </a:extLst>
              </p:cNvPr>
              <p:cNvCxnSpPr/>
              <p:nvPr/>
            </p:nvCxnSpPr>
            <p:spPr>
              <a:xfrm rot="20229585">
                <a:off x="9704138" y="1766201"/>
                <a:ext cx="14406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1" name="图片 100">
            <a:extLst>
              <a:ext uri="{FF2B5EF4-FFF2-40B4-BE49-F238E27FC236}">
                <a16:creationId xmlns:a16="http://schemas.microsoft.com/office/drawing/2014/main" id="{FA6B7D7F-9D47-0C18-300B-9E1443BF37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44590" r="49734" b="29116"/>
          <a:stretch/>
        </p:blipFill>
        <p:spPr>
          <a:xfrm rot="5400000">
            <a:off x="8208924" y="2882979"/>
            <a:ext cx="1636714" cy="88902"/>
          </a:xfrm>
          <a:prstGeom prst="rect">
            <a:avLst/>
          </a:prstGeom>
        </p:spPr>
      </p:pic>
      <p:sp>
        <p:nvSpPr>
          <p:cNvPr id="102" name="Line 57">
            <a:extLst>
              <a:ext uri="{FF2B5EF4-FFF2-40B4-BE49-F238E27FC236}">
                <a16:creationId xmlns:a16="http://schemas.microsoft.com/office/drawing/2014/main" id="{0324FF9D-18AD-5B64-E3F2-BAEE1D767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7114" y="2501482"/>
            <a:ext cx="9525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Oval 58">
            <a:extLst>
              <a:ext uri="{FF2B5EF4-FFF2-40B4-BE49-F238E27FC236}">
                <a16:creationId xmlns:a16="http://schemas.microsoft.com/office/drawing/2014/main" id="{CC058ACE-8006-C933-C02C-EF82A9E04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639" y="4582695"/>
            <a:ext cx="933450" cy="93345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Text Box 59" descr="信纸">
            <a:extLst>
              <a:ext uri="{FF2B5EF4-FFF2-40B4-BE49-F238E27FC236}">
                <a16:creationId xmlns:a16="http://schemas.microsoft.com/office/drawing/2014/main" id="{7CB77010-6CB5-601C-7403-D22EA806F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52" y="1909051"/>
            <a:ext cx="2985829" cy="12003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49" charset="-122"/>
              </a:rPr>
              <a:t>当球面与回转面共轴时，其交线为垂直于轴线的圆</a:t>
            </a:r>
          </a:p>
        </p:txBody>
      </p:sp>
      <p:sp>
        <p:nvSpPr>
          <p:cNvPr id="105" name="Arc 63">
            <a:extLst>
              <a:ext uri="{FF2B5EF4-FFF2-40B4-BE49-F238E27FC236}">
                <a16:creationId xmlns:a16="http://schemas.microsoft.com/office/drawing/2014/main" id="{E248B714-37FC-8094-89FA-6539D367F61E}"/>
              </a:ext>
            </a:extLst>
          </p:cNvPr>
          <p:cNvSpPr>
            <a:spLocks/>
          </p:cNvSpPr>
          <p:nvPr/>
        </p:nvSpPr>
        <p:spPr bwMode="auto">
          <a:xfrm flipV="1">
            <a:off x="8563464" y="2169695"/>
            <a:ext cx="931863" cy="495300"/>
          </a:xfrm>
          <a:custGeom>
            <a:avLst/>
            <a:gdLst>
              <a:gd name="T0" fmla="*/ 2147483646 w 40624"/>
              <a:gd name="T1" fmla="*/ 2147483646 h 21600"/>
              <a:gd name="T2" fmla="*/ 0 w 40624"/>
              <a:gd name="T3" fmla="*/ 2147483646 h 21600"/>
              <a:gd name="T4" fmla="*/ 2147483646 w 40624"/>
              <a:gd name="T5" fmla="*/ 0 h 21600"/>
              <a:gd name="T6" fmla="*/ 0 60000 65536"/>
              <a:gd name="T7" fmla="*/ 0 60000 65536"/>
              <a:gd name="T8" fmla="*/ 0 60000 65536"/>
              <a:gd name="T9" fmla="*/ 0 w 40624"/>
              <a:gd name="T10" fmla="*/ 0 h 21600"/>
              <a:gd name="T11" fmla="*/ 40624 w 406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624" h="21600" fill="none" extrusionOk="0">
                <a:moveTo>
                  <a:pt x="40623" y="7105"/>
                </a:moveTo>
                <a:cubicBezTo>
                  <a:pt x="37600" y="15784"/>
                  <a:pt x="29416" y="21599"/>
                  <a:pt x="20226" y="21600"/>
                </a:cubicBezTo>
                <a:cubicBezTo>
                  <a:pt x="11221" y="21600"/>
                  <a:pt x="3161" y="16013"/>
                  <a:pt x="0" y="7581"/>
                </a:cubicBezTo>
              </a:path>
              <a:path w="40624" h="21600" stroke="0" extrusionOk="0">
                <a:moveTo>
                  <a:pt x="40623" y="7105"/>
                </a:moveTo>
                <a:cubicBezTo>
                  <a:pt x="37600" y="15784"/>
                  <a:pt x="29416" y="21599"/>
                  <a:pt x="20226" y="21600"/>
                </a:cubicBezTo>
                <a:cubicBezTo>
                  <a:pt x="11221" y="21600"/>
                  <a:pt x="3161" y="16013"/>
                  <a:pt x="0" y="7581"/>
                </a:cubicBezTo>
                <a:lnTo>
                  <a:pt x="20226" y="0"/>
                </a:lnTo>
                <a:lnTo>
                  <a:pt x="40623" y="7105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6" name="Picture 66">
            <a:extLst>
              <a:ext uri="{FF2B5EF4-FFF2-40B4-BE49-F238E27FC236}">
                <a16:creationId xmlns:a16="http://schemas.microsoft.com/office/drawing/2014/main" id="{91288495-76FD-FC01-E53C-AFD89A1B6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650" y="647282"/>
            <a:ext cx="1374775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" name="Picture 68">
            <a:extLst>
              <a:ext uri="{FF2B5EF4-FFF2-40B4-BE49-F238E27FC236}">
                <a16:creationId xmlns:a16="http://schemas.microsoft.com/office/drawing/2014/main" id="{85083FA1-6F01-B30F-73E0-ECE2FC391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00" y="4644607"/>
            <a:ext cx="1438275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8" name="Text Box 269">
            <a:extLst>
              <a:ext uri="{FF2B5EF4-FFF2-40B4-BE49-F238E27FC236}">
                <a16:creationId xmlns:a16="http://schemas.microsoft.com/office/drawing/2014/main" id="{3F43F800-FE80-5B60-5914-DB37A651A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720" y="1233367"/>
            <a:ext cx="6062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观察：圆球面与回转面相交，交线有何特点</a:t>
            </a:r>
          </a:p>
        </p:txBody>
      </p:sp>
      <p:sp>
        <p:nvSpPr>
          <p:cNvPr id="109" name="Text Box 59" descr="信纸">
            <a:extLst>
              <a:ext uri="{FF2B5EF4-FFF2-40B4-BE49-F238E27FC236}">
                <a16:creationId xmlns:a16="http://schemas.microsoft.com/office/drawing/2014/main" id="{6D5727C2-BE1B-568A-0E22-F0AAEB483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19" y="3597832"/>
            <a:ext cx="173156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适用条件：</a:t>
            </a:r>
          </a:p>
        </p:txBody>
      </p:sp>
      <p:sp>
        <p:nvSpPr>
          <p:cNvPr id="110" name="Text Box 59" descr="信纸">
            <a:extLst>
              <a:ext uri="{FF2B5EF4-FFF2-40B4-BE49-F238E27FC236}">
                <a16:creationId xmlns:a16="http://schemas.microsoft.com/office/drawing/2014/main" id="{53EBD8F7-42F0-78D8-6C37-E466C2708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33" y="4058825"/>
            <a:ext cx="3153427" cy="9048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49" charset="-122"/>
              </a:rPr>
              <a:t> 两立体均为回转体</a:t>
            </a:r>
          </a:p>
          <a:p>
            <a:pPr eaLnBrk="0" fontAlgn="base" hangingPunct="0"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49" charset="-122"/>
              </a:rPr>
              <a:t> 两回转体的轴线相交</a:t>
            </a:r>
          </a:p>
        </p:txBody>
      </p:sp>
      <p:pic>
        <p:nvPicPr>
          <p:cNvPr id="111" name="Picture 2">
            <a:extLst>
              <a:ext uri="{FF2B5EF4-FFF2-40B4-BE49-F238E27FC236}">
                <a16:creationId xmlns:a16="http://schemas.microsoft.com/office/drawing/2014/main" id="{581EC3AD-43A6-1837-30AA-08FE309A2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681" y="2458620"/>
            <a:ext cx="1636712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Text Box 21" descr="信纸">
            <a:extLst>
              <a:ext uri="{FF2B5EF4-FFF2-40B4-BE49-F238E27FC236}">
                <a16:creationId xmlns:a16="http://schemas.microsoft.com/office/drawing/2014/main" id="{13CF214B-AD6E-6578-C451-FD38052BF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62" y="1161299"/>
            <a:ext cx="244169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辅助球面法</a:t>
            </a:r>
          </a:p>
        </p:txBody>
      </p:sp>
    </p:spTree>
    <p:extLst>
      <p:ext uri="{BB962C8B-B14F-4D97-AF65-F5344CB8AC3E}">
        <p14:creationId xmlns:p14="http://schemas.microsoft.com/office/powerpoint/2010/main" val="31127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67" grpId="0" animBg="1"/>
      <p:bldP spid="76" grpId="0" animBg="1"/>
      <p:bldP spid="77" grpId="0" animBg="1"/>
      <p:bldP spid="78" grpId="0" animBg="1"/>
      <p:bldP spid="82" grpId="0" animBg="1"/>
      <p:bldP spid="102" grpId="0" animBg="1"/>
      <p:bldP spid="103" grpId="0" animBg="1"/>
      <p:bldP spid="104" grpId="0"/>
      <p:bldP spid="105" grpId="0" animBg="1"/>
      <p:bldP spid="108" grpId="0"/>
      <p:bldP spid="109" grpId="0"/>
      <p:bldP spid="1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9B8A-3AAC-26B4-9F2E-B2865EE2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B7B9E87-E211-00A1-E7A6-8E6F75E96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1AD8B2DA-F1BA-7867-F836-4CA9E635EA6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05F93FD-391F-D023-FA2C-9A47EE0F1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703976"/>
            <a:ext cx="943304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根据</a:t>
            </a:r>
            <a:r>
              <a:rPr kumimoji="0" lang="zh-CN" altLang="en-US" sz="28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kumimoji="0" lang="zh-CN" altLang="en-US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三面共点</a:t>
            </a:r>
            <a:r>
              <a:rPr kumimoji="0" lang="zh-CN" altLang="en-US" sz="28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kumimoji="0" lang="zh-CN" altLang="en-US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的原理，利用辅助球面求出两回转体表面上的若干共有点，从而画出相贯线的投影。   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C5E760E-DA40-76BD-E2FC-C83D93AE9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825143"/>
            <a:ext cx="561043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辅助球面法求交点的基本步骤：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DBA67C3-6093-0E2F-19B6-187A46E79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3509083"/>
            <a:ext cx="3624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确定辅助球球心的位置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1B9B76C-3657-0EC4-C9A4-DDC4CD43C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5462353"/>
            <a:ext cx="5008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光滑连线、注意轮廓线、可见性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375584F8-1960-C351-DCC8-7033B4DC4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4055349"/>
            <a:ext cx="3624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确定辅助球半径的范围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0F0B5B0-B049-07C3-7FFC-8B0E4D136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4603847"/>
            <a:ext cx="792028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利用辅助球面法找点（特殊点、中间点）</a:t>
            </a:r>
            <a:endParaRPr kumimoji="0" lang="en-US" altLang="zh-CN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CN" sz="20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en-US" sz="20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分别求出辅助球面与相贯的两立体表面的交线，求出交线的交点</a:t>
            </a:r>
          </a:p>
        </p:txBody>
      </p:sp>
      <p:sp>
        <p:nvSpPr>
          <p:cNvPr id="9" name="Text Box 21" descr="信纸">
            <a:extLst>
              <a:ext uri="{FF2B5EF4-FFF2-40B4-BE49-F238E27FC236}">
                <a16:creationId xmlns:a16="http://schemas.microsoft.com/office/drawing/2014/main" id="{592F2036-EB7F-0089-28CB-C8C7B982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62" y="1161299"/>
            <a:ext cx="244169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辅助球面法</a:t>
            </a:r>
          </a:p>
        </p:txBody>
      </p:sp>
    </p:spTree>
    <p:extLst>
      <p:ext uri="{BB962C8B-B14F-4D97-AF65-F5344CB8AC3E}">
        <p14:creationId xmlns:p14="http://schemas.microsoft.com/office/powerpoint/2010/main" val="89659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FEFC-91A6-9EDE-B7A3-757F5644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8FF752A-4046-E396-A56D-7D54ABEB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F5EC39F-37AD-9D12-DBFD-6B6ECAC4F07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1DDD55-0CF9-B084-E43B-9D29EF981980}"/>
              </a:ext>
            </a:extLst>
          </p:cNvPr>
          <p:cNvGrpSpPr/>
          <p:nvPr/>
        </p:nvGrpSpPr>
        <p:grpSpPr>
          <a:xfrm>
            <a:off x="5073811" y="995996"/>
            <a:ext cx="3512819" cy="5570219"/>
            <a:chOff x="4968239" y="632460"/>
            <a:chExt cx="3512819" cy="5570219"/>
          </a:xfrm>
        </p:grpSpPr>
        <p:grpSp>
          <p:nvGrpSpPr>
            <p:cNvPr id="3" name="Group 5">
              <a:extLst>
                <a:ext uri="{FF2B5EF4-FFF2-40B4-BE49-F238E27FC236}">
                  <a16:creationId xmlns:a16="http://schemas.microsoft.com/office/drawing/2014/main" id="{BE12AE43-526A-7364-4847-6A9046F52F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7129" y="729666"/>
              <a:ext cx="3262313" cy="5376863"/>
              <a:chOff x="857" y="525"/>
              <a:chExt cx="2055" cy="3387"/>
            </a:xfrm>
          </p:grpSpPr>
          <p:grpSp>
            <p:nvGrpSpPr>
              <p:cNvPr id="9" name="Group 6">
                <a:extLst>
                  <a:ext uri="{FF2B5EF4-FFF2-40B4-BE49-F238E27FC236}">
                    <a16:creationId xmlns:a16="http://schemas.microsoft.com/office/drawing/2014/main" id="{50773ADA-A5EE-1C38-8EDA-24B6588F38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7" y="2412"/>
                <a:ext cx="2055" cy="1500"/>
                <a:chOff x="857" y="2412"/>
                <a:chExt cx="2055" cy="1500"/>
              </a:xfrm>
            </p:grpSpPr>
            <p:sp>
              <p:nvSpPr>
                <p:cNvPr id="19" name="Line 10">
                  <a:extLst>
                    <a:ext uri="{FF2B5EF4-FFF2-40B4-BE49-F238E27FC236}">
                      <a16:creationId xmlns:a16="http://schemas.microsoft.com/office/drawing/2014/main" id="{7EE926B7-730E-761D-C749-877EF56E9F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1" y="2733"/>
                  <a:ext cx="65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0" name="Line 11">
                  <a:extLst>
                    <a:ext uri="{FF2B5EF4-FFF2-40B4-BE49-F238E27FC236}">
                      <a16:creationId xmlns:a16="http://schemas.microsoft.com/office/drawing/2014/main" id="{F1572C04-6A97-9013-AFA8-FB7FFBB272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22" y="3589"/>
                  <a:ext cx="61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1" name="Oval 12">
                  <a:extLst>
                    <a:ext uri="{FF2B5EF4-FFF2-40B4-BE49-F238E27FC236}">
                      <a16:creationId xmlns:a16="http://schemas.microsoft.com/office/drawing/2014/main" id="{B75251FF-BA1B-EA1E-0164-C78C9C3D7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734"/>
                  <a:ext cx="510" cy="8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2" name="Arc 13">
                  <a:extLst>
                    <a:ext uri="{FF2B5EF4-FFF2-40B4-BE49-F238E27FC236}">
                      <a16:creationId xmlns:a16="http://schemas.microsoft.com/office/drawing/2014/main" id="{FCB89345-4317-47F0-D479-B3547A02A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546" y="2412"/>
                  <a:ext cx="1366" cy="1500"/>
                </a:xfrm>
                <a:custGeom>
                  <a:avLst/>
                  <a:gdLst>
                    <a:gd name="T0" fmla="*/ 0 w 39346"/>
                    <a:gd name="T1" fmla="*/ 0 h 43200"/>
                    <a:gd name="T2" fmla="*/ 0 w 39346"/>
                    <a:gd name="T3" fmla="*/ 0 h 43200"/>
                    <a:gd name="T4" fmla="*/ 0 w 39346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39346"/>
                    <a:gd name="T10" fmla="*/ 0 h 43200"/>
                    <a:gd name="T11" fmla="*/ 39346 w 39346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346" h="43200" fill="none" extrusionOk="0">
                      <a:moveTo>
                        <a:pt x="-1" y="9286"/>
                      </a:moveTo>
                      <a:cubicBezTo>
                        <a:pt x="4035" y="3469"/>
                        <a:pt x="10666" y="-1"/>
                        <a:pt x="17746" y="0"/>
                      </a:cubicBezTo>
                      <a:cubicBezTo>
                        <a:pt x="29675" y="0"/>
                        <a:pt x="39346" y="9670"/>
                        <a:pt x="39346" y="21600"/>
                      </a:cubicBezTo>
                      <a:cubicBezTo>
                        <a:pt x="39346" y="33529"/>
                        <a:pt x="29675" y="43200"/>
                        <a:pt x="17746" y="43200"/>
                      </a:cubicBezTo>
                      <a:cubicBezTo>
                        <a:pt x="10812" y="43200"/>
                        <a:pt x="4301" y="39872"/>
                        <a:pt x="239" y="34253"/>
                      </a:cubicBezTo>
                    </a:path>
                    <a:path w="39346" h="43200" stroke="0" extrusionOk="0">
                      <a:moveTo>
                        <a:pt x="-1" y="9286"/>
                      </a:moveTo>
                      <a:cubicBezTo>
                        <a:pt x="4035" y="3469"/>
                        <a:pt x="10666" y="-1"/>
                        <a:pt x="17746" y="0"/>
                      </a:cubicBezTo>
                      <a:cubicBezTo>
                        <a:pt x="29675" y="0"/>
                        <a:pt x="39346" y="9670"/>
                        <a:pt x="39346" y="21600"/>
                      </a:cubicBezTo>
                      <a:cubicBezTo>
                        <a:pt x="39346" y="33529"/>
                        <a:pt x="29675" y="43200"/>
                        <a:pt x="17746" y="43200"/>
                      </a:cubicBezTo>
                      <a:cubicBezTo>
                        <a:pt x="10812" y="43200"/>
                        <a:pt x="4301" y="39872"/>
                        <a:pt x="239" y="34253"/>
                      </a:cubicBezTo>
                      <a:lnTo>
                        <a:pt x="17746" y="21600"/>
                      </a:lnTo>
                      <a:lnTo>
                        <a:pt x="-1" y="9286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3" name="Arc 14">
                  <a:extLst>
                    <a:ext uri="{FF2B5EF4-FFF2-40B4-BE49-F238E27FC236}">
                      <a16:creationId xmlns:a16="http://schemas.microsoft.com/office/drawing/2014/main" id="{4D05996D-3AAC-98A5-0136-E40D033E95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409" y="2721"/>
                  <a:ext cx="750" cy="835"/>
                </a:xfrm>
                <a:custGeom>
                  <a:avLst/>
                  <a:gdLst>
                    <a:gd name="T0" fmla="*/ 0 w 21600"/>
                    <a:gd name="T1" fmla="*/ 0 h 24063"/>
                    <a:gd name="T2" fmla="*/ 0 w 21600"/>
                    <a:gd name="T3" fmla="*/ 0 h 24063"/>
                    <a:gd name="T4" fmla="*/ 0 w 21600"/>
                    <a:gd name="T5" fmla="*/ 0 h 24063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4063"/>
                    <a:gd name="T11" fmla="*/ 21600 w 21600"/>
                    <a:gd name="T12" fmla="*/ 24063 h 240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4063" fill="none" extrusionOk="0">
                      <a:moveTo>
                        <a:pt x="4032" y="24063"/>
                      </a:moveTo>
                      <a:cubicBezTo>
                        <a:pt x="1410" y="20397"/>
                        <a:pt x="0" y="16002"/>
                        <a:pt x="0" y="11495"/>
                      </a:cubicBezTo>
                      <a:cubicBezTo>
                        <a:pt x="-1" y="7427"/>
                        <a:pt x="1148" y="3443"/>
                        <a:pt x="3312" y="-1"/>
                      </a:cubicBezTo>
                    </a:path>
                    <a:path w="21600" h="24063" stroke="0" extrusionOk="0">
                      <a:moveTo>
                        <a:pt x="4032" y="24063"/>
                      </a:moveTo>
                      <a:cubicBezTo>
                        <a:pt x="1410" y="20397"/>
                        <a:pt x="0" y="16002"/>
                        <a:pt x="0" y="11495"/>
                      </a:cubicBezTo>
                      <a:cubicBezTo>
                        <a:pt x="-1" y="7427"/>
                        <a:pt x="1148" y="3443"/>
                        <a:pt x="3312" y="-1"/>
                      </a:cubicBezTo>
                      <a:lnTo>
                        <a:pt x="21600" y="11495"/>
                      </a:lnTo>
                      <a:lnTo>
                        <a:pt x="4032" y="2406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grpSp>
            <p:nvGrpSpPr>
              <p:cNvPr id="10" name="Group 15">
                <a:extLst>
                  <a:ext uri="{FF2B5EF4-FFF2-40B4-BE49-F238E27FC236}">
                    <a16:creationId xmlns:a16="http://schemas.microsoft.com/office/drawing/2014/main" id="{4BDEE732-E564-A63D-0709-2AE80E86A1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5" y="525"/>
                <a:ext cx="2046" cy="1498"/>
                <a:chOff x="865" y="338"/>
                <a:chExt cx="2046" cy="1498"/>
              </a:xfrm>
            </p:grpSpPr>
            <p:sp>
              <p:nvSpPr>
                <p:cNvPr id="11" name="Line 16">
                  <a:extLst>
                    <a:ext uri="{FF2B5EF4-FFF2-40B4-BE49-F238E27FC236}">
                      <a16:creationId xmlns:a16="http://schemas.microsoft.com/office/drawing/2014/main" id="{036E9537-90AD-0697-EE6E-A623EFDF2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2" y="1831"/>
                  <a:ext cx="150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2" name="Line 18">
                  <a:extLst>
                    <a:ext uri="{FF2B5EF4-FFF2-40B4-BE49-F238E27FC236}">
                      <a16:creationId xmlns:a16="http://schemas.microsoft.com/office/drawing/2014/main" id="{DA670656-5208-EE48-5C1C-A6C47FD774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167" y="344"/>
                  <a:ext cx="740" cy="14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3" name="Line 19">
                  <a:extLst>
                    <a:ext uri="{FF2B5EF4-FFF2-40B4-BE49-F238E27FC236}">
                      <a16:creationId xmlns:a16="http://schemas.microsoft.com/office/drawing/2014/main" id="{DCC37726-408A-08F6-1590-90A91BC061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18" y="338"/>
                  <a:ext cx="252" cy="50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4" name="Line 21">
                  <a:extLst>
                    <a:ext uri="{FF2B5EF4-FFF2-40B4-BE49-F238E27FC236}">
                      <a16:creationId xmlns:a16="http://schemas.microsoft.com/office/drawing/2014/main" id="{D3191EEE-D870-6658-99A2-8762DBD271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5" y="1139"/>
                  <a:ext cx="658" cy="47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5" name="Line 22">
                  <a:extLst>
                    <a:ext uri="{FF2B5EF4-FFF2-40B4-BE49-F238E27FC236}">
                      <a16:creationId xmlns:a16="http://schemas.microsoft.com/office/drawing/2014/main" id="{F2261274-D2D4-BC84-C134-1B06191B4D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71" y="435"/>
                  <a:ext cx="551" cy="39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7" name="Line 23">
                  <a:extLst>
                    <a:ext uri="{FF2B5EF4-FFF2-40B4-BE49-F238E27FC236}">
                      <a16:creationId xmlns:a16="http://schemas.microsoft.com/office/drawing/2014/main" id="{90387E32-6513-492F-606C-E2783B712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65" y="422"/>
                  <a:ext cx="513" cy="73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8" name="Line 24">
                  <a:extLst>
                    <a:ext uri="{FF2B5EF4-FFF2-40B4-BE49-F238E27FC236}">
                      <a16:creationId xmlns:a16="http://schemas.microsoft.com/office/drawing/2014/main" id="{2AC085C4-25BC-1D9E-22E4-51610BBB2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4" y="1616"/>
                  <a:ext cx="111" cy="22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C465E3E-D4D6-ED6E-70AF-C2B7287FA0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52" t="33099" r="49295" b="21828"/>
            <a:stretch/>
          </p:blipFill>
          <p:spPr>
            <a:xfrm rot="5400000">
              <a:off x="4686299" y="4838701"/>
              <a:ext cx="1554479" cy="15239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163CCD3-64D5-CCAB-F33F-9DF7C7432D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5" t="36725" r="40151" b="20456"/>
            <a:stretch/>
          </p:blipFill>
          <p:spPr>
            <a:xfrm rot="10800000">
              <a:off x="4968239" y="4823459"/>
              <a:ext cx="3512819" cy="14477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0685C1F-7B67-B1BC-90D4-59D1D2974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13" t="21376" r="38279" b="13693"/>
            <a:stretch/>
          </p:blipFill>
          <p:spPr>
            <a:xfrm rot="16200000">
              <a:off x="5844004" y="4793884"/>
              <a:ext cx="2598051" cy="21953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ADBFD51-6FC1-A766-38F3-D798996876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70" t="28138" r="32038" b="15520"/>
            <a:stretch/>
          </p:blipFill>
          <p:spPr>
            <a:xfrm rot="16200000">
              <a:off x="5855973" y="1832609"/>
              <a:ext cx="2590799" cy="19050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6B7A4B6-91FD-1AD8-5E92-BEC08D3944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47" t="26387" r="37056" b="13696"/>
            <a:stretch/>
          </p:blipFill>
          <p:spPr>
            <a:xfrm rot="12960000">
              <a:off x="5195443" y="1955488"/>
              <a:ext cx="2341974" cy="202587"/>
            </a:xfrm>
            <a:prstGeom prst="rect">
              <a:avLst/>
            </a:prstGeom>
          </p:spPr>
        </p:pic>
      </p:grpSp>
      <p:sp>
        <p:nvSpPr>
          <p:cNvPr id="24" name="Freeform 2" descr="棕色大理石">
            <a:extLst>
              <a:ext uri="{FF2B5EF4-FFF2-40B4-BE49-F238E27FC236}">
                <a16:creationId xmlns:a16="http://schemas.microsoft.com/office/drawing/2014/main" id="{58145DFA-C335-C5C7-6C3A-DD180F06B1E3}"/>
              </a:ext>
            </a:extLst>
          </p:cNvPr>
          <p:cNvSpPr>
            <a:spLocks/>
          </p:cNvSpPr>
          <p:nvPr/>
        </p:nvSpPr>
        <p:spPr bwMode="auto">
          <a:xfrm>
            <a:off x="5983914" y="2612439"/>
            <a:ext cx="1143000" cy="1514475"/>
          </a:xfrm>
          <a:custGeom>
            <a:avLst/>
            <a:gdLst>
              <a:gd name="T0" fmla="*/ 0 w 720"/>
              <a:gd name="T1" fmla="*/ 2147483646 h 954"/>
              <a:gd name="T2" fmla="*/ 2147483646 w 720"/>
              <a:gd name="T3" fmla="*/ 2147483646 h 954"/>
              <a:gd name="T4" fmla="*/ 2147483646 w 720"/>
              <a:gd name="T5" fmla="*/ 0 h 954"/>
              <a:gd name="T6" fmla="*/ 2147483646 w 720"/>
              <a:gd name="T7" fmla="*/ 2147483646 h 954"/>
              <a:gd name="T8" fmla="*/ 0 w 720"/>
              <a:gd name="T9" fmla="*/ 2147483646 h 9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0"/>
              <a:gd name="T16" fmla="*/ 0 h 954"/>
              <a:gd name="T17" fmla="*/ 720 w 720"/>
              <a:gd name="T18" fmla="*/ 954 h 9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0" h="954">
                <a:moveTo>
                  <a:pt x="0" y="882"/>
                </a:moveTo>
                <a:cubicBezTo>
                  <a:pt x="20" y="878"/>
                  <a:pt x="78" y="822"/>
                  <a:pt x="78" y="822"/>
                </a:cubicBezTo>
                <a:lnTo>
                  <a:pt x="720" y="0"/>
                </a:lnTo>
                <a:lnTo>
                  <a:pt x="18" y="954"/>
                </a:lnTo>
                <a:lnTo>
                  <a:pt x="0" y="88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Freeform 3" descr="棕色大理石">
            <a:extLst>
              <a:ext uri="{FF2B5EF4-FFF2-40B4-BE49-F238E27FC236}">
                <a16:creationId xmlns:a16="http://schemas.microsoft.com/office/drawing/2014/main" id="{07FB643B-2A11-753C-E87D-3B295EEBECAB}"/>
              </a:ext>
            </a:extLst>
          </p:cNvPr>
          <p:cNvSpPr>
            <a:spLocks/>
          </p:cNvSpPr>
          <p:nvPr/>
        </p:nvSpPr>
        <p:spPr bwMode="auto">
          <a:xfrm>
            <a:off x="5679114" y="2793414"/>
            <a:ext cx="1076325" cy="342900"/>
          </a:xfrm>
          <a:custGeom>
            <a:avLst/>
            <a:gdLst>
              <a:gd name="T0" fmla="*/ 2147483646 w 678"/>
              <a:gd name="T1" fmla="*/ 2147483646 h 216"/>
              <a:gd name="T2" fmla="*/ 2147483646 w 678"/>
              <a:gd name="T3" fmla="*/ 0 h 216"/>
              <a:gd name="T4" fmla="*/ 0 w 678"/>
              <a:gd name="T5" fmla="*/ 2147483646 h 216"/>
              <a:gd name="T6" fmla="*/ 2147483646 w 678"/>
              <a:gd name="T7" fmla="*/ 2147483646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216"/>
              <a:gd name="T14" fmla="*/ 678 w 678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216">
                <a:moveTo>
                  <a:pt x="30" y="144"/>
                </a:moveTo>
                <a:lnTo>
                  <a:pt x="678" y="0"/>
                </a:lnTo>
                <a:lnTo>
                  <a:pt x="0" y="216"/>
                </a:lnTo>
                <a:lnTo>
                  <a:pt x="30" y="144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A779165D-97A6-E35F-5707-2BB2A95E5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03546"/>
            <a:ext cx="5211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求圆柱与圆锥表面的交线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6C5DD565-962D-5D74-63A4-6BD876AC4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401" y="2076952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黑体" panose="02010609060101010101" pitchFamily="49" charset="-122"/>
              </a:rPr>
              <a:t>空间分析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B17A7BDB-92DD-3EE5-E40D-1807840ED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61" y="2643079"/>
            <a:ext cx="2350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交线为空间曲线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49BF24-E2B7-6B2B-D8D1-773661BDA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87" y="2669363"/>
            <a:ext cx="2563812" cy="704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7D47BE57-9307-7BA9-6F7C-877958B4B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89" y="2637819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黑体" panose="02010609060101010101" pitchFamily="49" charset="-122"/>
              </a:rPr>
              <a:t>投影分析</a:t>
            </a:r>
          </a:p>
        </p:txBody>
      </p:sp>
      <p:sp>
        <p:nvSpPr>
          <p:cNvPr id="32" name="Text Box 35">
            <a:extLst>
              <a:ext uri="{FF2B5EF4-FFF2-40B4-BE49-F238E27FC236}">
                <a16:creationId xmlns:a16="http://schemas.microsoft.com/office/drawing/2014/main" id="{E692BF9B-2435-17A2-03D5-57FB14376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91" y="318875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黑体" panose="02010609060101010101" pitchFamily="49" charset="-122"/>
              </a:rPr>
              <a:t>作图</a:t>
            </a:r>
          </a:p>
        </p:txBody>
      </p:sp>
      <p:sp>
        <p:nvSpPr>
          <p:cNvPr id="33" name="Text Box 36">
            <a:extLst>
              <a:ext uri="{FF2B5EF4-FFF2-40B4-BE49-F238E27FC236}">
                <a16:creationId xmlns:a16="http://schemas.microsoft.com/office/drawing/2014/main" id="{829B8DBC-37AF-62BE-E5A3-D9FB3B2C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123" y="3729443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求特殊点</a:t>
            </a:r>
          </a:p>
        </p:txBody>
      </p:sp>
      <p:sp>
        <p:nvSpPr>
          <p:cNvPr id="34" name="Line 37">
            <a:extLst>
              <a:ext uri="{FF2B5EF4-FFF2-40B4-BE49-F238E27FC236}">
                <a16:creationId xmlns:a16="http://schemas.microsoft.com/office/drawing/2014/main" id="{D655246D-AAED-5298-6702-EC71DDDA3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8151" y="1875839"/>
            <a:ext cx="0" cy="341471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" name="Line 38">
            <a:extLst>
              <a:ext uri="{FF2B5EF4-FFF2-40B4-BE49-F238E27FC236}">
                <a16:creationId xmlns:a16="http://schemas.microsoft.com/office/drawing/2014/main" id="{DF2A096B-57C8-8037-5408-2A3592725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3151" y="3107739"/>
            <a:ext cx="0" cy="215741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" name="Text Box 39">
            <a:extLst>
              <a:ext uri="{FF2B5EF4-FFF2-40B4-BE49-F238E27FC236}">
                <a16:creationId xmlns:a16="http://schemas.microsoft.com/office/drawing/2014/main" id="{EE7EC33F-9FAC-0C14-2C79-28630AB3C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123" y="4156480"/>
            <a:ext cx="1606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求中间点</a:t>
            </a: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0E861B19-88F6-B077-20BA-E14FB0D85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91" y="4790997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ea typeface="黑体" panose="02010609060101010101" pitchFamily="49" charset="-122"/>
              </a:rPr>
              <a:t>如何选择辅助面？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397C0834-1AD1-B7D1-5983-DAA67547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828" y="5275515"/>
            <a:ext cx="24765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辅助球面</a:t>
            </a:r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87AF1609-75CB-D664-0BF9-4CBCFC07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751" y="2980739"/>
            <a:ext cx="128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球心</a:t>
            </a:r>
          </a:p>
        </p:txBody>
      </p:sp>
      <p:sp>
        <p:nvSpPr>
          <p:cNvPr id="41" name="Arc 43">
            <a:extLst>
              <a:ext uri="{FF2B5EF4-FFF2-40B4-BE49-F238E27FC236}">
                <a16:creationId xmlns:a16="http://schemas.microsoft.com/office/drawing/2014/main" id="{F88B3141-8001-560C-C4DB-840B6AE9CEEB}"/>
              </a:ext>
            </a:extLst>
          </p:cNvPr>
          <p:cNvSpPr>
            <a:spLocks/>
          </p:cNvSpPr>
          <p:nvPr/>
        </p:nvSpPr>
        <p:spPr bwMode="auto">
          <a:xfrm flipV="1">
            <a:off x="6063289" y="1817102"/>
            <a:ext cx="2374900" cy="1879600"/>
          </a:xfrm>
          <a:custGeom>
            <a:avLst/>
            <a:gdLst>
              <a:gd name="T0" fmla="*/ 2147483646 w 43200"/>
              <a:gd name="T1" fmla="*/ 0 h 34211"/>
              <a:gd name="T2" fmla="*/ 2147483646 w 43200"/>
              <a:gd name="T3" fmla="*/ 2147483646 h 34211"/>
              <a:gd name="T4" fmla="*/ 2147483646 w 43200"/>
              <a:gd name="T5" fmla="*/ 2147483646 h 34211"/>
              <a:gd name="T6" fmla="*/ 0 60000 65536"/>
              <a:gd name="T7" fmla="*/ 0 60000 65536"/>
              <a:gd name="T8" fmla="*/ 0 60000 65536"/>
              <a:gd name="T9" fmla="*/ 0 w 43200"/>
              <a:gd name="T10" fmla="*/ 0 h 34211"/>
              <a:gd name="T11" fmla="*/ 43200 w 43200"/>
              <a:gd name="T12" fmla="*/ 34211 h 342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4211" fill="none" extrusionOk="0">
                <a:moveTo>
                  <a:pt x="39136" y="0"/>
                </a:moveTo>
                <a:cubicBezTo>
                  <a:pt x="41778" y="3674"/>
                  <a:pt x="43200" y="8085"/>
                  <a:pt x="43200" y="12611"/>
                </a:cubicBezTo>
                <a:cubicBezTo>
                  <a:pt x="43200" y="24540"/>
                  <a:pt x="33529" y="34211"/>
                  <a:pt x="21600" y="34211"/>
                </a:cubicBezTo>
                <a:cubicBezTo>
                  <a:pt x="9670" y="34211"/>
                  <a:pt x="0" y="24540"/>
                  <a:pt x="0" y="12611"/>
                </a:cubicBezTo>
                <a:cubicBezTo>
                  <a:pt x="-1" y="12099"/>
                  <a:pt x="18" y="11588"/>
                  <a:pt x="54" y="11078"/>
                </a:cubicBezTo>
              </a:path>
              <a:path w="43200" h="34211" stroke="0" extrusionOk="0">
                <a:moveTo>
                  <a:pt x="39136" y="0"/>
                </a:moveTo>
                <a:cubicBezTo>
                  <a:pt x="41778" y="3674"/>
                  <a:pt x="43200" y="8085"/>
                  <a:pt x="43200" y="12611"/>
                </a:cubicBezTo>
                <a:cubicBezTo>
                  <a:pt x="43200" y="24540"/>
                  <a:pt x="33529" y="34211"/>
                  <a:pt x="21600" y="34211"/>
                </a:cubicBezTo>
                <a:cubicBezTo>
                  <a:pt x="9670" y="34211"/>
                  <a:pt x="0" y="24540"/>
                  <a:pt x="0" y="12611"/>
                </a:cubicBezTo>
                <a:cubicBezTo>
                  <a:pt x="-1" y="12099"/>
                  <a:pt x="18" y="11588"/>
                  <a:pt x="54" y="11078"/>
                </a:cubicBezTo>
                <a:lnTo>
                  <a:pt x="21600" y="12611"/>
                </a:lnTo>
                <a:lnTo>
                  <a:pt x="39136" y="0"/>
                </a:lnTo>
                <a:close/>
              </a:path>
            </a:pathLst>
          </a:custGeom>
          <a:noFill/>
          <a:ln w="127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2" name="AutoShape 44" descr="紫色网格">
            <a:extLst>
              <a:ext uri="{FF2B5EF4-FFF2-40B4-BE49-F238E27FC236}">
                <a16:creationId xmlns:a16="http://schemas.microsoft.com/office/drawing/2014/main" id="{9F12E932-3491-0087-E4F9-F2446E408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2326" y="1217027"/>
            <a:ext cx="1003300" cy="368300"/>
          </a:xfrm>
          <a:prstGeom prst="wedgeRoundRectCallout">
            <a:avLst>
              <a:gd name="adj1" fmla="val -118037"/>
              <a:gd name="adj2" fmla="val 156032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最大球</a:t>
            </a:r>
          </a:p>
        </p:txBody>
      </p:sp>
      <p:sp>
        <p:nvSpPr>
          <p:cNvPr id="43" name="AutoShape 46" descr="紫色网格">
            <a:extLst>
              <a:ext uri="{FF2B5EF4-FFF2-40B4-BE49-F238E27FC236}">
                <a16:creationId xmlns:a16="http://schemas.microsoft.com/office/drawing/2014/main" id="{59AC04F0-C112-132C-CD7B-4C5BCD6F4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6" y="1909177"/>
            <a:ext cx="1041400" cy="381000"/>
          </a:xfrm>
          <a:prstGeom prst="wedgeRoundRectCallout">
            <a:avLst>
              <a:gd name="adj1" fmla="val -132167"/>
              <a:gd name="adj2" fmla="val 4500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最小球</a:t>
            </a:r>
          </a:p>
        </p:txBody>
      </p:sp>
      <p:sp>
        <p:nvSpPr>
          <p:cNvPr id="44" name="Line 48">
            <a:extLst>
              <a:ext uri="{FF2B5EF4-FFF2-40B4-BE49-F238E27FC236}">
                <a16:creationId xmlns:a16="http://schemas.microsoft.com/office/drawing/2014/main" id="{50F817BE-9206-974A-DACE-E2AA0EFC38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6351" y="2148889"/>
            <a:ext cx="771525" cy="11049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" name="Oval 49">
            <a:extLst>
              <a:ext uri="{FF2B5EF4-FFF2-40B4-BE49-F238E27FC236}">
                <a16:creationId xmlns:a16="http://schemas.microsoft.com/office/drawing/2014/main" id="{F3AB8876-6D87-73F7-D63E-33E9FEB12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076" y="2148889"/>
            <a:ext cx="1701800" cy="1701800"/>
          </a:xfrm>
          <a:prstGeom prst="ellips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6" name="Line 50">
            <a:extLst>
              <a:ext uri="{FF2B5EF4-FFF2-40B4-BE49-F238E27FC236}">
                <a16:creationId xmlns:a16="http://schemas.microsoft.com/office/drawing/2014/main" id="{3DDFFBAD-5963-F90E-A0D6-0D136F1C87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926" y="2621964"/>
            <a:ext cx="154305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7" name="Group 51">
            <a:extLst>
              <a:ext uri="{FF2B5EF4-FFF2-40B4-BE49-F238E27FC236}">
                <a16:creationId xmlns:a16="http://schemas.microsoft.com/office/drawing/2014/main" id="{1C12439D-8166-C8A1-B1B1-85B5CA8DDED8}"/>
              </a:ext>
            </a:extLst>
          </p:cNvPr>
          <p:cNvGrpSpPr>
            <a:grpSpLocks/>
          </p:cNvGrpSpPr>
          <p:nvPr/>
        </p:nvGrpSpPr>
        <p:grpSpPr bwMode="auto">
          <a:xfrm>
            <a:off x="6229976" y="1894889"/>
            <a:ext cx="1993900" cy="1930400"/>
            <a:chOff x="1424" y="1096"/>
            <a:chExt cx="1256" cy="1216"/>
          </a:xfrm>
        </p:grpSpPr>
        <p:sp>
          <p:nvSpPr>
            <p:cNvPr id="48" name="Line 52">
              <a:extLst>
                <a:ext uri="{FF2B5EF4-FFF2-40B4-BE49-F238E27FC236}">
                  <a16:creationId xmlns:a16="http://schemas.microsoft.com/office/drawing/2014/main" id="{0ABE49D8-8252-CC0E-D98F-57BBA5901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096"/>
              <a:ext cx="856" cy="624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9" name="Line 53">
              <a:extLst>
                <a:ext uri="{FF2B5EF4-FFF2-40B4-BE49-F238E27FC236}">
                  <a16:creationId xmlns:a16="http://schemas.microsoft.com/office/drawing/2014/main" id="{3938AA37-66A2-5B61-858B-9BE11BC17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864"/>
              <a:ext cx="615" cy="44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0" name="Line 54">
              <a:extLst>
                <a:ext uri="{FF2B5EF4-FFF2-40B4-BE49-F238E27FC236}">
                  <a16:creationId xmlns:a16="http://schemas.microsoft.com/office/drawing/2014/main" id="{6722E9A4-0CE2-0879-0DA9-44EB194E9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444"/>
              <a:ext cx="254" cy="34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1" name="Line 55">
              <a:extLst>
                <a:ext uri="{FF2B5EF4-FFF2-40B4-BE49-F238E27FC236}">
                  <a16:creationId xmlns:a16="http://schemas.microsoft.com/office/drawing/2014/main" id="{E14D4E04-0C6A-9AB5-5909-44DE843AC9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6" y="1558"/>
              <a:ext cx="480" cy="242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2" name="Line 56">
              <a:extLst>
                <a:ext uri="{FF2B5EF4-FFF2-40B4-BE49-F238E27FC236}">
                  <a16:creationId xmlns:a16="http://schemas.microsoft.com/office/drawing/2014/main" id="{3A319712-2EA5-D7A8-ECB3-30D05E51A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4" y="1096"/>
              <a:ext cx="396" cy="7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53" name="Text Box 57" descr="棕色大理石">
            <a:extLst>
              <a:ext uri="{FF2B5EF4-FFF2-40B4-BE49-F238E27FC236}">
                <a16:creationId xmlns:a16="http://schemas.microsoft.com/office/drawing/2014/main" id="{922AC649-2120-33A6-6CA3-EECDB97EA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376" y="2841039"/>
            <a:ext cx="1897063" cy="396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球面</a:t>
            </a:r>
            <a:r>
              <a:rPr lang="zh-CN" altLang="en-US" sz="2000" dirty="0">
                <a:latin typeface="+mn-ea"/>
                <a:ea typeface="+mn-ea"/>
                <a:sym typeface="Symbol" panose="05050102010706020507" pitchFamily="18" charset="2"/>
              </a:rPr>
              <a:t>圆柱面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4" name="Text Box 58" descr="棕色大理石">
            <a:extLst>
              <a:ext uri="{FF2B5EF4-FFF2-40B4-BE49-F238E27FC236}">
                <a16:creationId xmlns:a16="http://schemas.microsoft.com/office/drawing/2014/main" id="{102DD3EF-266B-906D-DD2F-71C17C052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026" y="3844339"/>
            <a:ext cx="1943100" cy="396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球面</a:t>
            </a:r>
            <a:r>
              <a:rPr lang="zh-CN" altLang="en-US" sz="2000" dirty="0">
                <a:latin typeface="+mn-ea"/>
                <a:ea typeface="+mn-ea"/>
                <a:sym typeface="Symbol" panose="05050102010706020507" pitchFamily="18" charset="2"/>
              </a:rPr>
              <a:t>圆锥面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5" name="Oval 59">
            <a:extLst>
              <a:ext uri="{FF2B5EF4-FFF2-40B4-BE49-F238E27FC236}">
                <a16:creationId xmlns:a16="http://schemas.microsoft.com/office/drawing/2014/main" id="{3ADA97D5-507D-C26D-84FB-53AEE86B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951" y="2929939"/>
            <a:ext cx="165100" cy="16510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D0D05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6" name="Oval 60">
            <a:extLst>
              <a:ext uri="{FF2B5EF4-FFF2-40B4-BE49-F238E27FC236}">
                <a16:creationId xmlns:a16="http://schemas.microsoft.com/office/drawing/2014/main" id="{97772CC8-5F4F-D02F-5E31-90842BAB9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664" y="2012364"/>
            <a:ext cx="1962150" cy="1962150"/>
          </a:xfrm>
          <a:prstGeom prst="ellips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7" name="Line 61">
            <a:extLst>
              <a:ext uri="{FF2B5EF4-FFF2-40B4-BE49-F238E27FC236}">
                <a16:creationId xmlns:a16="http://schemas.microsoft.com/office/drawing/2014/main" id="{0E5F4222-352F-732F-DAE5-C6E4559E22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8714" y="2031414"/>
            <a:ext cx="762000" cy="111442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" name="Line 62">
            <a:extLst>
              <a:ext uri="{FF2B5EF4-FFF2-40B4-BE49-F238E27FC236}">
                <a16:creationId xmlns:a16="http://schemas.microsoft.com/office/drawing/2014/main" id="{CB375558-1D0A-DE2E-BBA8-438C30784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7339" y="2174289"/>
            <a:ext cx="1076325" cy="0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" name="Line 63">
            <a:extLst>
              <a:ext uri="{FF2B5EF4-FFF2-40B4-BE49-F238E27FC236}">
                <a16:creationId xmlns:a16="http://schemas.microsoft.com/office/drawing/2014/main" id="{99BC495A-3F1B-CC82-8E78-48FBF598A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664" y="3050589"/>
            <a:ext cx="1952625" cy="0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" name="Rectangle 64">
            <a:extLst>
              <a:ext uri="{FF2B5EF4-FFF2-40B4-BE49-F238E27FC236}">
                <a16:creationId xmlns:a16="http://schemas.microsoft.com/office/drawing/2014/main" id="{8F7DCA3B-3880-2850-65D2-E2E7F461A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16" y="4685714"/>
            <a:ext cx="3636962" cy="13922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1" name="Text Box 65">
            <a:extLst>
              <a:ext uri="{FF2B5EF4-FFF2-40B4-BE49-F238E27FC236}">
                <a16:creationId xmlns:a16="http://schemas.microsoft.com/office/drawing/2014/main" id="{D9199A5D-67B3-6C63-354C-549C164AE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123" y="4597805"/>
            <a:ext cx="2317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光滑连接曲线</a:t>
            </a:r>
          </a:p>
        </p:txBody>
      </p:sp>
      <p:sp>
        <p:nvSpPr>
          <p:cNvPr id="62" name="Freeform 66">
            <a:extLst>
              <a:ext uri="{FF2B5EF4-FFF2-40B4-BE49-F238E27FC236}">
                <a16:creationId xmlns:a16="http://schemas.microsoft.com/office/drawing/2014/main" id="{EAE08569-F8DF-89DD-1B9C-5053FA2C828E}"/>
              </a:ext>
            </a:extLst>
          </p:cNvPr>
          <p:cNvSpPr>
            <a:spLocks/>
          </p:cNvSpPr>
          <p:nvPr/>
        </p:nvSpPr>
        <p:spPr bwMode="auto">
          <a:xfrm>
            <a:off x="6241089" y="1888539"/>
            <a:ext cx="727075" cy="1219200"/>
          </a:xfrm>
          <a:custGeom>
            <a:avLst/>
            <a:gdLst>
              <a:gd name="T0" fmla="*/ 2147483646 w 458"/>
              <a:gd name="T1" fmla="*/ 0 h 768"/>
              <a:gd name="T2" fmla="*/ 2147483646 w 458"/>
              <a:gd name="T3" fmla="*/ 2147483646 h 768"/>
              <a:gd name="T4" fmla="*/ 2147483646 w 458"/>
              <a:gd name="T5" fmla="*/ 2147483646 h 768"/>
              <a:gd name="T6" fmla="*/ 2147483646 w 458"/>
              <a:gd name="T7" fmla="*/ 2147483646 h 768"/>
              <a:gd name="T8" fmla="*/ 2147483646 w 458"/>
              <a:gd name="T9" fmla="*/ 2147483646 h 768"/>
              <a:gd name="T10" fmla="*/ 2147483646 w 458"/>
              <a:gd name="T11" fmla="*/ 2147483646 h 768"/>
              <a:gd name="T12" fmla="*/ 2147483646 w 458"/>
              <a:gd name="T13" fmla="*/ 2147483646 h 768"/>
              <a:gd name="T14" fmla="*/ 2147483646 w 458"/>
              <a:gd name="T15" fmla="*/ 2147483646 h 768"/>
              <a:gd name="T16" fmla="*/ 0 w 458"/>
              <a:gd name="T17" fmla="*/ 2147483646 h 7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58"/>
              <a:gd name="T28" fmla="*/ 0 h 768"/>
              <a:gd name="T29" fmla="*/ 458 w 458"/>
              <a:gd name="T30" fmla="*/ 768 h 76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58" h="768">
                <a:moveTo>
                  <a:pt x="396" y="0"/>
                </a:moveTo>
                <a:cubicBezTo>
                  <a:pt x="401" y="15"/>
                  <a:pt x="417" y="60"/>
                  <a:pt x="426" y="90"/>
                </a:cubicBezTo>
                <a:cubicBezTo>
                  <a:pt x="435" y="120"/>
                  <a:pt x="446" y="137"/>
                  <a:pt x="450" y="180"/>
                </a:cubicBezTo>
                <a:cubicBezTo>
                  <a:pt x="454" y="223"/>
                  <a:pt x="458" y="300"/>
                  <a:pt x="450" y="348"/>
                </a:cubicBezTo>
                <a:cubicBezTo>
                  <a:pt x="442" y="396"/>
                  <a:pt x="423" y="430"/>
                  <a:pt x="402" y="468"/>
                </a:cubicBezTo>
                <a:cubicBezTo>
                  <a:pt x="381" y="506"/>
                  <a:pt x="358" y="541"/>
                  <a:pt x="324" y="576"/>
                </a:cubicBezTo>
                <a:cubicBezTo>
                  <a:pt x="290" y="611"/>
                  <a:pt x="235" y="652"/>
                  <a:pt x="198" y="678"/>
                </a:cubicBezTo>
                <a:cubicBezTo>
                  <a:pt x="161" y="704"/>
                  <a:pt x="135" y="717"/>
                  <a:pt x="102" y="732"/>
                </a:cubicBezTo>
                <a:cubicBezTo>
                  <a:pt x="69" y="747"/>
                  <a:pt x="12" y="764"/>
                  <a:pt x="0" y="768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Oval 67">
            <a:extLst>
              <a:ext uri="{FF2B5EF4-FFF2-40B4-BE49-F238E27FC236}">
                <a16:creationId xmlns:a16="http://schemas.microsoft.com/office/drawing/2014/main" id="{6113BCED-D48B-FA7C-AA8C-E92149224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0126" y="3069639"/>
            <a:ext cx="141288" cy="1412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4" name="Oval 68">
            <a:extLst>
              <a:ext uri="{FF2B5EF4-FFF2-40B4-BE49-F238E27FC236}">
                <a16:creationId xmlns:a16="http://schemas.microsoft.com/office/drawing/2014/main" id="{8A289ACA-2594-346B-29A1-34BB2B2EF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5126" y="180122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5" name="Oval 69">
            <a:extLst>
              <a:ext uri="{FF2B5EF4-FFF2-40B4-BE49-F238E27FC236}">
                <a16:creationId xmlns:a16="http://schemas.microsoft.com/office/drawing/2014/main" id="{37487DB8-51FA-7F2E-83E3-3C941C10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826" y="2534652"/>
            <a:ext cx="141288" cy="141287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6" name="Oval 70">
            <a:extLst>
              <a:ext uri="{FF2B5EF4-FFF2-40B4-BE49-F238E27FC236}">
                <a16:creationId xmlns:a16="http://schemas.microsoft.com/office/drawing/2014/main" id="{42CF278B-D810-E87B-D00E-82C1286DB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851" y="2128252"/>
            <a:ext cx="141288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7" name="Oval 71">
            <a:extLst>
              <a:ext uri="{FF2B5EF4-FFF2-40B4-BE49-F238E27FC236}">
                <a16:creationId xmlns:a16="http://schemas.microsoft.com/office/drawing/2014/main" id="{CACD7412-5606-EC4D-518D-707A11041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3476" y="299502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8" name="Text Box 72">
            <a:extLst>
              <a:ext uri="{FF2B5EF4-FFF2-40B4-BE49-F238E27FC236}">
                <a16:creationId xmlns:a16="http://schemas.microsoft.com/office/drawing/2014/main" id="{3A0331CC-6C07-A2AB-DFD5-3C9FEA715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123" y="5032780"/>
            <a:ext cx="223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交线的</a:t>
            </a:r>
            <a:r>
              <a:rPr lang="en-US" altLang="zh-CN" sz="2400" dirty="0">
                <a:solidFill>
                  <a:srgbClr val="000000"/>
                </a:solidFill>
                <a:ea typeface="黑体" panose="02010609060101010101" pitchFamily="49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投影</a:t>
            </a:r>
          </a:p>
        </p:txBody>
      </p:sp>
      <p:sp>
        <p:nvSpPr>
          <p:cNvPr id="69" name="Line 73">
            <a:extLst>
              <a:ext uri="{FF2B5EF4-FFF2-40B4-BE49-F238E27FC236}">
                <a16:creationId xmlns:a16="http://schemas.microsoft.com/office/drawing/2014/main" id="{6FD5823C-5B44-6858-F79F-9E70C9F4A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3214" y="2621964"/>
            <a:ext cx="0" cy="26384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0" name="Oval 74">
            <a:extLst>
              <a:ext uri="{FF2B5EF4-FFF2-40B4-BE49-F238E27FC236}">
                <a16:creationId xmlns:a16="http://schemas.microsoft.com/office/drawing/2014/main" id="{07F9FBFB-8129-6E9F-C593-AC0E9DFA7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9214" y="4498389"/>
            <a:ext cx="1524000" cy="1524000"/>
          </a:xfrm>
          <a:prstGeom prst="ellips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1" name="Line 75">
            <a:extLst>
              <a:ext uri="{FF2B5EF4-FFF2-40B4-BE49-F238E27FC236}">
                <a16:creationId xmlns:a16="http://schemas.microsoft.com/office/drawing/2014/main" id="{9E550482-C128-9BEC-CBB2-DB4901790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0214" y="2612439"/>
            <a:ext cx="0" cy="330517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2" name="Line 76">
            <a:extLst>
              <a:ext uri="{FF2B5EF4-FFF2-40B4-BE49-F238E27FC236}">
                <a16:creationId xmlns:a16="http://schemas.microsoft.com/office/drawing/2014/main" id="{8F6D1367-A874-1549-B733-47948E6AD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4614" y="2174289"/>
            <a:ext cx="0" cy="307657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Oval 77">
            <a:extLst>
              <a:ext uri="{FF2B5EF4-FFF2-40B4-BE49-F238E27FC236}">
                <a16:creationId xmlns:a16="http://schemas.microsoft.com/office/drawing/2014/main" id="{8C5F4163-3102-2278-5608-6F981090E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814" y="4717464"/>
            <a:ext cx="1066800" cy="1066800"/>
          </a:xfrm>
          <a:prstGeom prst="ellips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4" name="Line 78">
            <a:extLst>
              <a:ext uri="{FF2B5EF4-FFF2-40B4-BE49-F238E27FC236}">
                <a16:creationId xmlns:a16="http://schemas.microsoft.com/office/drawing/2014/main" id="{71098C83-6761-DCF7-D113-CFE82FC47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5464" y="2174289"/>
            <a:ext cx="0" cy="353377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" name="Line 79">
            <a:extLst>
              <a:ext uri="{FF2B5EF4-FFF2-40B4-BE49-F238E27FC236}">
                <a16:creationId xmlns:a16="http://schemas.microsoft.com/office/drawing/2014/main" id="{4FC405BE-7C2B-1E55-0236-F94F2950A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2289" y="3060114"/>
            <a:ext cx="0" cy="2209800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" name="Oval 80">
            <a:extLst>
              <a:ext uri="{FF2B5EF4-FFF2-40B4-BE49-F238E27FC236}">
                <a16:creationId xmlns:a16="http://schemas.microsoft.com/office/drawing/2014/main" id="{96459219-EBF5-0CFA-2E3D-4451EC6CE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14" y="4288839"/>
            <a:ext cx="1924050" cy="1924050"/>
          </a:xfrm>
          <a:prstGeom prst="ellips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7" name="Line 81">
            <a:extLst>
              <a:ext uri="{FF2B5EF4-FFF2-40B4-BE49-F238E27FC236}">
                <a16:creationId xmlns:a16="http://schemas.microsoft.com/office/drawing/2014/main" id="{058299DF-6A99-A540-DDF0-709BA900C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3489" y="3041064"/>
            <a:ext cx="0" cy="265747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8" name="Oval 82">
            <a:extLst>
              <a:ext uri="{FF2B5EF4-FFF2-40B4-BE49-F238E27FC236}">
                <a16:creationId xmlns:a16="http://schemas.microsoft.com/office/drawing/2014/main" id="{618FFA45-C523-1166-C2F7-42BCA805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0201" y="263307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9" name="Line 83">
            <a:extLst>
              <a:ext uri="{FF2B5EF4-FFF2-40B4-BE49-F238E27FC236}">
                <a16:creationId xmlns:a16="http://schemas.microsoft.com/office/drawing/2014/main" id="{53F04292-9397-78CC-F4FD-7DA99D76D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589" y="2698164"/>
            <a:ext cx="0" cy="3286125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0" name="Line 84">
            <a:extLst>
              <a:ext uri="{FF2B5EF4-FFF2-40B4-BE49-F238E27FC236}">
                <a16:creationId xmlns:a16="http://schemas.microsoft.com/office/drawing/2014/main" id="{99EB64E1-1547-AF5C-7DBC-A6C7289A2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814" y="4596814"/>
            <a:ext cx="2222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Line 85">
            <a:extLst>
              <a:ext uri="{FF2B5EF4-FFF2-40B4-BE49-F238E27FC236}">
                <a16:creationId xmlns:a16="http://schemas.microsoft.com/office/drawing/2014/main" id="{59C6C35C-C8F1-8F01-6A81-1D6FAC4F4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3189" y="5955714"/>
            <a:ext cx="2730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2" name="Freeform 86">
            <a:extLst>
              <a:ext uri="{FF2B5EF4-FFF2-40B4-BE49-F238E27FC236}">
                <a16:creationId xmlns:a16="http://schemas.microsoft.com/office/drawing/2014/main" id="{17DB20FA-DB20-0C58-CA72-90F76A6754F2}"/>
              </a:ext>
            </a:extLst>
          </p:cNvPr>
          <p:cNvSpPr>
            <a:spLocks/>
          </p:cNvSpPr>
          <p:nvPr/>
        </p:nvSpPr>
        <p:spPr bwMode="auto">
          <a:xfrm>
            <a:off x="6815764" y="4582527"/>
            <a:ext cx="134937" cy="1362075"/>
          </a:xfrm>
          <a:custGeom>
            <a:avLst/>
            <a:gdLst>
              <a:gd name="T0" fmla="*/ 0 w 85"/>
              <a:gd name="T1" fmla="*/ 2147483646 h 858"/>
              <a:gd name="T2" fmla="*/ 2147483646 w 85"/>
              <a:gd name="T3" fmla="*/ 2147483646 h 858"/>
              <a:gd name="T4" fmla="*/ 2147483646 w 85"/>
              <a:gd name="T5" fmla="*/ 2147483646 h 858"/>
              <a:gd name="T6" fmla="*/ 2147483646 w 85"/>
              <a:gd name="T7" fmla="*/ 2147483646 h 858"/>
              <a:gd name="T8" fmla="*/ 2147483646 w 85"/>
              <a:gd name="T9" fmla="*/ 2147483646 h 858"/>
              <a:gd name="T10" fmla="*/ 2147483646 w 85"/>
              <a:gd name="T11" fmla="*/ 2147483646 h 858"/>
              <a:gd name="T12" fmla="*/ 0 w 85"/>
              <a:gd name="T13" fmla="*/ 2147483646 h 85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5"/>
              <a:gd name="T22" fmla="*/ 0 h 858"/>
              <a:gd name="T23" fmla="*/ 85 w 85"/>
              <a:gd name="T24" fmla="*/ 858 h 85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5" h="858">
                <a:moveTo>
                  <a:pt x="0" y="7"/>
                </a:moveTo>
                <a:cubicBezTo>
                  <a:pt x="5" y="10"/>
                  <a:pt x="18" y="0"/>
                  <a:pt x="32" y="23"/>
                </a:cubicBezTo>
                <a:cubicBezTo>
                  <a:pt x="46" y="46"/>
                  <a:pt x="85" y="76"/>
                  <a:pt x="84" y="143"/>
                </a:cubicBezTo>
                <a:cubicBezTo>
                  <a:pt x="83" y="210"/>
                  <a:pt x="29" y="332"/>
                  <a:pt x="28" y="427"/>
                </a:cubicBezTo>
                <a:cubicBezTo>
                  <a:pt x="27" y="522"/>
                  <a:pt x="79" y="647"/>
                  <a:pt x="80" y="715"/>
                </a:cubicBezTo>
                <a:cubicBezTo>
                  <a:pt x="81" y="783"/>
                  <a:pt x="45" y="812"/>
                  <a:pt x="32" y="835"/>
                </a:cubicBezTo>
                <a:cubicBezTo>
                  <a:pt x="19" y="858"/>
                  <a:pt x="8" y="856"/>
                  <a:pt x="0" y="855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3" name="Freeform 87">
            <a:extLst>
              <a:ext uri="{FF2B5EF4-FFF2-40B4-BE49-F238E27FC236}">
                <a16:creationId xmlns:a16="http://schemas.microsoft.com/office/drawing/2014/main" id="{EAB0EB76-1681-4C0F-337D-A7AAE454921B}"/>
              </a:ext>
            </a:extLst>
          </p:cNvPr>
          <p:cNvSpPr>
            <a:spLocks/>
          </p:cNvSpPr>
          <p:nvPr/>
        </p:nvSpPr>
        <p:spPr bwMode="auto">
          <a:xfrm>
            <a:off x="6223626" y="4587289"/>
            <a:ext cx="598488" cy="1377950"/>
          </a:xfrm>
          <a:custGeom>
            <a:avLst/>
            <a:gdLst>
              <a:gd name="T0" fmla="*/ 2147483646 w 377"/>
              <a:gd name="T1" fmla="*/ 0 h 868"/>
              <a:gd name="T2" fmla="*/ 2147483646 w 377"/>
              <a:gd name="T3" fmla="*/ 2147483646 h 868"/>
              <a:gd name="T4" fmla="*/ 2147483646 w 377"/>
              <a:gd name="T5" fmla="*/ 2147483646 h 868"/>
              <a:gd name="T6" fmla="*/ 2147483646 w 377"/>
              <a:gd name="T7" fmla="*/ 2147483646 h 868"/>
              <a:gd name="T8" fmla="*/ 2147483646 w 377"/>
              <a:gd name="T9" fmla="*/ 2147483646 h 868"/>
              <a:gd name="T10" fmla="*/ 2147483646 w 377"/>
              <a:gd name="T11" fmla="*/ 2147483646 h 868"/>
              <a:gd name="T12" fmla="*/ 2147483646 w 377"/>
              <a:gd name="T13" fmla="*/ 2147483646 h 8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77"/>
              <a:gd name="T22" fmla="*/ 0 h 868"/>
              <a:gd name="T23" fmla="*/ 377 w 377"/>
              <a:gd name="T24" fmla="*/ 868 h 8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77" h="868">
                <a:moveTo>
                  <a:pt x="365" y="0"/>
                </a:moveTo>
                <a:cubicBezTo>
                  <a:pt x="345" y="5"/>
                  <a:pt x="286" y="6"/>
                  <a:pt x="243" y="28"/>
                </a:cubicBezTo>
                <a:cubicBezTo>
                  <a:pt x="200" y="50"/>
                  <a:pt x="145" y="66"/>
                  <a:pt x="105" y="132"/>
                </a:cubicBezTo>
                <a:cubicBezTo>
                  <a:pt x="65" y="198"/>
                  <a:pt x="0" y="327"/>
                  <a:pt x="1" y="424"/>
                </a:cubicBezTo>
                <a:cubicBezTo>
                  <a:pt x="2" y="521"/>
                  <a:pt x="66" y="644"/>
                  <a:pt x="109" y="712"/>
                </a:cubicBezTo>
                <a:cubicBezTo>
                  <a:pt x="152" y="780"/>
                  <a:pt x="213" y="806"/>
                  <a:pt x="258" y="832"/>
                </a:cubicBezTo>
                <a:cubicBezTo>
                  <a:pt x="303" y="858"/>
                  <a:pt x="353" y="861"/>
                  <a:pt x="377" y="868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4" name="Oval 88">
            <a:extLst>
              <a:ext uri="{FF2B5EF4-FFF2-40B4-BE49-F238E27FC236}">
                <a16:creationId xmlns:a16="http://schemas.microsoft.com/office/drawing/2014/main" id="{C2ACBE6A-3407-9242-8042-18C3B7924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5601" y="5187364"/>
            <a:ext cx="141288" cy="1412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5" name="Oval 89">
            <a:extLst>
              <a:ext uri="{FF2B5EF4-FFF2-40B4-BE49-F238E27FC236}">
                <a16:creationId xmlns:a16="http://schemas.microsoft.com/office/drawing/2014/main" id="{731DA940-15D2-C189-276F-874C606E9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601" y="5187364"/>
            <a:ext cx="141288" cy="1412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6" name="Oval 90">
            <a:extLst>
              <a:ext uri="{FF2B5EF4-FFF2-40B4-BE49-F238E27FC236}">
                <a16:creationId xmlns:a16="http://schemas.microsoft.com/office/drawing/2014/main" id="{032FE6B4-5807-0FA0-A453-73D56D15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001" y="5843002"/>
            <a:ext cx="141288" cy="141287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7" name="Oval 91">
            <a:extLst>
              <a:ext uri="{FF2B5EF4-FFF2-40B4-BE49-F238E27FC236}">
                <a16:creationId xmlns:a16="http://schemas.microsoft.com/office/drawing/2014/main" id="{3EAB48CB-CCBB-22F2-4070-9F9F32CC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8301" y="4544427"/>
            <a:ext cx="141288" cy="141287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8" name="Oval 92">
            <a:extLst>
              <a:ext uri="{FF2B5EF4-FFF2-40B4-BE49-F238E27FC236}">
                <a16:creationId xmlns:a16="http://schemas.microsoft.com/office/drawing/2014/main" id="{B0052D6D-E687-9C49-767F-A7CF6ABAE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851" y="5633452"/>
            <a:ext cx="141288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9" name="Oval 93">
            <a:extLst>
              <a:ext uri="{FF2B5EF4-FFF2-40B4-BE49-F238E27FC236}">
                <a16:creationId xmlns:a16="http://schemas.microsoft.com/office/drawing/2014/main" id="{51FC1363-B1DE-ECAB-7F97-34DD767CE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851" y="474127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0" name="Oval 94">
            <a:extLst>
              <a:ext uri="{FF2B5EF4-FFF2-40B4-BE49-F238E27FC236}">
                <a16:creationId xmlns:a16="http://schemas.microsoft.com/office/drawing/2014/main" id="{E63D48B5-133A-205C-4468-9FE1C0038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876" y="564932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1" name="Oval 95">
            <a:extLst>
              <a:ext uri="{FF2B5EF4-FFF2-40B4-BE49-F238E27FC236}">
                <a16:creationId xmlns:a16="http://schemas.microsoft.com/office/drawing/2014/main" id="{7F878333-D531-3646-ADEF-6F111A90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876" y="474762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2" name="Oval 96">
            <a:extLst>
              <a:ext uri="{FF2B5EF4-FFF2-40B4-BE49-F238E27FC236}">
                <a16:creationId xmlns:a16="http://schemas.microsoft.com/office/drawing/2014/main" id="{12BE2960-F7AA-1AF1-DDFD-21A2713CC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101" y="4519027"/>
            <a:ext cx="141288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3" name="Oval 97">
            <a:extLst>
              <a:ext uri="{FF2B5EF4-FFF2-40B4-BE49-F238E27FC236}">
                <a16:creationId xmlns:a16="http://schemas.microsoft.com/office/drawing/2014/main" id="{B1BC5361-6FDF-CD76-F206-708ADA053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76" y="5881102"/>
            <a:ext cx="141288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94" name="Picture 96">
            <a:extLst>
              <a:ext uri="{FF2B5EF4-FFF2-40B4-BE49-F238E27FC236}">
                <a16:creationId xmlns:a16="http://schemas.microsoft.com/office/drawing/2014/main" id="{F9902E67-F690-243A-3B72-EFAB6F590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651" y="4575049"/>
            <a:ext cx="2160587" cy="157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5" name="Picture 2">
            <a:extLst>
              <a:ext uri="{FF2B5EF4-FFF2-40B4-BE49-F238E27FC236}">
                <a16:creationId xmlns:a16="http://schemas.microsoft.com/office/drawing/2014/main" id="{8FBA89E1-9A3B-29FF-A02B-3C0A8A3F3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401" y="2180556"/>
            <a:ext cx="2370137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65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000"/>
                            </p:stCondLst>
                            <p:childTnLst>
                              <p:par>
                                <p:cTn id="2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00"/>
                            </p:stCondLst>
                            <p:childTnLst>
                              <p:par>
                                <p:cTn id="2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500"/>
                            </p:stCondLst>
                            <p:childTnLst>
                              <p:par>
                                <p:cTn id="2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500"/>
                            </p:stCondLst>
                            <p:childTnLst>
                              <p:par>
                                <p:cTn id="2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500"/>
                            </p:stCondLst>
                            <p:childTnLst>
                              <p:par>
                                <p:cTn id="2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/>
      <p:bldP spid="29" grpId="0" build="p" autoUpdateAnimBg="0"/>
      <p:bldP spid="30" grpId="0" animBg="1"/>
      <p:bldP spid="31" grpId="0"/>
      <p:bldP spid="32" grpId="0"/>
      <p:bldP spid="33" grpId="0"/>
      <p:bldP spid="34" grpId="0" animBg="1"/>
      <p:bldP spid="35" grpId="0" animBg="1"/>
      <p:bldP spid="36" grpId="0"/>
      <p:bldP spid="38" grpId="0" autoUpdateAnimBg="0"/>
      <p:bldP spid="39" grpId="0" autoUpdateAnimBg="0"/>
      <p:bldP spid="40" grpId="0"/>
      <p:bldP spid="41" grpId="0" animBg="1"/>
      <p:bldP spid="42" grpId="0" animBg="1" autoUpdateAnimBg="0"/>
      <p:bldP spid="43" grpId="0" animBg="1" autoUpdateAnimBg="0"/>
      <p:bldP spid="44" grpId="0" animBg="1"/>
      <p:bldP spid="44" grpId="1" animBg="1"/>
      <p:bldP spid="45" grpId="0" animBg="1"/>
      <p:bldP spid="46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 autoUpdateAnimBg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7147</TotalTime>
  <Words>2771</Words>
  <Application>Microsoft Office PowerPoint</Application>
  <PresentationFormat>宽屏</PresentationFormat>
  <Paragraphs>498</Paragraphs>
  <Slides>42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ISOCPEUR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Segoe UI Semibold</vt:lpstr>
      <vt:lpstr>Symbol</vt:lpstr>
      <vt:lpstr>Times New Roman</vt:lpstr>
      <vt:lpstr>Wingdings</vt:lpstr>
      <vt:lpstr>Office 主题​​</vt:lpstr>
      <vt:lpstr>位图图像</vt:lpstr>
      <vt:lpstr>Drawing</vt:lpstr>
      <vt:lpstr>BMP 图象</vt:lpstr>
      <vt:lpstr>PowerPoint 演示文稿</vt:lpstr>
      <vt:lpstr>立体与立体相交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平面体与平面体相交</vt:lpstr>
      <vt:lpstr>PowerPoint 演示文稿</vt:lpstr>
      <vt:lpstr>PowerPoint 演示文稿</vt:lpstr>
      <vt:lpstr>8.2 平面体与回转体相交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 回转体与回转体相交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多形体相交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1514</cp:revision>
  <dcterms:created xsi:type="dcterms:W3CDTF">2013-06-24T05:49:57Z</dcterms:created>
  <dcterms:modified xsi:type="dcterms:W3CDTF">2025-03-30T09:43:41Z</dcterms:modified>
</cp:coreProperties>
</file>