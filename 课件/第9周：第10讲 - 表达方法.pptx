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82" r:id="rId3"/>
    <p:sldId id="259" r:id="rId4"/>
    <p:sldId id="577" r:id="rId5"/>
    <p:sldId id="578" r:id="rId7"/>
    <p:sldId id="579" r:id="rId8"/>
    <p:sldId id="580" r:id="rId9"/>
    <p:sldId id="581" r:id="rId10"/>
    <p:sldId id="582" r:id="rId11"/>
    <p:sldId id="583" r:id="rId12"/>
    <p:sldId id="584" r:id="rId13"/>
    <p:sldId id="585" r:id="rId14"/>
    <p:sldId id="586" r:id="rId15"/>
    <p:sldId id="262" r:id="rId16"/>
    <p:sldId id="374" r:id="rId17"/>
    <p:sldId id="478" r:id="rId18"/>
    <p:sldId id="594" r:id="rId19"/>
    <p:sldId id="587" r:id="rId20"/>
    <p:sldId id="588" r:id="rId21"/>
    <p:sldId id="589" r:id="rId22"/>
    <p:sldId id="590" r:id="rId23"/>
    <p:sldId id="591" r:id="rId24"/>
    <p:sldId id="592" r:id="rId25"/>
    <p:sldId id="593" r:id="rId26"/>
    <p:sldId id="596" r:id="rId27"/>
    <p:sldId id="529" r:id="rId28"/>
    <p:sldId id="525" r:id="rId29"/>
    <p:sldId id="597" r:id="rId30"/>
    <p:sldId id="598" r:id="rId31"/>
    <p:sldId id="599" r:id="rId32"/>
    <p:sldId id="600" r:id="rId33"/>
    <p:sldId id="601" r:id="rId34"/>
    <p:sldId id="602" r:id="rId35"/>
    <p:sldId id="603" r:id="rId36"/>
    <p:sldId id="604" r:id="rId37"/>
    <p:sldId id="605" r:id="rId38"/>
    <p:sldId id="606" r:id="rId39"/>
    <p:sldId id="607" r:id="rId40"/>
    <p:sldId id="609" r:id="rId41"/>
    <p:sldId id="610" r:id="rId42"/>
    <p:sldId id="611" r:id="rId43"/>
    <p:sldId id="612" r:id="rId44"/>
    <p:sldId id="613" r:id="rId45"/>
    <p:sldId id="614" r:id="rId46"/>
    <p:sldId id="615" r:id="rId47"/>
    <p:sldId id="625" r:id="rId48"/>
    <p:sldId id="616" r:id="rId49"/>
    <p:sldId id="617" r:id="rId50"/>
    <p:sldId id="618" r:id="rId51"/>
    <p:sldId id="619" r:id="rId52"/>
    <p:sldId id="620" r:id="rId53"/>
    <p:sldId id="621" r:id="rId54"/>
    <p:sldId id="540" r:id="rId55"/>
    <p:sldId id="629" r:id="rId56"/>
    <p:sldId id="535" r:id="rId57"/>
    <p:sldId id="626" r:id="rId58"/>
    <p:sldId id="627" r:id="rId59"/>
    <p:sldId id="628" r:id="rId60"/>
    <p:sldId id="630" r:id="rId61"/>
    <p:sldId id="631" r:id="rId62"/>
    <p:sldId id="634" r:id="rId63"/>
    <p:sldId id="635" r:id="rId64"/>
    <p:sldId id="636" r:id="rId65"/>
    <p:sldId id="637" r:id="rId66"/>
    <p:sldId id="638" r:id="rId67"/>
    <p:sldId id="639" r:id="rId68"/>
    <p:sldId id="640" r:id="rId69"/>
    <p:sldId id="641" r:id="rId70"/>
    <p:sldId id="642" r:id="rId71"/>
    <p:sldId id="643" r:id="rId72"/>
    <p:sldId id="644" r:id="rId73"/>
    <p:sldId id="372" r:id="rId74"/>
  </p:sldIdLst>
  <p:sldSz cx="12192000" cy="6858000"/>
  <p:notesSz cx="6858000" cy="9144000"/>
  <p:custDataLst>
    <p:tags r:id="rId7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咸鱼" initials="咸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0D67"/>
    <a:srgbClr val="006049"/>
    <a:srgbClr val="8A12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8" autoAdjust="0"/>
    <p:restoredTop sz="86534" autoAdjust="0"/>
  </p:normalViewPr>
  <p:slideViewPr>
    <p:cSldViewPr>
      <p:cViewPr varScale="1">
        <p:scale>
          <a:sx n="88" d="100"/>
          <a:sy n="88" d="100"/>
        </p:scale>
        <p:origin x="54" y="702"/>
      </p:cViewPr>
      <p:guideLst>
        <p:guide orient="horz" pos="2156"/>
        <p:guide pos="382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9" Type="http://schemas.openxmlformats.org/officeDocument/2006/relationships/tags" Target="tags/tag1.xml"/><Relationship Id="rId78" Type="http://schemas.openxmlformats.org/officeDocument/2006/relationships/commentAuthors" Target="commentAuthors.xml"/><Relationship Id="rId77" Type="http://schemas.openxmlformats.org/officeDocument/2006/relationships/tableStyles" Target="tableStyles.xml"/><Relationship Id="rId76" Type="http://schemas.openxmlformats.org/officeDocument/2006/relationships/viewProps" Target="viewProps.xml"/><Relationship Id="rId75" Type="http://schemas.openxmlformats.org/officeDocument/2006/relationships/presProps" Target="presProps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4-14T13:10:18.665" idx="1">
    <p:pos x="2550" y="3737"/>
    <p:text/>
  </p:cm>
</p:cmLst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2BA9AD9-FC80-4497-8484-7A4D9608DE10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D718B667-CE80-41CC-B4D3-969832BB2FCC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ctrTitle" idx="4294967295" hasCustomPrompt="1"/>
          </p:nvPr>
        </p:nvSpPr>
        <p:spPr>
          <a:xfrm>
            <a:off x="719403" y="2420888"/>
            <a:ext cx="1046480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b="1" dirty="0">
                <a:latin typeface="黑体" panose="02010609060101010101" pitchFamily="2" charset="-122"/>
                <a:ea typeface="黑体" panose="02010609060101010101" pitchFamily="2" charset="-122"/>
              </a:rPr>
              <a:t>第 </a:t>
            </a:r>
            <a:r>
              <a:rPr lang="en-US" altLang="zh-CN" b="1" dirty="0">
                <a:latin typeface="黑体" panose="02010609060101010101" pitchFamily="2" charset="-122"/>
                <a:ea typeface="黑体" panose="02010609060101010101" pitchFamily="2" charset="-122"/>
              </a:rPr>
              <a:t># </a:t>
            </a:r>
            <a:r>
              <a:rPr lang="zh-CN" altLang="en-US" b="1" dirty="0">
                <a:latin typeface="黑体" panose="02010609060101010101" pitchFamily="2" charset="-122"/>
                <a:ea typeface="黑体" panose="02010609060101010101" pitchFamily="2" charset="-122"/>
              </a:rPr>
              <a:t>讲  标题</a:t>
            </a:r>
            <a:endParaRPr lang="zh-CN" altLang="en-US" sz="20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4" name="Rectangle 2"/>
          <p:cNvSpPr>
            <a:spLocks noChangeArrowheads="1"/>
          </p:cNvSpPr>
          <p:nvPr userDrawn="1"/>
        </p:nvSpPr>
        <p:spPr bwMode="auto">
          <a:xfrm>
            <a:off x="2216749" y="1656783"/>
            <a:ext cx="1586541" cy="45719"/>
          </a:xfrm>
          <a:prstGeom prst="rect">
            <a:avLst/>
          </a:prstGeom>
          <a:gradFill rotWithShape="0">
            <a:gsLst>
              <a:gs pos="0">
                <a:srgbClr val="DCDCEA"/>
              </a:gs>
              <a:gs pos="100000">
                <a:srgbClr val="000066"/>
              </a:gs>
            </a:gsLst>
            <a:lin ang="540000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000"/>
          </a:p>
        </p:txBody>
      </p:sp>
      <p:sp>
        <p:nvSpPr>
          <p:cNvPr id="15" name="Text Box 10"/>
          <p:cNvSpPr txBox="1">
            <a:spLocks noChangeArrowheads="1"/>
          </p:cNvSpPr>
          <p:nvPr userDrawn="1"/>
        </p:nvSpPr>
        <p:spPr bwMode="auto">
          <a:xfrm>
            <a:off x="2228395" y="1056171"/>
            <a:ext cx="1563248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600" b="1" dirty="0">
                <a:solidFill>
                  <a:srgbClr val="01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    讲</a:t>
            </a:r>
            <a:endParaRPr lang="zh-CN" altLang="en-US" sz="3600" b="1" dirty="0">
              <a:solidFill>
                <a:srgbClr val="01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832" y="366323"/>
            <a:ext cx="1561418" cy="1379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建筑的设计&#10;&#10;描述已自动生成"/>
          <p:cNvPicPr>
            <a:picLocks noChangeAspect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83" r="2347"/>
          <a:stretch>
            <a:fillRect/>
          </a:stretch>
        </p:blipFill>
        <p:spPr>
          <a:xfrm>
            <a:off x="8184232" y="3733164"/>
            <a:ext cx="4170330" cy="3124836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624935"/>
            <a:ext cx="12192000" cy="144000"/>
          </a:xfrm>
          <a:prstGeom prst="rect">
            <a:avLst/>
          </a:prstGeom>
          <a:gradFill>
            <a:gsLst>
              <a:gs pos="50000">
                <a:schemeClr val="accent3">
                  <a:lumMod val="20000"/>
                  <a:lumOff val="80000"/>
                </a:schemeClr>
              </a:gs>
              <a:gs pos="0">
                <a:schemeClr val="accent3"/>
              </a:gs>
              <a:gs pos="25000">
                <a:srgbClr val="800D90">
                  <a:alpha val="50000"/>
                  <a:lumMod val="100000"/>
                </a:srgbClr>
              </a:gs>
              <a:gs pos="75000">
                <a:srgbClr val="800D90">
                  <a:alpha val="50000"/>
                  <a:lumMod val="100000"/>
                </a:srgbClr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60874"/>
              </a:solidFill>
            </a:endParaRPr>
          </a:p>
        </p:txBody>
      </p:sp>
      <p:sp>
        <p:nvSpPr>
          <p:cNvPr id="4" name="文本占位符 19"/>
          <p:cNvSpPr>
            <a:spLocks noGrp="1"/>
          </p:cNvSpPr>
          <p:nvPr>
            <p:ph type="body" sz="quarter" idx="11" hasCustomPrompt="1"/>
          </p:nvPr>
        </p:nvSpPr>
        <p:spPr>
          <a:xfrm>
            <a:off x="2558334" y="2789966"/>
            <a:ext cx="7075334" cy="646331"/>
          </a:xfrm>
        </p:spPr>
        <p:txBody>
          <a:bodyPr wrap="none" anchor="ctr" anchorCtr="0">
            <a:spAutoFit/>
          </a:bodyPr>
          <a:lstStyle>
            <a:lvl1pPr marL="0" indent="0" algn="ctr">
              <a:buNone/>
              <a:defRPr sz="3600" b="1" i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标题，微软雅黑，</a:t>
            </a:r>
            <a:r>
              <a:rPr kumimoji="1" lang="en-US" altLang="zh-CN" dirty="0"/>
              <a:t>regular</a:t>
            </a:r>
            <a:r>
              <a:rPr kumimoji="1" lang="zh-CN" altLang="en-US" dirty="0"/>
              <a:t>，</a:t>
            </a:r>
            <a:r>
              <a:rPr kumimoji="1" lang="en-US" altLang="zh-CN" dirty="0"/>
              <a:t>36pt</a:t>
            </a:r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4076" y="123774"/>
            <a:ext cx="3988851" cy="13487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31371" y="1351309"/>
            <a:ext cx="10972800" cy="4525963"/>
          </a:xfrm>
        </p:spPr>
        <p:txBody>
          <a:bodyPr/>
          <a:lstStyle>
            <a:lvl1pPr>
              <a:defRPr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>
              <a:buNone/>
              <a:defRPr>
                <a:latin typeface="黑体" panose="02010609060101010101" pitchFamily="2" charset="-122"/>
                <a:ea typeface="黑体" panose="02010609060101010101" pitchFamily="2" charset="-122"/>
              </a:defRPr>
            </a:lvl2pPr>
          </a:lstStyle>
          <a:p>
            <a:pPr lvl="0"/>
            <a:r>
              <a:rPr lang="zh-CN" altLang="en-US" dirty="0"/>
              <a:t>三级标题 黑体 </a:t>
            </a:r>
            <a:r>
              <a:rPr lang="en-US" altLang="zh-CN" dirty="0"/>
              <a:t>30</a:t>
            </a:r>
            <a:r>
              <a:rPr lang="zh-CN" altLang="en-US" dirty="0"/>
              <a:t>磅</a:t>
            </a:r>
            <a:endParaRPr lang="zh-CN" altLang="en-US" dirty="0"/>
          </a:p>
          <a:p>
            <a:pPr lvl="1"/>
            <a:r>
              <a:rPr lang="zh-CN" altLang="en-US" dirty="0"/>
              <a:t>正文 （</a:t>
            </a:r>
            <a:r>
              <a:rPr lang="en-US" altLang="zh-CN" dirty="0"/>
              <a:t>24~30</a:t>
            </a:r>
            <a:r>
              <a:rPr lang="zh-CN" altLang="en-US" dirty="0"/>
              <a:t>磅）</a:t>
            </a:r>
            <a:endParaRPr lang="zh-CN" altLang="en-US" dirty="0"/>
          </a:p>
        </p:txBody>
      </p:sp>
      <p:sp>
        <p:nvSpPr>
          <p:cNvPr id="7" name="矩形 4"/>
          <p:cNvSpPr/>
          <p:nvPr userDrawn="1"/>
        </p:nvSpPr>
        <p:spPr>
          <a:xfrm>
            <a:off x="0" y="332659"/>
            <a:ext cx="12192000" cy="72007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68341" y="6425394"/>
            <a:ext cx="2844800" cy="276999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5" name="Rectangle 14"/>
          <p:cNvSpPr>
            <a:spLocks noChangeArrowheads="1"/>
          </p:cNvSpPr>
          <p:nvPr userDrawn="1"/>
        </p:nvSpPr>
        <p:spPr bwMode="auto">
          <a:xfrm flipV="1">
            <a:off x="526734" y="6332240"/>
            <a:ext cx="11665268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526732" y="6433594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工程图学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68341" y="6381331"/>
            <a:ext cx="28448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 flipV="1">
            <a:off x="526734" y="6332240"/>
            <a:ext cx="11665268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26732" y="6433594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工程图学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F4F1FC-A211-41D3-9527-7868687E14E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D5F606-63DB-4A4B-B594-22747EE2947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占位符 1"/>
          <p:cNvSpPr>
            <a:spLocks noGrp="1"/>
          </p:cNvSpPr>
          <p:nvPr>
            <p:ph type="title"/>
          </p:nvPr>
        </p:nvSpPr>
        <p:spPr bwMode="auto">
          <a:xfrm>
            <a:off x="2351584" y="692696"/>
            <a:ext cx="9230816" cy="7249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843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C7F1263-A734-46DB-B37F-609C84242B9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jpe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1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1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1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6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5.png"/><Relationship Id="rId3" Type="http://schemas.openxmlformats.org/officeDocument/2006/relationships/oleObject" Target="../embeddings/oleObject2.bin"/><Relationship Id="rId2" Type="http://schemas.openxmlformats.org/officeDocument/2006/relationships/image" Target="../media/image24.png"/><Relationship Id="rId1" Type="http://schemas.openxmlformats.org/officeDocument/2006/relationships/oleObject" Target="../embeddings/oleObject1.bin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4229146" y="2697634"/>
            <a:ext cx="3733714" cy="830997"/>
          </a:xfrm>
        </p:spPr>
        <p:txBody>
          <a:bodyPr/>
          <a:lstStyle/>
          <a:p>
            <a:r>
              <a:rPr lang="zh-CN" altLang="en-US" sz="4800" spc="600" dirty="0">
                <a:solidFill>
                  <a:srgbClr val="00206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工 程 图 学</a:t>
            </a:r>
            <a:endParaRPr lang="zh-CN" altLang="en-US" sz="4800" spc="600" dirty="0">
              <a:solidFill>
                <a:srgbClr val="00206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4849506" y="4218819"/>
            <a:ext cx="249299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姜   峣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副研究员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清华大学，机械工程系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7962860" y="162352"/>
            <a:ext cx="3865161" cy="134038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lIns="91440" tIns="60120" rIns="91440" bIns="63720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联系方式：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办公室：李兆基科技大楼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A1011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手机号：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18210064570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邮箱：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jiangyao@mail.tsinghua.edu.cn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4772561" y="2727903"/>
            <a:ext cx="2646878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表达方法</a:t>
            </a:r>
            <a:endParaRPr lang="zh-CN" altLang="en-US" sz="4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97871" y="1136817"/>
            <a:ext cx="5902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A5002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182614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内容回顾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5" name="AutoShape 79"/>
          <p:cNvSpPr>
            <a:spLocks noChangeArrowheads="1"/>
          </p:cNvSpPr>
          <p:nvPr/>
        </p:nvSpPr>
        <p:spPr bwMode="auto">
          <a:xfrm>
            <a:off x="8478165" y="5197385"/>
            <a:ext cx="1131478" cy="974740"/>
          </a:xfrm>
          <a:prstGeom prst="wedgeRoundRectCallout">
            <a:avLst>
              <a:gd name="adj1" fmla="val -78656"/>
              <a:gd name="adj2" fmla="val -55211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投影表达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 Box 66"/>
          <p:cNvSpPr txBox="1">
            <a:spLocks noChangeArrowheads="1"/>
          </p:cNvSpPr>
          <p:nvPr/>
        </p:nvSpPr>
        <p:spPr bwMode="auto">
          <a:xfrm>
            <a:off x="2551987" y="1248068"/>
            <a:ext cx="4364038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>
            <a:spAutoFit/>
          </a:bodyPr>
          <a:lstStyle>
            <a:lvl1pPr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点、线、面，相对位置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 Box 67"/>
          <p:cNvSpPr txBox="1">
            <a:spLocks noChangeArrowheads="1"/>
          </p:cNvSpPr>
          <p:nvPr/>
        </p:nvSpPr>
        <p:spPr bwMode="auto">
          <a:xfrm>
            <a:off x="3988675" y="2328361"/>
            <a:ext cx="1490663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>
            <a:spAutoFit/>
          </a:bodyPr>
          <a:lstStyle>
            <a:lvl1pPr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基本体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 Box 68"/>
          <p:cNvSpPr txBox="1">
            <a:spLocks noChangeArrowheads="1"/>
          </p:cNvSpPr>
          <p:nvPr/>
        </p:nvSpPr>
        <p:spPr bwMode="auto">
          <a:xfrm>
            <a:off x="3154444" y="3299911"/>
            <a:ext cx="3159125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>
            <a:spAutoFit/>
          </a:bodyPr>
          <a:lstStyle>
            <a:lvl1pPr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平面与立体相交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 Box 69"/>
          <p:cNvSpPr txBox="1">
            <a:spLocks noChangeArrowheads="1"/>
          </p:cNvSpPr>
          <p:nvPr/>
        </p:nvSpPr>
        <p:spPr bwMode="auto">
          <a:xfrm>
            <a:off x="3147300" y="4341311"/>
            <a:ext cx="3173412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>
            <a:spAutoFit/>
          </a:bodyPr>
          <a:lstStyle>
            <a:lvl1pPr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立体与立体相交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 Box 70"/>
          <p:cNvSpPr txBox="1">
            <a:spLocks noChangeArrowheads="1"/>
          </p:cNvSpPr>
          <p:nvPr/>
        </p:nvSpPr>
        <p:spPr bwMode="auto">
          <a:xfrm>
            <a:off x="3967244" y="5423986"/>
            <a:ext cx="1533525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>
            <a:spAutoFit/>
          </a:bodyPr>
          <a:lstStyle>
            <a:lvl1pPr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组合体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AutoShape 71"/>
          <p:cNvSpPr>
            <a:spLocks noChangeArrowheads="1"/>
          </p:cNvSpPr>
          <p:nvPr/>
        </p:nvSpPr>
        <p:spPr bwMode="auto">
          <a:xfrm>
            <a:off x="4564780" y="1891006"/>
            <a:ext cx="338453" cy="328612"/>
          </a:xfrm>
          <a:prstGeom prst="downArrow">
            <a:avLst>
              <a:gd name="adj1" fmla="val 50000"/>
              <a:gd name="adj2" fmla="val 31944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endParaRPr lang="zh-CN" altLang="en-US" sz="1600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43" name="AutoShape 72"/>
          <p:cNvSpPr>
            <a:spLocks noChangeArrowheads="1"/>
          </p:cNvSpPr>
          <p:nvPr/>
        </p:nvSpPr>
        <p:spPr bwMode="auto">
          <a:xfrm>
            <a:off x="4556423" y="2911141"/>
            <a:ext cx="355167" cy="328613"/>
          </a:xfrm>
          <a:prstGeom prst="downArrow">
            <a:avLst>
              <a:gd name="adj1" fmla="val 50000"/>
              <a:gd name="adj2" fmla="val 30441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endParaRPr lang="zh-CN" altLang="en-US" sz="1600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44" name="AutoShape 73"/>
          <p:cNvSpPr>
            <a:spLocks noChangeArrowheads="1"/>
          </p:cNvSpPr>
          <p:nvPr/>
        </p:nvSpPr>
        <p:spPr bwMode="auto">
          <a:xfrm>
            <a:off x="4564780" y="3928561"/>
            <a:ext cx="338453" cy="379413"/>
          </a:xfrm>
          <a:prstGeom prst="downArrow">
            <a:avLst>
              <a:gd name="adj1" fmla="val 50000"/>
              <a:gd name="adj2" fmla="val 36883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endParaRPr lang="zh-CN" altLang="en-US" sz="1600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45" name="AutoShape 74"/>
          <p:cNvSpPr>
            <a:spLocks noChangeArrowheads="1"/>
          </p:cNvSpPr>
          <p:nvPr/>
        </p:nvSpPr>
        <p:spPr bwMode="auto">
          <a:xfrm>
            <a:off x="4556423" y="4947736"/>
            <a:ext cx="355167" cy="366713"/>
          </a:xfrm>
          <a:prstGeom prst="downArrow">
            <a:avLst>
              <a:gd name="adj1" fmla="val 50000"/>
              <a:gd name="adj2" fmla="val 33971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endParaRPr lang="zh-CN" altLang="en-US" sz="1600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685044" y="3583176"/>
            <a:ext cx="2661312" cy="1862048"/>
            <a:chOff x="6685044" y="3583176"/>
            <a:chExt cx="2661312" cy="1862048"/>
          </a:xfrm>
        </p:grpSpPr>
        <p:sp>
          <p:nvSpPr>
            <p:cNvPr id="46" name="Text Box 75"/>
            <p:cNvSpPr txBox="1">
              <a:spLocks noChangeArrowheads="1"/>
            </p:cNvSpPr>
            <p:nvPr/>
          </p:nvSpPr>
          <p:spPr bwMode="auto">
            <a:xfrm>
              <a:off x="6685044" y="3583176"/>
              <a:ext cx="579442" cy="186204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1500" dirty="0">
                  <a:solidFill>
                    <a:srgbClr val="333333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kumimoji="1" lang="en-US" altLang="zh-CN" sz="115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7" name="Text Box 77"/>
            <p:cNvSpPr txBox="1">
              <a:spLocks noChangeArrowheads="1"/>
            </p:cNvSpPr>
            <p:nvPr/>
          </p:nvSpPr>
          <p:spPr bwMode="auto">
            <a:xfrm>
              <a:off x="7392144" y="4345940"/>
              <a:ext cx="1954212" cy="5232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>
              <a:spAutoFit/>
            </a:bodyPr>
            <a:lstStyle>
              <a:lvl1pPr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复杂形体</a:t>
              </a:r>
              <a:endPara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8" name="AutoShape 78"/>
          <p:cNvSpPr>
            <a:spLocks noChangeArrowheads="1"/>
          </p:cNvSpPr>
          <p:nvPr/>
        </p:nvSpPr>
        <p:spPr bwMode="auto">
          <a:xfrm>
            <a:off x="8481737" y="2996952"/>
            <a:ext cx="1124335" cy="1020763"/>
          </a:xfrm>
          <a:prstGeom prst="wedgeRoundRectCallout">
            <a:avLst>
              <a:gd name="adj1" fmla="val -75778"/>
              <a:gd name="adj2" fmla="val 71649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构造形体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4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182614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内容回顾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2" name="Group 132"/>
          <p:cNvGrpSpPr>
            <a:grpSpLocks noChangeAspect="1"/>
          </p:cNvGrpSpPr>
          <p:nvPr/>
        </p:nvGrpSpPr>
        <p:grpSpPr bwMode="auto">
          <a:xfrm>
            <a:off x="2639616" y="2172930"/>
            <a:ext cx="3291054" cy="1744400"/>
            <a:chOff x="3169" y="1299"/>
            <a:chExt cx="1864" cy="988"/>
          </a:xfrm>
        </p:grpSpPr>
        <p:grpSp>
          <p:nvGrpSpPr>
            <p:cNvPr id="3" name="Group 133"/>
            <p:cNvGrpSpPr/>
            <p:nvPr/>
          </p:nvGrpSpPr>
          <p:grpSpPr bwMode="auto">
            <a:xfrm>
              <a:off x="3967" y="1300"/>
              <a:ext cx="1066" cy="987"/>
              <a:chOff x="2769" y="2291"/>
              <a:chExt cx="1470" cy="1361"/>
            </a:xfrm>
          </p:grpSpPr>
          <p:sp>
            <p:nvSpPr>
              <p:cNvPr id="14" name="Freeform 134"/>
              <p:cNvSpPr/>
              <p:nvPr/>
            </p:nvSpPr>
            <p:spPr bwMode="auto">
              <a:xfrm>
                <a:off x="2907" y="2570"/>
                <a:ext cx="1000" cy="350"/>
              </a:xfrm>
              <a:custGeom>
                <a:avLst/>
                <a:gdLst>
                  <a:gd name="T0" fmla="*/ 999 w 999"/>
                  <a:gd name="T1" fmla="*/ 350 h 350"/>
                  <a:gd name="T2" fmla="*/ 968 w 999"/>
                  <a:gd name="T3" fmla="*/ 273 h 350"/>
                  <a:gd name="T4" fmla="*/ 915 w 999"/>
                  <a:gd name="T5" fmla="*/ 182 h 350"/>
                  <a:gd name="T6" fmla="*/ 852 w 999"/>
                  <a:gd name="T7" fmla="*/ 129 h 350"/>
                  <a:gd name="T8" fmla="*/ 771 w 999"/>
                  <a:gd name="T9" fmla="*/ 62 h 350"/>
                  <a:gd name="T10" fmla="*/ 689 w 999"/>
                  <a:gd name="T11" fmla="*/ 28 h 350"/>
                  <a:gd name="T12" fmla="*/ 617 w 999"/>
                  <a:gd name="T13" fmla="*/ 9 h 350"/>
                  <a:gd name="T14" fmla="*/ 516 w 999"/>
                  <a:gd name="T15" fmla="*/ 0 h 350"/>
                  <a:gd name="T16" fmla="*/ 406 w 999"/>
                  <a:gd name="T17" fmla="*/ 9 h 350"/>
                  <a:gd name="T18" fmla="*/ 315 w 999"/>
                  <a:gd name="T19" fmla="*/ 28 h 350"/>
                  <a:gd name="T20" fmla="*/ 237 w 999"/>
                  <a:gd name="T21" fmla="*/ 81 h 350"/>
                  <a:gd name="T22" fmla="*/ 162 w 999"/>
                  <a:gd name="T23" fmla="*/ 132 h 350"/>
                  <a:gd name="T24" fmla="*/ 95 w 999"/>
                  <a:gd name="T25" fmla="*/ 195 h 350"/>
                  <a:gd name="T26" fmla="*/ 41 w 999"/>
                  <a:gd name="T27" fmla="*/ 269 h 350"/>
                  <a:gd name="T28" fmla="*/ 0 w 999"/>
                  <a:gd name="T29" fmla="*/ 350 h 350"/>
                  <a:gd name="T30" fmla="*/ 0 w 999"/>
                  <a:gd name="T31" fmla="*/ 350 h 35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999"/>
                  <a:gd name="T49" fmla="*/ 0 h 350"/>
                  <a:gd name="T50" fmla="*/ 999 w 999"/>
                  <a:gd name="T51" fmla="*/ 350 h 35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999" h="350">
                    <a:moveTo>
                      <a:pt x="999" y="350"/>
                    </a:moveTo>
                    <a:lnTo>
                      <a:pt x="968" y="273"/>
                    </a:lnTo>
                    <a:lnTo>
                      <a:pt x="915" y="182"/>
                    </a:lnTo>
                    <a:lnTo>
                      <a:pt x="852" y="129"/>
                    </a:lnTo>
                    <a:lnTo>
                      <a:pt x="771" y="62"/>
                    </a:lnTo>
                    <a:lnTo>
                      <a:pt x="689" y="28"/>
                    </a:lnTo>
                    <a:lnTo>
                      <a:pt x="617" y="9"/>
                    </a:lnTo>
                    <a:lnTo>
                      <a:pt x="516" y="0"/>
                    </a:lnTo>
                    <a:lnTo>
                      <a:pt x="406" y="9"/>
                    </a:lnTo>
                    <a:lnTo>
                      <a:pt x="315" y="28"/>
                    </a:lnTo>
                    <a:lnTo>
                      <a:pt x="237" y="81"/>
                    </a:lnTo>
                    <a:lnTo>
                      <a:pt x="162" y="132"/>
                    </a:lnTo>
                    <a:lnTo>
                      <a:pt x="95" y="195"/>
                    </a:lnTo>
                    <a:lnTo>
                      <a:pt x="41" y="269"/>
                    </a:lnTo>
                    <a:lnTo>
                      <a:pt x="0" y="350"/>
                    </a:lnTo>
                  </a:path>
                </a:pathLst>
              </a:custGeom>
              <a:gradFill rotWithShape="0">
                <a:gsLst>
                  <a:gs pos="0">
                    <a:srgbClr val="FF99FF"/>
                  </a:gs>
                  <a:gs pos="100000">
                    <a:srgbClr val="DC84DC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" name="Freeform 135"/>
              <p:cNvSpPr/>
              <p:nvPr/>
            </p:nvSpPr>
            <p:spPr bwMode="auto">
              <a:xfrm>
                <a:off x="2937" y="3238"/>
                <a:ext cx="986" cy="414"/>
              </a:xfrm>
              <a:custGeom>
                <a:avLst/>
                <a:gdLst>
                  <a:gd name="T0" fmla="*/ 210 w 986"/>
                  <a:gd name="T1" fmla="*/ 0 h 414"/>
                  <a:gd name="T2" fmla="*/ 0 w 986"/>
                  <a:gd name="T3" fmla="*/ 189 h 414"/>
                  <a:gd name="T4" fmla="*/ 94 w 986"/>
                  <a:gd name="T5" fmla="*/ 276 h 414"/>
                  <a:gd name="T6" fmla="*/ 154 w 986"/>
                  <a:gd name="T7" fmla="*/ 314 h 414"/>
                  <a:gd name="T8" fmla="*/ 238 w 986"/>
                  <a:gd name="T9" fmla="*/ 363 h 414"/>
                  <a:gd name="T10" fmla="*/ 327 w 986"/>
                  <a:gd name="T11" fmla="*/ 396 h 414"/>
                  <a:gd name="T12" fmla="*/ 426 w 986"/>
                  <a:gd name="T13" fmla="*/ 414 h 414"/>
                  <a:gd name="T14" fmla="*/ 523 w 986"/>
                  <a:gd name="T15" fmla="*/ 413 h 414"/>
                  <a:gd name="T16" fmla="*/ 625 w 986"/>
                  <a:gd name="T17" fmla="*/ 396 h 414"/>
                  <a:gd name="T18" fmla="*/ 721 w 986"/>
                  <a:gd name="T19" fmla="*/ 362 h 414"/>
                  <a:gd name="T20" fmla="*/ 807 w 986"/>
                  <a:gd name="T21" fmla="*/ 309 h 414"/>
                  <a:gd name="T22" fmla="*/ 865 w 986"/>
                  <a:gd name="T23" fmla="*/ 243 h 414"/>
                  <a:gd name="T24" fmla="*/ 924 w 986"/>
                  <a:gd name="T25" fmla="*/ 166 h 414"/>
                  <a:gd name="T26" fmla="*/ 986 w 986"/>
                  <a:gd name="T27" fmla="*/ 76 h 414"/>
                  <a:gd name="T28" fmla="*/ 969 w 986"/>
                  <a:gd name="T29" fmla="*/ 79 h 4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986"/>
                  <a:gd name="T46" fmla="*/ 0 h 414"/>
                  <a:gd name="T47" fmla="*/ 986 w 986"/>
                  <a:gd name="T48" fmla="*/ 414 h 4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986" h="414">
                    <a:moveTo>
                      <a:pt x="210" y="0"/>
                    </a:moveTo>
                    <a:lnTo>
                      <a:pt x="0" y="189"/>
                    </a:lnTo>
                    <a:lnTo>
                      <a:pt x="94" y="276"/>
                    </a:lnTo>
                    <a:lnTo>
                      <a:pt x="154" y="314"/>
                    </a:lnTo>
                    <a:lnTo>
                      <a:pt x="238" y="363"/>
                    </a:lnTo>
                    <a:lnTo>
                      <a:pt x="327" y="396"/>
                    </a:lnTo>
                    <a:lnTo>
                      <a:pt x="426" y="414"/>
                    </a:lnTo>
                    <a:lnTo>
                      <a:pt x="523" y="413"/>
                    </a:lnTo>
                    <a:lnTo>
                      <a:pt x="625" y="396"/>
                    </a:lnTo>
                    <a:lnTo>
                      <a:pt x="721" y="362"/>
                    </a:lnTo>
                    <a:lnTo>
                      <a:pt x="807" y="309"/>
                    </a:lnTo>
                    <a:lnTo>
                      <a:pt x="865" y="243"/>
                    </a:lnTo>
                    <a:lnTo>
                      <a:pt x="924" y="166"/>
                    </a:lnTo>
                    <a:lnTo>
                      <a:pt x="986" y="76"/>
                    </a:lnTo>
                    <a:lnTo>
                      <a:pt x="969" y="79"/>
                    </a:lnTo>
                  </a:path>
                </a:pathLst>
              </a:custGeom>
              <a:gradFill rotWithShape="0">
                <a:gsLst>
                  <a:gs pos="0">
                    <a:srgbClr val="B96FB9"/>
                  </a:gs>
                  <a:gs pos="100000">
                    <a:srgbClr val="FF99FF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" name="Freeform 136"/>
              <p:cNvSpPr/>
              <p:nvPr/>
            </p:nvSpPr>
            <p:spPr bwMode="auto">
              <a:xfrm>
                <a:off x="2769" y="3012"/>
                <a:ext cx="284" cy="422"/>
              </a:xfrm>
              <a:custGeom>
                <a:avLst/>
                <a:gdLst>
                  <a:gd name="T0" fmla="*/ 37 w 284"/>
                  <a:gd name="T1" fmla="*/ 0 h 422"/>
                  <a:gd name="T2" fmla="*/ 277 w 284"/>
                  <a:gd name="T3" fmla="*/ 8 h 422"/>
                  <a:gd name="T4" fmla="*/ 255 w 284"/>
                  <a:gd name="T5" fmla="*/ 51 h 422"/>
                  <a:gd name="T6" fmla="*/ 226 w 284"/>
                  <a:gd name="T7" fmla="*/ 110 h 422"/>
                  <a:gd name="T8" fmla="*/ 219 w 284"/>
                  <a:gd name="T9" fmla="*/ 190 h 422"/>
                  <a:gd name="T10" fmla="*/ 226 w 284"/>
                  <a:gd name="T11" fmla="*/ 262 h 422"/>
                  <a:gd name="T12" fmla="*/ 248 w 284"/>
                  <a:gd name="T13" fmla="*/ 342 h 422"/>
                  <a:gd name="T14" fmla="*/ 284 w 284"/>
                  <a:gd name="T15" fmla="*/ 415 h 422"/>
                  <a:gd name="T16" fmla="*/ 59 w 284"/>
                  <a:gd name="T17" fmla="*/ 422 h 422"/>
                  <a:gd name="T18" fmla="*/ 22 w 284"/>
                  <a:gd name="T19" fmla="*/ 350 h 422"/>
                  <a:gd name="T20" fmla="*/ 8 w 284"/>
                  <a:gd name="T21" fmla="*/ 291 h 422"/>
                  <a:gd name="T22" fmla="*/ 0 w 284"/>
                  <a:gd name="T23" fmla="*/ 197 h 422"/>
                  <a:gd name="T24" fmla="*/ 8 w 284"/>
                  <a:gd name="T25" fmla="*/ 131 h 422"/>
                  <a:gd name="T26" fmla="*/ 22 w 284"/>
                  <a:gd name="T27" fmla="*/ 66 h 422"/>
                  <a:gd name="T28" fmla="*/ 37 w 284"/>
                  <a:gd name="T29" fmla="*/ 0 h 42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84"/>
                  <a:gd name="T46" fmla="*/ 0 h 422"/>
                  <a:gd name="T47" fmla="*/ 284 w 284"/>
                  <a:gd name="T48" fmla="*/ 422 h 42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84" h="422">
                    <a:moveTo>
                      <a:pt x="37" y="0"/>
                    </a:moveTo>
                    <a:lnTo>
                      <a:pt x="277" y="8"/>
                    </a:lnTo>
                    <a:lnTo>
                      <a:pt x="255" y="51"/>
                    </a:lnTo>
                    <a:lnTo>
                      <a:pt x="226" y="110"/>
                    </a:lnTo>
                    <a:lnTo>
                      <a:pt x="219" y="190"/>
                    </a:lnTo>
                    <a:lnTo>
                      <a:pt x="226" y="262"/>
                    </a:lnTo>
                    <a:lnTo>
                      <a:pt x="248" y="342"/>
                    </a:lnTo>
                    <a:lnTo>
                      <a:pt x="284" y="415"/>
                    </a:lnTo>
                    <a:lnTo>
                      <a:pt x="59" y="422"/>
                    </a:lnTo>
                    <a:lnTo>
                      <a:pt x="22" y="350"/>
                    </a:lnTo>
                    <a:lnTo>
                      <a:pt x="8" y="291"/>
                    </a:lnTo>
                    <a:lnTo>
                      <a:pt x="0" y="197"/>
                    </a:lnTo>
                    <a:lnTo>
                      <a:pt x="8" y="131"/>
                    </a:lnTo>
                    <a:lnTo>
                      <a:pt x="22" y="66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CC99FF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8" name="Freeform 137"/>
              <p:cNvSpPr/>
              <p:nvPr/>
            </p:nvSpPr>
            <p:spPr bwMode="auto">
              <a:xfrm>
                <a:off x="3562" y="3012"/>
                <a:ext cx="298" cy="408"/>
              </a:xfrm>
              <a:custGeom>
                <a:avLst/>
                <a:gdLst>
                  <a:gd name="T0" fmla="*/ 1 w 298"/>
                  <a:gd name="T1" fmla="*/ 0 h 408"/>
                  <a:gd name="T2" fmla="*/ 53 w 298"/>
                  <a:gd name="T3" fmla="*/ 73 h 408"/>
                  <a:gd name="T4" fmla="*/ 80 w 298"/>
                  <a:gd name="T5" fmla="*/ 131 h 408"/>
                  <a:gd name="T6" fmla="*/ 87 w 298"/>
                  <a:gd name="T7" fmla="*/ 219 h 408"/>
                  <a:gd name="T8" fmla="*/ 73 w 298"/>
                  <a:gd name="T9" fmla="*/ 284 h 408"/>
                  <a:gd name="T10" fmla="*/ 51 w 298"/>
                  <a:gd name="T11" fmla="*/ 364 h 408"/>
                  <a:gd name="T12" fmla="*/ 0 w 298"/>
                  <a:gd name="T13" fmla="*/ 408 h 408"/>
                  <a:gd name="T14" fmla="*/ 255 w 298"/>
                  <a:gd name="T15" fmla="*/ 408 h 408"/>
                  <a:gd name="T16" fmla="*/ 262 w 298"/>
                  <a:gd name="T17" fmla="*/ 364 h 408"/>
                  <a:gd name="T18" fmla="*/ 290 w 298"/>
                  <a:gd name="T19" fmla="*/ 303 h 408"/>
                  <a:gd name="T20" fmla="*/ 297 w 298"/>
                  <a:gd name="T21" fmla="*/ 252 h 408"/>
                  <a:gd name="T22" fmla="*/ 298 w 298"/>
                  <a:gd name="T23" fmla="*/ 168 h 408"/>
                  <a:gd name="T24" fmla="*/ 277 w 298"/>
                  <a:gd name="T25" fmla="*/ 60 h 408"/>
                  <a:gd name="T26" fmla="*/ 255 w 298"/>
                  <a:gd name="T27" fmla="*/ 0 h 408"/>
                  <a:gd name="T28" fmla="*/ 1 w 298"/>
                  <a:gd name="T29" fmla="*/ 0 h 40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98"/>
                  <a:gd name="T46" fmla="*/ 0 h 408"/>
                  <a:gd name="T47" fmla="*/ 298 w 298"/>
                  <a:gd name="T48" fmla="*/ 408 h 40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98" h="408">
                    <a:moveTo>
                      <a:pt x="1" y="0"/>
                    </a:moveTo>
                    <a:lnTo>
                      <a:pt x="53" y="73"/>
                    </a:lnTo>
                    <a:lnTo>
                      <a:pt x="80" y="131"/>
                    </a:lnTo>
                    <a:lnTo>
                      <a:pt x="87" y="219"/>
                    </a:lnTo>
                    <a:lnTo>
                      <a:pt x="73" y="284"/>
                    </a:lnTo>
                    <a:lnTo>
                      <a:pt x="51" y="364"/>
                    </a:lnTo>
                    <a:lnTo>
                      <a:pt x="0" y="408"/>
                    </a:lnTo>
                    <a:lnTo>
                      <a:pt x="255" y="408"/>
                    </a:lnTo>
                    <a:lnTo>
                      <a:pt x="262" y="364"/>
                    </a:lnTo>
                    <a:lnTo>
                      <a:pt x="290" y="303"/>
                    </a:lnTo>
                    <a:lnTo>
                      <a:pt x="297" y="252"/>
                    </a:lnTo>
                    <a:lnTo>
                      <a:pt x="298" y="168"/>
                    </a:lnTo>
                    <a:lnTo>
                      <a:pt x="277" y="60"/>
                    </a:lnTo>
                    <a:lnTo>
                      <a:pt x="2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C99FF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9" name="Freeform 138"/>
              <p:cNvSpPr/>
              <p:nvPr/>
            </p:nvSpPr>
            <p:spPr bwMode="auto">
              <a:xfrm>
                <a:off x="2797" y="2910"/>
                <a:ext cx="375" cy="117"/>
              </a:xfrm>
              <a:custGeom>
                <a:avLst/>
                <a:gdLst>
                  <a:gd name="T0" fmla="*/ 114 w 374"/>
                  <a:gd name="T1" fmla="*/ 1 h 117"/>
                  <a:gd name="T2" fmla="*/ 374 w 374"/>
                  <a:gd name="T3" fmla="*/ 0 h 117"/>
                  <a:gd name="T4" fmla="*/ 237 w 374"/>
                  <a:gd name="T5" fmla="*/ 117 h 117"/>
                  <a:gd name="T6" fmla="*/ 0 w 374"/>
                  <a:gd name="T7" fmla="*/ 117 h 117"/>
                  <a:gd name="T8" fmla="*/ 114 w 374"/>
                  <a:gd name="T9" fmla="*/ 1 h 1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4"/>
                  <a:gd name="T16" fmla="*/ 0 h 117"/>
                  <a:gd name="T17" fmla="*/ 374 w 374"/>
                  <a:gd name="T18" fmla="*/ 117 h 1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4" h="117">
                    <a:moveTo>
                      <a:pt x="114" y="1"/>
                    </a:moveTo>
                    <a:lnTo>
                      <a:pt x="374" y="0"/>
                    </a:lnTo>
                    <a:lnTo>
                      <a:pt x="237" y="117"/>
                    </a:lnTo>
                    <a:lnTo>
                      <a:pt x="0" y="117"/>
                    </a:lnTo>
                    <a:lnTo>
                      <a:pt x="11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BEBE00"/>
                  </a:gs>
                  <a:gs pos="100000">
                    <a:srgbClr val="FFFF00"/>
                  </a:gs>
                </a:gsLst>
                <a:lin ang="27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" name="Freeform 139"/>
              <p:cNvSpPr/>
              <p:nvPr/>
            </p:nvSpPr>
            <p:spPr bwMode="auto">
              <a:xfrm>
                <a:off x="3576" y="2916"/>
                <a:ext cx="349" cy="105"/>
              </a:xfrm>
              <a:custGeom>
                <a:avLst/>
                <a:gdLst>
                  <a:gd name="T0" fmla="*/ 103 w 347"/>
                  <a:gd name="T1" fmla="*/ 3 h 105"/>
                  <a:gd name="T2" fmla="*/ 347 w 347"/>
                  <a:gd name="T3" fmla="*/ 0 h 105"/>
                  <a:gd name="T4" fmla="*/ 237 w 347"/>
                  <a:gd name="T5" fmla="*/ 105 h 105"/>
                  <a:gd name="T6" fmla="*/ 0 w 347"/>
                  <a:gd name="T7" fmla="*/ 105 h 105"/>
                  <a:gd name="T8" fmla="*/ 103 w 347"/>
                  <a:gd name="T9" fmla="*/ 3 h 1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7"/>
                  <a:gd name="T16" fmla="*/ 0 h 105"/>
                  <a:gd name="T17" fmla="*/ 347 w 347"/>
                  <a:gd name="T18" fmla="*/ 105 h 1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7" h="105">
                    <a:moveTo>
                      <a:pt x="103" y="3"/>
                    </a:moveTo>
                    <a:lnTo>
                      <a:pt x="347" y="0"/>
                    </a:lnTo>
                    <a:lnTo>
                      <a:pt x="237" y="105"/>
                    </a:lnTo>
                    <a:lnTo>
                      <a:pt x="0" y="105"/>
                    </a:lnTo>
                    <a:lnTo>
                      <a:pt x="103" y="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DCD00"/>
                  </a:gs>
                  <a:gs pos="100000">
                    <a:srgbClr val="FFFF00"/>
                  </a:gs>
                </a:gsLst>
                <a:lin ang="27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" name="Freeform 140"/>
              <p:cNvSpPr/>
              <p:nvPr/>
            </p:nvSpPr>
            <p:spPr bwMode="auto">
              <a:xfrm>
                <a:off x="3012" y="2291"/>
                <a:ext cx="1227" cy="1240"/>
              </a:xfrm>
              <a:custGeom>
                <a:avLst/>
                <a:gdLst>
                  <a:gd name="T0" fmla="*/ 0 w 1227"/>
                  <a:gd name="T1" fmla="*/ 461 h 1239"/>
                  <a:gd name="T2" fmla="*/ 301 w 1227"/>
                  <a:gd name="T3" fmla="*/ 159 h 1239"/>
                  <a:gd name="T4" fmla="*/ 339 w 1227"/>
                  <a:gd name="T5" fmla="*/ 130 h 1239"/>
                  <a:gd name="T6" fmla="*/ 378 w 1227"/>
                  <a:gd name="T7" fmla="*/ 101 h 1239"/>
                  <a:gd name="T8" fmla="*/ 431 w 1227"/>
                  <a:gd name="T9" fmla="*/ 72 h 1239"/>
                  <a:gd name="T10" fmla="*/ 479 w 1227"/>
                  <a:gd name="T11" fmla="*/ 43 h 1239"/>
                  <a:gd name="T12" fmla="*/ 541 w 1227"/>
                  <a:gd name="T13" fmla="*/ 19 h 1239"/>
                  <a:gd name="T14" fmla="*/ 599 w 1227"/>
                  <a:gd name="T15" fmla="*/ 5 h 1239"/>
                  <a:gd name="T16" fmla="*/ 651 w 1227"/>
                  <a:gd name="T17" fmla="*/ 0 h 1239"/>
                  <a:gd name="T18" fmla="*/ 728 w 1227"/>
                  <a:gd name="T19" fmla="*/ 5 h 1239"/>
                  <a:gd name="T20" fmla="*/ 815 w 1227"/>
                  <a:gd name="T21" fmla="*/ 19 h 1239"/>
                  <a:gd name="T22" fmla="*/ 887 w 1227"/>
                  <a:gd name="T23" fmla="*/ 48 h 1239"/>
                  <a:gd name="T24" fmla="*/ 949 w 1227"/>
                  <a:gd name="T25" fmla="*/ 77 h 1239"/>
                  <a:gd name="T26" fmla="*/ 1021 w 1227"/>
                  <a:gd name="T27" fmla="*/ 125 h 1239"/>
                  <a:gd name="T28" fmla="*/ 1079 w 1227"/>
                  <a:gd name="T29" fmla="*/ 173 h 1239"/>
                  <a:gd name="T30" fmla="*/ 1127 w 1227"/>
                  <a:gd name="T31" fmla="*/ 231 h 1239"/>
                  <a:gd name="T32" fmla="*/ 1155 w 1227"/>
                  <a:gd name="T33" fmla="*/ 288 h 1239"/>
                  <a:gd name="T34" fmla="*/ 1179 w 1227"/>
                  <a:gd name="T35" fmla="*/ 336 h 1239"/>
                  <a:gd name="T36" fmla="*/ 1203 w 1227"/>
                  <a:gd name="T37" fmla="*/ 399 h 1239"/>
                  <a:gd name="T38" fmla="*/ 1218 w 1227"/>
                  <a:gd name="T39" fmla="*/ 471 h 1239"/>
                  <a:gd name="T40" fmla="*/ 1227 w 1227"/>
                  <a:gd name="T41" fmla="*/ 562 h 1239"/>
                  <a:gd name="T42" fmla="*/ 1213 w 1227"/>
                  <a:gd name="T43" fmla="*/ 658 h 1239"/>
                  <a:gd name="T44" fmla="*/ 1194 w 1227"/>
                  <a:gd name="T45" fmla="*/ 720 h 1239"/>
                  <a:gd name="T46" fmla="*/ 1170 w 1227"/>
                  <a:gd name="T47" fmla="*/ 773 h 1239"/>
                  <a:gd name="T48" fmla="*/ 1146 w 1227"/>
                  <a:gd name="T49" fmla="*/ 826 h 1239"/>
                  <a:gd name="T50" fmla="*/ 1107 w 1227"/>
                  <a:gd name="T51" fmla="*/ 874 h 1239"/>
                  <a:gd name="T52" fmla="*/ 1079 w 1227"/>
                  <a:gd name="T53" fmla="*/ 912 h 1239"/>
                  <a:gd name="T54" fmla="*/ 747 w 1227"/>
                  <a:gd name="T55" fmla="*/ 1239 h 1239"/>
                  <a:gd name="T56" fmla="*/ 795 w 1227"/>
                  <a:gd name="T57" fmla="*/ 1176 h 1239"/>
                  <a:gd name="T58" fmla="*/ 829 w 1227"/>
                  <a:gd name="T59" fmla="*/ 1133 h 1239"/>
                  <a:gd name="T60" fmla="*/ 858 w 1227"/>
                  <a:gd name="T61" fmla="*/ 1095 h 1239"/>
                  <a:gd name="T62" fmla="*/ 887 w 1227"/>
                  <a:gd name="T63" fmla="*/ 1042 h 1239"/>
                  <a:gd name="T64" fmla="*/ 791 w 1227"/>
                  <a:gd name="T65" fmla="*/ 1133 h 1239"/>
                  <a:gd name="T66" fmla="*/ 815 w 1227"/>
                  <a:gd name="T67" fmla="*/ 1071 h 1239"/>
                  <a:gd name="T68" fmla="*/ 834 w 1227"/>
                  <a:gd name="T69" fmla="*/ 1018 h 1239"/>
                  <a:gd name="T70" fmla="*/ 839 w 1227"/>
                  <a:gd name="T71" fmla="*/ 960 h 1239"/>
                  <a:gd name="T72" fmla="*/ 839 w 1227"/>
                  <a:gd name="T73" fmla="*/ 907 h 1239"/>
                  <a:gd name="T74" fmla="*/ 829 w 1227"/>
                  <a:gd name="T75" fmla="*/ 845 h 1239"/>
                  <a:gd name="T76" fmla="*/ 815 w 1227"/>
                  <a:gd name="T77" fmla="*/ 773 h 1239"/>
                  <a:gd name="T78" fmla="*/ 791 w 1227"/>
                  <a:gd name="T79" fmla="*/ 725 h 1239"/>
                  <a:gd name="T80" fmla="*/ 891 w 1227"/>
                  <a:gd name="T81" fmla="*/ 624 h 1239"/>
                  <a:gd name="T82" fmla="*/ 867 w 1227"/>
                  <a:gd name="T83" fmla="*/ 581 h 1239"/>
                  <a:gd name="T84" fmla="*/ 839 w 1227"/>
                  <a:gd name="T85" fmla="*/ 533 h 1239"/>
                  <a:gd name="T86" fmla="*/ 810 w 1227"/>
                  <a:gd name="T87" fmla="*/ 495 h 1239"/>
                  <a:gd name="T88" fmla="*/ 776 w 1227"/>
                  <a:gd name="T89" fmla="*/ 451 h 1239"/>
                  <a:gd name="T90" fmla="*/ 733 w 1227"/>
                  <a:gd name="T91" fmla="*/ 413 h 1239"/>
                  <a:gd name="T92" fmla="*/ 675 w 1227"/>
                  <a:gd name="T93" fmla="*/ 370 h 1239"/>
                  <a:gd name="T94" fmla="*/ 608 w 1227"/>
                  <a:gd name="T95" fmla="*/ 336 h 1239"/>
                  <a:gd name="T96" fmla="*/ 541 w 1227"/>
                  <a:gd name="T97" fmla="*/ 312 h 1239"/>
                  <a:gd name="T98" fmla="*/ 450 w 1227"/>
                  <a:gd name="T99" fmla="*/ 298 h 1239"/>
                  <a:gd name="T100" fmla="*/ 363 w 1227"/>
                  <a:gd name="T101" fmla="*/ 293 h 1239"/>
                  <a:gd name="T102" fmla="*/ 272 w 1227"/>
                  <a:gd name="T103" fmla="*/ 307 h 1239"/>
                  <a:gd name="T104" fmla="*/ 191 w 1227"/>
                  <a:gd name="T105" fmla="*/ 331 h 1239"/>
                  <a:gd name="T106" fmla="*/ 147 w 1227"/>
                  <a:gd name="T107" fmla="*/ 355 h 1239"/>
                  <a:gd name="T108" fmla="*/ 95 w 1227"/>
                  <a:gd name="T109" fmla="*/ 389 h 1239"/>
                  <a:gd name="T110" fmla="*/ 0 w 1227"/>
                  <a:gd name="T111" fmla="*/ 461 h 1239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227"/>
                  <a:gd name="T169" fmla="*/ 0 h 1239"/>
                  <a:gd name="T170" fmla="*/ 1227 w 1227"/>
                  <a:gd name="T171" fmla="*/ 1239 h 1239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227" h="1239">
                    <a:moveTo>
                      <a:pt x="0" y="461"/>
                    </a:moveTo>
                    <a:lnTo>
                      <a:pt x="301" y="159"/>
                    </a:lnTo>
                    <a:lnTo>
                      <a:pt x="339" y="130"/>
                    </a:lnTo>
                    <a:lnTo>
                      <a:pt x="378" y="101"/>
                    </a:lnTo>
                    <a:lnTo>
                      <a:pt x="431" y="72"/>
                    </a:lnTo>
                    <a:lnTo>
                      <a:pt x="479" y="43"/>
                    </a:lnTo>
                    <a:lnTo>
                      <a:pt x="541" y="19"/>
                    </a:lnTo>
                    <a:lnTo>
                      <a:pt x="599" y="5"/>
                    </a:lnTo>
                    <a:lnTo>
                      <a:pt x="651" y="0"/>
                    </a:lnTo>
                    <a:lnTo>
                      <a:pt x="728" y="5"/>
                    </a:lnTo>
                    <a:lnTo>
                      <a:pt x="815" y="19"/>
                    </a:lnTo>
                    <a:lnTo>
                      <a:pt x="887" y="48"/>
                    </a:lnTo>
                    <a:lnTo>
                      <a:pt x="949" y="77"/>
                    </a:lnTo>
                    <a:lnTo>
                      <a:pt x="1021" y="125"/>
                    </a:lnTo>
                    <a:lnTo>
                      <a:pt x="1079" y="173"/>
                    </a:lnTo>
                    <a:lnTo>
                      <a:pt x="1127" y="231"/>
                    </a:lnTo>
                    <a:lnTo>
                      <a:pt x="1155" y="288"/>
                    </a:lnTo>
                    <a:lnTo>
                      <a:pt x="1179" y="336"/>
                    </a:lnTo>
                    <a:lnTo>
                      <a:pt x="1203" y="399"/>
                    </a:lnTo>
                    <a:lnTo>
                      <a:pt x="1218" y="471"/>
                    </a:lnTo>
                    <a:lnTo>
                      <a:pt x="1227" y="562"/>
                    </a:lnTo>
                    <a:lnTo>
                      <a:pt x="1213" y="658"/>
                    </a:lnTo>
                    <a:lnTo>
                      <a:pt x="1194" y="720"/>
                    </a:lnTo>
                    <a:lnTo>
                      <a:pt x="1170" y="773"/>
                    </a:lnTo>
                    <a:lnTo>
                      <a:pt x="1146" y="826"/>
                    </a:lnTo>
                    <a:lnTo>
                      <a:pt x="1107" y="874"/>
                    </a:lnTo>
                    <a:lnTo>
                      <a:pt x="1079" y="912"/>
                    </a:lnTo>
                    <a:lnTo>
                      <a:pt x="747" y="1239"/>
                    </a:lnTo>
                    <a:lnTo>
                      <a:pt x="795" y="1176"/>
                    </a:lnTo>
                    <a:lnTo>
                      <a:pt x="829" y="1133"/>
                    </a:lnTo>
                    <a:lnTo>
                      <a:pt x="858" y="1095"/>
                    </a:lnTo>
                    <a:lnTo>
                      <a:pt x="887" y="1042"/>
                    </a:lnTo>
                    <a:lnTo>
                      <a:pt x="791" y="1133"/>
                    </a:lnTo>
                    <a:lnTo>
                      <a:pt x="815" y="1071"/>
                    </a:lnTo>
                    <a:lnTo>
                      <a:pt x="834" y="1018"/>
                    </a:lnTo>
                    <a:lnTo>
                      <a:pt x="839" y="960"/>
                    </a:lnTo>
                    <a:lnTo>
                      <a:pt x="839" y="907"/>
                    </a:lnTo>
                    <a:lnTo>
                      <a:pt x="829" y="845"/>
                    </a:lnTo>
                    <a:lnTo>
                      <a:pt x="815" y="773"/>
                    </a:lnTo>
                    <a:lnTo>
                      <a:pt x="791" y="725"/>
                    </a:lnTo>
                    <a:lnTo>
                      <a:pt x="891" y="624"/>
                    </a:lnTo>
                    <a:lnTo>
                      <a:pt x="867" y="581"/>
                    </a:lnTo>
                    <a:lnTo>
                      <a:pt x="839" y="533"/>
                    </a:lnTo>
                    <a:lnTo>
                      <a:pt x="810" y="495"/>
                    </a:lnTo>
                    <a:lnTo>
                      <a:pt x="776" y="451"/>
                    </a:lnTo>
                    <a:lnTo>
                      <a:pt x="733" y="413"/>
                    </a:lnTo>
                    <a:lnTo>
                      <a:pt x="675" y="370"/>
                    </a:lnTo>
                    <a:lnTo>
                      <a:pt x="608" y="336"/>
                    </a:lnTo>
                    <a:lnTo>
                      <a:pt x="541" y="312"/>
                    </a:lnTo>
                    <a:lnTo>
                      <a:pt x="450" y="298"/>
                    </a:lnTo>
                    <a:lnTo>
                      <a:pt x="363" y="293"/>
                    </a:lnTo>
                    <a:lnTo>
                      <a:pt x="272" y="307"/>
                    </a:lnTo>
                    <a:lnTo>
                      <a:pt x="191" y="331"/>
                    </a:lnTo>
                    <a:lnTo>
                      <a:pt x="147" y="355"/>
                    </a:lnTo>
                    <a:lnTo>
                      <a:pt x="95" y="389"/>
                    </a:lnTo>
                    <a:lnTo>
                      <a:pt x="0" y="46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27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2" name="Freeform 141"/>
              <p:cNvSpPr/>
              <p:nvPr/>
            </p:nvSpPr>
            <p:spPr bwMode="auto">
              <a:xfrm>
                <a:off x="2977" y="2781"/>
                <a:ext cx="714" cy="691"/>
              </a:xfrm>
              <a:custGeom>
                <a:avLst/>
                <a:gdLst>
                  <a:gd name="T0" fmla="*/ 53 w 715"/>
                  <a:gd name="T1" fmla="*/ 245 h 691"/>
                  <a:gd name="T2" fmla="*/ 29 w 715"/>
                  <a:gd name="T3" fmla="*/ 293 h 691"/>
                  <a:gd name="T4" fmla="*/ 5 w 715"/>
                  <a:gd name="T5" fmla="*/ 355 h 691"/>
                  <a:gd name="T6" fmla="*/ 0 w 715"/>
                  <a:gd name="T7" fmla="*/ 413 h 691"/>
                  <a:gd name="T8" fmla="*/ 5 w 715"/>
                  <a:gd name="T9" fmla="*/ 470 h 691"/>
                  <a:gd name="T10" fmla="*/ 14 w 715"/>
                  <a:gd name="T11" fmla="*/ 518 h 691"/>
                  <a:gd name="T12" fmla="*/ 29 w 715"/>
                  <a:gd name="T13" fmla="*/ 571 h 691"/>
                  <a:gd name="T14" fmla="*/ 48 w 715"/>
                  <a:gd name="T15" fmla="*/ 609 h 691"/>
                  <a:gd name="T16" fmla="*/ 67 w 715"/>
                  <a:gd name="T17" fmla="*/ 648 h 691"/>
                  <a:gd name="T18" fmla="*/ 163 w 715"/>
                  <a:gd name="T19" fmla="*/ 542 h 691"/>
                  <a:gd name="T20" fmla="*/ 192 w 715"/>
                  <a:gd name="T21" fmla="*/ 581 h 691"/>
                  <a:gd name="T22" fmla="*/ 216 w 715"/>
                  <a:gd name="T23" fmla="*/ 609 h 691"/>
                  <a:gd name="T24" fmla="*/ 259 w 715"/>
                  <a:gd name="T25" fmla="*/ 633 h 691"/>
                  <a:gd name="T26" fmla="*/ 298 w 715"/>
                  <a:gd name="T27" fmla="*/ 657 h 691"/>
                  <a:gd name="T28" fmla="*/ 350 w 715"/>
                  <a:gd name="T29" fmla="*/ 672 h 691"/>
                  <a:gd name="T30" fmla="*/ 408 w 715"/>
                  <a:gd name="T31" fmla="*/ 691 h 691"/>
                  <a:gd name="T32" fmla="*/ 480 w 715"/>
                  <a:gd name="T33" fmla="*/ 687 h 691"/>
                  <a:gd name="T34" fmla="*/ 543 w 715"/>
                  <a:gd name="T35" fmla="*/ 672 h 691"/>
                  <a:gd name="T36" fmla="*/ 590 w 715"/>
                  <a:gd name="T37" fmla="*/ 653 h 691"/>
                  <a:gd name="T38" fmla="*/ 624 w 715"/>
                  <a:gd name="T39" fmla="*/ 614 h 691"/>
                  <a:gd name="T40" fmla="*/ 648 w 715"/>
                  <a:gd name="T41" fmla="*/ 571 h 691"/>
                  <a:gd name="T42" fmla="*/ 672 w 715"/>
                  <a:gd name="T43" fmla="*/ 523 h 691"/>
                  <a:gd name="T44" fmla="*/ 677 w 715"/>
                  <a:gd name="T45" fmla="*/ 465 h 691"/>
                  <a:gd name="T46" fmla="*/ 677 w 715"/>
                  <a:gd name="T47" fmla="*/ 413 h 691"/>
                  <a:gd name="T48" fmla="*/ 667 w 715"/>
                  <a:gd name="T49" fmla="*/ 360 h 691"/>
                  <a:gd name="T50" fmla="*/ 643 w 715"/>
                  <a:gd name="T51" fmla="*/ 312 h 691"/>
                  <a:gd name="T52" fmla="*/ 624 w 715"/>
                  <a:gd name="T53" fmla="*/ 273 h 691"/>
                  <a:gd name="T54" fmla="*/ 605 w 715"/>
                  <a:gd name="T55" fmla="*/ 240 h 691"/>
                  <a:gd name="T56" fmla="*/ 715 w 715"/>
                  <a:gd name="T57" fmla="*/ 129 h 691"/>
                  <a:gd name="T58" fmla="*/ 686 w 715"/>
                  <a:gd name="T59" fmla="*/ 110 h 691"/>
                  <a:gd name="T60" fmla="*/ 653 w 715"/>
                  <a:gd name="T61" fmla="*/ 81 h 691"/>
                  <a:gd name="T62" fmla="*/ 610 w 715"/>
                  <a:gd name="T63" fmla="*/ 57 h 691"/>
                  <a:gd name="T64" fmla="*/ 571 w 715"/>
                  <a:gd name="T65" fmla="*/ 33 h 691"/>
                  <a:gd name="T66" fmla="*/ 514 w 715"/>
                  <a:gd name="T67" fmla="*/ 14 h 691"/>
                  <a:gd name="T68" fmla="*/ 446 w 715"/>
                  <a:gd name="T69" fmla="*/ 0 h 691"/>
                  <a:gd name="T70" fmla="*/ 370 w 715"/>
                  <a:gd name="T71" fmla="*/ 5 h 691"/>
                  <a:gd name="T72" fmla="*/ 307 w 715"/>
                  <a:gd name="T73" fmla="*/ 14 h 691"/>
                  <a:gd name="T74" fmla="*/ 254 w 715"/>
                  <a:gd name="T75" fmla="*/ 43 h 691"/>
                  <a:gd name="T76" fmla="*/ 216 w 715"/>
                  <a:gd name="T77" fmla="*/ 72 h 691"/>
                  <a:gd name="T78" fmla="*/ 187 w 715"/>
                  <a:gd name="T79" fmla="*/ 101 h 691"/>
                  <a:gd name="T80" fmla="*/ 164 w 715"/>
                  <a:gd name="T81" fmla="*/ 134 h 691"/>
                  <a:gd name="T82" fmla="*/ 53 w 715"/>
                  <a:gd name="T83" fmla="*/ 245 h 691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715"/>
                  <a:gd name="T127" fmla="*/ 0 h 691"/>
                  <a:gd name="T128" fmla="*/ 715 w 715"/>
                  <a:gd name="T129" fmla="*/ 691 h 691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715" h="691">
                    <a:moveTo>
                      <a:pt x="53" y="245"/>
                    </a:moveTo>
                    <a:lnTo>
                      <a:pt x="29" y="293"/>
                    </a:lnTo>
                    <a:lnTo>
                      <a:pt x="5" y="355"/>
                    </a:lnTo>
                    <a:lnTo>
                      <a:pt x="0" y="413"/>
                    </a:lnTo>
                    <a:lnTo>
                      <a:pt x="5" y="470"/>
                    </a:lnTo>
                    <a:lnTo>
                      <a:pt x="14" y="518"/>
                    </a:lnTo>
                    <a:lnTo>
                      <a:pt x="29" y="571"/>
                    </a:lnTo>
                    <a:lnTo>
                      <a:pt x="48" y="609"/>
                    </a:lnTo>
                    <a:lnTo>
                      <a:pt x="67" y="648"/>
                    </a:lnTo>
                    <a:lnTo>
                      <a:pt x="163" y="542"/>
                    </a:lnTo>
                    <a:lnTo>
                      <a:pt x="192" y="581"/>
                    </a:lnTo>
                    <a:lnTo>
                      <a:pt x="216" y="609"/>
                    </a:lnTo>
                    <a:lnTo>
                      <a:pt x="259" y="633"/>
                    </a:lnTo>
                    <a:lnTo>
                      <a:pt x="298" y="657"/>
                    </a:lnTo>
                    <a:lnTo>
                      <a:pt x="350" y="672"/>
                    </a:lnTo>
                    <a:lnTo>
                      <a:pt x="408" y="691"/>
                    </a:lnTo>
                    <a:lnTo>
                      <a:pt x="480" y="687"/>
                    </a:lnTo>
                    <a:lnTo>
                      <a:pt x="543" y="672"/>
                    </a:lnTo>
                    <a:lnTo>
                      <a:pt x="590" y="653"/>
                    </a:lnTo>
                    <a:lnTo>
                      <a:pt x="624" y="614"/>
                    </a:lnTo>
                    <a:lnTo>
                      <a:pt x="648" y="571"/>
                    </a:lnTo>
                    <a:lnTo>
                      <a:pt x="672" y="523"/>
                    </a:lnTo>
                    <a:lnTo>
                      <a:pt x="677" y="465"/>
                    </a:lnTo>
                    <a:lnTo>
                      <a:pt x="677" y="413"/>
                    </a:lnTo>
                    <a:lnTo>
                      <a:pt x="667" y="360"/>
                    </a:lnTo>
                    <a:lnTo>
                      <a:pt x="643" y="312"/>
                    </a:lnTo>
                    <a:lnTo>
                      <a:pt x="624" y="273"/>
                    </a:lnTo>
                    <a:lnTo>
                      <a:pt x="605" y="240"/>
                    </a:lnTo>
                    <a:lnTo>
                      <a:pt x="715" y="129"/>
                    </a:lnTo>
                    <a:lnTo>
                      <a:pt x="686" y="110"/>
                    </a:lnTo>
                    <a:lnTo>
                      <a:pt x="653" y="81"/>
                    </a:lnTo>
                    <a:lnTo>
                      <a:pt x="610" y="57"/>
                    </a:lnTo>
                    <a:lnTo>
                      <a:pt x="571" y="33"/>
                    </a:lnTo>
                    <a:lnTo>
                      <a:pt x="514" y="14"/>
                    </a:lnTo>
                    <a:lnTo>
                      <a:pt x="446" y="0"/>
                    </a:lnTo>
                    <a:lnTo>
                      <a:pt x="370" y="5"/>
                    </a:lnTo>
                    <a:lnTo>
                      <a:pt x="307" y="14"/>
                    </a:lnTo>
                    <a:lnTo>
                      <a:pt x="254" y="43"/>
                    </a:lnTo>
                    <a:lnTo>
                      <a:pt x="216" y="72"/>
                    </a:lnTo>
                    <a:lnTo>
                      <a:pt x="187" y="101"/>
                    </a:lnTo>
                    <a:lnTo>
                      <a:pt x="164" y="134"/>
                    </a:lnTo>
                    <a:lnTo>
                      <a:pt x="53" y="24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E582C"/>
                  </a:gs>
                  <a:gs pos="50000">
                    <a:srgbClr val="FFCC66"/>
                  </a:gs>
                  <a:gs pos="100000">
                    <a:srgbClr val="6E582C"/>
                  </a:gs>
                </a:gsLst>
                <a:lin ang="27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" name="Group 142"/>
            <p:cNvGrpSpPr/>
            <p:nvPr/>
          </p:nvGrpSpPr>
          <p:grpSpPr bwMode="auto">
            <a:xfrm>
              <a:off x="3178" y="1299"/>
              <a:ext cx="1454" cy="908"/>
              <a:chOff x="1680" y="2289"/>
              <a:chExt cx="2006" cy="1253"/>
            </a:xfrm>
          </p:grpSpPr>
          <p:sp>
            <p:nvSpPr>
              <p:cNvPr id="12" name="Freeform 143"/>
              <p:cNvSpPr/>
              <p:nvPr/>
            </p:nvSpPr>
            <p:spPr bwMode="auto">
              <a:xfrm>
                <a:off x="1680" y="2289"/>
                <a:ext cx="2006" cy="188"/>
              </a:xfrm>
              <a:custGeom>
                <a:avLst/>
                <a:gdLst>
                  <a:gd name="T0" fmla="*/ 0 w 2006"/>
                  <a:gd name="T1" fmla="*/ 187 h 187"/>
                  <a:gd name="T2" fmla="*/ 187 w 2006"/>
                  <a:gd name="T3" fmla="*/ 0 h 187"/>
                  <a:gd name="T4" fmla="*/ 2006 w 2006"/>
                  <a:gd name="T5" fmla="*/ 0 h 187"/>
                  <a:gd name="T6" fmla="*/ 1819 w 2006"/>
                  <a:gd name="T7" fmla="*/ 187 h 187"/>
                  <a:gd name="T8" fmla="*/ 0 w 2006"/>
                  <a:gd name="T9" fmla="*/ 187 h 1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6"/>
                  <a:gd name="T16" fmla="*/ 0 h 187"/>
                  <a:gd name="T17" fmla="*/ 2006 w 2006"/>
                  <a:gd name="T18" fmla="*/ 187 h 1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6" h="187">
                    <a:moveTo>
                      <a:pt x="0" y="187"/>
                    </a:moveTo>
                    <a:lnTo>
                      <a:pt x="187" y="0"/>
                    </a:lnTo>
                    <a:lnTo>
                      <a:pt x="2006" y="0"/>
                    </a:lnTo>
                    <a:lnTo>
                      <a:pt x="1819" y="187"/>
                    </a:lnTo>
                    <a:lnTo>
                      <a:pt x="0" y="18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267226"/>
                  </a:gs>
                  <a:gs pos="100000">
                    <a:srgbClr val="339933"/>
                  </a:gs>
                </a:gsLst>
                <a:lin ang="27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" name="Freeform 144"/>
              <p:cNvSpPr/>
              <p:nvPr/>
            </p:nvSpPr>
            <p:spPr bwMode="auto">
              <a:xfrm>
                <a:off x="1680" y="2477"/>
                <a:ext cx="1824" cy="1065"/>
              </a:xfrm>
              <a:custGeom>
                <a:avLst/>
                <a:gdLst>
                  <a:gd name="T0" fmla="*/ 0 w 1824"/>
                  <a:gd name="T1" fmla="*/ 0 h 1066"/>
                  <a:gd name="T2" fmla="*/ 1824 w 1824"/>
                  <a:gd name="T3" fmla="*/ 0 h 1066"/>
                  <a:gd name="T4" fmla="*/ 1771 w 1824"/>
                  <a:gd name="T5" fmla="*/ 10 h 1066"/>
                  <a:gd name="T6" fmla="*/ 1709 w 1824"/>
                  <a:gd name="T7" fmla="*/ 19 h 1066"/>
                  <a:gd name="T8" fmla="*/ 1651 w 1824"/>
                  <a:gd name="T9" fmla="*/ 34 h 1066"/>
                  <a:gd name="T10" fmla="*/ 1584 w 1824"/>
                  <a:gd name="T11" fmla="*/ 62 h 1066"/>
                  <a:gd name="T12" fmla="*/ 1531 w 1824"/>
                  <a:gd name="T13" fmla="*/ 97 h 1066"/>
                  <a:gd name="T14" fmla="*/ 1474 w 1824"/>
                  <a:gd name="T15" fmla="*/ 135 h 1066"/>
                  <a:gd name="T16" fmla="*/ 1426 w 1824"/>
                  <a:gd name="T17" fmla="*/ 178 h 1066"/>
                  <a:gd name="T18" fmla="*/ 1368 w 1824"/>
                  <a:gd name="T19" fmla="*/ 250 h 1066"/>
                  <a:gd name="T20" fmla="*/ 1330 w 1824"/>
                  <a:gd name="T21" fmla="*/ 313 h 1066"/>
                  <a:gd name="T22" fmla="*/ 1291 w 1824"/>
                  <a:gd name="T23" fmla="*/ 361 h 1066"/>
                  <a:gd name="T24" fmla="*/ 1258 w 1824"/>
                  <a:gd name="T25" fmla="*/ 433 h 1066"/>
                  <a:gd name="T26" fmla="*/ 1133 w 1824"/>
                  <a:gd name="T27" fmla="*/ 558 h 1066"/>
                  <a:gd name="T28" fmla="*/ 1114 w 1824"/>
                  <a:gd name="T29" fmla="*/ 615 h 1066"/>
                  <a:gd name="T30" fmla="*/ 1099 w 1824"/>
                  <a:gd name="T31" fmla="*/ 673 h 1066"/>
                  <a:gd name="T32" fmla="*/ 1094 w 1824"/>
                  <a:gd name="T33" fmla="*/ 740 h 1066"/>
                  <a:gd name="T34" fmla="*/ 1099 w 1824"/>
                  <a:gd name="T35" fmla="*/ 798 h 1066"/>
                  <a:gd name="T36" fmla="*/ 1114 w 1824"/>
                  <a:gd name="T37" fmla="*/ 860 h 1066"/>
                  <a:gd name="T38" fmla="*/ 1128 w 1824"/>
                  <a:gd name="T39" fmla="*/ 918 h 1066"/>
                  <a:gd name="T40" fmla="*/ 1152 w 1824"/>
                  <a:gd name="T41" fmla="*/ 956 h 1066"/>
                  <a:gd name="T42" fmla="*/ 1277 w 1824"/>
                  <a:gd name="T43" fmla="*/ 956 h 1066"/>
                  <a:gd name="T44" fmla="*/ 1320 w 1824"/>
                  <a:gd name="T45" fmla="*/ 1004 h 1066"/>
                  <a:gd name="T46" fmla="*/ 1358 w 1824"/>
                  <a:gd name="T47" fmla="*/ 1042 h 1066"/>
                  <a:gd name="T48" fmla="*/ 1406 w 1824"/>
                  <a:gd name="T49" fmla="*/ 1066 h 1066"/>
                  <a:gd name="T50" fmla="*/ 0 w 1824"/>
                  <a:gd name="T51" fmla="*/ 1066 h 1066"/>
                  <a:gd name="T52" fmla="*/ 0 w 1824"/>
                  <a:gd name="T53" fmla="*/ 0 h 106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824"/>
                  <a:gd name="T82" fmla="*/ 0 h 1066"/>
                  <a:gd name="T83" fmla="*/ 1824 w 1824"/>
                  <a:gd name="T84" fmla="*/ 1066 h 106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1824" h="1066">
                    <a:moveTo>
                      <a:pt x="0" y="0"/>
                    </a:moveTo>
                    <a:lnTo>
                      <a:pt x="1824" y="0"/>
                    </a:lnTo>
                    <a:lnTo>
                      <a:pt x="1771" y="10"/>
                    </a:lnTo>
                    <a:lnTo>
                      <a:pt x="1709" y="19"/>
                    </a:lnTo>
                    <a:lnTo>
                      <a:pt x="1651" y="34"/>
                    </a:lnTo>
                    <a:lnTo>
                      <a:pt x="1584" y="62"/>
                    </a:lnTo>
                    <a:lnTo>
                      <a:pt x="1531" y="97"/>
                    </a:lnTo>
                    <a:lnTo>
                      <a:pt x="1474" y="135"/>
                    </a:lnTo>
                    <a:lnTo>
                      <a:pt x="1426" y="178"/>
                    </a:lnTo>
                    <a:lnTo>
                      <a:pt x="1368" y="250"/>
                    </a:lnTo>
                    <a:lnTo>
                      <a:pt x="1330" y="313"/>
                    </a:lnTo>
                    <a:lnTo>
                      <a:pt x="1291" y="361"/>
                    </a:lnTo>
                    <a:lnTo>
                      <a:pt x="1258" y="433"/>
                    </a:lnTo>
                    <a:lnTo>
                      <a:pt x="1133" y="558"/>
                    </a:lnTo>
                    <a:lnTo>
                      <a:pt x="1114" y="615"/>
                    </a:lnTo>
                    <a:lnTo>
                      <a:pt x="1099" y="673"/>
                    </a:lnTo>
                    <a:lnTo>
                      <a:pt x="1094" y="740"/>
                    </a:lnTo>
                    <a:lnTo>
                      <a:pt x="1099" y="798"/>
                    </a:lnTo>
                    <a:lnTo>
                      <a:pt x="1114" y="860"/>
                    </a:lnTo>
                    <a:lnTo>
                      <a:pt x="1128" y="918"/>
                    </a:lnTo>
                    <a:lnTo>
                      <a:pt x="1152" y="956"/>
                    </a:lnTo>
                    <a:lnTo>
                      <a:pt x="1277" y="956"/>
                    </a:lnTo>
                    <a:lnTo>
                      <a:pt x="1320" y="1004"/>
                    </a:lnTo>
                    <a:lnTo>
                      <a:pt x="1358" y="1042"/>
                    </a:lnTo>
                    <a:lnTo>
                      <a:pt x="1406" y="1066"/>
                    </a:lnTo>
                    <a:lnTo>
                      <a:pt x="0" y="10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C66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" name="Freeform 145"/>
            <p:cNvSpPr/>
            <p:nvPr/>
          </p:nvSpPr>
          <p:spPr bwMode="auto">
            <a:xfrm>
              <a:off x="3242" y="1588"/>
              <a:ext cx="717" cy="430"/>
            </a:xfrm>
            <a:custGeom>
              <a:avLst/>
              <a:gdLst>
                <a:gd name="T0" fmla="*/ 0 w 989"/>
                <a:gd name="T1" fmla="*/ 0 h 593"/>
                <a:gd name="T2" fmla="*/ 989 w 989"/>
                <a:gd name="T3" fmla="*/ 3 h 593"/>
                <a:gd name="T4" fmla="*/ 989 w 989"/>
                <a:gd name="T5" fmla="*/ 593 h 593"/>
                <a:gd name="T6" fmla="*/ 0 w 989"/>
                <a:gd name="T7" fmla="*/ 586 h 593"/>
                <a:gd name="T8" fmla="*/ 0 w 989"/>
                <a:gd name="T9" fmla="*/ 0 h 5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89"/>
                <a:gd name="T16" fmla="*/ 0 h 593"/>
                <a:gd name="T17" fmla="*/ 989 w 989"/>
                <a:gd name="T18" fmla="*/ 593 h 5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89" h="593">
                  <a:moveTo>
                    <a:pt x="0" y="0"/>
                  </a:moveTo>
                  <a:lnTo>
                    <a:pt x="989" y="3"/>
                  </a:lnTo>
                  <a:lnTo>
                    <a:pt x="989" y="593"/>
                  </a:lnTo>
                  <a:lnTo>
                    <a:pt x="0" y="58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7BCD"/>
                </a:gs>
                <a:gs pos="100000">
                  <a:srgbClr val="0099FF"/>
                </a:gs>
              </a:gsLst>
              <a:lin ang="540000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" name="Freeform 146"/>
            <p:cNvSpPr/>
            <p:nvPr/>
          </p:nvSpPr>
          <p:spPr bwMode="auto">
            <a:xfrm>
              <a:off x="3169" y="2012"/>
              <a:ext cx="790" cy="72"/>
            </a:xfrm>
            <a:custGeom>
              <a:avLst/>
              <a:gdLst>
                <a:gd name="T0" fmla="*/ 0 w 1090"/>
                <a:gd name="T1" fmla="*/ 96 h 100"/>
                <a:gd name="T2" fmla="*/ 101 w 1090"/>
                <a:gd name="T3" fmla="*/ 0 h 100"/>
                <a:gd name="T4" fmla="*/ 1090 w 1090"/>
                <a:gd name="T5" fmla="*/ 4 h 100"/>
                <a:gd name="T6" fmla="*/ 1090 w 1090"/>
                <a:gd name="T7" fmla="*/ 100 h 100"/>
                <a:gd name="T8" fmla="*/ 0 w 1090"/>
                <a:gd name="T9" fmla="*/ 96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0"/>
                <a:gd name="T16" fmla="*/ 0 h 100"/>
                <a:gd name="T17" fmla="*/ 1090 w 1090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0" h="100">
                  <a:moveTo>
                    <a:pt x="0" y="96"/>
                  </a:moveTo>
                  <a:lnTo>
                    <a:pt x="101" y="0"/>
                  </a:lnTo>
                  <a:lnTo>
                    <a:pt x="1090" y="4"/>
                  </a:lnTo>
                  <a:lnTo>
                    <a:pt x="1090" y="100"/>
                  </a:lnTo>
                  <a:lnTo>
                    <a:pt x="0" y="96"/>
                  </a:lnTo>
                  <a:close/>
                </a:path>
              </a:pathLst>
            </a:custGeom>
            <a:gradFill rotWithShape="0">
              <a:gsLst>
                <a:gs pos="0">
                  <a:srgbClr val="00CCFF"/>
                </a:gs>
                <a:gs pos="100000">
                  <a:srgbClr val="006C87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" name="Freeform 147"/>
            <p:cNvSpPr/>
            <p:nvPr/>
          </p:nvSpPr>
          <p:spPr bwMode="auto">
            <a:xfrm>
              <a:off x="3173" y="1587"/>
              <a:ext cx="73" cy="494"/>
            </a:xfrm>
            <a:custGeom>
              <a:avLst/>
              <a:gdLst>
                <a:gd name="T0" fmla="*/ 0 w 101"/>
                <a:gd name="T1" fmla="*/ 0 h 682"/>
                <a:gd name="T2" fmla="*/ 0 w 101"/>
                <a:gd name="T3" fmla="*/ 682 h 682"/>
                <a:gd name="T4" fmla="*/ 101 w 101"/>
                <a:gd name="T5" fmla="*/ 586 h 682"/>
                <a:gd name="T6" fmla="*/ 101 w 101"/>
                <a:gd name="T7" fmla="*/ 5 h 682"/>
                <a:gd name="T8" fmla="*/ 0 w 101"/>
                <a:gd name="T9" fmla="*/ 0 h 6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"/>
                <a:gd name="T16" fmla="*/ 0 h 682"/>
                <a:gd name="T17" fmla="*/ 101 w 101"/>
                <a:gd name="T18" fmla="*/ 682 h 6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" h="682">
                  <a:moveTo>
                    <a:pt x="0" y="0"/>
                  </a:moveTo>
                  <a:lnTo>
                    <a:pt x="0" y="682"/>
                  </a:lnTo>
                  <a:lnTo>
                    <a:pt x="101" y="586"/>
                  </a:lnTo>
                  <a:lnTo>
                    <a:pt x="101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" name="Freeform 148"/>
            <p:cNvSpPr/>
            <p:nvPr/>
          </p:nvSpPr>
          <p:spPr bwMode="auto">
            <a:xfrm>
              <a:off x="3365" y="1671"/>
              <a:ext cx="195" cy="196"/>
            </a:xfrm>
            <a:custGeom>
              <a:avLst/>
              <a:gdLst>
                <a:gd name="T0" fmla="*/ 1347 w 1348"/>
                <a:gd name="T1" fmla="*/ 674 h 1347"/>
                <a:gd name="T2" fmla="*/ 1313 w 1348"/>
                <a:gd name="T3" fmla="*/ 466 h 1347"/>
                <a:gd name="T4" fmla="*/ 1218 w 1348"/>
                <a:gd name="T5" fmla="*/ 277 h 1347"/>
                <a:gd name="T6" fmla="*/ 1069 w 1348"/>
                <a:gd name="T7" fmla="*/ 128 h 1347"/>
                <a:gd name="T8" fmla="*/ 881 w 1348"/>
                <a:gd name="T9" fmla="*/ 33 h 1347"/>
                <a:gd name="T10" fmla="*/ 673 w 1348"/>
                <a:gd name="T11" fmla="*/ 0 h 1347"/>
                <a:gd name="T12" fmla="*/ 465 w 1348"/>
                <a:gd name="T13" fmla="*/ 33 h 1347"/>
                <a:gd name="T14" fmla="*/ 278 w 1348"/>
                <a:gd name="T15" fmla="*/ 128 h 1347"/>
                <a:gd name="T16" fmla="*/ 129 w 1348"/>
                <a:gd name="T17" fmla="*/ 277 h 1347"/>
                <a:gd name="T18" fmla="*/ 33 w 1348"/>
                <a:gd name="T19" fmla="*/ 466 h 1347"/>
                <a:gd name="T20" fmla="*/ 0 w 1348"/>
                <a:gd name="T21" fmla="*/ 674 h 1347"/>
                <a:gd name="T22" fmla="*/ 33 w 1348"/>
                <a:gd name="T23" fmla="*/ 882 h 1347"/>
                <a:gd name="T24" fmla="*/ 129 w 1348"/>
                <a:gd name="T25" fmla="*/ 1070 h 1347"/>
                <a:gd name="T26" fmla="*/ 278 w 1348"/>
                <a:gd name="T27" fmla="*/ 1219 h 1347"/>
                <a:gd name="T28" fmla="*/ 465 w 1348"/>
                <a:gd name="T29" fmla="*/ 1314 h 1347"/>
                <a:gd name="T30" fmla="*/ 673 w 1348"/>
                <a:gd name="T31" fmla="*/ 1347 h 1347"/>
                <a:gd name="T32" fmla="*/ 881 w 1348"/>
                <a:gd name="T33" fmla="*/ 1314 h 1347"/>
                <a:gd name="T34" fmla="*/ 1069 w 1348"/>
                <a:gd name="T35" fmla="*/ 1219 h 1347"/>
                <a:gd name="T36" fmla="*/ 1218 w 1348"/>
                <a:gd name="T37" fmla="*/ 1070 h 1347"/>
                <a:gd name="T38" fmla="*/ 1313 w 1348"/>
                <a:gd name="T39" fmla="*/ 882 h 1347"/>
                <a:gd name="T40" fmla="*/ 1347 w 1348"/>
                <a:gd name="T41" fmla="*/ 674 h 1347"/>
                <a:gd name="T42" fmla="*/ 1348 w 1348"/>
                <a:gd name="T43" fmla="*/ 674 h 134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348"/>
                <a:gd name="T67" fmla="*/ 0 h 1347"/>
                <a:gd name="T68" fmla="*/ 1348 w 1348"/>
                <a:gd name="T69" fmla="*/ 1347 h 134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348" h="1347">
                  <a:moveTo>
                    <a:pt x="1347" y="674"/>
                  </a:moveTo>
                  <a:lnTo>
                    <a:pt x="1313" y="466"/>
                  </a:lnTo>
                  <a:lnTo>
                    <a:pt x="1218" y="277"/>
                  </a:lnTo>
                  <a:lnTo>
                    <a:pt x="1069" y="128"/>
                  </a:lnTo>
                  <a:lnTo>
                    <a:pt x="881" y="33"/>
                  </a:lnTo>
                  <a:lnTo>
                    <a:pt x="673" y="0"/>
                  </a:lnTo>
                  <a:lnTo>
                    <a:pt x="465" y="33"/>
                  </a:lnTo>
                  <a:lnTo>
                    <a:pt x="278" y="128"/>
                  </a:lnTo>
                  <a:lnTo>
                    <a:pt x="129" y="277"/>
                  </a:lnTo>
                  <a:lnTo>
                    <a:pt x="33" y="466"/>
                  </a:lnTo>
                  <a:lnTo>
                    <a:pt x="0" y="674"/>
                  </a:lnTo>
                  <a:lnTo>
                    <a:pt x="33" y="882"/>
                  </a:lnTo>
                  <a:lnTo>
                    <a:pt x="129" y="1070"/>
                  </a:lnTo>
                  <a:lnTo>
                    <a:pt x="278" y="1219"/>
                  </a:lnTo>
                  <a:lnTo>
                    <a:pt x="465" y="1314"/>
                  </a:lnTo>
                  <a:lnTo>
                    <a:pt x="673" y="1347"/>
                  </a:lnTo>
                  <a:lnTo>
                    <a:pt x="881" y="1314"/>
                  </a:lnTo>
                  <a:lnTo>
                    <a:pt x="1069" y="1219"/>
                  </a:lnTo>
                  <a:lnTo>
                    <a:pt x="1218" y="1070"/>
                  </a:lnTo>
                  <a:lnTo>
                    <a:pt x="1313" y="882"/>
                  </a:lnTo>
                  <a:lnTo>
                    <a:pt x="1347" y="674"/>
                  </a:lnTo>
                  <a:lnTo>
                    <a:pt x="1348" y="67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" name="Freeform 149"/>
            <p:cNvSpPr/>
            <p:nvPr/>
          </p:nvSpPr>
          <p:spPr bwMode="auto">
            <a:xfrm>
              <a:off x="3364" y="1672"/>
              <a:ext cx="195" cy="197"/>
            </a:xfrm>
            <a:custGeom>
              <a:avLst/>
              <a:gdLst>
                <a:gd name="T0" fmla="*/ 108 w 269"/>
                <a:gd name="T1" fmla="*/ 0 h 271"/>
                <a:gd name="T2" fmla="*/ 96 w 269"/>
                <a:gd name="T3" fmla="*/ 31 h 271"/>
                <a:gd name="T4" fmla="*/ 101 w 269"/>
                <a:gd name="T5" fmla="*/ 62 h 271"/>
                <a:gd name="T6" fmla="*/ 113 w 269"/>
                <a:gd name="T7" fmla="*/ 96 h 271"/>
                <a:gd name="T8" fmla="*/ 134 w 269"/>
                <a:gd name="T9" fmla="*/ 127 h 271"/>
                <a:gd name="T10" fmla="*/ 163 w 269"/>
                <a:gd name="T11" fmla="*/ 146 h 271"/>
                <a:gd name="T12" fmla="*/ 189 w 269"/>
                <a:gd name="T13" fmla="*/ 160 h 271"/>
                <a:gd name="T14" fmla="*/ 221 w 269"/>
                <a:gd name="T15" fmla="*/ 165 h 271"/>
                <a:gd name="T16" fmla="*/ 269 w 269"/>
                <a:gd name="T17" fmla="*/ 162 h 271"/>
                <a:gd name="T18" fmla="*/ 259 w 269"/>
                <a:gd name="T19" fmla="*/ 201 h 271"/>
                <a:gd name="T20" fmla="*/ 235 w 269"/>
                <a:gd name="T21" fmla="*/ 233 h 271"/>
                <a:gd name="T22" fmla="*/ 206 w 269"/>
                <a:gd name="T23" fmla="*/ 257 h 271"/>
                <a:gd name="T24" fmla="*/ 170 w 269"/>
                <a:gd name="T25" fmla="*/ 271 h 271"/>
                <a:gd name="T26" fmla="*/ 120 w 269"/>
                <a:gd name="T27" fmla="*/ 269 h 271"/>
                <a:gd name="T28" fmla="*/ 84 w 269"/>
                <a:gd name="T29" fmla="*/ 257 h 271"/>
                <a:gd name="T30" fmla="*/ 50 w 269"/>
                <a:gd name="T31" fmla="*/ 238 h 271"/>
                <a:gd name="T32" fmla="*/ 33 w 269"/>
                <a:gd name="T33" fmla="*/ 218 h 271"/>
                <a:gd name="T34" fmla="*/ 12 w 269"/>
                <a:gd name="T35" fmla="*/ 191 h 271"/>
                <a:gd name="T36" fmla="*/ 0 w 269"/>
                <a:gd name="T37" fmla="*/ 151 h 271"/>
                <a:gd name="T38" fmla="*/ 0 w 269"/>
                <a:gd name="T39" fmla="*/ 105 h 271"/>
                <a:gd name="T40" fmla="*/ 14 w 269"/>
                <a:gd name="T41" fmla="*/ 69 h 271"/>
                <a:gd name="T42" fmla="*/ 31 w 269"/>
                <a:gd name="T43" fmla="*/ 40 h 271"/>
                <a:gd name="T44" fmla="*/ 67 w 269"/>
                <a:gd name="T45" fmla="*/ 14 h 271"/>
                <a:gd name="T46" fmla="*/ 108 w 269"/>
                <a:gd name="T47" fmla="*/ 0 h 27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269"/>
                <a:gd name="T73" fmla="*/ 0 h 271"/>
                <a:gd name="T74" fmla="*/ 269 w 269"/>
                <a:gd name="T75" fmla="*/ 271 h 271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269" h="271">
                  <a:moveTo>
                    <a:pt x="108" y="0"/>
                  </a:moveTo>
                  <a:lnTo>
                    <a:pt x="96" y="31"/>
                  </a:lnTo>
                  <a:lnTo>
                    <a:pt x="101" y="62"/>
                  </a:lnTo>
                  <a:lnTo>
                    <a:pt x="113" y="96"/>
                  </a:lnTo>
                  <a:lnTo>
                    <a:pt x="134" y="127"/>
                  </a:lnTo>
                  <a:lnTo>
                    <a:pt x="163" y="146"/>
                  </a:lnTo>
                  <a:lnTo>
                    <a:pt x="189" y="160"/>
                  </a:lnTo>
                  <a:lnTo>
                    <a:pt x="221" y="165"/>
                  </a:lnTo>
                  <a:lnTo>
                    <a:pt x="269" y="162"/>
                  </a:lnTo>
                  <a:lnTo>
                    <a:pt x="259" y="201"/>
                  </a:lnTo>
                  <a:lnTo>
                    <a:pt x="235" y="233"/>
                  </a:lnTo>
                  <a:lnTo>
                    <a:pt x="206" y="257"/>
                  </a:lnTo>
                  <a:lnTo>
                    <a:pt x="170" y="271"/>
                  </a:lnTo>
                  <a:lnTo>
                    <a:pt x="120" y="269"/>
                  </a:lnTo>
                  <a:lnTo>
                    <a:pt x="84" y="257"/>
                  </a:lnTo>
                  <a:lnTo>
                    <a:pt x="50" y="238"/>
                  </a:lnTo>
                  <a:lnTo>
                    <a:pt x="33" y="218"/>
                  </a:lnTo>
                  <a:lnTo>
                    <a:pt x="12" y="191"/>
                  </a:lnTo>
                  <a:lnTo>
                    <a:pt x="0" y="151"/>
                  </a:lnTo>
                  <a:lnTo>
                    <a:pt x="0" y="105"/>
                  </a:lnTo>
                  <a:lnTo>
                    <a:pt x="14" y="69"/>
                  </a:lnTo>
                  <a:lnTo>
                    <a:pt x="31" y="40"/>
                  </a:lnTo>
                  <a:lnTo>
                    <a:pt x="67" y="14"/>
                  </a:lnTo>
                  <a:lnTo>
                    <a:pt x="108" y="0"/>
                  </a:lnTo>
                  <a:close/>
                </a:path>
              </a:pathLst>
            </a:custGeom>
            <a:gradFill rotWithShape="0">
              <a:gsLst>
                <a:gs pos="0">
                  <a:srgbClr val="5F5F00"/>
                </a:gs>
                <a:gs pos="50000">
                  <a:srgbClr val="FFFF00"/>
                </a:gs>
                <a:gs pos="100000">
                  <a:srgbClr val="5F5F00"/>
                </a:gs>
              </a:gsLst>
              <a:lin ang="270000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" name="Freeform 150"/>
            <p:cNvSpPr/>
            <p:nvPr/>
          </p:nvSpPr>
          <p:spPr bwMode="auto">
            <a:xfrm>
              <a:off x="3707" y="1668"/>
              <a:ext cx="195" cy="196"/>
            </a:xfrm>
            <a:custGeom>
              <a:avLst/>
              <a:gdLst>
                <a:gd name="T0" fmla="*/ 1346 w 1347"/>
                <a:gd name="T1" fmla="*/ 674 h 1347"/>
                <a:gd name="T2" fmla="*/ 1313 w 1347"/>
                <a:gd name="T3" fmla="*/ 466 h 1347"/>
                <a:gd name="T4" fmla="*/ 1218 w 1347"/>
                <a:gd name="T5" fmla="*/ 277 h 1347"/>
                <a:gd name="T6" fmla="*/ 1069 w 1347"/>
                <a:gd name="T7" fmla="*/ 128 h 1347"/>
                <a:gd name="T8" fmla="*/ 881 w 1347"/>
                <a:gd name="T9" fmla="*/ 33 h 1347"/>
                <a:gd name="T10" fmla="*/ 673 w 1347"/>
                <a:gd name="T11" fmla="*/ 0 h 1347"/>
                <a:gd name="T12" fmla="*/ 464 w 1347"/>
                <a:gd name="T13" fmla="*/ 33 h 1347"/>
                <a:gd name="T14" fmla="*/ 277 w 1347"/>
                <a:gd name="T15" fmla="*/ 128 h 1347"/>
                <a:gd name="T16" fmla="*/ 128 w 1347"/>
                <a:gd name="T17" fmla="*/ 277 h 1347"/>
                <a:gd name="T18" fmla="*/ 32 w 1347"/>
                <a:gd name="T19" fmla="*/ 466 h 1347"/>
                <a:gd name="T20" fmla="*/ 0 w 1347"/>
                <a:gd name="T21" fmla="*/ 674 h 1347"/>
                <a:gd name="T22" fmla="*/ 32 w 1347"/>
                <a:gd name="T23" fmla="*/ 882 h 1347"/>
                <a:gd name="T24" fmla="*/ 128 w 1347"/>
                <a:gd name="T25" fmla="*/ 1070 h 1347"/>
                <a:gd name="T26" fmla="*/ 277 w 1347"/>
                <a:gd name="T27" fmla="*/ 1219 h 1347"/>
                <a:gd name="T28" fmla="*/ 464 w 1347"/>
                <a:gd name="T29" fmla="*/ 1314 h 1347"/>
                <a:gd name="T30" fmla="*/ 673 w 1347"/>
                <a:gd name="T31" fmla="*/ 1347 h 1347"/>
                <a:gd name="T32" fmla="*/ 881 w 1347"/>
                <a:gd name="T33" fmla="*/ 1314 h 1347"/>
                <a:gd name="T34" fmla="*/ 1069 w 1347"/>
                <a:gd name="T35" fmla="*/ 1219 h 1347"/>
                <a:gd name="T36" fmla="*/ 1218 w 1347"/>
                <a:gd name="T37" fmla="*/ 1070 h 1347"/>
                <a:gd name="T38" fmla="*/ 1313 w 1347"/>
                <a:gd name="T39" fmla="*/ 882 h 1347"/>
                <a:gd name="T40" fmla="*/ 1346 w 1347"/>
                <a:gd name="T41" fmla="*/ 674 h 1347"/>
                <a:gd name="T42" fmla="*/ 1347 w 1347"/>
                <a:gd name="T43" fmla="*/ 674 h 134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347"/>
                <a:gd name="T67" fmla="*/ 0 h 1347"/>
                <a:gd name="T68" fmla="*/ 1347 w 1347"/>
                <a:gd name="T69" fmla="*/ 1347 h 134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347" h="1347">
                  <a:moveTo>
                    <a:pt x="1346" y="674"/>
                  </a:moveTo>
                  <a:lnTo>
                    <a:pt x="1313" y="466"/>
                  </a:lnTo>
                  <a:lnTo>
                    <a:pt x="1218" y="277"/>
                  </a:lnTo>
                  <a:lnTo>
                    <a:pt x="1069" y="128"/>
                  </a:lnTo>
                  <a:lnTo>
                    <a:pt x="881" y="33"/>
                  </a:lnTo>
                  <a:lnTo>
                    <a:pt x="673" y="0"/>
                  </a:lnTo>
                  <a:lnTo>
                    <a:pt x="464" y="33"/>
                  </a:lnTo>
                  <a:lnTo>
                    <a:pt x="277" y="128"/>
                  </a:lnTo>
                  <a:lnTo>
                    <a:pt x="128" y="277"/>
                  </a:lnTo>
                  <a:lnTo>
                    <a:pt x="32" y="466"/>
                  </a:lnTo>
                  <a:lnTo>
                    <a:pt x="0" y="674"/>
                  </a:lnTo>
                  <a:lnTo>
                    <a:pt x="32" y="882"/>
                  </a:lnTo>
                  <a:lnTo>
                    <a:pt x="128" y="1070"/>
                  </a:lnTo>
                  <a:lnTo>
                    <a:pt x="277" y="1219"/>
                  </a:lnTo>
                  <a:lnTo>
                    <a:pt x="464" y="1314"/>
                  </a:lnTo>
                  <a:lnTo>
                    <a:pt x="673" y="1347"/>
                  </a:lnTo>
                  <a:lnTo>
                    <a:pt x="881" y="1314"/>
                  </a:lnTo>
                  <a:lnTo>
                    <a:pt x="1069" y="1219"/>
                  </a:lnTo>
                  <a:lnTo>
                    <a:pt x="1218" y="1070"/>
                  </a:lnTo>
                  <a:lnTo>
                    <a:pt x="1313" y="882"/>
                  </a:lnTo>
                  <a:lnTo>
                    <a:pt x="1346" y="674"/>
                  </a:lnTo>
                  <a:lnTo>
                    <a:pt x="1347" y="67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" name="Freeform 151"/>
            <p:cNvSpPr/>
            <p:nvPr/>
          </p:nvSpPr>
          <p:spPr bwMode="auto">
            <a:xfrm>
              <a:off x="3707" y="1669"/>
              <a:ext cx="192" cy="198"/>
            </a:xfrm>
            <a:custGeom>
              <a:avLst/>
              <a:gdLst>
                <a:gd name="T0" fmla="*/ 103 w 265"/>
                <a:gd name="T1" fmla="*/ 0 h 272"/>
                <a:gd name="T2" fmla="*/ 96 w 265"/>
                <a:gd name="T3" fmla="*/ 35 h 272"/>
                <a:gd name="T4" fmla="*/ 101 w 265"/>
                <a:gd name="T5" fmla="*/ 66 h 272"/>
                <a:gd name="T6" fmla="*/ 113 w 265"/>
                <a:gd name="T7" fmla="*/ 100 h 272"/>
                <a:gd name="T8" fmla="*/ 134 w 265"/>
                <a:gd name="T9" fmla="*/ 131 h 272"/>
                <a:gd name="T10" fmla="*/ 163 w 265"/>
                <a:gd name="T11" fmla="*/ 150 h 272"/>
                <a:gd name="T12" fmla="*/ 189 w 265"/>
                <a:gd name="T13" fmla="*/ 164 h 272"/>
                <a:gd name="T14" fmla="*/ 221 w 265"/>
                <a:gd name="T15" fmla="*/ 169 h 272"/>
                <a:gd name="T16" fmla="*/ 265 w 265"/>
                <a:gd name="T17" fmla="*/ 166 h 272"/>
                <a:gd name="T18" fmla="*/ 254 w 265"/>
                <a:gd name="T19" fmla="*/ 200 h 272"/>
                <a:gd name="T20" fmla="*/ 230 w 265"/>
                <a:gd name="T21" fmla="*/ 232 h 272"/>
                <a:gd name="T22" fmla="*/ 199 w 265"/>
                <a:gd name="T23" fmla="*/ 256 h 272"/>
                <a:gd name="T24" fmla="*/ 163 w 265"/>
                <a:gd name="T25" fmla="*/ 270 h 272"/>
                <a:gd name="T26" fmla="*/ 120 w 265"/>
                <a:gd name="T27" fmla="*/ 272 h 272"/>
                <a:gd name="T28" fmla="*/ 86 w 265"/>
                <a:gd name="T29" fmla="*/ 263 h 272"/>
                <a:gd name="T30" fmla="*/ 55 w 265"/>
                <a:gd name="T31" fmla="*/ 241 h 272"/>
                <a:gd name="T32" fmla="*/ 33 w 265"/>
                <a:gd name="T33" fmla="*/ 222 h 272"/>
                <a:gd name="T34" fmla="*/ 9 w 265"/>
                <a:gd name="T35" fmla="*/ 188 h 272"/>
                <a:gd name="T36" fmla="*/ 0 w 265"/>
                <a:gd name="T37" fmla="*/ 155 h 272"/>
                <a:gd name="T38" fmla="*/ 0 w 265"/>
                <a:gd name="T39" fmla="*/ 114 h 272"/>
                <a:gd name="T40" fmla="*/ 9 w 265"/>
                <a:gd name="T41" fmla="*/ 73 h 272"/>
                <a:gd name="T42" fmla="*/ 32 w 265"/>
                <a:gd name="T43" fmla="*/ 38 h 272"/>
                <a:gd name="T44" fmla="*/ 60 w 265"/>
                <a:gd name="T45" fmla="*/ 16 h 272"/>
                <a:gd name="T46" fmla="*/ 103 w 265"/>
                <a:gd name="T47" fmla="*/ 0 h 27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265"/>
                <a:gd name="T73" fmla="*/ 0 h 272"/>
                <a:gd name="T74" fmla="*/ 265 w 265"/>
                <a:gd name="T75" fmla="*/ 272 h 27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265" h="272">
                  <a:moveTo>
                    <a:pt x="103" y="0"/>
                  </a:moveTo>
                  <a:lnTo>
                    <a:pt x="96" y="35"/>
                  </a:lnTo>
                  <a:lnTo>
                    <a:pt x="101" y="66"/>
                  </a:lnTo>
                  <a:lnTo>
                    <a:pt x="113" y="100"/>
                  </a:lnTo>
                  <a:lnTo>
                    <a:pt x="134" y="131"/>
                  </a:lnTo>
                  <a:lnTo>
                    <a:pt x="163" y="150"/>
                  </a:lnTo>
                  <a:lnTo>
                    <a:pt x="189" y="164"/>
                  </a:lnTo>
                  <a:lnTo>
                    <a:pt x="221" y="169"/>
                  </a:lnTo>
                  <a:lnTo>
                    <a:pt x="265" y="166"/>
                  </a:lnTo>
                  <a:lnTo>
                    <a:pt x="254" y="200"/>
                  </a:lnTo>
                  <a:lnTo>
                    <a:pt x="230" y="232"/>
                  </a:lnTo>
                  <a:lnTo>
                    <a:pt x="199" y="256"/>
                  </a:lnTo>
                  <a:lnTo>
                    <a:pt x="163" y="270"/>
                  </a:lnTo>
                  <a:lnTo>
                    <a:pt x="120" y="272"/>
                  </a:lnTo>
                  <a:lnTo>
                    <a:pt x="86" y="263"/>
                  </a:lnTo>
                  <a:lnTo>
                    <a:pt x="55" y="241"/>
                  </a:lnTo>
                  <a:lnTo>
                    <a:pt x="33" y="222"/>
                  </a:lnTo>
                  <a:lnTo>
                    <a:pt x="9" y="188"/>
                  </a:lnTo>
                  <a:lnTo>
                    <a:pt x="0" y="155"/>
                  </a:lnTo>
                  <a:lnTo>
                    <a:pt x="0" y="114"/>
                  </a:lnTo>
                  <a:lnTo>
                    <a:pt x="9" y="73"/>
                  </a:lnTo>
                  <a:lnTo>
                    <a:pt x="32" y="38"/>
                  </a:lnTo>
                  <a:lnTo>
                    <a:pt x="60" y="16"/>
                  </a:lnTo>
                  <a:lnTo>
                    <a:pt x="103" y="0"/>
                  </a:lnTo>
                  <a:close/>
                </a:path>
              </a:pathLst>
            </a:custGeom>
            <a:gradFill rotWithShape="0">
              <a:gsLst>
                <a:gs pos="0">
                  <a:srgbClr val="696900"/>
                </a:gs>
                <a:gs pos="50000">
                  <a:srgbClr val="FFFF00"/>
                </a:gs>
                <a:gs pos="100000">
                  <a:srgbClr val="696900"/>
                </a:gs>
              </a:gsLst>
              <a:lin ang="270000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3" name="Text Box 199"/>
          <p:cNvSpPr txBox="1">
            <a:spLocks noChangeArrowheads="1"/>
          </p:cNvSpPr>
          <p:nvPr/>
        </p:nvSpPr>
        <p:spPr bwMode="auto">
          <a:xfrm>
            <a:off x="3321069" y="4805557"/>
            <a:ext cx="3067050" cy="58578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如何表达它们？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Box 200"/>
          <p:cNvSpPr txBox="1">
            <a:spLocks noChangeArrowheads="1"/>
          </p:cNvSpPr>
          <p:nvPr/>
        </p:nvSpPr>
        <p:spPr bwMode="auto">
          <a:xfrm>
            <a:off x="6841425" y="4805557"/>
            <a:ext cx="1420582" cy="58477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三视图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Group 182"/>
          <p:cNvGrpSpPr/>
          <p:nvPr/>
        </p:nvGrpSpPr>
        <p:grpSpPr bwMode="auto">
          <a:xfrm>
            <a:off x="6936097" y="1656993"/>
            <a:ext cx="2524125" cy="2566987"/>
            <a:chOff x="3767" y="2252"/>
            <a:chExt cx="1590" cy="1617"/>
          </a:xfrm>
        </p:grpSpPr>
        <p:grpSp>
          <p:nvGrpSpPr>
            <p:cNvPr id="26" name="Group 183"/>
            <p:cNvGrpSpPr/>
            <p:nvPr/>
          </p:nvGrpSpPr>
          <p:grpSpPr bwMode="auto">
            <a:xfrm>
              <a:off x="3767" y="2252"/>
              <a:ext cx="1590" cy="1617"/>
              <a:chOff x="580" y="2662"/>
              <a:chExt cx="1154" cy="1174"/>
            </a:xfrm>
          </p:grpSpPr>
          <p:sp>
            <p:nvSpPr>
              <p:cNvPr id="33" name="Freeform 184"/>
              <p:cNvSpPr/>
              <p:nvPr/>
            </p:nvSpPr>
            <p:spPr bwMode="auto">
              <a:xfrm>
                <a:off x="580" y="2781"/>
                <a:ext cx="957" cy="771"/>
              </a:xfrm>
              <a:custGeom>
                <a:avLst/>
                <a:gdLst>
                  <a:gd name="T0" fmla="*/ 495 w 957"/>
                  <a:gd name="T1" fmla="*/ 0 h 771"/>
                  <a:gd name="T2" fmla="*/ 957 w 957"/>
                  <a:gd name="T3" fmla="*/ 265 h 771"/>
                  <a:gd name="T4" fmla="*/ 452 w 957"/>
                  <a:gd name="T5" fmla="*/ 771 h 771"/>
                  <a:gd name="T6" fmla="*/ 0 w 957"/>
                  <a:gd name="T7" fmla="*/ 500 h 771"/>
                  <a:gd name="T8" fmla="*/ 495 w 957"/>
                  <a:gd name="T9" fmla="*/ 0 h 7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57"/>
                  <a:gd name="T16" fmla="*/ 0 h 771"/>
                  <a:gd name="T17" fmla="*/ 957 w 957"/>
                  <a:gd name="T18" fmla="*/ 771 h 77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57" h="771">
                    <a:moveTo>
                      <a:pt x="495" y="0"/>
                    </a:moveTo>
                    <a:lnTo>
                      <a:pt x="957" y="265"/>
                    </a:lnTo>
                    <a:lnTo>
                      <a:pt x="452" y="771"/>
                    </a:lnTo>
                    <a:lnTo>
                      <a:pt x="0" y="500"/>
                    </a:lnTo>
                    <a:lnTo>
                      <a:pt x="495" y="0"/>
                    </a:lnTo>
                    <a:close/>
                  </a:path>
                </a:pathLst>
              </a:custGeom>
              <a:solidFill>
                <a:srgbClr val="FF3399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4" name="Freeform 185"/>
              <p:cNvSpPr/>
              <p:nvPr/>
            </p:nvSpPr>
            <p:spPr bwMode="auto">
              <a:xfrm>
                <a:off x="1066" y="2662"/>
                <a:ext cx="668" cy="393"/>
              </a:xfrm>
              <a:custGeom>
                <a:avLst/>
                <a:gdLst/>
                <a:ahLst/>
                <a:cxnLst>
                  <a:cxn ang="0">
                    <a:pos x="0" y="128"/>
                  </a:cxn>
                  <a:cxn ang="0">
                    <a:pos x="207" y="0"/>
                  </a:cxn>
                  <a:cxn ang="0">
                    <a:pos x="668" y="273"/>
                  </a:cxn>
                  <a:cxn ang="0">
                    <a:pos x="462" y="393"/>
                  </a:cxn>
                  <a:cxn ang="0">
                    <a:pos x="0" y="128"/>
                  </a:cxn>
                </a:cxnLst>
                <a:rect l="0" t="0" r="r" b="b"/>
                <a:pathLst>
                  <a:path w="668" h="393">
                    <a:moveTo>
                      <a:pt x="0" y="128"/>
                    </a:moveTo>
                    <a:lnTo>
                      <a:pt x="207" y="0"/>
                    </a:lnTo>
                    <a:lnTo>
                      <a:pt x="668" y="273"/>
                    </a:lnTo>
                    <a:lnTo>
                      <a:pt x="462" y="393"/>
                    </a:lnTo>
                    <a:lnTo>
                      <a:pt x="0" y="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CC99">
                      <a:gamma/>
                      <a:shade val="62745"/>
                      <a:invGamma/>
                    </a:srgbClr>
                  </a:gs>
                  <a:gs pos="100000">
                    <a:srgbClr val="00CC99"/>
                  </a:gs>
                </a:gsLst>
                <a:lin ang="5400000" scaled="1"/>
              </a:gra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9" name="Freeform 186"/>
              <p:cNvSpPr/>
              <p:nvPr/>
            </p:nvSpPr>
            <p:spPr bwMode="auto">
              <a:xfrm>
                <a:off x="580" y="3282"/>
                <a:ext cx="459" cy="554"/>
              </a:xfrm>
              <a:custGeom>
                <a:avLst/>
                <a:gdLst>
                  <a:gd name="T0" fmla="*/ 0 w 644"/>
                  <a:gd name="T1" fmla="*/ 0 h 777"/>
                  <a:gd name="T2" fmla="*/ 0 w 644"/>
                  <a:gd name="T3" fmla="*/ 417 h 777"/>
                  <a:gd name="T4" fmla="*/ 644 w 644"/>
                  <a:gd name="T5" fmla="*/ 777 h 777"/>
                  <a:gd name="T6" fmla="*/ 644 w 644"/>
                  <a:gd name="T7" fmla="*/ 374 h 777"/>
                  <a:gd name="T8" fmla="*/ 0 w 644"/>
                  <a:gd name="T9" fmla="*/ 0 h 7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44"/>
                  <a:gd name="T16" fmla="*/ 0 h 777"/>
                  <a:gd name="T17" fmla="*/ 644 w 644"/>
                  <a:gd name="T18" fmla="*/ 777 h 7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44" h="777">
                    <a:moveTo>
                      <a:pt x="0" y="0"/>
                    </a:moveTo>
                    <a:lnTo>
                      <a:pt x="0" y="417"/>
                    </a:lnTo>
                    <a:lnTo>
                      <a:pt x="644" y="777"/>
                    </a:lnTo>
                    <a:lnTo>
                      <a:pt x="644" y="374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5E47"/>
                  </a:gs>
                  <a:gs pos="100000">
                    <a:srgbClr val="00CC99"/>
                  </a:gs>
                </a:gsLst>
                <a:lin ang="189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0" name="Freeform 187"/>
              <p:cNvSpPr/>
              <p:nvPr/>
            </p:nvSpPr>
            <p:spPr bwMode="auto">
              <a:xfrm>
                <a:off x="1032" y="2935"/>
                <a:ext cx="702" cy="901"/>
              </a:xfrm>
              <a:custGeom>
                <a:avLst/>
                <a:gdLst>
                  <a:gd name="T0" fmla="*/ 684 w 984"/>
                  <a:gd name="T1" fmla="*/ 156 h 1262"/>
                  <a:gd name="T2" fmla="*/ 984 w 984"/>
                  <a:gd name="T3" fmla="*/ 0 h 1262"/>
                  <a:gd name="T4" fmla="*/ 984 w 984"/>
                  <a:gd name="T5" fmla="*/ 708 h 1262"/>
                  <a:gd name="T6" fmla="*/ 0 w 984"/>
                  <a:gd name="T7" fmla="*/ 1262 h 1262"/>
                  <a:gd name="T8" fmla="*/ 0 w 984"/>
                  <a:gd name="T9" fmla="*/ 852 h 1262"/>
                  <a:gd name="T10" fmla="*/ 684 w 984"/>
                  <a:gd name="T11" fmla="*/ 156 h 126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84"/>
                  <a:gd name="T19" fmla="*/ 0 h 1262"/>
                  <a:gd name="T20" fmla="*/ 984 w 984"/>
                  <a:gd name="T21" fmla="*/ 1262 h 126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84" h="1262">
                    <a:moveTo>
                      <a:pt x="684" y="156"/>
                    </a:moveTo>
                    <a:lnTo>
                      <a:pt x="984" y="0"/>
                    </a:lnTo>
                    <a:lnTo>
                      <a:pt x="984" y="708"/>
                    </a:lnTo>
                    <a:lnTo>
                      <a:pt x="0" y="1262"/>
                    </a:lnTo>
                    <a:lnTo>
                      <a:pt x="0" y="852"/>
                    </a:lnTo>
                    <a:lnTo>
                      <a:pt x="684" y="15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339933"/>
                  </a:gs>
                  <a:gs pos="100000">
                    <a:srgbClr val="256F25"/>
                  </a:gs>
                </a:gsLst>
                <a:lin ang="27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7" name="Group 188"/>
            <p:cNvGrpSpPr/>
            <p:nvPr/>
          </p:nvGrpSpPr>
          <p:grpSpPr bwMode="auto">
            <a:xfrm>
              <a:off x="3919" y="2542"/>
              <a:ext cx="593" cy="533"/>
              <a:chOff x="3919" y="2542"/>
              <a:chExt cx="593" cy="533"/>
            </a:xfrm>
          </p:grpSpPr>
          <p:sp>
            <p:nvSpPr>
              <p:cNvPr id="31" name="Freeform 189"/>
              <p:cNvSpPr/>
              <p:nvPr/>
            </p:nvSpPr>
            <p:spPr bwMode="auto">
              <a:xfrm>
                <a:off x="3919" y="2542"/>
                <a:ext cx="567" cy="533"/>
              </a:xfrm>
              <a:custGeom>
                <a:avLst/>
                <a:gdLst>
                  <a:gd name="T0" fmla="*/ 320 w 579"/>
                  <a:gd name="T1" fmla="*/ 0 h 543"/>
                  <a:gd name="T2" fmla="*/ 579 w 579"/>
                  <a:gd name="T3" fmla="*/ 184 h 543"/>
                  <a:gd name="T4" fmla="*/ 226 w 579"/>
                  <a:gd name="T5" fmla="*/ 543 h 543"/>
                  <a:gd name="T6" fmla="*/ 0 w 579"/>
                  <a:gd name="T7" fmla="*/ 413 h 543"/>
                  <a:gd name="T8" fmla="*/ 320 w 579"/>
                  <a:gd name="T9" fmla="*/ 0 h 5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9"/>
                  <a:gd name="T16" fmla="*/ 0 h 543"/>
                  <a:gd name="T17" fmla="*/ 579 w 579"/>
                  <a:gd name="T18" fmla="*/ 543 h 5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9" h="543">
                    <a:moveTo>
                      <a:pt x="320" y="0"/>
                    </a:moveTo>
                    <a:lnTo>
                      <a:pt x="579" y="184"/>
                    </a:lnTo>
                    <a:lnTo>
                      <a:pt x="226" y="543"/>
                    </a:lnTo>
                    <a:lnTo>
                      <a:pt x="0" y="413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2" name="Freeform 190"/>
              <p:cNvSpPr/>
              <p:nvPr/>
            </p:nvSpPr>
            <p:spPr bwMode="auto">
              <a:xfrm>
                <a:off x="4277" y="2577"/>
                <a:ext cx="235" cy="368"/>
              </a:xfrm>
              <a:custGeom>
                <a:avLst/>
                <a:gdLst>
                  <a:gd name="T0" fmla="*/ 0 w 240"/>
                  <a:gd name="T1" fmla="*/ 0 h 375"/>
                  <a:gd name="T2" fmla="*/ 0 w 240"/>
                  <a:gd name="T3" fmla="*/ 375 h 375"/>
                  <a:gd name="T4" fmla="*/ 240 w 240"/>
                  <a:gd name="T5" fmla="*/ 139 h 375"/>
                  <a:gd name="T6" fmla="*/ 0 w 240"/>
                  <a:gd name="T7" fmla="*/ 0 h 37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0"/>
                  <a:gd name="T13" fmla="*/ 0 h 375"/>
                  <a:gd name="T14" fmla="*/ 240 w 240"/>
                  <a:gd name="T15" fmla="*/ 375 h 37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0" h="375">
                    <a:moveTo>
                      <a:pt x="0" y="0"/>
                    </a:moveTo>
                    <a:lnTo>
                      <a:pt x="0" y="375"/>
                    </a:lnTo>
                    <a:lnTo>
                      <a:pt x="240" y="139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66"/>
                  </a:gs>
                  <a:gs pos="100000">
                    <a:srgbClr val="765E2F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" name="Group 192"/>
            <p:cNvGrpSpPr/>
            <p:nvPr/>
          </p:nvGrpSpPr>
          <p:grpSpPr bwMode="auto">
            <a:xfrm>
              <a:off x="4529" y="2511"/>
              <a:ext cx="806" cy="967"/>
              <a:chOff x="2688" y="2477"/>
              <a:chExt cx="819" cy="985"/>
            </a:xfrm>
          </p:grpSpPr>
          <p:sp>
            <p:nvSpPr>
              <p:cNvPr id="29" name="Freeform 193"/>
              <p:cNvSpPr/>
              <p:nvPr/>
            </p:nvSpPr>
            <p:spPr bwMode="auto">
              <a:xfrm>
                <a:off x="2688" y="2477"/>
                <a:ext cx="634" cy="768"/>
              </a:xfrm>
              <a:custGeom>
                <a:avLst/>
                <a:gdLst>
                  <a:gd name="T0" fmla="*/ 634 w 634"/>
                  <a:gd name="T1" fmla="*/ 0 h 768"/>
                  <a:gd name="T2" fmla="*/ 634 w 634"/>
                  <a:gd name="T3" fmla="*/ 537 h 768"/>
                  <a:gd name="T4" fmla="*/ 211 w 634"/>
                  <a:gd name="T5" fmla="*/ 768 h 768"/>
                  <a:gd name="T6" fmla="*/ 211 w 634"/>
                  <a:gd name="T7" fmla="*/ 633 h 768"/>
                  <a:gd name="T8" fmla="*/ 0 w 634"/>
                  <a:gd name="T9" fmla="*/ 512 h 768"/>
                  <a:gd name="T10" fmla="*/ 346 w 634"/>
                  <a:gd name="T11" fmla="*/ 160 h 768"/>
                  <a:gd name="T12" fmla="*/ 634 w 634"/>
                  <a:gd name="T13" fmla="*/ 0 h 76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34"/>
                  <a:gd name="T22" fmla="*/ 0 h 768"/>
                  <a:gd name="T23" fmla="*/ 634 w 634"/>
                  <a:gd name="T24" fmla="*/ 768 h 76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34" h="768">
                    <a:moveTo>
                      <a:pt x="634" y="0"/>
                    </a:moveTo>
                    <a:lnTo>
                      <a:pt x="634" y="537"/>
                    </a:lnTo>
                    <a:lnTo>
                      <a:pt x="211" y="768"/>
                    </a:lnTo>
                    <a:lnTo>
                      <a:pt x="211" y="633"/>
                    </a:lnTo>
                    <a:lnTo>
                      <a:pt x="0" y="512"/>
                    </a:lnTo>
                    <a:lnTo>
                      <a:pt x="346" y="160"/>
                    </a:lnTo>
                    <a:lnTo>
                      <a:pt x="63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4718"/>
                  </a:gs>
                  <a:gs pos="100000">
                    <a:srgbClr val="FF9933"/>
                  </a:gs>
                </a:gsLst>
                <a:lin ang="189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0" name="Freeform 194"/>
              <p:cNvSpPr/>
              <p:nvPr/>
            </p:nvSpPr>
            <p:spPr bwMode="auto">
              <a:xfrm>
                <a:off x="2899" y="3008"/>
                <a:ext cx="608" cy="454"/>
              </a:xfrm>
              <a:custGeom>
                <a:avLst/>
                <a:gdLst>
                  <a:gd name="T0" fmla="*/ 0 w 608"/>
                  <a:gd name="T1" fmla="*/ 237 h 454"/>
                  <a:gd name="T2" fmla="*/ 0 w 608"/>
                  <a:gd name="T3" fmla="*/ 454 h 454"/>
                  <a:gd name="T4" fmla="*/ 608 w 608"/>
                  <a:gd name="T5" fmla="*/ 102 h 454"/>
                  <a:gd name="T6" fmla="*/ 432 w 608"/>
                  <a:gd name="T7" fmla="*/ 0 h 454"/>
                  <a:gd name="T8" fmla="*/ 0 w 608"/>
                  <a:gd name="T9" fmla="*/ 237 h 45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08"/>
                  <a:gd name="T16" fmla="*/ 0 h 454"/>
                  <a:gd name="T17" fmla="*/ 608 w 608"/>
                  <a:gd name="T18" fmla="*/ 454 h 45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08" h="454">
                    <a:moveTo>
                      <a:pt x="0" y="237"/>
                    </a:moveTo>
                    <a:lnTo>
                      <a:pt x="0" y="454"/>
                    </a:lnTo>
                    <a:lnTo>
                      <a:pt x="608" y="102"/>
                    </a:lnTo>
                    <a:lnTo>
                      <a:pt x="432" y="0"/>
                    </a:lnTo>
                    <a:lnTo>
                      <a:pt x="0" y="23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4718"/>
                  </a:gs>
                  <a:gs pos="100000">
                    <a:srgbClr val="FF9933"/>
                  </a:gs>
                </a:gsLst>
                <a:lin ang="27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182614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内容回顾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Rectangle 64"/>
          <p:cNvSpPr>
            <a:spLocks noChangeArrowheads="1"/>
          </p:cNvSpPr>
          <p:nvPr/>
        </p:nvSpPr>
        <p:spPr bwMode="auto">
          <a:xfrm rot="5400000">
            <a:off x="4046492" y="4051217"/>
            <a:ext cx="2133600" cy="22860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3" name="Freeform 65"/>
          <p:cNvSpPr/>
          <p:nvPr/>
        </p:nvSpPr>
        <p:spPr bwMode="auto">
          <a:xfrm>
            <a:off x="4122692" y="5802229"/>
            <a:ext cx="1992313" cy="1588"/>
          </a:xfrm>
          <a:custGeom>
            <a:avLst/>
            <a:gdLst>
              <a:gd name="T0" fmla="*/ 0 w 1255"/>
              <a:gd name="T1" fmla="*/ 1 h 1"/>
              <a:gd name="T2" fmla="*/ 1255 w 1255"/>
              <a:gd name="T3" fmla="*/ 0 h 1"/>
              <a:gd name="T4" fmla="*/ 0 60000 65536"/>
              <a:gd name="T5" fmla="*/ 0 60000 65536"/>
              <a:gd name="T6" fmla="*/ 0 w 1255"/>
              <a:gd name="T7" fmla="*/ 0 h 1"/>
              <a:gd name="T8" fmla="*/ 1255 w 1255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255" h="1">
                <a:moveTo>
                  <a:pt x="0" y="1"/>
                </a:moveTo>
                <a:lnTo>
                  <a:pt x="1255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4" name="Group 66"/>
          <p:cNvGrpSpPr/>
          <p:nvPr/>
        </p:nvGrpSpPr>
        <p:grpSpPr bwMode="auto">
          <a:xfrm>
            <a:off x="4122692" y="5803817"/>
            <a:ext cx="1981200" cy="457200"/>
            <a:chOff x="2112" y="3504"/>
            <a:chExt cx="1248" cy="288"/>
          </a:xfrm>
        </p:grpSpPr>
        <p:sp>
          <p:nvSpPr>
            <p:cNvPr id="5" name="Line 67"/>
            <p:cNvSpPr>
              <a:spLocks noChangeShapeType="1"/>
            </p:cNvSpPr>
            <p:nvPr/>
          </p:nvSpPr>
          <p:spPr bwMode="auto">
            <a:xfrm>
              <a:off x="2112" y="3504"/>
              <a:ext cx="0" cy="2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" name="Line 68"/>
            <p:cNvSpPr>
              <a:spLocks noChangeShapeType="1"/>
            </p:cNvSpPr>
            <p:nvPr/>
          </p:nvSpPr>
          <p:spPr bwMode="auto">
            <a:xfrm>
              <a:off x="3360" y="3504"/>
              <a:ext cx="0" cy="2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69"/>
          <p:cNvGrpSpPr/>
          <p:nvPr/>
        </p:nvGrpSpPr>
        <p:grpSpPr bwMode="auto">
          <a:xfrm>
            <a:off x="4427492" y="4127417"/>
            <a:ext cx="1371600" cy="2133600"/>
            <a:chOff x="2304" y="2448"/>
            <a:chExt cx="864" cy="1344"/>
          </a:xfrm>
        </p:grpSpPr>
        <p:sp>
          <p:nvSpPr>
            <p:cNvPr id="8" name="Line 70"/>
            <p:cNvSpPr>
              <a:spLocks noChangeShapeType="1"/>
            </p:cNvSpPr>
            <p:nvPr/>
          </p:nvSpPr>
          <p:spPr bwMode="auto">
            <a:xfrm>
              <a:off x="3168" y="2448"/>
              <a:ext cx="0" cy="134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" name="Line 71"/>
            <p:cNvSpPr>
              <a:spLocks noChangeShapeType="1"/>
            </p:cNvSpPr>
            <p:nvPr/>
          </p:nvSpPr>
          <p:spPr bwMode="auto">
            <a:xfrm>
              <a:off x="2304" y="2448"/>
              <a:ext cx="0" cy="134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0" name="Freeform 72"/>
          <p:cNvSpPr/>
          <p:nvPr/>
        </p:nvSpPr>
        <p:spPr bwMode="auto">
          <a:xfrm>
            <a:off x="4752930" y="6264192"/>
            <a:ext cx="727075" cy="1587"/>
          </a:xfrm>
          <a:custGeom>
            <a:avLst/>
            <a:gdLst>
              <a:gd name="T0" fmla="*/ 0 w 458"/>
              <a:gd name="T1" fmla="*/ 0 h 1"/>
              <a:gd name="T2" fmla="*/ 458 w 458"/>
              <a:gd name="T3" fmla="*/ 0 h 1"/>
              <a:gd name="T4" fmla="*/ 0 60000 65536"/>
              <a:gd name="T5" fmla="*/ 0 60000 65536"/>
              <a:gd name="T6" fmla="*/ 0 w 458"/>
              <a:gd name="T7" fmla="*/ 0 h 1"/>
              <a:gd name="T8" fmla="*/ 458 w 45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8" h="1">
                <a:moveTo>
                  <a:pt x="0" y="0"/>
                </a:moveTo>
                <a:lnTo>
                  <a:pt x="458" y="0"/>
                </a:lnTo>
              </a:path>
            </a:pathLst>
          </a:custGeom>
          <a:solidFill>
            <a:srgbClr val="66FFFF"/>
          </a:solidFill>
          <a:ln w="76200">
            <a:solidFill>
              <a:srgbClr val="FFFFFF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11" name="Group 73"/>
          <p:cNvGrpSpPr/>
          <p:nvPr/>
        </p:nvGrpSpPr>
        <p:grpSpPr bwMode="auto">
          <a:xfrm>
            <a:off x="4732292" y="5803817"/>
            <a:ext cx="762000" cy="457200"/>
            <a:chOff x="2496" y="3504"/>
            <a:chExt cx="480" cy="288"/>
          </a:xfrm>
        </p:grpSpPr>
        <p:sp>
          <p:nvSpPr>
            <p:cNvPr id="12" name="Line 74"/>
            <p:cNvSpPr>
              <a:spLocks noChangeShapeType="1"/>
            </p:cNvSpPr>
            <p:nvPr/>
          </p:nvSpPr>
          <p:spPr bwMode="auto">
            <a:xfrm>
              <a:off x="2496" y="3504"/>
              <a:ext cx="0" cy="2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" name="Line 75"/>
            <p:cNvSpPr>
              <a:spLocks noChangeShapeType="1"/>
            </p:cNvSpPr>
            <p:nvPr/>
          </p:nvSpPr>
          <p:spPr bwMode="auto">
            <a:xfrm>
              <a:off x="2976" y="3504"/>
              <a:ext cx="0" cy="2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4" name="Line 76"/>
          <p:cNvSpPr>
            <a:spLocks noChangeShapeType="1"/>
          </p:cNvSpPr>
          <p:nvPr/>
        </p:nvSpPr>
        <p:spPr bwMode="auto">
          <a:xfrm>
            <a:off x="3970292" y="4127417"/>
            <a:ext cx="0" cy="1219200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15" name="Line 77"/>
          <p:cNvSpPr>
            <a:spLocks noChangeShapeType="1"/>
          </p:cNvSpPr>
          <p:nvPr/>
        </p:nvSpPr>
        <p:spPr bwMode="auto">
          <a:xfrm>
            <a:off x="3665492" y="4965617"/>
            <a:ext cx="0" cy="381000"/>
          </a:xfrm>
          <a:prstGeom prst="line">
            <a:avLst/>
          </a:prstGeom>
          <a:noFill/>
          <a:ln w="19050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17" name="Line 78"/>
          <p:cNvSpPr>
            <a:spLocks noChangeShapeType="1"/>
          </p:cNvSpPr>
          <p:nvPr/>
        </p:nvSpPr>
        <p:spPr bwMode="auto">
          <a:xfrm flipH="1">
            <a:off x="1531892" y="4965617"/>
            <a:ext cx="2133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18" name="Freeform 79"/>
          <p:cNvSpPr/>
          <p:nvPr/>
        </p:nvSpPr>
        <p:spPr bwMode="auto">
          <a:xfrm>
            <a:off x="1531892" y="4125829"/>
            <a:ext cx="1588" cy="1236663"/>
          </a:xfrm>
          <a:custGeom>
            <a:avLst/>
            <a:gdLst>
              <a:gd name="T0" fmla="*/ 1 w 1"/>
              <a:gd name="T1" fmla="*/ 0 h 779"/>
              <a:gd name="T2" fmla="*/ 0 w 1"/>
              <a:gd name="T3" fmla="*/ 779 h 779"/>
              <a:gd name="T4" fmla="*/ 0 60000 65536"/>
              <a:gd name="T5" fmla="*/ 0 60000 65536"/>
              <a:gd name="T6" fmla="*/ 0 w 1"/>
              <a:gd name="T7" fmla="*/ 0 h 779"/>
              <a:gd name="T8" fmla="*/ 1 w 1"/>
              <a:gd name="T9" fmla="*/ 779 h 77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779">
                <a:moveTo>
                  <a:pt x="1" y="0"/>
                </a:moveTo>
                <a:lnTo>
                  <a:pt x="0" y="779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19" name="Group 81"/>
          <p:cNvGrpSpPr/>
          <p:nvPr/>
        </p:nvGrpSpPr>
        <p:grpSpPr bwMode="auto">
          <a:xfrm>
            <a:off x="2657430" y="4127417"/>
            <a:ext cx="855662" cy="842962"/>
            <a:chOff x="565" y="2448"/>
            <a:chExt cx="539" cy="545"/>
          </a:xfrm>
        </p:grpSpPr>
        <p:sp>
          <p:nvSpPr>
            <p:cNvPr id="20" name="Line 82"/>
            <p:cNvSpPr>
              <a:spLocks noChangeShapeType="1"/>
            </p:cNvSpPr>
            <p:nvPr/>
          </p:nvSpPr>
          <p:spPr bwMode="auto">
            <a:xfrm>
              <a:off x="1104" y="2448"/>
              <a:ext cx="0" cy="5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" name="Freeform 83"/>
            <p:cNvSpPr/>
            <p:nvPr/>
          </p:nvSpPr>
          <p:spPr bwMode="auto">
            <a:xfrm>
              <a:off x="565" y="2456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2" name="Line 84"/>
          <p:cNvSpPr>
            <a:spLocks noChangeShapeType="1"/>
          </p:cNvSpPr>
          <p:nvPr/>
        </p:nvSpPr>
        <p:spPr bwMode="auto">
          <a:xfrm flipH="1">
            <a:off x="1531892" y="4127417"/>
            <a:ext cx="3581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23" name="Group 85"/>
          <p:cNvGrpSpPr/>
          <p:nvPr/>
        </p:nvGrpSpPr>
        <p:grpSpPr bwMode="auto">
          <a:xfrm>
            <a:off x="1684292" y="4127417"/>
            <a:ext cx="838200" cy="838200"/>
            <a:chOff x="576" y="2448"/>
            <a:chExt cx="528" cy="528"/>
          </a:xfrm>
        </p:grpSpPr>
        <p:sp>
          <p:nvSpPr>
            <p:cNvPr id="24" name="Line 86"/>
            <p:cNvSpPr>
              <a:spLocks noChangeShapeType="1"/>
            </p:cNvSpPr>
            <p:nvPr/>
          </p:nvSpPr>
          <p:spPr bwMode="auto">
            <a:xfrm>
              <a:off x="1104" y="2448"/>
              <a:ext cx="0" cy="5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" name="Line 87"/>
            <p:cNvSpPr>
              <a:spLocks noChangeShapeType="1"/>
            </p:cNvSpPr>
            <p:nvPr/>
          </p:nvSpPr>
          <p:spPr bwMode="auto">
            <a:xfrm>
              <a:off x="576" y="2448"/>
              <a:ext cx="0" cy="5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6" name="Line 88"/>
          <p:cNvSpPr>
            <a:spLocks noChangeShapeType="1"/>
          </p:cNvSpPr>
          <p:nvPr/>
        </p:nvSpPr>
        <p:spPr bwMode="auto">
          <a:xfrm>
            <a:off x="1531892" y="5346617"/>
            <a:ext cx="3581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27" name="Oval 91"/>
          <p:cNvSpPr>
            <a:spLocks noChangeArrowheads="1"/>
          </p:cNvSpPr>
          <p:nvPr/>
        </p:nvSpPr>
        <p:spPr bwMode="auto">
          <a:xfrm>
            <a:off x="3970292" y="1147679"/>
            <a:ext cx="2286000" cy="2351088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28" name="Oval 95"/>
          <p:cNvSpPr>
            <a:spLocks noChangeArrowheads="1"/>
          </p:cNvSpPr>
          <p:nvPr/>
        </p:nvSpPr>
        <p:spPr bwMode="auto">
          <a:xfrm>
            <a:off x="4427492" y="1652504"/>
            <a:ext cx="1371600" cy="1343025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29" name="Line 96"/>
          <p:cNvSpPr>
            <a:spLocks noChangeShapeType="1"/>
          </p:cNvSpPr>
          <p:nvPr/>
        </p:nvSpPr>
        <p:spPr bwMode="auto">
          <a:xfrm flipH="1">
            <a:off x="1531892" y="1147679"/>
            <a:ext cx="3581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30" name="Line 97"/>
          <p:cNvSpPr>
            <a:spLocks noChangeShapeType="1"/>
          </p:cNvSpPr>
          <p:nvPr/>
        </p:nvSpPr>
        <p:spPr bwMode="auto">
          <a:xfrm flipH="1">
            <a:off x="1531892" y="3498767"/>
            <a:ext cx="3581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31" name="Freeform 98"/>
          <p:cNvSpPr/>
          <p:nvPr/>
        </p:nvSpPr>
        <p:spPr bwMode="auto">
          <a:xfrm>
            <a:off x="1531892" y="1147679"/>
            <a:ext cx="1588" cy="2373313"/>
          </a:xfrm>
          <a:custGeom>
            <a:avLst/>
            <a:gdLst>
              <a:gd name="T0" fmla="*/ 0 w 1"/>
              <a:gd name="T1" fmla="*/ 0 h 1357"/>
              <a:gd name="T2" fmla="*/ 0 w 1"/>
              <a:gd name="T3" fmla="*/ 1357 h 1357"/>
              <a:gd name="T4" fmla="*/ 0 60000 65536"/>
              <a:gd name="T5" fmla="*/ 0 60000 65536"/>
              <a:gd name="T6" fmla="*/ 0 w 1"/>
              <a:gd name="T7" fmla="*/ 0 h 1357"/>
              <a:gd name="T8" fmla="*/ 1 w 1"/>
              <a:gd name="T9" fmla="*/ 1357 h 135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357">
                <a:moveTo>
                  <a:pt x="0" y="0"/>
                </a:moveTo>
                <a:lnTo>
                  <a:pt x="0" y="1357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32" name="Freeform 99"/>
          <p:cNvSpPr/>
          <p:nvPr/>
        </p:nvSpPr>
        <p:spPr bwMode="auto">
          <a:xfrm>
            <a:off x="1531892" y="1484229"/>
            <a:ext cx="2147888" cy="1588"/>
          </a:xfrm>
          <a:custGeom>
            <a:avLst/>
            <a:gdLst>
              <a:gd name="T0" fmla="*/ 0 w 1353"/>
              <a:gd name="T1" fmla="*/ 0 h 1"/>
              <a:gd name="T2" fmla="*/ 1353 w 1353"/>
              <a:gd name="T3" fmla="*/ 1 h 1"/>
              <a:gd name="T4" fmla="*/ 0 60000 65536"/>
              <a:gd name="T5" fmla="*/ 0 60000 65536"/>
              <a:gd name="T6" fmla="*/ 0 w 1353"/>
              <a:gd name="T7" fmla="*/ 0 h 1"/>
              <a:gd name="T8" fmla="*/ 1353 w 1353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353" h="1">
                <a:moveTo>
                  <a:pt x="0" y="0"/>
                </a:moveTo>
                <a:lnTo>
                  <a:pt x="1353" y="1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33" name="Freeform 100"/>
          <p:cNvSpPr/>
          <p:nvPr/>
        </p:nvSpPr>
        <p:spPr bwMode="auto">
          <a:xfrm>
            <a:off x="1531892" y="3162217"/>
            <a:ext cx="2147888" cy="1587"/>
          </a:xfrm>
          <a:custGeom>
            <a:avLst/>
            <a:gdLst>
              <a:gd name="T0" fmla="*/ 0 w 1353"/>
              <a:gd name="T1" fmla="*/ 0 h 1"/>
              <a:gd name="T2" fmla="*/ 1353 w 1353"/>
              <a:gd name="T3" fmla="*/ 1 h 1"/>
              <a:gd name="T4" fmla="*/ 0 60000 65536"/>
              <a:gd name="T5" fmla="*/ 0 60000 65536"/>
              <a:gd name="T6" fmla="*/ 0 w 1353"/>
              <a:gd name="T7" fmla="*/ 0 h 1"/>
              <a:gd name="T8" fmla="*/ 1353 w 1353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353" h="1">
                <a:moveTo>
                  <a:pt x="0" y="0"/>
                </a:moveTo>
                <a:lnTo>
                  <a:pt x="1353" y="1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34" name="Freeform 101"/>
          <p:cNvSpPr/>
          <p:nvPr/>
        </p:nvSpPr>
        <p:spPr bwMode="auto">
          <a:xfrm>
            <a:off x="3665492" y="1484229"/>
            <a:ext cx="1588" cy="1693863"/>
          </a:xfrm>
          <a:custGeom>
            <a:avLst/>
            <a:gdLst>
              <a:gd name="T0" fmla="*/ 0 w 1"/>
              <a:gd name="T1" fmla="*/ 0 h 969"/>
              <a:gd name="T2" fmla="*/ 1 w 1"/>
              <a:gd name="T3" fmla="*/ 969 h 969"/>
              <a:gd name="T4" fmla="*/ 0 60000 65536"/>
              <a:gd name="T5" fmla="*/ 0 60000 65536"/>
              <a:gd name="T6" fmla="*/ 0 w 1"/>
              <a:gd name="T7" fmla="*/ 0 h 969"/>
              <a:gd name="T8" fmla="*/ 1 w 1"/>
              <a:gd name="T9" fmla="*/ 969 h 96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969">
                <a:moveTo>
                  <a:pt x="0" y="0"/>
                </a:moveTo>
                <a:lnTo>
                  <a:pt x="1" y="969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35" name="Freeform 102"/>
          <p:cNvSpPr/>
          <p:nvPr/>
        </p:nvSpPr>
        <p:spPr bwMode="auto">
          <a:xfrm>
            <a:off x="4122692" y="1736642"/>
            <a:ext cx="652463" cy="4762"/>
          </a:xfrm>
          <a:custGeom>
            <a:avLst/>
            <a:gdLst>
              <a:gd name="T0" fmla="*/ 0 w 411"/>
              <a:gd name="T1" fmla="*/ 0 h 3"/>
              <a:gd name="T2" fmla="*/ 411 w 411"/>
              <a:gd name="T3" fmla="*/ 3 h 3"/>
              <a:gd name="T4" fmla="*/ 0 60000 65536"/>
              <a:gd name="T5" fmla="*/ 0 60000 65536"/>
              <a:gd name="T6" fmla="*/ 0 w 411"/>
              <a:gd name="T7" fmla="*/ 0 h 3"/>
              <a:gd name="T8" fmla="*/ 411 w 411"/>
              <a:gd name="T9" fmla="*/ 3 h 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11" h="3">
                <a:moveTo>
                  <a:pt x="0" y="0"/>
                </a:moveTo>
                <a:lnTo>
                  <a:pt x="411" y="3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36" name="Freeform 103"/>
          <p:cNvSpPr/>
          <p:nvPr/>
        </p:nvSpPr>
        <p:spPr bwMode="auto">
          <a:xfrm>
            <a:off x="5445080" y="1738229"/>
            <a:ext cx="658812" cy="3175"/>
          </a:xfrm>
          <a:custGeom>
            <a:avLst/>
            <a:gdLst>
              <a:gd name="T0" fmla="*/ 0 w 415"/>
              <a:gd name="T1" fmla="*/ 2 h 2"/>
              <a:gd name="T2" fmla="*/ 415 w 415"/>
              <a:gd name="T3" fmla="*/ 0 h 2"/>
              <a:gd name="T4" fmla="*/ 0 60000 65536"/>
              <a:gd name="T5" fmla="*/ 0 60000 65536"/>
              <a:gd name="T6" fmla="*/ 0 w 415"/>
              <a:gd name="T7" fmla="*/ 0 h 2"/>
              <a:gd name="T8" fmla="*/ 415 w 415"/>
              <a:gd name="T9" fmla="*/ 2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15" h="2">
                <a:moveTo>
                  <a:pt x="0" y="2"/>
                </a:moveTo>
                <a:lnTo>
                  <a:pt x="415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38" name="Freeform 104"/>
          <p:cNvSpPr/>
          <p:nvPr/>
        </p:nvSpPr>
        <p:spPr bwMode="auto">
          <a:xfrm>
            <a:off x="4122692" y="2911392"/>
            <a:ext cx="652463" cy="1587"/>
          </a:xfrm>
          <a:custGeom>
            <a:avLst/>
            <a:gdLst>
              <a:gd name="T0" fmla="*/ 0 w 411"/>
              <a:gd name="T1" fmla="*/ 0 h 1"/>
              <a:gd name="T2" fmla="*/ 411 w 411"/>
              <a:gd name="T3" fmla="*/ 0 h 1"/>
              <a:gd name="T4" fmla="*/ 0 60000 65536"/>
              <a:gd name="T5" fmla="*/ 0 60000 65536"/>
              <a:gd name="T6" fmla="*/ 0 w 411"/>
              <a:gd name="T7" fmla="*/ 0 h 1"/>
              <a:gd name="T8" fmla="*/ 411 w 411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11" h="1">
                <a:moveTo>
                  <a:pt x="0" y="0"/>
                </a:moveTo>
                <a:lnTo>
                  <a:pt x="411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39" name="Line 105"/>
          <p:cNvSpPr>
            <a:spLocks noChangeShapeType="1"/>
          </p:cNvSpPr>
          <p:nvPr/>
        </p:nvSpPr>
        <p:spPr bwMode="auto">
          <a:xfrm>
            <a:off x="5494292" y="2911392"/>
            <a:ext cx="609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40" name="Oval 106"/>
          <p:cNvSpPr>
            <a:spLocks noChangeArrowheads="1"/>
          </p:cNvSpPr>
          <p:nvPr/>
        </p:nvSpPr>
        <p:spPr bwMode="auto">
          <a:xfrm>
            <a:off x="1684292" y="1903329"/>
            <a:ext cx="838200" cy="839788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41" name="Oval 108"/>
          <p:cNvSpPr>
            <a:spLocks noChangeArrowheads="1"/>
          </p:cNvSpPr>
          <p:nvPr/>
        </p:nvSpPr>
        <p:spPr bwMode="auto">
          <a:xfrm>
            <a:off x="2674892" y="1890629"/>
            <a:ext cx="838200" cy="8382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42" name="Freeform 109"/>
          <p:cNvSpPr/>
          <p:nvPr/>
        </p:nvSpPr>
        <p:spPr bwMode="auto">
          <a:xfrm>
            <a:off x="7448503" y="1147679"/>
            <a:ext cx="3175" cy="2373313"/>
          </a:xfrm>
          <a:custGeom>
            <a:avLst/>
            <a:gdLst>
              <a:gd name="T0" fmla="*/ 0 w 2"/>
              <a:gd name="T1" fmla="*/ 0 h 1357"/>
              <a:gd name="T2" fmla="*/ 2 w 2"/>
              <a:gd name="T3" fmla="*/ 1357 h 1357"/>
              <a:gd name="T4" fmla="*/ 0 60000 65536"/>
              <a:gd name="T5" fmla="*/ 0 60000 65536"/>
              <a:gd name="T6" fmla="*/ 0 w 2"/>
              <a:gd name="T7" fmla="*/ 0 h 1357"/>
              <a:gd name="T8" fmla="*/ 2 w 2"/>
              <a:gd name="T9" fmla="*/ 1357 h 135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1357">
                <a:moveTo>
                  <a:pt x="0" y="0"/>
                </a:moveTo>
                <a:lnTo>
                  <a:pt x="2" y="1357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43" name="Line 110"/>
          <p:cNvSpPr>
            <a:spLocks noChangeShapeType="1"/>
          </p:cNvSpPr>
          <p:nvPr/>
        </p:nvSpPr>
        <p:spPr bwMode="auto">
          <a:xfrm>
            <a:off x="8667703" y="1147679"/>
            <a:ext cx="0" cy="23510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44" name="Line 111"/>
          <p:cNvSpPr>
            <a:spLocks noChangeShapeType="1"/>
          </p:cNvSpPr>
          <p:nvPr/>
        </p:nvSpPr>
        <p:spPr bwMode="auto">
          <a:xfrm>
            <a:off x="7448503" y="1147679"/>
            <a:ext cx="1752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45" name="Freeform 112"/>
          <p:cNvSpPr/>
          <p:nvPr/>
        </p:nvSpPr>
        <p:spPr bwMode="auto">
          <a:xfrm>
            <a:off x="7448503" y="3497179"/>
            <a:ext cx="1770063" cy="1588"/>
          </a:xfrm>
          <a:custGeom>
            <a:avLst/>
            <a:gdLst>
              <a:gd name="T0" fmla="*/ 0 w 1115"/>
              <a:gd name="T1" fmla="*/ 1 h 1"/>
              <a:gd name="T2" fmla="*/ 1115 w 1115"/>
              <a:gd name="T3" fmla="*/ 0 h 1"/>
              <a:gd name="T4" fmla="*/ 0 60000 65536"/>
              <a:gd name="T5" fmla="*/ 0 60000 65536"/>
              <a:gd name="T6" fmla="*/ 0 w 1115"/>
              <a:gd name="T7" fmla="*/ 0 h 1"/>
              <a:gd name="T8" fmla="*/ 1115 w 1115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15" h="1">
                <a:moveTo>
                  <a:pt x="0" y="1"/>
                </a:moveTo>
                <a:lnTo>
                  <a:pt x="1115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46" name="Freeform 113"/>
          <p:cNvSpPr/>
          <p:nvPr/>
        </p:nvSpPr>
        <p:spPr bwMode="auto">
          <a:xfrm>
            <a:off x="9196341" y="1130217"/>
            <a:ext cx="1587" cy="635000"/>
          </a:xfrm>
          <a:custGeom>
            <a:avLst/>
            <a:gdLst>
              <a:gd name="T0" fmla="*/ 0 w 1"/>
              <a:gd name="T1" fmla="*/ 0 h 363"/>
              <a:gd name="T2" fmla="*/ 0 w 1"/>
              <a:gd name="T3" fmla="*/ 363 h 363"/>
              <a:gd name="T4" fmla="*/ 0 60000 65536"/>
              <a:gd name="T5" fmla="*/ 0 60000 65536"/>
              <a:gd name="T6" fmla="*/ 0 w 1"/>
              <a:gd name="T7" fmla="*/ 0 h 363"/>
              <a:gd name="T8" fmla="*/ 1 w 1"/>
              <a:gd name="T9" fmla="*/ 363 h 36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363">
                <a:moveTo>
                  <a:pt x="0" y="0"/>
                </a:moveTo>
                <a:lnTo>
                  <a:pt x="0" y="363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47" name="Freeform 114"/>
          <p:cNvSpPr/>
          <p:nvPr/>
        </p:nvSpPr>
        <p:spPr bwMode="auto">
          <a:xfrm>
            <a:off x="9201103" y="1736642"/>
            <a:ext cx="468313" cy="4762"/>
          </a:xfrm>
          <a:custGeom>
            <a:avLst/>
            <a:gdLst>
              <a:gd name="T0" fmla="*/ 0 w 295"/>
              <a:gd name="T1" fmla="*/ 0 h 3"/>
              <a:gd name="T2" fmla="*/ 295 w 295"/>
              <a:gd name="T3" fmla="*/ 3 h 3"/>
              <a:gd name="T4" fmla="*/ 0 60000 65536"/>
              <a:gd name="T5" fmla="*/ 0 60000 65536"/>
              <a:gd name="T6" fmla="*/ 0 w 295"/>
              <a:gd name="T7" fmla="*/ 0 h 3"/>
              <a:gd name="T8" fmla="*/ 295 w 295"/>
              <a:gd name="T9" fmla="*/ 3 h 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5" h="3">
                <a:moveTo>
                  <a:pt x="0" y="0"/>
                </a:moveTo>
                <a:lnTo>
                  <a:pt x="295" y="3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48" name="Freeform 115"/>
          <p:cNvSpPr/>
          <p:nvPr/>
        </p:nvSpPr>
        <p:spPr bwMode="auto">
          <a:xfrm>
            <a:off x="9656716" y="1736642"/>
            <a:ext cx="1587" cy="1185862"/>
          </a:xfrm>
          <a:custGeom>
            <a:avLst/>
            <a:gdLst>
              <a:gd name="T0" fmla="*/ 1 w 1"/>
              <a:gd name="T1" fmla="*/ 0 h 679"/>
              <a:gd name="T2" fmla="*/ 0 w 1"/>
              <a:gd name="T3" fmla="*/ 679 h 679"/>
              <a:gd name="T4" fmla="*/ 0 60000 65536"/>
              <a:gd name="T5" fmla="*/ 0 60000 65536"/>
              <a:gd name="T6" fmla="*/ 0 w 1"/>
              <a:gd name="T7" fmla="*/ 0 h 679"/>
              <a:gd name="T8" fmla="*/ 1 w 1"/>
              <a:gd name="T9" fmla="*/ 679 h 67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679">
                <a:moveTo>
                  <a:pt x="1" y="0"/>
                </a:moveTo>
                <a:lnTo>
                  <a:pt x="0" y="679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49" name="Freeform 116"/>
          <p:cNvSpPr/>
          <p:nvPr/>
        </p:nvSpPr>
        <p:spPr bwMode="auto">
          <a:xfrm>
            <a:off x="9207453" y="2922504"/>
            <a:ext cx="1588" cy="574675"/>
          </a:xfrm>
          <a:custGeom>
            <a:avLst/>
            <a:gdLst>
              <a:gd name="T0" fmla="*/ 0 w 1"/>
              <a:gd name="T1" fmla="*/ 328 h 328"/>
              <a:gd name="T2" fmla="*/ 0 w 1"/>
              <a:gd name="T3" fmla="*/ 0 h 328"/>
              <a:gd name="T4" fmla="*/ 0 60000 65536"/>
              <a:gd name="T5" fmla="*/ 0 60000 65536"/>
              <a:gd name="T6" fmla="*/ 0 w 1"/>
              <a:gd name="T7" fmla="*/ 0 h 328"/>
              <a:gd name="T8" fmla="*/ 1 w 1"/>
              <a:gd name="T9" fmla="*/ 328 h 32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328">
                <a:moveTo>
                  <a:pt x="0" y="328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50" name="Freeform 117"/>
          <p:cNvSpPr/>
          <p:nvPr/>
        </p:nvSpPr>
        <p:spPr bwMode="auto">
          <a:xfrm>
            <a:off x="9201103" y="2911392"/>
            <a:ext cx="468313" cy="1587"/>
          </a:xfrm>
          <a:custGeom>
            <a:avLst/>
            <a:gdLst>
              <a:gd name="T0" fmla="*/ 0 w 295"/>
              <a:gd name="T1" fmla="*/ 0 h 1"/>
              <a:gd name="T2" fmla="*/ 295 w 295"/>
              <a:gd name="T3" fmla="*/ 0 h 1"/>
              <a:gd name="T4" fmla="*/ 0 60000 65536"/>
              <a:gd name="T5" fmla="*/ 0 60000 65536"/>
              <a:gd name="T6" fmla="*/ 0 w 295"/>
              <a:gd name="T7" fmla="*/ 0 h 1"/>
              <a:gd name="T8" fmla="*/ 295 w 295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5" h="1">
                <a:moveTo>
                  <a:pt x="0" y="0"/>
                </a:moveTo>
                <a:lnTo>
                  <a:pt x="295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51" name="Line 118"/>
          <p:cNvSpPr>
            <a:spLocks noChangeShapeType="1"/>
          </p:cNvSpPr>
          <p:nvPr/>
        </p:nvSpPr>
        <p:spPr bwMode="auto">
          <a:xfrm>
            <a:off x="7448503" y="1652504"/>
            <a:ext cx="1752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52" name="Line 119"/>
          <p:cNvSpPr>
            <a:spLocks noChangeShapeType="1"/>
          </p:cNvSpPr>
          <p:nvPr/>
        </p:nvSpPr>
        <p:spPr bwMode="auto">
          <a:xfrm>
            <a:off x="7448503" y="2995529"/>
            <a:ext cx="1752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53" name="Line 120"/>
          <p:cNvSpPr>
            <a:spLocks noChangeShapeType="1"/>
          </p:cNvSpPr>
          <p:nvPr/>
        </p:nvSpPr>
        <p:spPr bwMode="auto">
          <a:xfrm flipH="1">
            <a:off x="8210503" y="1484229"/>
            <a:ext cx="457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54" name="Line 121"/>
          <p:cNvSpPr>
            <a:spLocks noChangeShapeType="1"/>
          </p:cNvSpPr>
          <p:nvPr/>
        </p:nvSpPr>
        <p:spPr bwMode="auto">
          <a:xfrm flipH="1">
            <a:off x="8210503" y="3162217"/>
            <a:ext cx="457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55" name="Line 122"/>
          <p:cNvSpPr>
            <a:spLocks noChangeShapeType="1"/>
          </p:cNvSpPr>
          <p:nvPr/>
        </p:nvSpPr>
        <p:spPr bwMode="auto">
          <a:xfrm>
            <a:off x="7448503" y="1903329"/>
            <a:ext cx="762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56" name="Line 123"/>
          <p:cNvSpPr>
            <a:spLocks noChangeShapeType="1"/>
          </p:cNvSpPr>
          <p:nvPr/>
        </p:nvSpPr>
        <p:spPr bwMode="auto">
          <a:xfrm>
            <a:off x="7448503" y="2743117"/>
            <a:ext cx="762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57" name="Line 124"/>
          <p:cNvSpPr>
            <a:spLocks noChangeShapeType="1"/>
          </p:cNvSpPr>
          <p:nvPr/>
        </p:nvSpPr>
        <p:spPr bwMode="auto">
          <a:xfrm>
            <a:off x="8210503" y="1484229"/>
            <a:ext cx="0" cy="169386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58" name="Group 125"/>
          <p:cNvGrpSpPr/>
          <p:nvPr/>
        </p:nvGrpSpPr>
        <p:grpSpPr bwMode="auto">
          <a:xfrm>
            <a:off x="7310282" y="4307985"/>
            <a:ext cx="2959100" cy="1568450"/>
            <a:chOff x="3169" y="1299"/>
            <a:chExt cx="1864" cy="988"/>
          </a:xfrm>
        </p:grpSpPr>
        <p:grpSp>
          <p:nvGrpSpPr>
            <p:cNvPr id="59" name="Group 126"/>
            <p:cNvGrpSpPr/>
            <p:nvPr/>
          </p:nvGrpSpPr>
          <p:grpSpPr bwMode="auto">
            <a:xfrm>
              <a:off x="3967" y="1300"/>
              <a:ext cx="1066" cy="987"/>
              <a:chOff x="2769" y="2291"/>
              <a:chExt cx="1470" cy="1361"/>
            </a:xfrm>
          </p:grpSpPr>
          <p:sp>
            <p:nvSpPr>
              <p:cNvPr id="70" name="Freeform 127"/>
              <p:cNvSpPr/>
              <p:nvPr/>
            </p:nvSpPr>
            <p:spPr bwMode="auto">
              <a:xfrm>
                <a:off x="2907" y="2570"/>
                <a:ext cx="1000" cy="350"/>
              </a:xfrm>
              <a:custGeom>
                <a:avLst/>
                <a:gdLst>
                  <a:gd name="T0" fmla="*/ 999 w 999"/>
                  <a:gd name="T1" fmla="*/ 350 h 350"/>
                  <a:gd name="T2" fmla="*/ 968 w 999"/>
                  <a:gd name="T3" fmla="*/ 273 h 350"/>
                  <a:gd name="T4" fmla="*/ 915 w 999"/>
                  <a:gd name="T5" fmla="*/ 182 h 350"/>
                  <a:gd name="T6" fmla="*/ 852 w 999"/>
                  <a:gd name="T7" fmla="*/ 129 h 350"/>
                  <a:gd name="T8" fmla="*/ 771 w 999"/>
                  <a:gd name="T9" fmla="*/ 62 h 350"/>
                  <a:gd name="T10" fmla="*/ 689 w 999"/>
                  <a:gd name="T11" fmla="*/ 28 h 350"/>
                  <a:gd name="T12" fmla="*/ 617 w 999"/>
                  <a:gd name="T13" fmla="*/ 9 h 350"/>
                  <a:gd name="T14" fmla="*/ 516 w 999"/>
                  <a:gd name="T15" fmla="*/ 0 h 350"/>
                  <a:gd name="T16" fmla="*/ 406 w 999"/>
                  <a:gd name="T17" fmla="*/ 9 h 350"/>
                  <a:gd name="T18" fmla="*/ 315 w 999"/>
                  <a:gd name="T19" fmla="*/ 28 h 350"/>
                  <a:gd name="T20" fmla="*/ 237 w 999"/>
                  <a:gd name="T21" fmla="*/ 81 h 350"/>
                  <a:gd name="T22" fmla="*/ 162 w 999"/>
                  <a:gd name="T23" fmla="*/ 132 h 350"/>
                  <a:gd name="T24" fmla="*/ 95 w 999"/>
                  <a:gd name="T25" fmla="*/ 195 h 350"/>
                  <a:gd name="T26" fmla="*/ 41 w 999"/>
                  <a:gd name="T27" fmla="*/ 269 h 350"/>
                  <a:gd name="T28" fmla="*/ 0 w 999"/>
                  <a:gd name="T29" fmla="*/ 350 h 350"/>
                  <a:gd name="T30" fmla="*/ 0 w 999"/>
                  <a:gd name="T31" fmla="*/ 350 h 35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999"/>
                  <a:gd name="T49" fmla="*/ 0 h 350"/>
                  <a:gd name="T50" fmla="*/ 999 w 999"/>
                  <a:gd name="T51" fmla="*/ 350 h 35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999" h="350">
                    <a:moveTo>
                      <a:pt x="999" y="350"/>
                    </a:moveTo>
                    <a:lnTo>
                      <a:pt x="968" y="273"/>
                    </a:lnTo>
                    <a:lnTo>
                      <a:pt x="915" y="182"/>
                    </a:lnTo>
                    <a:lnTo>
                      <a:pt x="852" y="129"/>
                    </a:lnTo>
                    <a:lnTo>
                      <a:pt x="771" y="62"/>
                    </a:lnTo>
                    <a:lnTo>
                      <a:pt x="689" y="28"/>
                    </a:lnTo>
                    <a:lnTo>
                      <a:pt x="617" y="9"/>
                    </a:lnTo>
                    <a:lnTo>
                      <a:pt x="516" y="0"/>
                    </a:lnTo>
                    <a:lnTo>
                      <a:pt x="406" y="9"/>
                    </a:lnTo>
                    <a:lnTo>
                      <a:pt x="315" y="28"/>
                    </a:lnTo>
                    <a:lnTo>
                      <a:pt x="237" y="81"/>
                    </a:lnTo>
                    <a:lnTo>
                      <a:pt x="162" y="132"/>
                    </a:lnTo>
                    <a:lnTo>
                      <a:pt x="95" y="195"/>
                    </a:lnTo>
                    <a:lnTo>
                      <a:pt x="41" y="269"/>
                    </a:lnTo>
                    <a:lnTo>
                      <a:pt x="0" y="350"/>
                    </a:lnTo>
                  </a:path>
                </a:pathLst>
              </a:custGeom>
              <a:gradFill rotWithShape="0">
                <a:gsLst>
                  <a:gs pos="0">
                    <a:srgbClr val="FF99FF"/>
                  </a:gs>
                  <a:gs pos="100000">
                    <a:srgbClr val="DC84DC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1" name="Freeform 128"/>
              <p:cNvSpPr/>
              <p:nvPr/>
            </p:nvSpPr>
            <p:spPr bwMode="auto">
              <a:xfrm>
                <a:off x="2937" y="3238"/>
                <a:ext cx="986" cy="414"/>
              </a:xfrm>
              <a:custGeom>
                <a:avLst/>
                <a:gdLst>
                  <a:gd name="T0" fmla="*/ 210 w 986"/>
                  <a:gd name="T1" fmla="*/ 0 h 414"/>
                  <a:gd name="T2" fmla="*/ 0 w 986"/>
                  <a:gd name="T3" fmla="*/ 189 h 414"/>
                  <a:gd name="T4" fmla="*/ 94 w 986"/>
                  <a:gd name="T5" fmla="*/ 276 h 414"/>
                  <a:gd name="T6" fmla="*/ 154 w 986"/>
                  <a:gd name="T7" fmla="*/ 314 h 414"/>
                  <a:gd name="T8" fmla="*/ 238 w 986"/>
                  <a:gd name="T9" fmla="*/ 363 h 414"/>
                  <a:gd name="T10" fmla="*/ 327 w 986"/>
                  <a:gd name="T11" fmla="*/ 396 h 414"/>
                  <a:gd name="T12" fmla="*/ 426 w 986"/>
                  <a:gd name="T13" fmla="*/ 414 h 414"/>
                  <a:gd name="T14" fmla="*/ 523 w 986"/>
                  <a:gd name="T15" fmla="*/ 413 h 414"/>
                  <a:gd name="T16" fmla="*/ 625 w 986"/>
                  <a:gd name="T17" fmla="*/ 396 h 414"/>
                  <a:gd name="T18" fmla="*/ 721 w 986"/>
                  <a:gd name="T19" fmla="*/ 362 h 414"/>
                  <a:gd name="T20" fmla="*/ 807 w 986"/>
                  <a:gd name="T21" fmla="*/ 309 h 414"/>
                  <a:gd name="T22" fmla="*/ 865 w 986"/>
                  <a:gd name="T23" fmla="*/ 243 h 414"/>
                  <a:gd name="T24" fmla="*/ 924 w 986"/>
                  <a:gd name="T25" fmla="*/ 166 h 414"/>
                  <a:gd name="T26" fmla="*/ 986 w 986"/>
                  <a:gd name="T27" fmla="*/ 76 h 414"/>
                  <a:gd name="T28" fmla="*/ 969 w 986"/>
                  <a:gd name="T29" fmla="*/ 79 h 4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986"/>
                  <a:gd name="T46" fmla="*/ 0 h 414"/>
                  <a:gd name="T47" fmla="*/ 986 w 986"/>
                  <a:gd name="T48" fmla="*/ 414 h 4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986" h="414">
                    <a:moveTo>
                      <a:pt x="210" y="0"/>
                    </a:moveTo>
                    <a:lnTo>
                      <a:pt x="0" y="189"/>
                    </a:lnTo>
                    <a:lnTo>
                      <a:pt x="94" y="276"/>
                    </a:lnTo>
                    <a:lnTo>
                      <a:pt x="154" y="314"/>
                    </a:lnTo>
                    <a:lnTo>
                      <a:pt x="238" y="363"/>
                    </a:lnTo>
                    <a:lnTo>
                      <a:pt x="327" y="396"/>
                    </a:lnTo>
                    <a:lnTo>
                      <a:pt x="426" y="414"/>
                    </a:lnTo>
                    <a:lnTo>
                      <a:pt x="523" y="413"/>
                    </a:lnTo>
                    <a:lnTo>
                      <a:pt x="625" y="396"/>
                    </a:lnTo>
                    <a:lnTo>
                      <a:pt x="721" y="362"/>
                    </a:lnTo>
                    <a:lnTo>
                      <a:pt x="807" y="309"/>
                    </a:lnTo>
                    <a:lnTo>
                      <a:pt x="865" y="243"/>
                    </a:lnTo>
                    <a:lnTo>
                      <a:pt x="924" y="166"/>
                    </a:lnTo>
                    <a:lnTo>
                      <a:pt x="986" y="76"/>
                    </a:lnTo>
                    <a:lnTo>
                      <a:pt x="969" y="79"/>
                    </a:lnTo>
                  </a:path>
                </a:pathLst>
              </a:custGeom>
              <a:gradFill rotWithShape="0">
                <a:gsLst>
                  <a:gs pos="0">
                    <a:srgbClr val="B96FB9"/>
                  </a:gs>
                  <a:gs pos="100000">
                    <a:srgbClr val="FF99FF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2" name="Freeform 129"/>
              <p:cNvSpPr/>
              <p:nvPr/>
            </p:nvSpPr>
            <p:spPr bwMode="auto">
              <a:xfrm>
                <a:off x="2769" y="3012"/>
                <a:ext cx="284" cy="422"/>
              </a:xfrm>
              <a:custGeom>
                <a:avLst/>
                <a:gdLst>
                  <a:gd name="T0" fmla="*/ 37 w 284"/>
                  <a:gd name="T1" fmla="*/ 0 h 422"/>
                  <a:gd name="T2" fmla="*/ 277 w 284"/>
                  <a:gd name="T3" fmla="*/ 8 h 422"/>
                  <a:gd name="T4" fmla="*/ 255 w 284"/>
                  <a:gd name="T5" fmla="*/ 51 h 422"/>
                  <a:gd name="T6" fmla="*/ 226 w 284"/>
                  <a:gd name="T7" fmla="*/ 110 h 422"/>
                  <a:gd name="T8" fmla="*/ 219 w 284"/>
                  <a:gd name="T9" fmla="*/ 190 h 422"/>
                  <a:gd name="T10" fmla="*/ 226 w 284"/>
                  <a:gd name="T11" fmla="*/ 262 h 422"/>
                  <a:gd name="T12" fmla="*/ 248 w 284"/>
                  <a:gd name="T13" fmla="*/ 342 h 422"/>
                  <a:gd name="T14" fmla="*/ 284 w 284"/>
                  <a:gd name="T15" fmla="*/ 415 h 422"/>
                  <a:gd name="T16" fmla="*/ 59 w 284"/>
                  <a:gd name="T17" fmla="*/ 422 h 422"/>
                  <a:gd name="T18" fmla="*/ 22 w 284"/>
                  <a:gd name="T19" fmla="*/ 350 h 422"/>
                  <a:gd name="T20" fmla="*/ 8 w 284"/>
                  <a:gd name="T21" fmla="*/ 291 h 422"/>
                  <a:gd name="T22" fmla="*/ 0 w 284"/>
                  <a:gd name="T23" fmla="*/ 197 h 422"/>
                  <a:gd name="T24" fmla="*/ 8 w 284"/>
                  <a:gd name="T25" fmla="*/ 131 h 422"/>
                  <a:gd name="T26" fmla="*/ 22 w 284"/>
                  <a:gd name="T27" fmla="*/ 66 h 422"/>
                  <a:gd name="T28" fmla="*/ 37 w 284"/>
                  <a:gd name="T29" fmla="*/ 0 h 42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84"/>
                  <a:gd name="T46" fmla="*/ 0 h 422"/>
                  <a:gd name="T47" fmla="*/ 284 w 284"/>
                  <a:gd name="T48" fmla="*/ 422 h 42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84" h="422">
                    <a:moveTo>
                      <a:pt x="37" y="0"/>
                    </a:moveTo>
                    <a:lnTo>
                      <a:pt x="277" y="8"/>
                    </a:lnTo>
                    <a:lnTo>
                      <a:pt x="255" y="51"/>
                    </a:lnTo>
                    <a:lnTo>
                      <a:pt x="226" y="110"/>
                    </a:lnTo>
                    <a:lnTo>
                      <a:pt x="219" y="190"/>
                    </a:lnTo>
                    <a:lnTo>
                      <a:pt x="226" y="262"/>
                    </a:lnTo>
                    <a:lnTo>
                      <a:pt x="248" y="342"/>
                    </a:lnTo>
                    <a:lnTo>
                      <a:pt x="284" y="415"/>
                    </a:lnTo>
                    <a:lnTo>
                      <a:pt x="59" y="422"/>
                    </a:lnTo>
                    <a:lnTo>
                      <a:pt x="22" y="350"/>
                    </a:lnTo>
                    <a:lnTo>
                      <a:pt x="8" y="291"/>
                    </a:lnTo>
                    <a:lnTo>
                      <a:pt x="0" y="197"/>
                    </a:lnTo>
                    <a:lnTo>
                      <a:pt x="8" y="131"/>
                    </a:lnTo>
                    <a:lnTo>
                      <a:pt x="22" y="66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CC99FF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3" name="Freeform 130"/>
              <p:cNvSpPr/>
              <p:nvPr/>
            </p:nvSpPr>
            <p:spPr bwMode="auto">
              <a:xfrm>
                <a:off x="3562" y="3012"/>
                <a:ext cx="298" cy="408"/>
              </a:xfrm>
              <a:custGeom>
                <a:avLst/>
                <a:gdLst>
                  <a:gd name="T0" fmla="*/ 1 w 298"/>
                  <a:gd name="T1" fmla="*/ 0 h 408"/>
                  <a:gd name="T2" fmla="*/ 53 w 298"/>
                  <a:gd name="T3" fmla="*/ 73 h 408"/>
                  <a:gd name="T4" fmla="*/ 80 w 298"/>
                  <a:gd name="T5" fmla="*/ 131 h 408"/>
                  <a:gd name="T6" fmla="*/ 87 w 298"/>
                  <a:gd name="T7" fmla="*/ 219 h 408"/>
                  <a:gd name="T8" fmla="*/ 73 w 298"/>
                  <a:gd name="T9" fmla="*/ 284 h 408"/>
                  <a:gd name="T10" fmla="*/ 51 w 298"/>
                  <a:gd name="T11" fmla="*/ 364 h 408"/>
                  <a:gd name="T12" fmla="*/ 0 w 298"/>
                  <a:gd name="T13" fmla="*/ 408 h 408"/>
                  <a:gd name="T14" fmla="*/ 255 w 298"/>
                  <a:gd name="T15" fmla="*/ 408 h 408"/>
                  <a:gd name="T16" fmla="*/ 262 w 298"/>
                  <a:gd name="T17" fmla="*/ 364 h 408"/>
                  <a:gd name="T18" fmla="*/ 290 w 298"/>
                  <a:gd name="T19" fmla="*/ 303 h 408"/>
                  <a:gd name="T20" fmla="*/ 297 w 298"/>
                  <a:gd name="T21" fmla="*/ 252 h 408"/>
                  <a:gd name="T22" fmla="*/ 298 w 298"/>
                  <a:gd name="T23" fmla="*/ 168 h 408"/>
                  <a:gd name="T24" fmla="*/ 277 w 298"/>
                  <a:gd name="T25" fmla="*/ 60 h 408"/>
                  <a:gd name="T26" fmla="*/ 255 w 298"/>
                  <a:gd name="T27" fmla="*/ 0 h 408"/>
                  <a:gd name="T28" fmla="*/ 1 w 298"/>
                  <a:gd name="T29" fmla="*/ 0 h 40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98"/>
                  <a:gd name="T46" fmla="*/ 0 h 408"/>
                  <a:gd name="T47" fmla="*/ 298 w 298"/>
                  <a:gd name="T48" fmla="*/ 408 h 40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98" h="408">
                    <a:moveTo>
                      <a:pt x="1" y="0"/>
                    </a:moveTo>
                    <a:lnTo>
                      <a:pt x="53" y="73"/>
                    </a:lnTo>
                    <a:lnTo>
                      <a:pt x="80" y="131"/>
                    </a:lnTo>
                    <a:lnTo>
                      <a:pt x="87" y="219"/>
                    </a:lnTo>
                    <a:lnTo>
                      <a:pt x="73" y="284"/>
                    </a:lnTo>
                    <a:lnTo>
                      <a:pt x="51" y="364"/>
                    </a:lnTo>
                    <a:lnTo>
                      <a:pt x="0" y="408"/>
                    </a:lnTo>
                    <a:lnTo>
                      <a:pt x="255" y="408"/>
                    </a:lnTo>
                    <a:lnTo>
                      <a:pt x="262" y="364"/>
                    </a:lnTo>
                    <a:lnTo>
                      <a:pt x="290" y="303"/>
                    </a:lnTo>
                    <a:lnTo>
                      <a:pt x="297" y="252"/>
                    </a:lnTo>
                    <a:lnTo>
                      <a:pt x="298" y="168"/>
                    </a:lnTo>
                    <a:lnTo>
                      <a:pt x="277" y="60"/>
                    </a:lnTo>
                    <a:lnTo>
                      <a:pt x="2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C99FF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" name="Freeform 131"/>
              <p:cNvSpPr/>
              <p:nvPr/>
            </p:nvSpPr>
            <p:spPr bwMode="auto">
              <a:xfrm>
                <a:off x="2797" y="2910"/>
                <a:ext cx="375" cy="117"/>
              </a:xfrm>
              <a:custGeom>
                <a:avLst/>
                <a:gdLst>
                  <a:gd name="T0" fmla="*/ 114 w 374"/>
                  <a:gd name="T1" fmla="*/ 1 h 117"/>
                  <a:gd name="T2" fmla="*/ 374 w 374"/>
                  <a:gd name="T3" fmla="*/ 0 h 117"/>
                  <a:gd name="T4" fmla="*/ 237 w 374"/>
                  <a:gd name="T5" fmla="*/ 117 h 117"/>
                  <a:gd name="T6" fmla="*/ 0 w 374"/>
                  <a:gd name="T7" fmla="*/ 117 h 117"/>
                  <a:gd name="T8" fmla="*/ 114 w 374"/>
                  <a:gd name="T9" fmla="*/ 1 h 1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4"/>
                  <a:gd name="T16" fmla="*/ 0 h 117"/>
                  <a:gd name="T17" fmla="*/ 374 w 374"/>
                  <a:gd name="T18" fmla="*/ 117 h 1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4" h="117">
                    <a:moveTo>
                      <a:pt x="114" y="1"/>
                    </a:moveTo>
                    <a:lnTo>
                      <a:pt x="374" y="0"/>
                    </a:lnTo>
                    <a:lnTo>
                      <a:pt x="237" y="117"/>
                    </a:lnTo>
                    <a:lnTo>
                      <a:pt x="0" y="117"/>
                    </a:lnTo>
                    <a:lnTo>
                      <a:pt x="11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BEBE00"/>
                  </a:gs>
                  <a:gs pos="100000">
                    <a:srgbClr val="FFFF00"/>
                  </a:gs>
                </a:gsLst>
                <a:lin ang="27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5" name="Freeform 132"/>
              <p:cNvSpPr/>
              <p:nvPr/>
            </p:nvSpPr>
            <p:spPr bwMode="auto">
              <a:xfrm>
                <a:off x="3576" y="2916"/>
                <a:ext cx="349" cy="105"/>
              </a:xfrm>
              <a:custGeom>
                <a:avLst/>
                <a:gdLst>
                  <a:gd name="T0" fmla="*/ 103 w 347"/>
                  <a:gd name="T1" fmla="*/ 3 h 105"/>
                  <a:gd name="T2" fmla="*/ 347 w 347"/>
                  <a:gd name="T3" fmla="*/ 0 h 105"/>
                  <a:gd name="T4" fmla="*/ 237 w 347"/>
                  <a:gd name="T5" fmla="*/ 105 h 105"/>
                  <a:gd name="T6" fmla="*/ 0 w 347"/>
                  <a:gd name="T7" fmla="*/ 105 h 105"/>
                  <a:gd name="T8" fmla="*/ 103 w 347"/>
                  <a:gd name="T9" fmla="*/ 3 h 1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7"/>
                  <a:gd name="T16" fmla="*/ 0 h 105"/>
                  <a:gd name="T17" fmla="*/ 347 w 347"/>
                  <a:gd name="T18" fmla="*/ 105 h 1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7" h="105">
                    <a:moveTo>
                      <a:pt x="103" y="3"/>
                    </a:moveTo>
                    <a:lnTo>
                      <a:pt x="347" y="0"/>
                    </a:lnTo>
                    <a:lnTo>
                      <a:pt x="237" y="105"/>
                    </a:lnTo>
                    <a:lnTo>
                      <a:pt x="0" y="105"/>
                    </a:lnTo>
                    <a:lnTo>
                      <a:pt x="103" y="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DCD00"/>
                  </a:gs>
                  <a:gs pos="100000">
                    <a:srgbClr val="FFFF00"/>
                  </a:gs>
                </a:gsLst>
                <a:lin ang="27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6" name="Freeform 133"/>
              <p:cNvSpPr/>
              <p:nvPr/>
            </p:nvSpPr>
            <p:spPr bwMode="auto">
              <a:xfrm>
                <a:off x="3012" y="2291"/>
                <a:ext cx="1227" cy="1240"/>
              </a:xfrm>
              <a:custGeom>
                <a:avLst/>
                <a:gdLst>
                  <a:gd name="T0" fmla="*/ 0 w 1227"/>
                  <a:gd name="T1" fmla="*/ 461 h 1239"/>
                  <a:gd name="T2" fmla="*/ 301 w 1227"/>
                  <a:gd name="T3" fmla="*/ 159 h 1239"/>
                  <a:gd name="T4" fmla="*/ 339 w 1227"/>
                  <a:gd name="T5" fmla="*/ 130 h 1239"/>
                  <a:gd name="T6" fmla="*/ 378 w 1227"/>
                  <a:gd name="T7" fmla="*/ 101 h 1239"/>
                  <a:gd name="T8" fmla="*/ 431 w 1227"/>
                  <a:gd name="T9" fmla="*/ 72 h 1239"/>
                  <a:gd name="T10" fmla="*/ 479 w 1227"/>
                  <a:gd name="T11" fmla="*/ 43 h 1239"/>
                  <a:gd name="T12" fmla="*/ 541 w 1227"/>
                  <a:gd name="T13" fmla="*/ 19 h 1239"/>
                  <a:gd name="T14" fmla="*/ 599 w 1227"/>
                  <a:gd name="T15" fmla="*/ 5 h 1239"/>
                  <a:gd name="T16" fmla="*/ 651 w 1227"/>
                  <a:gd name="T17" fmla="*/ 0 h 1239"/>
                  <a:gd name="T18" fmla="*/ 728 w 1227"/>
                  <a:gd name="T19" fmla="*/ 5 h 1239"/>
                  <a:gd name="T20" fmla="*/ 815 w 1227"/>
                  <a:gd name="T21" fmla="*/ 19 h 1239"/>
                  <a:gd name="T22" fmla="*/ 887 w 1227"/>
                  <a:gd name="T23" fmla="*/ 48 h 1239"/>
                  <a:gd name="T24" fmla="*/ 949 w 1227"/>
                  <a:gd name="T25" fmla="*/ 77 h 1239"/>
                  <a:gd name="T26" fmla="*/ 1021 w 1227"/>
                  <a:gd name="T27" fmla="*/ 125 h 1239"/>
                  <a:gd name="T28" fmla="*/ 1079 w 1227"/>
                  <a:gd name="T29" fmla="*/ 173 h 1239"/>
                  <a:gd name="T30" fmla="*/ 1127 w 1227"/>
                  <a:gd name="T31" fmla="*/ 231 h 1239"/>
                  <a:gd name="T32" fmla="*/ 1155 w 1227"/>
                  <a:gd name="T33" fmla="*/ 288 h 1239"/>
                  <a:gd name="T34" fmla="*/ 1179 w 1227"/>
                  <a:gd name="T35" fmla="*/ 336 h 1239"/>
                  <a:gd name="T36" fmla="*/ 1203 w 1227"/>
                  <a:gd name="T37" fmla="*/ 399 h 1239"/>
                  <a:gd name="T38" fmla="*/ 1218 w 1227"/>
                  <a:gd name="T39" fmla="*/ 471 h 1239"/>
                  <a:gd name="T40" fmla="*/ 1227 w 1227"/>
                  <a:gd name="T41" fmla="*/ 562 h 1239"/>
                  <a:gd name="T42" fmla="*/ 1213 w 1227"/>
                  <a:gd name="T43" fmla="*/ 658 h 1239"/>
                  <a:gd name="T44" fmla="*/ 1194 w 1227"/>
                  <a:gd name="T45" fmla="*/ 720 h 1239"/>
                  <a:gd name="T46" fmla="*/ 1170 w 1227"/>
                  <a:gd name="T47" fmla="*/ 773 h 1239"/>
                  <a:gd name="T48" fmla="*/ 1146 w 1227"/>
                  <a:gd name="T49" fmla="*/ 826 h 1239"/>
                  <a:gd name="T50" fmla="*/ 1107 w 1227"/>
                  <a:gd name="T51" fmla="*/ 874 h 1239"/>
                  <a:gd name="T52" fmla="*/ 1079 w 1227"/>
                  <a:gd name="T53" fmla="*/ 912 h 1239"/>
                  <a:gd name="T54" fmla="*/ 747 w 1227"/>
                  <a:gd name="T55" fmla="*/ 1239 h 1239"/>
                  <a:gd name="T56" fmla="*/ 795 w 1227"/>
                  <a:gd name="T57" fmla="*/ 1176 h 1239"/>
                  <a:gd name="T58" fmla="*/ 829 w 1227"/>
                  <a:gd name="T59" fmla="*/ 1133 h 1239"/>
                  <a:gd name="T60" fmla="*/ 858 w 1227"/>
                  <a:gd name="T61" fmla="*/ 1095 h 1239"/>
                  <a:gd name="T62" fmla="*/ 887 w 1227"/>
                  <a:gd name="T63" fmla="*/ 1042 h 1239"/>
                  <a:gd name="T64" fmla="*/ 791 w 1227"/>
                  <a:gd name="T65" fmla="*/ 1133 h 1239"/>
                  <a:gd name="T66" fmla="*/ 815 w 1227"/>
                  <a:gd name="T67" fmla="*/ 1071 h 1239"/>
                  <a:gd name="T68" fmla="*/ 834 w 1227"/>
                  <a:gd name="T69" fmla="*/ 1018 h 1239"/>
                  <a:gd name="T70" fmla="*/ 839 w 1227"/>
                  <a:gd name="T71" fmla="*/ 960 h 1239"/>
                  <a:gd name="T72" fmla="*/ 839 w 1227"/>
                  <a:gd name="T73" fmla="*/ 907 h 1239"/>
                  <a:gd name="T74" fmla="*/ 829 w 1227"/>
                  <a:gd name="T75" fmla="*/ 845 h 1239"/>
                  <a:gd name="T76" fmla="*/ 815 w 1227"/>
                  <a:gd name="T77" fmla="*/ 773 h 1239"/>
                  <a:gd name="T78" fmla="*/ 791 w 1227"/>
                  <a:gd name="T79" fmla="*/ 725 h 1239"/>
                  <a:gd name="T80" fmla="*/ 891 w 1227"/>
                  <a:gd name="T81" fmla="*/ 624 h 1239"/>
                  <a:gd name="T82" fmla="*/ 867 w 1227"/>
                  <a:gd name="T83" fmla="*/ 581 h 1239"/>
                  <a:gd name="T84" fmla="*/ 839 w 1227"/>
                  <a:gd name="T85" fmla="*/ 533 h 1239"/>
                  <a:gd name="T86" fmla="*/ 810 w 1227"/>
                  <a:gd name="T87" fmla="*/ 495 h 1239"/>
                  <a:gd name="T88" fmla="*/ 776 w 1227"/>
                  <a:gd name="T89" fmla="*/ 451 h 1239"/>
                  <a:gd name="T90" fmla="*/ 733 w 1227"/>
                  <a:gd name="T91" fmla="*/ 413 h 1239"/>
                  <a:gd name="T92" fmla="*/ 675 w 1227"/>
                  <a:gd name="T93" fmla="*/ 370 h 1239"/>
                  <a:gd name="T94" fmla="*/ 608 w 1227"/>
                  <a:gd name="T95" fmla="*/ 336 h 1239"/>
                  <a:gd name="T96" fmla="*/ 541 w 1227"/>
                  <a:gd name="T97" fmla="*/ 312 h 1239"/>
                  <a:gd name="T98" fmla="*/ 450 w 1227"/>
                  <a:gd name="T99" fmla="*/ 298 h 1239"/>
                  <a:gd name="T100" fmla="*/ 363 w 1227"/>
                  <a:gd name="T101" fmla="*/ 293 h 1239"/>
                  <a:gd name="T102" fmla="*/ 272 w 1227"/>
                  <a:gd name="T103" fmla="*/ 307 h 1239"/>
                  <a:gd name="T104" fmla="*/ 191 w 1227"/>
                  <a:gd name="T105" fmla="*/ 331 h 1239"/>
                  <a:gd name="T106" fmla="*/ 147 w 1227"/>
                  <a:gd name="T107" fmla="*/ 355 h 1239"/>
                  <a:gd name="T108" fmla="*/ 95 w 1227"/>
                  <a:gd name="T109" fmla="*/ 389 h 1239"/>
                  <a:gd name="T110" fmla="*/ 0 w 1227"/>
                  <a:gd name="T111" fmla="*/ 461 h 1239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227"/>
                  <a:gd name="T169" fmla="*/ 0 h 1239"/>
                  <a:gd name="T170" fmla="*/ 1227 w 1227"/>
                  <a:gd name="T171" fmla="*/ 1239 h 1239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227" h="1239">
                    <a:moveTo>
                      <a:pt x="0" y="461"/>
                    </a:moveTo>
                    <a:lnTo>
                      <a:pt x="301" y="159"/>
                    </a:lnTo>
                    <a:lnTo>
                      <a:pt x="339" y="130"/>
                    </a:lnTo>
                    <a:lnTo>
                      <a:pt x="378" y="101"/>
                    </a:lnTo>
                    <a:lnTo>
                      <a:pt x="431" y="72"/>
                    </a:lnTo>
                    <a:lnTo>
                      <a:pt x="479" y="43"/>
                    </a:lnTo>
                    <a:lnTo>
                      <a:pt x="541" y="19"/>
                    </a:lnTo>
                    <a:lnTo>
                      <a:pt x="599" y="5"/>
                    </a:lnTo>
                    <a:lnTo>
                      <a:pt x="651" y="0"/>
                    </a:lnTo>
                    <a:lnTo>
                      <a:pt x="728" y="5"/>
                    </a:lnTo>
                    <a:lnTo>
                      <a:pt x="815" y="19"/>
                    </a:lnTo>
                    <a:lnTo>
                      <a:pt x="887" y="48"/>
                    </a:lnTo>
                    <a:lnTo>
                      <a:pt x="949" y="77"/>
                    </a:lnTo>
                    <a:lnTo>
                      <a:pt x="1021" y="125"/>
                    </a:lnTo>
                    <a:lnTo>
                      <a:pt x="1079" y="173"/>
                    </a:lnTo>
                    <a:lnTo>
                      <a:pt x="1127" y="231"/>
                    </a:lnTo>
                    <a:lnTo>
                      <a:pt x="1155" y="288"/>
                    </a:lnTo>
                    <a:lnTo>
                      <a:pt x="1179" y="336"/>
                    </a:lnTo>
                    <a:lnTo>
                      <a:pt x="1203" y="399"/>
                    </a:lnTo>
                    <a:lnTo>
                      <a:pt x="1218" y="471"/>
                    </a:lnTo>
                    <a:lnTo>
                      <a:pt x="1227" y="562"/>
                    </a:lnTo>
                    <a:lnTo>
                      <a:pt x="1213" y="658"/>
                    </a:lnTo>
                    <a:lnTo>
                      <a:pt x="1194" y="720"/>
                    </a:lnTo>
                    <a:lnTo>
                      <a:pt x="1170" y="773"/>
                    </a:lnTo>
                    <a:lnTo>
                      <a:pt x="1146" y="826"/>
                    </a:lnTo>
                    <a:lnTo>
                      <a:pt x="1107" y="874"/>
                    </a:lnTo>
                    <a:lnTo>
                      <a:pt x="1079" y="912"/>
                    </a:lnTo>
                    <a:lnTo>
                      <a:pt x="747" y="1239"/>
                    </a:lnTo>
                    <a:lnTo>
                      <a:pt x="795" y="1176"/>
                    </a:lnTo>
                    <a:lnTo>
                      <a:pt x="829" y="1133"/>
                    </a:lnTo>
                    <a:lnTo>
                      <a:pt x="858" y="1095"/>
                    </a:lnTo>
                    <a:lnTo>
                      <a:pt x="887" y="1042"/>
                    </a:lnTo>
                    <a:lnTo>
                      <a:pt x="791" y="1133"/>
                    </a:lnTo>
                    <a:lnTo>
                      <a:pt x="815" y="1071"/>
                    </a:lnTo>
                    <a:lnTo>
                      <a:pt x="834" y="1018"/>
                    </a:lnTo>
                    <a:lnTo>
                      <a:pt x="839" y="960"/>
                    </a:lnTo>
                    <a:lnTo>
                      <a:pt x="839" y="907"/>
                    </a:lnTo>
                    <a:lnTo>
                      <a:pt x="829" y="845"/>
                    </a:lnTo>
                    <a:lnTo>
                      <a:pt x="815" y="773"/>
                    </a:lnTo>
                    <a:lnTo>
                      <a:pt x="791" y="725"/>
                    </a:lnTo>
                    <a:lnTo>
                      <a:pt x="891" y="624"/>
                    </a:lnTo>
                    <a:lnTo>
                      <a:pt x="867" y="581"/>
                    </a:lnTo>
                    <a:lnTo>
                      <a:pt x="839" y="533"/>
                    </a:lnTo>
                    <a:lnTo>
                      <a:pt x="810" y="495"/>
                    </a:lnTo>
                    <a:lnTo>
                      <a:pt x="776" y="451"/>
                    </a:lnTo>
                    <a:lnTo>
                      <a:pt x="733" y="413"/>
                    </a:lnTo>
                    <a:lnTo>
                      <a:pt x="675" y="370"/>
                    </a:lnTo>
                    <a:lnTo>
                      <a:pt x="608" y="336"/>
                    </a:lnTo>
                    <a:lnTo>
                      <a:pt x="541" y="312"/>
                    </a:lnTo>
                    <a:lnTo>
                      <a:pt x="450" y="298"/>
                    </a:lnTo>
                    <a:lnTo>
                      <a:pt x="363" y="293"/>
                    </a:lnTo>
                    <a:lnTo>
                      <a:pt x="272" y="307"/>
                    </a:lnTo>
                    <a:lnTo>
                      <a:pt x="191" y="331"/>
                    </a:lnTo>
                    <a:lnTo>
                      <a:pt x="147" y="355"/>
                    </a:lnTo>
                    <a:lnTo>
                      <a:pt x="95" y="389"/>
                    </a:lnTo>
                    <a:lnTo>
                      <a:pt x="0" y="46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27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7" name="Freeform 134"/>
              <p:cNvSpPr/>
              <p:nvPr/>
            </p:nvSpPr>
            <p:spPr bwMode="auto">
              <a:xfrm>
                <a:off x="2977" y="2781"/>
                <a:ext cx="714" cy="691"/>
              </a:xfrm>
              <a:custGeom>
                <a:avLst/>
                <a:gdLst>
                  <a:gd name="T0" fmla="*/ 53 w 715"/>
                  <a:gd name="T1" fmla="*/ 245 h 691"/>
                  <a:gd name="T2" fmla="*/ 29 w 715"/>
                  <a:gd name="T3" fmla="*/ 293 h 691"/>
                  <a:gd name="T4" fmla="*/ 5 w 715"/>
                  <a:gd name="T5" fmla="*/ 355 h 691"/>
                  <a:gd name="T6" fmla="*/ 0 w 715"/>
                  <a:gd name="T7" fmla="*/ 413 h 691"/>
                  <a:gd name="T8" fmla="*/ 5 w 715"/>
                  <a:gd name="T9" fmla="*/ 470 h 691"/>
                  <a:gd name="T10" fmla="*/ 14 w 715"/>
                  <a:gd name="T11" fmla="*/ 518 h 691"/>
                  <a:gd name="T12" fmla="*/ 29 w 715"/>
                  <a:gd name="T13" fmla="*/ 571 h 691"/>
                  <a:gd name="T14" fmla="*/ 48 w 715"/>
                  <a:gd name="T15" fmla="*/ 609 h 691"/>
                  <a:gd name="T16" fmla="*/ 67 w 715"/>
                  <a:gd name="T17" fmla="*/ 648 h 691"/>
                  <a:gd name="T18" fmla="*/ 163 w 715"/>
                  <a:gd name="T19" fmla="*/ 542 h 691"/>
                  <a:gd name="T20" fmla="*/ 192 w 715"/>
                  <a:gd name="T21" fmla="*/ 581 h 691"/>
                  <a:gd name="T22" fmla="*/ 216 w 715"/>
                  <a:gd name="T23" fmla="*/ 609 h 691"/>
                  <a:gd name="T24" fmla="*/ 259 w 715"/>
                  <a:gd name="T25" fmla="*/ 633 h 691"/>
                  <a:gd name="T26" fmla="*/ 298 w 715"/>
                  <a:gd name="T27" fmla="*/ 657 h 691"/>
                  <a:gd name="T28" fmla="*/ 350 w 715"/>
                  <a:gd name="T29" fmla="*/ 672 h 691"/>
                  <a:gd name="T30" fmla="*/ 408 w 715"/>
                  <a:gd name="T31" fmla="*/ 691 h 691"/>
                  <a:gd name="T32" fmla="*/ 480 w 715"/>
                  <a:gd name="T33" fmla="*/ 687 h 691"/>
                  <a:gd name="T34" fmla="*/ 543 w 715"/>
                  <a:gd name="T35" fmla="*/ 672 h 691"/>
                  <a:gd name="T36" fmla="*/ 590 w 715"/>
                  <a:gd name="T37" fmla="*/ 653 h 691"/>
                  <a:gd name="T38" fmla="*/ 624 w 715"/>
                  <a:gd name="T39" fmla="*/ 614 h 691"/>
                  <a:gd name="T40" fmla="*/ 648 w 715"/>
                  <a:gd name="T41" fmla="*/ 571 h 691"/>
                  <a:gd name="T42" fmla="*/ 672 w 715"/>
                  <a:gd name="T43" fmla="*/ 523 h 691"/>
                  <a:gd name="T44" fmla="*/ 677 w 715"/>
                  <a:gd name="T45" fmla="*/ 465 h 691"/>
                  <a:gd name="T46" fmla="*/ 677 w 715"/>
                  <a:gd name="T47" fmla="*/ 413 h 691"/>
                  <a:gd name="T48" fmla="*/ 667 w 715"/>
                  <a:gd name="T49" fmla="*/ 360 h 691"/>
                  <a:gd name="T50" fmla="*/ 643 w 715"/>
                  <a:gd name="T51" fmla="*/ 312 h 691"/>
                  <a:gd name="T52" fmla="*/ 624 w 715"/>
                  <a:gd name="T53" fmla="*/ 273 h 691"/>
                  <a:gd name="T54" fmla="*/ 605 w 715"/>
                  <a:gd name="T55" fmla="*/ 240 h 691"/>
                  <a:gd name="T56" fmla="*/ 715 w 715"/>
                  <a:gd name="T57" fmla="*/ 129 h 691"/>
                  <a:gd name="T58" fmla="*/ 686 w 715"/>
                  <a:gd name="T59" fmla="*/ 110 h 691"/>
                  <a:gd name="T60" fmla="*/ 653 w 715"/>
                  <a:gd name="T61" fmla="*/ 81 h 691"/>
                  <a:gd name="T62" fmla="*/ 610 w 715"/>
                  <a:gd name="T63" fmla="*/ 57 h 691"/>
                  <a:gd name="T64" fmla="*/ 571 w 715"/>
                  <a:gd name="T65" fmla="*/ 33 h 691"/>
                  <a:gd name="T66" fmla="*/ 514 w 715"/>
                  <a:gd name="T67" fmla="*/ 14 h 691"/>
                  <a:gd name="T68" fmla="*/ 446 w 715"/>
                  <a:gd name="T69" fmla="*/ 0 h 691"/>
                  <a:gd name="T70" fmla="*/ 370 w 715"/>
                  <a:gd name="T71" fmla="*/ 5 h 691"/>
                  <a:gd name="T72" fmla="*/ 307 w 715"/>
                  <a:gd name="T73" fmla="*/ 14 h 691"/>
                  <a:gd name="T74" fmla="*/ 254 w 715"/>
                  <a:gd name="T75" fmla="*/ 43 h 691"/>
                  <a:gd name="T76" fmla="*/ 216 w 715"/>
                  <a:gd name="T77" fmla="*/ 72 h 691"/>
                  <a:gd name="T78" fmla="*/ 187 w 715"/>
                  <a:gd name="T79" fmla="*/ 101 h 691"/>
                  <a:gd name="T80" fmla="*/ 164 w 715"/>
                  <a:gd name="T81" fmla="*/ 134 h 691"/>
                  <a:gd name="T82" fmla="*/ 53 w 715"/>
                  <a:gd name="T83" fmla="*/ 245 h 691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715"/>
                  <a:gd name="T127" fmla="*/ 0 h 691"/>
                  <a:gd name="T128" fmla="*/ 715 w 715"/>
                  <a:gd name="T129" fmla="*/ 691 h 691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715" h="691">
                    <a:moveTo>
                      <a:pt x="53" y="245"/>
                    </a:moveTo>
                    <a:lnTo>
                      <a:pt x="29" y="293"/>
                    </a:lnTo>
                    <a:lnTo>
                      <a:pt x="5" y="355"/>
                    </a:lnTo>
                    <a:lnTo>
                      <a:pt x="0" y="413"/>
                    </a:lnTo>
                    <a:lnTo>
                      <a:pt x="5" y="470"/>
                    </a:lnTo>
                    <a:lnTo>
                      <a:pt x="14" y="518"/>
                    </a:lnTo>
                    <a:lnTo>
                      <a:pt x="29" y="571"/>
                    </a:lnTo>
                    <a:lnTo>
                      <a:pt x="48" y="609"/>
                    </a:lnTo>
                    <a:lnTo>
                      <a:pt x="67" y="648"/>
                    </a:lnTo>
                    <a:lnTo>
                      <a:pt x="163" y="542"/>
                    </a:lnTo>
                    <a:lnTo>
                      <a:pt x="192" y="581"/>
                    </a:lnTo>
                    <a:lnTo>
                      <a:pt x="216" y="609"/>
                    </a:lnTo>
                    <a:lnTo>
                      <a:pt x="259" y="633"/>
                    </a:lnTo>
                    <a:lnTo>
                      <a:pt x="298" y="657"/>
                    </a:lnTo>
                    <a:lnTo>
                      <a:pt x="350" y="672"/>
                    </a:lnTo>
                    <a:lnTo>
                      <a:pt x="408" y="691"/>
                    </a:lnTo>
                    <a:lnTo>
                      <a:pt x="480" y="687"/>
                    </a:lnTo>
                    <a:lnTo>
                      <a:pt x="543" y="672"/>
                    </a:lnTo>
                    <a:lnTo>
                      <a:pt x="590" y="653"/>
                    </a:lnTo>
                    <a:lnTo>
                      <a:pt x="624" y="614"/>
                    </a:lnTo>
                    <a:lnTo>
                      <a:pt x="648" y="571"/>
                    </a:lnTo>
                    <a:lnTo>
                      <a:pt x="672" y="523"/>
                    </a:lnTo>
                    <a:lnTo>
                      <a:pt x="677" y="465"/>
                    </a:lnTo>
                    <a:lnTo>
                      <a:pt x="677" y="413"/>
                    </a:lnTo>
                    <a:lnTo>
                      <a:pt x="667" y="360"/>
                    </a:lnTo>
                    <a:lnTo>
                      <a:pt x="643" y="312"/>
                    </a:lnTo>
                    <a:lnTo>
                      <a:pt x="624" y="273"/>
                    </a:lnTo>
                    <a:lnTo>
                      <a:pt x="605" y="240"/>
                    </a:lnTo>
                    <a:lnTo>
                      <a:pt x="715" y="129"/>
                    </a:lnTo>
                    <a:lnTo>
                      <a:pt x="686" y="110"/>
                    </a:lnTo>
                    <a:lnTo>
                      <a:pt x="653" y="81"/>
                    </a:lnTo>
                    <a:lnTo>
                      <a:pt x="610" y="57"/>
                    </a:lnTo>
                    <a:lnTo>
                      <a:pt x="571" y="33"/>
                    </a:lnTo>
                    <a:lnTo>
                      <a:pt x="514" y="14"/>
                    </a:lnTo>
                    <a:lnTo>
                      <a:pt x="446" y="0"/>
                    </a:lnTo>
                    <a:lnTo>
                      <a:pt x="370" y="5"/>
                    </a:lnTo>
                    <a:lnTo>
                      <a:pt x="307" y="14"/>
                    </a:lnTo>
                    <a:lnTo>
                      <a:pt x="254" y="43"/>
                    </a:lnTo>
                    <a:lnTo>
                      <a:pt x="216" y="72"/>
                    </a:lnTo>
                    <a:lnTo>
                      <a:pt x="187" y="101"/>
                    </a:lnTo>
                    <a:lnTo>
                      <a:pt x="164" y="134"/>
                    </a:lnTo>
                    <a:lnTo>
                      <a:pt x="53" y="24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E582C"/>
                  </a:gs>
                  <a:gs pos="50000">
                    <a:srgbClr val="FFCC66"/>
                  </a:gs>
                  <a:gs pos="100000">
                    <a:srgbClr val="6E582C"/>
                  </a:gs>
                </a:gsLst>
                <a:lin ang="27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0" name="Group 135"/>
            <p:cNvGrpSpPr/>
            <p:nvPr/>
          </p:nvGrpSpPr>
          <p:grpSpPr bwMode="auto">
            <a:xfrm>
              <a:off x="3178" y="1299"/>
              <a:ext cx="1454" cy="908"/>
              <a:chOff x="1680" y="2289"/>
              <a:chExt cx="2006" cy="1253"/>
            </a:xfrm>
          </p:grpSpPr>
          <p:sp>
            <p:nvSpPr>
              <p:cNvPr id="68" name="Freeform 136"/>
              <p:cNvSpPr/>
              <p:nvPr/>
            </p:nvSpPr>
            <p:spPr bwMode="auto">
              <a:xfrm>
                <a:off x="1680" y="2289"/>
                <a:ext cx="2006" cy="188"/>
              </a:xfrm>
              <a:custGeom>
                <a:avLst/>
                <a:gdLst>
                  <a:gd name="T0" fmla="*/ 0 w 2006"/>
                  <a:gd name="T1" fmla="*/ 187 h 187"/>
                  <a:gd name="T2" fmla="*/ 187 w 2006"/>
                  <a:gd name="T3" fmla="*/ 0 h 187"/>
                  <a:gd name="T4" fmla="*/ 2006 w 2006"/>
                  <a:gd name="T5" fmla="*/ 0 h 187"/>
                  <a:gd name="T6" fmla="*/ 1819 w 2006"/>
                  <a:gd name="T7" fmla="*/ 187 h 187"/>
                  <a:gd name="T8" fmla="*/ 0 w 2006"/>
                  <a:gd name="T9" fmla="*/ 187 h 1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6"/>
                  <a:gd name="T16" fmla="*/ 0 h 187"/>
                  <a:gd name="T17" fmla="*/ 2006 w 2006"/>
                  <a:gd name="T18" fmla="*/ 187 h 1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6" h="187">
                    <a:moveTo>
                      <a:pt x="0" y="187"/>
                    </a:moveTo>
                    <a:lnTo>
                      <a:pt x="187" y="0"/>
                    </a:lnTo>
                    <a:lnTo>
                      <a:pt x="2006" y="0"/>
                    </a:lnTo>
                    <a:lnTo>
                      <a:pt x="1819" y="187"/>
                    </a:lnTo>
                    <a:lnTo>
                      <a:pt x="0" y="18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267226"/>
                  </a:gs>
                  <a:gs pos="100000">
                    <a:srgbClr val="339933"/>
                  </a:gs>
                </a:gsLst>
                <a:lin ang="27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9" name="Freeform 137"/>
              <p:cNvSpPr/>
              <p:nvPr/>
            </p:nvSpPr>
            <p:spPr bwMode="auto">
              <a:xfrm>
                <a:off x="1680" y="2477"/>
                <a:ext cx="1824" cy="1065"/>
              </a:xfrm>
              <a:custGeom>
                <a:avLst/>
                <a:gdLst>
                  <a:gd name="T0" fmla="*/ 0 w 1824"/>
                  <a:gd name="T1" fmla="*/ 0 h 1066"/>
                  <a:gd name="T2" fmla="*/ 1824 w 1824"/>
                  <a:gd name="T3" fmla="*/ 0 h 1066"/>
                  <a:gd name="T4" fmla="*/ 1771 w 1824"/>
                  <a:gd name="T5" fmla="*/ 10 h 1066"/>
                  <a:gd name="T6" fmla="*/ 1709 w 1824"/>
                  <a:gd name="T7" fmla="*/ 19 h 1066"/>
                  <a:gd name="T8" fmla="*/ 1651 w 1824"/>
                  <a:gd name="T9" fmla="*/ 34 h 1066"/>
                  <a:gd name="T10" fmla="*/ 1584 w 1824"/>
                  <a:gd name="T11" fmla="*/ 62 h 1066"/>
                  <a:gd name="T12" fmla="*/ 1531 w 1824"/>
                  <a:gd name="T13" fmla="*/ 97 h 1066"/>
                  <a:gd name="T14" fmla="*/ 1474 w 1824"/>
                  <a:gd name="T15" fmla="*/ 135 h 1066"/>
                  <a:gd name="T16" fmla="*/ 1426 w 1824"/>
                  <a:gd name="T17" fmla="*/ 178 h 1066"/>
                  <a:gd name="T18" fmla="*/ 1368 w 1824"/>
                  <a:gd name="T19" fmla="*/ 250 h 1066"/>
                  <a:gd name="T20" fmla="*/ 1330 w 1824"/>
                  <a:gd name="T21" fmla="*/ 313 h 1066"/>
                  <a:gd name="T22" fmla="*/ 1291 w 1824"/>
                  <a:gd name="T23" fmla="*/ 361 h 1066"/>
                  <a:gd name="T24" fmla="*/ 1258 w 1824"/>
                  <a:gd name="T25" fmla="*/ 433 h 1066"/>
                  <a:gd name="T26" fmla="*/ 1133 w 1824"/>
                  <a:gd name="T27" fmla="*/ 558 h 1066"/>
                  <a:gd name="T28" fmla="*/ 1114 w 1824"/>
                  <a:gd name="T29" fmla="*/ 615 h 1066"/>
                  <a:gd name="T30" fmla="*/ 1099 w 1824"/>
                  <a:gd name="T31" fmla="*/ 673 h 1066"/>
                  <a:gd name="T32" fmla="*/ 1094 w 1824"/>
                  <a:gd name="T33" fmla="*/ 740 h 1066"/>
                  <a:gd name="T34" fmla="*/ 1099 w 1824"/>
                  <a:gd name="T35" fmla="*/ 798 h 1066"/>
                  <a:gd name="T36" fmla="*/ 1114 w 1824"/>
                  <a:gd name="T37" fmla="*/ 860 h 1066"/>
                  <a:gd name="T38" fmla="*/ 1128 w 1824"/>
                  <a:gd name="T39" fmla="*/ 918 h 1066"/>
                  <a:gd name="T40" fmla="*/ 1152 w 1824"/>
                  <a:gd name="T41" fmla="*/ 956 h 1066"/>
                  <a:gd name="T42" fmla="*/ 1277 w 1824"/>
                  <a:gd name="T43" fmla="*/ 956 h 1066"/>
                  <a:gd name="T44" fmla="*/ 1320 w 1824"/>
                  <a:gd name="T45" fmla="*/ 1004 h 1066"/>
                  <a:gd name="T46" fmla="*/ 1358 w 1824"/>
                  <a:gd name="T47" fmla="*/ 1042 h 1066"/>
                  <a:gd name="T48" fmla="*/ 1406 w 1824"/>
                  <a:gd name="T49" fmla="*/ 1066 h 1066"/>
                  <a:gd name="T50" fmla="*/ 0 w 1824"/>
                  <a:gd name="T51" fmla="*/ 1066 h 1066"/>
                  <a:gd name="T52" fmla="*/ 0 w 1824"/>
                  <a:gd name="T53" fmla="*/ 0 h 106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824"/>
                  <a:gd name="T82" fmla="*/ 0 h 1066"/>
                  <a:gd name="T83" fmla="*/ 1824 w 1824"/>
                  <a:gd name="T84" fmla="*/ 1066 h 106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1824" h="1066">
                    <a:moveTo>
                      <a:pt x="0" y="0"/>
                    </a:moveTo>
                    <a:lnTo>
                      <a:pt x="1824" y="0"/>
                    </a:lnTo>
                    <a:lnTo>
                      <a:pt x="1771" y="10"/>
                    </a:lnTo>
                    <a:lnTo>
                      <a:pt x="1709" y="19"/>
                    </a:lnTo>
                    <a:lnTo>
                      <a:pt x="1651" y="34"/>
                    </a:lnTo>
                    <a:lnTo>
                      <a:pt x="1584" y="62"/>
                    </a:lnTo>
                    <a:lnTo>
                      <a:pt x="1531" y="97"/>
                    </a:lnTo>
                    <a:lnTo>
                      <a:pt x="1474" y="135"/>
                    </a:lnTo>
                    <a:lnTo>
                      <a:pt x="1426" y="178"/>
                    </a:lnTo>
                    <a:lnTo>
                      <a:pt x="1368" y="250"/>
                    </a:lnTo>
                    <a:lnTo>
                      <a:pt x="1330" y="313"/>
                    </a:lnTo>
                    <a:lnTo>
                      <a:pt x="1291" y="361"/>
                    </a:lnTo>
                    <a:lnTo>
                      <a:pt x="1258" y="433"/>
                    </a:lnTo>
                    <a:lnTo>
                      <a:pt x="1133" y="558"/>
                    </a:lnTo>
                    <a:lnTo>
                      <a:pt x="1114" y="615"/>
                    </a:lnTo>
                    <a:lnTo>
                      <a:pt x="1099" y="673"/>
                    </a:lnTo>
                    <a:lnTo>
                      <a:pt x="1094" y="740"/>
                    </a:lnTo>
                    <a:lnTo>
                      <a:pt x="1099" y="798"/>
                    </a:lnTo>
                    <a:lnTo>
                      <a:pt x="1114" y="860"/>
                    </a:lnTo>
                    <a:lnTo>
                      <a:pt x="1128" y="918"/>
                    </a:lnTo>
                    <a:lnTo>
                      <a:pt x="1152" y="956"/>
                    </a:lnTo>
                    <a:lnTo>
                      <a:pt x="1277" y="956"/>
                    </a:lnTo>
                    <a:lnTo>
                      <a:pt x="1320" y="1004"/>
                    </a:lnTo>
                    <a:lnTo>
                      <a:pt x="1358" y="1042"/>
                    </a:lnTo>
                    <a:lnTo>
                      <a:pt x="1406" y="1066"/>
                    </a:lnTo>
                    <a:lnTo>
                      <a:pt x="0" y="10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C66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 dirty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1" name="Freeform 138"/>
            <p:cNvSpPr/>
            <p:nvPr/>
          </p:nvSpPr>
          <p:spPr bwMode="auto">
            <a:xfrm>
              <a:off x="3242" y="1588"/>
              <a:ext cx="717" cy="430"/>
            </a:xfrm>
            <a:custGeom>
              <a:avLst/>
              <a:gdLst>
                <a:gd name="T0" fmla="*/ 0 w 989"/>
                <a:gd name="T1" fmla="*/ 0 h 593"/>
                <a:gd name="T2" fmla="*/ 989 w 989"/>
                <a:gd name="T3" fmla="*/ 3 h 593"/>
                <a:gd name="T4" fmla="*/ 989 w 989"/>
                <a:gd name="T5" fmla="*/ 593 h 593"/>
                <a:gd name="T6" fmla="*/ 0 w 989"/>
                <a:gd name="T7" fmla="*/ 586 h 593"/>
                <a:gd name="T8" fmla="*/ 0 w 989"/>
                <a:gd name="T9" fmla="*/ 0 h 5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89"/>
                <a:gd name="T16" fmla="*/ 0 h 593"/>
                <a:gd name="T17" fmla="*/ 989 w 989"/>
                <a:gd name="T18" fmla="*/ 593 h 5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89" h="593">
                  <a:moveTo>
                    <a:pt x="0" y="0"/>
                  </a:moveTo>
                  <a:lnTo>
                    <a:pt x="989" y="3"/>
                  </a:lnTo>
                  <a:lnTo>
                    <a:pt x="989" y="593"/>
                  </a:lnTo>
                  <a:lnTo>
                    <a:pt x="0" y="58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7BCD"/>
                </a:gs>
                <a:gs pos="100000">
                  <a:srgbClr val="0099FF"/>
                </a:gs>
              </a:gsLst>
              <a:lin ang="540000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2" name="Freeform 139"/>
            <p:cNvSpPr/>
            <p:nvPr/>
          </p:nvSpPr>
          <p:spPr bwMode="auto">
            <a:xfrm>
              <a:off x="3169" y="2012"/>
              <a:ext cx="790" cy="72"/>
            </a:xfrm>
            <a:custGeom>
              <a:avLst/>
              <a:gdLst>
                <a:gd name="T0" fmla="*/ 0 w 1090"/>
                <a:gd name="T1" fmla="*/ 96 h 100"/>
                <a:gd name="T2" fmla="*/ 101 w 1090"/>
                <a:gd name="T3" fmla="*/ 0 h 100"/>
                <a:gd name="T4" fmla="*/ 1090 w 1090"/>
                <a:gd name="T5" fmla="*/ 4 h 100"/>
                <a:gd name="T6" fmla="*/ 1090 w 1090"/>
                <a:gd name="T7" fmla="*/ 100 h 100"/>
                <a:gd name="T8" fmla="*/ 0 w 1090"/>
                <a:gd name="T9" fmla="*/ 96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0"/>
                <a:gd name="T16" fmla="*/ 0 h 100"/>
                <a:gd name="T17" fmla="*/ 1090 w 1090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0" h="100">
                  <a:moveTo>
                    <a:pt x="0" y="96"/>
                  </a:moveTo>
                  <a:lnTo>
                    <a:pt x="101" y="0"/>
                  </a:lnTo>
                  <a:lnTo>
                    <a:pt x="1090" y="4"/>
                  </a:lnTo>
                  <a:lnTo>
                    <a:pt x="1090" y="100"/>
                  </a:lnTo>
                  <a:lnTo>
                    <a:pt x="0" y="96"/>
                  </a:lnTo>
                  <a:close/>
                </a:path>
              </a:pathLst>
            </a:custGeom>
            <a:gradFill rotWithShape="0">
              <a:gsLst>
                <a:gs pos="0">
                  <a:srgbClr val="00CCFF"/>
                </a:gs>
                <a:gs pos="100000">
                  <a:srgbClr val="006C87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3" name="Freeform 140"/>
            <p:cNvSpPr/>
            <p:nvPr/>
          </p:nvSpPr>
          <p:spPr bwMode="auto">
            <a:xfrm>
              <a:off x="3173" y="1587"/>
              <a:ext cx="73" cy="494"/>
            </a:xfrm>
            <a:custGeom>
              <a:avLst/>
              <a:gdLst>
                <a:gd name="T0" fmla="*/ 0 w 101"/>
                <a:gd name="T1" fmla="*/ 0 h 682"/>
                <a:gd name="T2" fmla="*/ 0 w 101"/>
                <a:gd name="T3" fmla="*/ 682 h 682"/>
                <a:gd name="T4" fmla="*/ 101 w 101"/>
                <a:gd name="T5" fmla="*/ 586 h 682"/>
                <a:gd name="T6" fmla="*/ 101 w 101"/>
                <a:gd name="T7" fmla="*/ 5 h 682"/>
                <a:gd name="T8" fmla="*/ 0 w 101"/>
                <a:gd name="T9" fmla="*/ 0 h 6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"/>
                <a:gd name="T16" fmla="*/ 0 h 682"/>
                <a:gd name="T17" fmla="*/ 101 w 101"/>
                <a:gd name="T18" fmla="*/ 682 h 6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" h="682">
                  <a:moveTo>
                    <a:pt x="0" y="0"/>
                  </a:moveTo>
                  <a:lnTo>
                    <a:pt x="0" y="682"/>
                  </a:lnTo>
                  <a:lnTo>
                    <a:pt x="101" y="586"/>
                  </a:lnTo>
                  <a:lnTo>
                    <a:pt x="101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4" name="Freeform 141"/>
            <p:cNvSpPr/>
            <p:nvPr/>
          </p:nvSpPr>
          <p:spPr bwMode="auto">
            <a:xfrm>
              <a:off x="3365" y="1671"/>
              <a:ext cx="195" cy="196"/>
            </a:xfrm>
            <a:custGeom>
              <a:avLst/>
              <a:gdLst>
                <a:gd name="T0" fmla="*/ 1347 w 1348"/>
                <a:gd name="T1" fmla="*/ 674 h 1347"/>
                <a:gd name="T2" fmla="*/ 1313 w 1348"/>
                <a:gd name="T3" fmla="*/ 466 h 1347"/>
                <a:gd name="T4" fmla="*/ 1218 w 1348"/>
                <a:gd name="T5" fmla="*/ 277 h 1347"/>
                <a:gd name="T6" fmla="*/ 1069 w 1348"/>
                <a:gd name="T7" fmla="*/ 128 h 1347"/>
                <a:gd name="T8" fmla="*/ 881 w 1348"/>
                <a:gd name="T9" fmla="*/ 33 h 1347"/>
                <a:gd name="T10" fmla="*/ 673 w 1348"/>
                <a:gd name="T11" fmla="*/ 0 h 1347"/>
                <a:gd name="T12" fmla="*/ 465 w 1348"/>
                <a:gd name="T13" fmla="*/ 33 h 1347"/>
                <a:gd name="T14" fmla="*/ 278 w 1348"/>
                <a:gd name="T15" fmla="*/ 128 h 1347"/>
                <a:gd name="T16" fmla="*/ 129 w 1348"/>
                <a:gd name="T17" fmla="*/ 277 h 1347"/>
                <a:gd name="T18" fmla="*/ 33 w 1348"/>
                <a:gd name="T19" fmla="*/ 466 h 1347"/>
                <a:gd name="T20" fmla="*/ 0 w 1348"/>
                <a:gd name="T21" fmla="*/ 674 h 1347"/>
                <a:gd name="T22" fmla="*/ 33 w 1348"/>
                <a:gd name="T23" fmla="*/ 882 h 1347"/>
                <a:gd name="T24" fmla="*/ 129 w 1348"/>
                <a:gd name="T25" fmla="*/ 1070 h 1347"/>
                <a:gd name="T26" fmla="*/ 278 w 1348"/>
                <a:gd name="T27" fmla="*/ 1219 h 1347"/>
                <a:gd name="T28" fmla="*/ 465 w 1348"/>
                <a:gd name="T29" fmla="*/ 1314 h 1347"/>
                <a:gd name="T30" fmla="*/ 673 w 1348"/>
                <a:gd name="T31" fmla="*/ 1347 h 1347"/>
                <a:gd name="T32" fmla="*/ 881 w 1348"/>
                <a:gd name="T33" fmla="*/ 1314 h 1347"/>
                <a:gd name="T34" fmla="*/ 1069 w 1348"/>
                <a:gd name="T35" fmla="*/ 1219 h 1347"/>
                <a:gd name="T36" fmla="*/ 1218 w 1348"/>
                <a:gd name="T37" fmla="*/ 1070 h 1347"/>
                <a:gd name="T38" fmla="*/ 1313 w 1348"/>
                <a:gd name="T39" fmla="*/ 882 h 1347"/>
                <a:gd name="T40" fmla="*/ 1347 w 1348"/>
                <a:gd name="T41" fmla="*/ 674 h 1347"/>
                <a:gd name="T42" fmla="*/ 1348 w 1348"/>
                <a:gd name="T43" fmla="*/ 674 h 134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348"/>
                <a:gd name="T67" fmla="*/ 0 h 1347"/>
                <a:gd name="T68" fmla="*/ 1348 w 1348"/>
                <a:gd name="T69" fmla="*/ 1347 h 134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348" h="1347">
                  <a:moveTo>
                    <a:pt x="1347" y="674"/>
                  </a:moveTo>
                  <a:lnTo>
                    <a:pt x="1313" y="466"/>
                  </a:lnTo>
                  <a:lnTo>
                    <a:pt x="1218" y="277"/>
                  </a:lnTo>
                  <a:lnTo>
                    <a:pt x="1069" y="128"/>
                  </a:lnTo>
                  <a:lnTo>
                    <a:pt x="881" y="33"/>
                  </a:lnTo>
                  <a:lnTo>
                    <a:pt x="673" y="0"/>
                  </a:lnTo>
                  <a:lnTo>
                    <a:pt x="465" y="33"/>
                  </a:lnTo>
                  <a:lnTo>
                    <a:pt x="278" y="128"/>
                  </a:lnTo>
                  <a:lnTo>
                    <a:pt x="129" y="277"/>
                  </a:lnTo>
                  <a:lnTo>
                    <a:pt x="33" y="466"/>
                  </a:lnTo>
                  <a:lnTo>
                    <a:pt x="0" y="674"/>
                  </a:lnTo>
                  <a:lnTo>
                    <a:pt x="33" y="882"/>
                  </a:lnTo>
                  <a:lnTo>
                    <a:pt x="129" y="1070"/>
                  </a:lnTo>
                  <a:lnTo>
                    <a:pt x="278" y="1219"/>
                  </a:lnTo>
                  <a:lnTo>
                    <a:pt x="465" y="1314"/>
                  </a:lnTo>
                  <a:lnTo>
                    <a:pt x="673" y="1347"/>
                  </a:lnTo>
                  <a:lnTo>
                    <a:pt x="881" y="1314"/>
                  </a:lnTo>
                  <a:lnTo>
                    <a:pt x="1069" y="1219"/>
                  </a:lnTo>
                  <a:lnTo>
                    <a:pt x="1218" y="1070"/>
                  </a:lnTo>
                  <a:lnTo>
                    <a:pt x="1313" y="882"/>
                  </a:lnTo>
                  <a:lnTo>
                    <a:pt x="1347" y="674"/>
                  </a:lnTo>
                  <a:lnTo>
                    <a:pt x="1348" y="67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5" name="Freeform 142"/>
            <p:cNvSpPr/>
            <p:nvPr/>
          </p:nvSpPr>
          <p:spPr bwMode="auto">
            <a:xfrm>
              <a:off x="3364" y="1672"/>
              <a:ext cx="195" cy="197"/>
            </a:xfrm>
            <a:custGeom>
              <a:avLst/>
              <a:gdLst>
                <a:gd name="T0" fmla="*/ 108 w 269"/>
                <a:gd name="T1" fmla="*/ 0 h 271"/>
                <a:gd name="T2" fmla="*/ 96 w 269"/>
                <a:gd name="T3" fmla="*/ 31 h 271"/>
                <a:gd name="T4" fmla="*/ 101 w 269"/>
                <a:gd name="T5" fmla="*/ 62 h 271"/>
                <a:gd name="T6" fmla="*/ 113 w 269"/>
                <a:gd name="T7" fmla="*/ 96 h 271"/>
                <a:gd name="T8" fmla="*/ 134 w 269"/>
                <a:gd name="T9" fmla="*/ 127 h 271"/>
                <a:gd name="T10" fmla="*/ 163 w 269"/>
                <a:gd name="T11" fmla="*/ 146 h 271"/>
                <a:gd name="T12" fmla="*/ 189 w 269"/>
                <a:gd name="T13" fmla="*/ 160 h 271"/>
                <a:gd name="T14" fmla="*/ 221 w 269"/>
                <a:gd name="T15" fmla="*/ 165 h 271"/>
                <a:gd name="T16" fmla="*/ 269 w 269"/>
                <a:gd name="T17" fmla="*/ 162 h 271"/>
                <a:gd name="T18" fmla="*/ 259 w 269"/>
                <a:gd name="T19" fmla="*/ 201 h 271"/>
                <a:gd name="T20" fmla="*/ 235 w 269"/>
                <a:gd name="T21" fmla="*/ 233 h 271"/>
                <a:gd name="T22" fmla="*/ 206 w 269"/>
                <a:gd name="T23" fmla="*/ 257 h 271"/>
                <a:gd name="T24" fmla="*/ 170 w 269"/>
                <a:gd name="T25" fmla="*/ 271 h 271"/>
                <a:gd name="T26" fmla="*/ 120 w 269"/>
                <a:gd name="T27" fmla="*/ 269 h 271"/>
                <a:gd name="T28" fmla="*/ 84 w 269"/>
                <a:gd name="T29" fmla="*/ 257 h 271"/>
                <a:gd name="T30" fmla="*/ 50 w 269"/>
                <a:gd name="T31" fmla="*/ 238 h 271"/>
                <a:gd name="T32" fmla="*/ 33 w 269"/>
                <a:gd name="T33" fmla="*/ 218 h 271"/>
                <a:gd name="T34" fmla="*/ 12 w 269"/>
                <a:gd name="T35" fmla="*/ 191 h 271"/>
                <a:gd name="T36" fmla="*/ 0 w 269"/>
                <a:gd name="T37" fmla="*/ 151 h 271"/>
                <a:gd name="T38" fmla="*/ 0 w 269"/>
                <a:gd name="T39" fmla="*/ 105 h 271"/>
                <a:gd name="T40" fmla="*/ 14 w 269"/>
                <a:gd name="T41" fmla="*/ 69 h 271"/>
                <a:gd name="T42" fmla="*/ 31 w 269"/>
                <a:gd name="T43" fmla="*/ 40 h 271"/>
                <a:gd name="T44" fmla="*/ 67 w 269"/>
                <a:gd name="T45" fmla="*/ 14 h 271"/>
                <a:gd name="T46" fmla="*/ 108 w 269"/>
                <a:gd name="T47" fmla="*/ 0 h 27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269"/>
                <a:gd name="T73" fmla="*/ 0 h 271"/>
                <a:gd name="T74" fmla="*/ 269 w 269"/>
                <a:gd name="T75" fmla="*/ 271 h 271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269" h="271">
                  <a:moveTo>
                    <a:pt x="108" y="0"/>
                  </a:moveTo>
                  <a:lnTo>
                    <a:pt x="96" y="31"/>
                  </a:lnTo>
                  <a:lnTo>
                    <a:pt x="101" y="62"/>
                  </a:lnTo>
                  <a:lnTo>
                    <a:pt x="113" y="96"/>
                  </a:lnTo>
                  <a:lnTo>
                    <a:pt x="134" y="127"/>
                  </a:lnTo>
                  <a:lnTo>
                    <a:pt x="163" y="146"/>
                  </a:lnTo>
                  <a:lnTo>
                    <a:pt x="189" y="160"/>
                  </a:lnTo>
                  <a:lnTo>
                    <a:pt x="221" y="165"/>
                  </a:lnTo>
                  <a:lnTo>
                    <a:pt x="269" y="162"/>
                  </a:lnTo>
                  <a:lnTo>
                    <a:pt x="259" y="201"/>
                  </a:lnTo>
                  <a:lnTo>
                    <a:pt x="235" y="233"/>
                  </a:lnTo>
                  <a:lnTo>
                    <a:pt x="206" y="257"/>
                  </a:lnTo>
                  <a:lnTo>
                    <a:pt x="170" y="271"/>
                  </a:lnTo>
                  <a:lnTo>
                    <a:pt x="120" y="269"/>
                  </a:lnTo>
                  <a:lnTo>
                    <a:pt x="84" y="257"/>
                  </a:lnTo>
                  <a:lnTo>
                    <a:pt x="50" y="238"/>
                  </a:lnTo>
                  <a:lnTo>
                    <a:pt x="33" y="218"/>
                  </a:lnTo>
                  <a:lnTo>
                    <a:pt x="12" y="191"/>
                  </a:lnTo>
                  <a:lnTo>
                    <a:pt x="0" y="151"/>
                  </a:lnTo>
                  <a:lnTo>
                    <a:pt x="0" y="105"/>
                  </a:lnTo>
                  <a:lnTo>
                    <a:pt x="14" y="69"/>
                  </a:lnTo>
                  <a:lnTo>
                    <a:pt x="31" y="40"/>
                  </a:lnTo>
                  <a:lnTo>
                    <a:pt x="67" y="14"/>
                  </a:lnTo>
                  <a:lnTo>
                    <a:pt x="108" y="0"/>
                  </a:lnTo>
                  <a:close/>
                </a:path>
              </a:pathLst>
            </a:custGeom>
            <a:gradFill rotWithShape="0">
              <a:gsLst>
                <a:gs pos="0">
                  <a:srgbClr val="5F5F00"/>
                </a:gs>
                <a:gs pos="50000">
                  <a:srgbClr val="FFFF00"/>
                </a:gs>
                <a:gs pos="100000">
                  <a:srgbClr val="5F5F00"/>
                </a:gs>
              </a:gsLst>
              <a:lin ang="270000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6" name="Freeform 143"/>
            <p:cNvSpPr/>
            <p:nvPr/>
          </p:nvSpPr>
          <p:spPr bwMode="auto">
            <a:xfrm>
              <a:off x="3707" y="1668"/>
              <a:ext cx="195" cy="196"/>
            </a:xfrm>
            <a:custGeom>
              <a:avLst/>
              <a:gdLst>
                <a:gd name="T0" fmla="*/ 1346 w 1347"/>
                <a:gd name="T1" fmla="*/ 674 h 1347"/>
                <a:gd name="T2" fmla="*/ 1313 w 1347"/>
                <a:gd name="T3" fmla="*/ 466 h 1347"/>
                <a:gd name="T4" fmla="*/ 1218 w 1347"/>
                <a:gd name="T5" fmla="*/ 277 h 1347"/>
                <a:gd name="T6" fmla="*/ 1069 w 1347"/>
                <a:gd name="T7" fmla="*/ 128 h 1347"/>
                <a:gd name="T8" fmla="*/ 881 w 1347"/>
                <a:gd name="T9" fmla="*/ 33 h 1347"/>
                <a:gd name="T10" fmla="*/ 673 w 1347"/>
                <a:gd name="T11" fmla="*/ 0 h 1347"/>
                <a:gd name="T12" fmla="*/ 464 w 1347"/>
                <a:gd name="T13" fmla="*/ 33 h 1347"/>
                <a:gd name="T14" fmla="*/ 277 w 1347"/>
                <a:gd name="T15" fmla="*/ 128 h 1347"/>
                <a:gd name="T16" fmla="*/ 128 w 1347"/>
                <a:gd name="T17" fmla="*/ 277 h 1347"/>
                <a:gd name="T18" fmla="*/ 32 w 1347"/>
                <a:gd name="T19" fmla="*/ 466 h 1347"/>
                <a:gd name="T20" fmla="*/ 0 w 1347"/>
                <a:gd name="T21" fmla="*/ 674 h 1347"/>
                <a:gd name="T22" fmla="*/ 32 w 1347"/>
                <a:gd name="T23" fmla="*/ 882 h 1347"/>
                <a:gd name="T24" fmla="*/ 128 w 1347"/>
                <a:gd name="T25" fmla="*/ 1070 h 1347"/>
                <a:gd name="T26" fmla="*/ 277 w 1347"/>
                <a:gd name="T27" fmla="*/ 1219 h 1347"/>
                <a:gd name="T28" fmla="*/ 464 w 1347"/>
                <a:gd name="T29" fmla="*/ 1314 h 1347"/>
                <a:gd name="T30" fmla="*/ 673 w 1347"/>
                <a:gd name="T31" fmla="*/ 1347 h 1347"/>
                <a:gd name="T32" fmla="*/ 881 w 1347"/>
                <a:gd name="T33" fmla="*/ 1314 h 1347"/>
                <a:gd name="T34" fmla="*/ 1069 w 1347"/>
                <a:gd name="T35" fmla="*/ 1219 h 1347"/>
                <a:gd name="T36" fmla="*/ 1218 w 1347"/>
                <a:gd name="T37" fmla="*/ 1070 h 1347"/>
                <a:gd name="T38" fmla="*/ 1313 w 1347"/>
                <a:gd name="T39" fmla="*/ 882 h 1347"/>
                <a:gd name="T40" fmla="*/ 1346 w 1347"/>
                <a:gd name="T41" fmla="*/ 674 h 1347"/>
                <a:gd name="T42" fmla="*/ 1347 w 1347"/>
                <a:gd name="T43" fmla="*/ 674 h 134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347"/>
                <a:gd name="T67" fmla="*/ 0 h 1347"/>
                <a:gd name="T68" fmla="*/ 1347 w 1347"/>
                <a:gd name="T69" fmla="*/ 1347 h 134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347" h="1347">
                  <a:moveTo>
                    <a:pt x="1346" y="674"/>
                  </a:moveTo>
                  <a:lnTo>
                    <a:pt x="1313" y="466"/>
                  </a:lnTo>
                  <a:lnTo>
                    <a:pt x="1218" y="277"/>
                  </a:lnTo>
                  <a:lnTo>
                    <a:pt x="1069" y="128"/>
                  </a:lnTo>
                  <a:lnTo>
                    <a:pt x="881" y="33"/>
                  </a:lnTo>
                  <a:lnTo>
                    <a:pt x="673" y="0"/>
                  </a:lnTo>
                  <a:lnTo>
                    <a:pt x="464" y="33"/>
                  </a:lnTo>
                  <a:lnTo>
                    <a:pt x="277" y="128"/>
                  </a:lnTo>
                  <a:lnTo>
                    <a:pt x="128" y="277"/>
                  </a:lnTo>
                  <a:lnTo>
                    <a:pt x="32" y="466"/>
                  </a:lnTo>
                  <a:lnTo>
                    <a:pt x="0" y="674"/>
                  </a:lnTo>
                  <a:lnTo>
                    <a:pt x="32" y="882"/>
                  </a:lnTo>
                  <a:lnTo>
                    <a:pt x="128" y="1070"/>
                  </a:lnTo>
                  <a:lnTo>
                    <a:pt x="277" y="1219"/>
                  </a:lnTo>
                  <a:lnTo>
                    <a:pt x="464" y="1314"/>
                  </a:lnTo>
                  <a:lnTo>
                    <a:pt x="673" y="1347"/>
                  </a:lnTo>
                  <a:lnTo>
                    <a:pt x="881" y="1314"/>
                  </a:lnTo>
                  <a:lnTo>
                    <a:pt x="1069" y="1219"/>
                  </a:lnTo>
                  <a:lnTo>
                    <a:pt x="1218" y="1070"/>
                  </a:lnTo>
                  <a:lnTo>
                    <a:pt x="1313" y="882"/>
                  </a:lnTo>
                  <a:lnTo>
                    <a:pt x="1346" y="674"/>
                  </a:lnTo>
                  <a:lnTo>
                    <a:pt x="1347" y="67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7" name="Freeform 144"/>
            <p:cNvSpPr/>
            <p:nvPr/>
          </p:nvSpPr>
          <p:spPr bwMode="auto">
            <a:xfrm>
              <a:off x="3707" y="1669"/>
              <a:ext cx="192" cy="198"/>
            </a:xfrm>
            <a:custGeom>
              <a:avLst/>
              <a:gdLst>
                <a:gd name="T0" fmla="*/ 103 w 265"/>
                <a:gd name="T1" fmla="*/ 0 h 272"/>
                <a:gd name="T2" fmla="*/ 96 w 265"/>
                <a:gd name="T3" fmla="*/ 35 h 272"/>
                <a:gd name="T4" fmla="*/ 101 w 265"/>
                <a:gd name="T5" fmla="*/ 66 h 272"/>
                <a:gd name="T6" fmla="*/ 113 w 265"/>
                <a:gd name="T7" fmla="*/ 100 h 272"/>
                <a:gd name="T8" fmla="*/ 134 w 265"/>
                <a:gd name="T9" fmla="*/ 131 h 272"/>
                <a:gd name="T10" fmla="*/ 163 w 265"/>
                <a:gd name="T11" fmla="*/ 150 h 272"/>
                <a:gd name="T12" fmla="*/ 189 w 265"/>
                <a:gd name="T13" fmla="*/ 164 h 272"/>
                <a:gd name="T14" fmla="*/ 221 w 265"/>
                <a:gd name="T15" fmla="*/ 169 h 272"/>
                <a:gd name="T16" fmla="*/ 265 w 265"/>
                <a:gd name="T17" fmla="*/ 166 h 272"/>
                <a:gd name="T18" fmla="*/ 254 w 265"/>
                <a:gd name="T19" fmla="*/ 200 h 272"/>
                <a:gd name="T20" fmla="*/ 230 w 265"/>
                <a:gd name="T21" fmla="*/ 232 h 272"/>
                <a:gd name="T22" fmla="*/ 199 w 265"/>
                <a:gd name="T23" fmla="*/ 256 h 272"/>
                <a:gd name="T24" fmla="*/ 163 w 265"/>
                <a:gd name="T25" fmla="*/ 270 h 272"/>
                <a:gd name="T26" fmla="*/ 120 w 265"/>
                <a:gd name="T27" fmla="*/ 272 h 272"/>
                <a:gd name="T28" fmla="*/ 86 w 265"/>
                <a:gd name="T29" fmla="*/ 263 h 272"/>
                <a:gd name="T30" fmla="*/ 55 w 265"/>
                <a:gd name="T31" fmla="*/ 241 h 272"/>
                <a:gd name="T32" fmla="*/ 33 w 265"/>
                <a:gd name="T33" fmla="*/ 222 h 272"/>
                <a:gd name="T34" fmla="*/ 9 w 265"/>
                <a:gd name="T35" fmla="*/ 188 h 272"/>
                <a:gd name="T36" fmla="*/ 0 w 265"/>
                <a:gd name="T37" fmla="*/ 155 h 272"/>
                <a:gd name="T38" fmla="*/ 0 w 265"/>
                <a:gd name="T39" fmla="*/ 114 h 272"/>
                <a:gd name="T40" fmla="*/ 9 w 265"/>
                <a:gd name="T41" fmla="*/ 73 h 272"/>
                <a:gd name="T42" fmla="*/ 32 w 265"/>
                <a:gd name="T43" fmla="*/ 38 h 272"/>
                <a:gd name="T44" fmla="*/ 60 w 265"/>
                <a:gd name="T45" fmla="*/ 16 h 272"/>
                <a:gd name="T46" fmla="*/ 103 w 265"/>
                <a:gd name="T47" fmla="*/ 0 h 27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265"/>
                <a:gd name="T73" fmla="*/ 0 h 272"/>
                <a:gd name="T74" fmla="*/ 265 w 265"/>
                <a:gd name="T75" fmla="*/ 272 h 27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265" h="272">
                  <a:moveTo>
                    <a:pt x="103" y="0"/>
                  </a:moveTo>
                  <a:lnTo>
                    <a:pt x="96" y="35"/>
                  </a:lnTo>
                  <a:lnTo>
                    <a:pt x="101" y="66"/>
                  </a:lnTo>
                  <a:lnTo>
                    <a:pt x="113" y="100"/>
                  </a:lnTo>
                  <a:lnTo>
                    <a:pt x="134" y="131"/>
                  </a:lnTo>
                  <a:lnTo>
                    <a:pt x="163" y="150"/>
                  </a:lnTo>
                  <a:lnTo>
                    <a:pt x="189" y="164"/>
                  </a:lnTo>
                  <a:lnTo>
                    <a:pt x="221" y="169"/>
                  </a:lnTo>
                  <a:lnTo>
                    <a:pt x="265" y="166"/>
                  </a:lnTo>
                  <a:lnTo>
                    <a:pt x="254" y="200"/>
                  </a:lnTo>
                  <a:lnTo>
                    <a:pt x="230" y="232"/>
                  </a:lnTo>
                  <a:lnTo>
                    <a:pt x="199" y="256"/>
                  </a:lnTo>
                  <a:lnTo>
                    <a:pt x="163" y="270"/>
                  </a:lnTo>
                  <a:lnTo>
                    <a:pt x="120" y="272"/>
                  </a:lnTo>
                  <a:lnTo>
                    <a:pt x="86" y="263"/>
                  </a:lnTo>
                  <a:lnTo>
                    <a:pt x="55" y="241"/>
                  </a:lnTo>
                  <a:lnTo>
                    <a:pt x="33" y="222"/>
                  </a:lnTo>
                  <a:lnTo>
                    <a:pt x="9" y="188"/>
                  </a:lnTo>
                  <a:lnTo>
                    <a:pt x="0" y="155"/>
                  </a:lnTo>
                  <a:lnTo>
                    <a:pt x="0" y="114"/>
                  </a:lnTo>
                  <a:lnTo>
                    <a:pt x="9" y="73"/>
                  </a:lnTo>
                  <a:lnTo>
                    <a:pt x="32" y="38"/>
                  </a:lnTo>
                  <a:lnTo>
                    <a:pt x="60" y="16"/>
                  </a:lnTo>
                  <a:lnTo>
                    <a:pt x="103" y="0"/>
                  </a:lnTo>
                  <a:close/>
                </a:path>
              </a:pathLst>
            </a:custGeom>
            <a:gradFill rotWithShape="0">
              <a:gsLst>
                <a:gs pos="0">
                  <a:srgbClr val="696900"/>
                </a:gs>
                <a:gs pos="50000">
                  <a:srgbClr val="FFFF00"/>
                </a:gs>
                <a:gs pos="100000">
                  <a:srgbClr val="696900"/>
                </a:gs>
              </a:gsLst>
              <a:lin ang="270000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pic>
        <p:nvPicPr>
          <p:cNvPr id="78" name="图片 7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08" t="13480" r="38512"/>
          <a:stretch>
            <a:fillRect/>
          </a:stretch>
        </p:blipFill>
        <p:spPr>
          <a:xfrm>
            <a:off x="1347019" y="2172928"/>
            <a:ext cx="5014452" cy="292541"/>
          </a:xfrm>
          <a:prstGeom prst="rect">
            <a:avLst/>
          </a:prstGeom>
        </p:spPr>
      </p:pic>
      <p:pic>
        <p:nvPicPr>
          <p:cNvPr id="79" name="图片 78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66" t="19879" r="57289" b="-1"/>
          <a:stretch>
            <a:fillRect/>
          </a:stretch>
        </p:blipFill>
        <p:spPr>
          <a:xfrm>
            <a:off x="7284720" y="2194560"/>
            <a:ext cx="2560320" cy="270909"/>
          </a:xfrm>
          <a:prstGeom prst="rect">
            <a:avLst/>
          </a:prstGeom>
        </p:spPr>
      </p:pic>
      <p:pic>
        <p:nvPicPr>
          <p:cNvPr id="80" name="图片 7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99" t="19879" r="61521" b="11792"/>
          <a:stretch>
            <a:fillRect/>
          </a:stretch>
        </p:blipFill>
        <p:spPr>
          <a:xfrm rot="5400000">
            <a:off x="3802612" y="2214734"/>
            <a:ext cx="2635046" cy="231032"/>
          </a:xfrm>
          <a:prstGeom prst="rect">
            <a:avLst/>
          </a:prstGeom>
        </p:spPr>
      </p:pic>
      <p:pic>
        <p:nvPicPr>
          <p:cNvPr id="81" name="图片 80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98" t="27900" r="61848" b="13940"/>
          <a:stretch>
            <a:fillRect/>
          </a:stretch>
        </p:blipFill>
        <p:spPr>
          <a:xfrm rot="5400000">
            <a:off x="2541637" y="2197510"/>
            <a:ext cx="1091384" cy="196647"/>
          </a:xfrm>
          <a:prstGeom prst="rect">
            <a:avLst/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98" t="27900" r="61848" b="13940"/>
          <a:stretch>
            <a:fillRect/>
          </a:stretch>
        </p:blipFill>
        <p:spPr>
          <a:xfrm rot="5400000">
            <a:off x="1557699" y="2197511"/>
            <a:ext cx="1091384" cy="196647"/>
          </a:xfrm>
          <a:prstGeom prst="rect">
            <a:avLst/>
          </a:prstGeom>
        </p:spPr>
      </p:pic>
      <p:pic>
        <p:nvPicPr>
          <p:cNvPr id="83" name="图片 8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97" t="27900" r="63449" b="13940"/>
          <a:stretch>
            <a:fillRect/>
          </a:stretch>
        </p:blipFill>
        <p:spPr>
          <a:xfrm rot="5400000">
            <a:off x="1557699" y="4448194"/>
            <a:ext cx="1091384" cy="196647"/>
          </a:xfrm>
          <a:prstGeom prst="rect">
            <a:avLst/>
          </a:prstGeom>
        </p:spPr>
      </p:pic>
      <p:pic>
        <p:nvPicPr>
          <p:cNvPr id="84" name="图片 8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97" t="27900" r="63449" b="13940"/>
          <a:stretch>
            <a:fillRect/>
          </a:stretch>
        </p:blipFill>
        <p:spPr>
          <a:xfrm rot="5400000">
            <a:off x="2540311" y="4448195"/>
            <a:ext cx="1091384" cy="196647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98" t="19880" r="66269" b="17608"/>
          <a:stretch>
            <a:fillRect/>
          </a:stretch>
        </p:blipFill>
        <p:spPr>
          <a:xfrm rot="5400000">
            <a:off x="4162263" y="4855467"/>
            <a:ext cx="1935408" cy="2113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182614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内容回顾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Line 2"/>
          <p:cNvSpPr>
            <a:spLocks noChangeShapeType="1"/>
          </p:cNvSpPr>
          <p:nvPr/>
        </p:nvSpPr>
        <p:spPr bwMode="auto">
          <a:xfrm flipV="1">
            <a:off x="7672362" y="2109093"/>
            <a:ext cx="0" cy="1031875"/>
          </a:xfrm>
          <a:prstGeom prst="line">
            <a:avLst/>
          </a:prstGeom>
          <a:noFill/>
          <a:ln w="19050">
            <a:solidFill>
              <a:srgbClr val="000000"/>
            </a:solidFill>
            <a:prstDash val="lgDash"/>
            <a:round/>
          </a:ln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3" name="Line 3"/>
          <p:cNvSpPr>
            <a:spLocks noChangeShapeType="1"/>
          </p:cNvSpPr>
          <p:nvPr/>
        </p:nvSpPr>
        <p:spPr bwMode="auto">
          <a:xfrm flipV="1">
            <a:off x="7672362" y="1720156"/>
            <a:ext cx="0" cy="3889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7159599" y="1712218"/>
            <a:ext cx="512763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H="1">
            <a:off x="7159599" y="2109093"/>
            <a:ext cx="512763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 flipV="1">
            <a:off x="8324824" y="1907481"/>
            <a:ext cx="0" cy="820737"/>
          </a:xfrm>
          <a:prstGeom prst="line">
            <a:avLst/>
          </a:prstGeom>
          <a:noFill/>
          <a:ln w="19050">
            <a:solidFill>
              <a:srgbClr val="000000"/>
            </a:solidFill>
            <a:prstDash val="lgDash"/>
            <a:round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8324824" y="2728218"/>
            <a:ext cx="51117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lgDash"/>
            <a:round/>
          </a:ln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Freeform 8"/>
          <p:cNvSpPr/>
          <p:nvPr/>
        </p:nvSpPr>
        <p:spPr bwMode="auto">
          <a:xfrm>
            <a:off x="4498950" y="3879156"/>
            <a:ext cx="1190625" cy="1587"/>
          </a:xfrm>
          <a:custGeom>
            <a:avLst/>
            <a:gdLst>
              <a:gd name="T0" fmla="*/ 0 w 1499"/>
              <a:gd name="T1" fmla="*/ 0 h 1587"/>
              <a:gd name="T2" fmla="*/ 1498 w 1499"/>
              <a:gd name="T3" fmla="*/ 0 h 1587"/>
              <a:gd name="T4" fmla="*/ 1499 w 1499"/>
              <a:gd name="T5" fmla="*/ 0 h 1587"/>
              <a:gd name="T6" fmla="*/ 0 60000 65536"/>
              <a:gd name="T7" fmla="*/ 0 60000 65536"/>
              <a:gd name="T8" fmla="*/ 0 60000 65536"/>
              <a:gd name="T9" fmla="*/ 0 w 1499"/>
              <a:gd name="T10" fmla="*/ 0 h 1587"/>
              <a:gd name="T11" fmla="*/ 1499 w 1499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99" h="1587">
                <a:moveTo>
                  <a:pt x="0" y="0"/>
                </a:moveTo>
                <a:lnTo>
                  <a:pt x="1498" y="0"/>
                </a:lnTo>
                <a:lnTo>
                  <a:pt x="1499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9" name="Freeform 9"/>
          <p:cNvSpPr/>
          <p:nvPr/>
        </p:nvSpPr>
        <p:spPr bwMode="auto">
          <a:xfrm>
            <a:off x="4116363" y="5039618"/>
            <a:ext cx="1573212" cy="1588"/>
          </a:xfrm>
          <a:custGeom>
            <a:avLst/>
            <a:gdLst>
              <a:gd name="T0" fmla="*/ 0 w 1982"/>
              <a:gd name="T1" fmla="*/ 0 h 1588"/>
              <a:gd name="T2" fmla="*/ 1981 w 1982"/>
              <a:gd name="T3" fmla="*/ 0 h 1588"/>
              <a:gd name="T4" fmla="*/ 1982 w 1982"/>
              <a:gd name="T5" fmla="*/ 0 h 1588"/>
              <a:gd name="T6" fmla="*/ 0 60000 65536"/>
              <a:gd name="T7" fmla="*/ 0 60000 65536"/>
              <a:gd name="T8" fmla="*/ 0 60000 65536"/>
              <a:gd name="T9" fmla="*/ 0 w 1982"/>
              <a:gd name="T10" fmla="*/ 0 h 1588"/>
              <a:gd name="T11" fmla="*/ 1982 w 1982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82" h="1588">
                <a:moveTo>
                  <a:pt x="0" y="0"/>
                </a:moveTo>
                <a:lnTo>
                  <a:pt x="1981" y="0"/>
                </a:lnTo>
                <a:lnTo>
                  <a:pt x="1982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10" name="Freeform 10"/>
          <p:cNvSpPr/>
          <p:nvPr/>
        </p:nvSpPr>
        <p:spPr bwMode="auto">
          <a:xfrm>
            <a:off x="4116363" y="2726631"/>
            <a:ext cx="1573212" cy="1587"/>
          </a:xfrm>
          <a:custGeom>
            <a:avLst/>
            <a:gdLst>
              <a:gd name="T0" fmla="*/ 0 w 1982"/>
              <a:gd name="T1" fmla="*/ 0 h 1587"/>
              <a:gd name="T2" fmla="*/ 1981 w 1982"/>
              <a:gd name="T3" fmla="*/ 0 h 1587"/>
              <a:gd name="T4" fmla="*/ 1982 w 1982"/>
              <a:gd name="T5" fmla="*/ 0 h 1587"/>
              <a:gd name="T6" fmla="*/ 0 60000 65536"/>
              <a:gd name="T7" fmla="*/ 0 60000 65536"/>
              <a:gd name="T8" fmla="*/ 0 60000 65536"/>
              <a:gd name="T9" fmla="*/ 0 w 1982"/>
              <a:gd name="T10" fmla="*/ 0 h 1587"/>
              <a:gd name="T11" fmla="*/ 1982 w 1982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82" h="1587">
                <a:moveTo>
                  <a:pt x="0" y="0"/>
                </a:moveTo>
                <a:lnTo>
                  <a:pt x="1981" y="0"/>
                </a:lnTo>
                <a:lnTo>
                  <a:pt x="1982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11" name="Freeform 11"/>
          <p:cNvSpPr/>
          <p:nvPr/>
        </p:nvSpPr>
        <p:spPr bwMode="auto">
          <a:xfrm>
            <a:off x="3287688" y="3140968"/>
            <a:ext cx="2401887" cy="1588"/>
          </a:xfrm>
          <a:custGeom>
            <a:avLst/>
            <a:gdLst>
              <a:gd name="T0" fmla="*/ 0 w 3026"/>
              <a:gd name="T1" fmla="*/ 0 h 1588"/>
              <a:gd name="T2" fmla="*/ 3025 w 3026"/>
              <a:gd name="T3" fmla="*/ 0 h 1588"/>
              <a:gd name="T4" fmla="*/ 3026 w 3026"/>
              <a:gd name="T5" fmla="*/ 0 h 1588"/>
              <a:gd name="T6" fmla="*/ 0 60000 65536"/>
              <a:gd name="T7" fmla="*/ 0 60000 65536"/>
              <a:gd name="T8" fmla="*/ 0 60000 65536"/>
              <a:gd name="T9" fmla="*/ 0 w 3026"/>
              <a:gd name="T10" fmla="*/ 0 h 1588"/>
              <a:gd name="T11" fmla="*/ 3026 w 3026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26" h="1588">
                <a:moveTo>
                  <a:pt x="0" y="0"/>
                </a:moveTo>
                <a:lnTo>
                  <a:pt x="3025" y="0"/>
                </a:lnTo>
                <a:lnTo>
                  <a:pt x="3026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12" name="Freeform 12"/>
          <p:cNvSpPr/>
          <p:nvPr/>
        </p:nvSpPr>
        <p:spPr bwMode="auto">
          <a:xfrm>
            <a:off x="3287688" y="5538093"/>
            <a:ext cx="2401887" cy="1588"/>
          </a:xfrm>
          <a:custGeom>
            <a:avLst/>
            <a:gdLst>
              <a:gd name="T0" fmla="*/ 0 w 3026"/>
              <a:gd name="T1" fmla="*/ 0 h 1588"/>
              <a:gd name="T2" fmla="*/ 3025 w 3026"/>
              <a:gd name="T3" fmla="*/ 0 h 1588"/>
              <a:gd name="T4" fmla="*/ 3026 w 3026"/>
              <a:gd name="T5" fmla="*/ 0 h 1588"/>
              <a:gd name="T6" fmla="*/ 0 60000 65536"/>
              <a:gd name="T7" fmla="*/ 0 60000 65536"/>
              <a:gd name="T8" fmla="*/ 0 60000 65536"/>
              <a:gd name="T9" fmla="*/ 0 w 3026"/>
              <a:gd name="T10" fmla="*/ 0 h 1588"/>
              <a:gd name="T11" fmla="*/ 3026 w 3026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26" h="1588">
                <a:moveTo>
                  <a:pt x="0" y="0"/>
                </a:moveTo>
                <a:lnTo>
                  <a:pt x="3025" y="0"/>
                </a:lnTo>
                <a:lnTo>
                  <a:pt x="3026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13" name="Freeform 13"/>
          <p:cNvSpPr/>
          <p:nvPr/>
        </p:nvSpPr>
        <p:spPr bwMode="auto">
          <a:xfrm>
            <a:off x="3287688" y="1513781"/>
            <a:ext cx="1625600" cy="798512"/>
          </a:xfrm>
          <a:custGeom>
            <a:avLst/>
            <a:gdLst>
              <a:gd name="T0" fmla="*/ 2049 w 2049"/>
              <a:gd name="T1" fmla="*/ 0 h 1005"/>
              <a:gd name="T2" fmla="*/ 0 w 2049"/>
              <a:gd name="T3" fmla="*/ 1005 h 1005"/>
              <a:gd name="T4" fmla="*/ 1 w 2049"/>
              <a:gd name="T5" fmla="*/ 1005 h 1005"/>
              <a:gd name="T6" fmla="*/ 0 60000 65536"/>
              <a:gd name="T7" fmla="*/ 0 60000 65536"/>
              <a:gd name="T8" fmla="*/ 0 60000 65536"/>
              <a:gd name="T9" fmla="*/ 0 w 2049"/>
              <a:gd name="T10" fmla="*/ 0 h 1005"/>
              <a:gd name="T11" fmla="*/ 2049 w 2049"/>
              <a:gd name="T12" fmla="*/ 1005 h 10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9" h="1005">
                <a:moveTo>
                  <a:pt x="2049" y="0"/>
                </a:moveTo>
                <a:lnTo>
                  <a:pt x="0" y="1005"/>
                </a:lnTo>
                <a:lnTo>
                  <a:pt x="1" y="1005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14" name="Freeform 14"/>
          <p:cNvSpPr/>
          <p:nvPr/>
        </p:nvSpPr>
        <p:spPr bwMode="auto">
          <a:xfrm>
            <a:off x="4116363" y="1905893"/>
            <a:ext cx="1587" cy="820738"/>
          </a:xfrm>
          <a:custGeom>
            <a:avLst/>
            <a:gdLst>
              <a:gd name="T0" fmla="*/ 0 w 1"/>
              <a:gd name="T1" fmla="*/ 1033 h 1033"/>
              <a:gd name="T2" fmla="*/ 0 w 1"/>
              <a:gd name="T3" fmla="*/ 0 h 1033"/>
              <a:gd name="T4" fmla="*/ 1 w 1"/>
              <a:gd name="T5" fmla="*/ 0 h 1033"/>
              <a:gd name="T6" fmla="*/ 0 60000 65536"/>
              <a:gd name="T7" fmla="*/ 0 60000 65536"/>
              <a:gd name="T8" fmla="*/ 0 60000 65536"/>
              <a:gd name="T9" fmla="*/ 0 w 1"/>
              <a:gd name="T10" fmla="*/ 0 h 1033"/>
              <a:gd name="T11" fmla="*/ 1 w 1"/>
              <a:gd name="T12" fmla="*/ 1033 h 10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033">
                <a:moveTo>
                  <a:pt x="0" y="1033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15" name="Group 15"/>
          <p:cNvGrpSpPr/>
          <p:nvPr/>
        </p:nvGrpSpPr>
        <p:grpSpPr bwMode="auto">
          <a:xfrm>
            <a:off x="4498950" y="1718568"/>
            <a:ext cx="1588" cy="1422400"/>
            <a:chOff x="1590" y="937"/>
            <a:chExt cx="1" cy="896"/>
          </a:xfrm>
        </p:grpSpPr>
        <p:sp>
          <p:nvSpPr>
            <p:cNvPr id="17" name="Freeform 16"/>
            <p:cNvSpPr/>
            <p:nvPr/>
          </p:nvSpPr>
          <p:spPr bwMode="auto">
            <a:xfrm>
              <a:off x="1590" y="1684"/>
              <a:ext cx="1" cy="149"/>
            </a:xfrm>
            <a:custGeom>
              <a:avLst/>
              <a:gdLst>
                <a:gd name="T0" fmla="*/ 0 w 1"/>
                <a:gd name="T1" fmla="*/ 298 h 298"/>
                <a:gd name="T2" fmla="*/ 0 w 1"/>
                <a:gd name="T3" fmla="*/ 0 h 298"/>
                <a:gd name="T4" fmla="*/ 1 w 1"/>
                <a:gd name="T5" fmla="*/ 0 h 298"/>
                <a:gd name="T6" fmla="*/ 0 60000 65536"/>
                <a:gd name="T7" fmla="*/ 0 60000 65536"/>
                <a:gd name="T8" fmla="*/ 0 60000 65536"/>
                <a:gd name="T9" fmla="*/ 0 w 1"/>
                <a:gd name="T10" fmla="*/ 0 h 298"/>
                <a:gd name="T11" fmla="*/ 1 w 1"/>
                <a:gd name="T12" fmla="*/ 298 h 2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8">
                  <a:moveTo>
                    <a:pt x="0" y="29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" name="Freeform 17"/>
            <p:cNvSpPr/>
            <p:nvPr/>
          </p:nvSpPr>
          <p:spPr bwMode="auto">
            <a:xfrm>
              <a:off x="1590" y="1497"/>
              <a:ext cx="1" cy="149"/>
            </a:xfrm>
            <a:custGeom>
              <a:avLst/>
              <a:gdLst>
                <a:gd name="T0" fmla="*/ 0 w 1"/>
                <a:gd name="T1" fmla="*/ 299 h 299"/>
                <a:gd name="T2" fmla="*/ 0 w 1"/>
                <a:gd name="T3" fmla="*/ 0 h 299"/>
                <a:gd name="T4" fmla="*/ 1 w 1"/>
                <a:gd name="T5" fmla="*/ 0 h 299"/>
                <a:gd name="T6" fmla="*/ 0 60000 65536"/>
                <a:gd name="T7" fmla="*/ 0 60000 65536"/>
                <a:gd name="T8" fmla="*/ 0 60000 65536"/>
                <a:gd name="T9" fmla="*/ 0 w 1"/>
                <a:gd name="T10" fmla="*/ 0 h 299"/>
                <a:gd name="T11" fmla="*/ 1 w 1"/>
                <a:gd name="T12" fmla="*/ 299 h 2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9">
                  <a:moveTo>
                    <a:pt x="0" y="29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" name="Freeform 18"/>
            <p:cNvSpPr/>
            <p:nvPr/>
          </p:nvSpPr>
          <p:spPr bwMode="auto">
            <a:xfrm>
              <a:off x="1590" y="1310"/>
              <a:ext cx="1" cy="149"/>
            </a:xfrm>
            <a:custGeom>
              <a:avLst/>
              <a:gdLst>
                <a:gd name="T0" fmla="*/ 0 w 1"/>
                <a:gd name="T1" fmla="*/ 299 h 299"/>
                <a:gd name="T2" fmla="*/ 0 w 1"/>
                <a:gd name="T3" fmla="*/ 0 h 299"/>
                <a:gd name="T4" fmla="*/ 1 w 1"/>
                <a:gd name="T5" fmla="*/ 0 h 299"/>
                <a:gd name="T6" fmla="*/ 0 60000 65536"/>
                <a:gd name="T7" fmla="*/ 0 60000 65536"/>
                <a:gd name="T8" fmla="*/ 0 60000 65536"/>
                <a:gd name="T9" fmla="*/ 0 w 1"/>
                <a:gd name="T10" fmla="*/ 0 h 299"/>
                <a:gd name="T11" fmla="*/ 1 w 1"/>
                <a:gd name="T12" fmla="*/ 299 h 2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9">
                  <a:moveTo>
                    <a:pt x="0" y="29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" name="Freeform 19"/>
            <p:cNvSpPr/>
            <p:nvPr/>
          </p:nvSpPr>
          <p:spPr bwMode="auto">
            <a:xfrm>
              <a:off x="1590" y="1123"/>
              <a:ext cx="1" cy="149"/>
            </a:xfrm>
            <a:custGeom>
              <a:avLst/>
              <a:gdLst>
                <a:gd name="T0" fmla="*/ 0 w 1"/>
                <a:gd name="T1" fmla="*/ 300 h 300"/>
                <a:gd name="T2" fmla="*/ 0 w 1"/>
                <a:gd name="T3" fmla="*/ 0 h 300"/>
                <a:gd name="T4" fmla="*/ 1 w 1"/>
                <a:gd name="T5" fmla="*/ 0 h 300"/>
                <a:gd name="T6" fmla="*/ 0 60000 65536"/>
                <a:gd name="T7" fmla="*/ 0 60000 65536"/>
                <a:gd name="T8" fmla="*/ 0 60000 65536"/>
                <a:gd name="T9" fmla="*/ 0 w 1"/>
                <a:gd name="T10" fmla="*/ 0 h 300"/>
                <a:gd name="T11" fmla="*/ 1 w 1"/>
                <a:gd name="T12" fmla="*/ 300 h 3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00">
                  <a:moveTo>
                    <a:pt x="0" y="30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1590" y="937"/>
              <a:ext cx="1" cy="149"/>
            </a:xfrm>
            <a:custGeom>
              <a:avLst/>
              <a:gdLst>
                <a:gd name="T0" fmla="*/ 0 w 1"/>
                <a:gd name="T1" fmla="*/ 299 h 299"/>
                <a:gd name="T2" fmla="*/ 0 w 1"/>
                <a:gd name="T3" fmla="*/ 0 h 299"/>
                <a:gd name="T4" fmla="*/ 1 w 1"/>
                <a:gd name="T5" fmla="*/ 0 h 299"/>
                <a:gd name="T6" fmla="*/ 0 60000 65536"/>
                <a:gd name="T7" fmla="*/ 0 60000 65536"/>
                <a:gd name="T8" fmla="*/ 0 60000 65536"/>
                <a:gd name="T9" fmla="*/ 0 w 1"/>
                <a:gd name="T10" fmla="*/ 0 h 299"/>
                <a:gd name="T11" fmla="*/ 1 w 1"/>
                <a:gd name="T12" fmla="*/ 299 h 2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9">
                  <a:moveTo>
                    <a:pt x="0" y="29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22" name="Group 21"/>
          <p:cNvGrpSpPr/>
          <p:nvPr/>
        </p:nvGrpSpPr>
        <p:grpSpPr bwMode="auto">
          <a:xfrm>
            <a:off x="3702025" y="2109093"/>
            <a:ext cx="1588" cy="1031875"/>
            <a:chOff x="1088" y="1183"/>
            <a:chExt cx="1" cy="650"/>
          </a:xfrm>
        </p:grpSpPr>
        <p:sp>
          <p:nvSpPr>
            <p:cNvPr id="23" name="Freeform 22"/>
            <p:cNvSpPr/>
            <p:nvPr/>
          </p:nvSpPr>
          <p:spPr bwMode="auto">
            <a:xfrm>
              <a:off x="1088" y="1713"/>
              <a:ext cx="1" cy="120"/>
            </a:xfrm>
            <a:custGeom>
              <a:avLst/>
              <a:gdLst>
                <a:gd name="T0" fmla="*/ 0 w 1"/>
                <a:gd name="T1" fmla="*/ 239 h 239"/>
                <a:gd name="T2" fmla="*/ 0 w 1"/>
                <a:gd name="T3" fmla="*/ 0 h 239"/>
                <a:gd name="T4" fmla="*/ 1 w 1"/>
                <a:gd name="T5" fmla="*/ 0 h 239"/>
                <a:gd name="T6" fmla="*/ 0 60000 65536"/>
                <a:gd name="T7" fmla="*/ 0 60000 65536"/>
                <a:gd name="T8" fmla="*/ 0 60000 65536"/>
                <a:gd name="T9" fmla="*/ 0 w 1"/>
                <a:gd name="T10" fmla="*/ 0 h 239"/>
                <a:gd name="T11" fmla="*/ 1 w 1"/>
                <a:gd name="T12" fmla="*/ 239 h 2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39">
                  <a:moveTo>
                    <a:pt x="0" y="23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" name="Freeform 23"/>
            <p:cNvSpPr/>
            <p:nvPr/>
          </p:nvSpPr>
          <p:spPr bwMode="auto">
            <a:xfrm>
              <a:off x="1088" y="1527"/>
              <a:ext cx="1" cy="149"/>
            </a:xfrm>
            <a:custGeom>
              <a:avLst/>
              <a:gdLst>
                <a:gd name="T0" fmla="*/ 0 w 1"/>
                <a:gd name="T1" fmla="*/ 298 h 298"/>
                <a:gd name="T2" fmla="*/ 0 w 1"/>
                <a:gd name="T3" fmla="*/ 0 h 298"/>
                <a:gd name="T4" fmla="*/ 1 w 1"/>
                <a:gd name="T5" fmla="*/ 0 h 298"/>
                <a:gd name="T6" fmla="*/ 0 60000 65536"/>
                <a:gd name="T7" fmla="*/ 0 60000 65536"/>
                <a:gd name="T8" fmla="*/ 0 60000 65536"/>
                <a:gd name="T9" fmla="*/ 0 w 1"/>
                <a:gd name="T10" fmla="*/ 0 h 298"/>
                <a:gd name="T11" fmla="*/ 1 w 1"/>
                <a:gd name="T12" fmla="*/ 298 h 2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8">
                  <a:moveTo>
                    <a:pt x="0" y="29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" name="Freeform 24"/>
            <p:cNvSpPr/>
            <p:nvPr/>
          </p:nvSpPr>
          <p:spPr bwMode="auto">
            <a:xfrm>
              <a:off x="1088" y="1340"/>
              <a:ext cx="1" cy="149"/>
            </a:xfrm>
            <a:custGeom>
              <a:avLst/>
              <a:gdLst>
                <a:gd name="T0" fmla="*/ 0 w 1"/>
                <a:gd name="T1" fmla="*/ 300 h 300"/>
                <a:gd name="T2" fmla="*/ 0 w 1"/>
                <a:gd name="T3" fmla="*/ 0 h 300"/>
                <a:gd name="T4" fmla="*/ 1 w 1"/>
                <a:gd name="T5" fmla="*/ 0 h 300"/>
                <a:gd name="T6" fmla="*/ 0 60000 65536"/>
                <a:gd name="T7" fmla="*/ 0 60000 65536"/>
                <a:gd name="T8" fmla="*/ 0 60000 65536"/>
                <a:gd name="T9" fmla="*/ 0 w 1"/>
                <a:gd name="T10" fmla="*/ 0 h 300"/>
                <a:gd name="T11" fmla="*/ 1 w 1"/>
                <a:gd name="T12" fmla="*/ 300 h 3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00">
                  <a:moveTo>
                    <a:pt x="0" y="30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6" name="Freeform 25"/>
            <p:cNvSpPr/>
            <p:nvPr/>
          </p:nvSpPr>
          <p:spPr bwMode="auto">
            <a:xfrm>
              <a:off x="1088" y="1183"/>
              <a:ext cx="1" cy="119"/>
            </a:xfrm>
            <a:custGeom>
              <a:avLst/>
              <a:gdLst>
                <a:gd name="T0" fmla="*/ 0 w 1"/>
                <a:gd name="T1" fmla="*/ 240 h 240"/>
                <a:gd name="T2" fmla="*/ 0 w 1"/>
                <a:gd name="T3" fmla="*/ 0 h 240"/>
                <a:gd name="T4" fmla="*/ 1 w 1"/>
                <a:gd name="T5" fmla="*/ 0 h 240"/>
                <a:gd name="T6" fmla="*/ 0 60000 65536"/>
                <a:gd name="T7" fmla="*/ 0 60000 65536"/>
                <a:gd name="T8" fmla="*/ 0 60000 65536"/>
                <a:gd name="T9" fmla="*/ 0 w 1"/>
                <a:gd name="T10" fmla="*/ 0 h 240"/>
                <a:gd name="T11" fmla="*/ 1 w 1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40">
                  <a:moveTo>
                    <a:pt x="0" y="24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7" name="Freeform 26"/>
          <p:cNvSpPr/>
          <p:nvPr/>
        </p:nvSpPr>
        <p:spPr bwMode="auto">
          <a:xfrm>
            <a:off x="4116363" y="5039618"/>
            <a:ext cx="1587" cy="498475"/>
          </a:xfrm>
          <a:custGeom>
            <a:avLst/>
            <a:gdLst>
              <a:gd name="T0" fmla="*/ 0 w 1"/>
              <a:gd name="T1" fmla="*/ 0 h 628"/>
              <a:gd name="T2" fmla="*/ 0 w 1"/>
              <a:gd name="T3" fmla="*/ 628 h 628"/>
              <a:gd name="T4" fmla="*/ 1 w 1"/>
              <a:gd name="T5" fmla="*/ 628 h 628"/>
              <a:gd name="T6" fmla="*/ 0 60000 65536"/>
              <a:gd name="T7" fmla="*/ 0 60000 65536"/>
              <a:gd name="T8" fmla="*/ 0 60000 65536"/>
              <a:gd name="T9" fmla="*/ 0 w 1"/>
              <a:gd name="T10" fmla="*/ 0 h 628"/>
              <a:gd name="T11" fmla="*/ 1 w 1"/>
              <a:gd name="T12" fmla="*/ 628 h 6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628">
                <a:moveTo>
                  <a:pt x="0" y="0"/>
                </a:moveTo>
                <a:lnTo>
                  <a:pt x="0" y="628"/>
                </a:lnTo>
                <a:lnTo>
                  <a:pt x="1" y="628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28" name="Freeform 27"/>
          <p:cNvSpPr/>
          <p:nvPr/>
        </p:nvSpPr>
        <p:spPr bwMode="auto">
          <a:xfrm>
            <a:off x="3287688" y="3879156"/>
            <a:ext cx="1587" cy="1658937"/>
          </a:xfrm>
          <a:custGeom>
            <a:avLst/>
            <a:gdLst>
              <a:gd name="T0" fmla="*/ 0 w 1"/>
              <a:gd name="T1" fmla="*/ 0 h 2090"/>
              <a:gd name="T2" fmla="*/ 0 w 1"/>
              <a:gd name="T3" fmla="*/ 2090 h 2090"/>
              <a:gd name="T4" fmla="*/ 1 w 1"/>
              <a:gd name="T5" fmla="*/ 2090 h 2090"/>
              <a:gd name="T6" fmla="*/ 0 60000 65536"/>
              <a:gd name="T7" fmla="*/ 0 60000 65536"/>
              <a:gd name="T8" fmla="*/ 0 60000 65536"/>
              <a:gd name="T9" fmla="*/ 0 w 1"/>
              <a:gd name="T10" fmla="*/ 0 h 2090"/>
              <a:gd name="T11" fmla="*/ 1 w 1"/>
              <a:gd name="T12" fmla="*/ 2090 h 20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90">
                <a:moveTo>
                  <a:pt x="0" y="0"/>
                </a:moveTo>
                <a:lnTo>
                  <a:pt x="0" y="2090"/>
                </a:lnTo>
                <a:lnTo>
                  <a:pt x="1" y="209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29" name="Freeform 28"/>
          <p:cNvSpPr/>
          <p:nvPr/>
        </p:nvSpPr>
        <p:spPr bwMode="auto">
          <a:xfrm>
            <a:off x="4498950" y="3879156"/>
            <a:ext cx="1588" cy="498475"/>
          </a:xfrm>
          <a:custGeom>
            <a:avLst/>
            <a:gdLst>
              <a:gd name="T0" fmla="*/ 0 w 1"/>
              <a:gd name="T1" fmla="*/ 0 h 627"/>
              <a:gd name="T2" fmla="*/ 0 w 1"/>
              <a:gd name="T3" fmla="*/ 627 h 627"/>
              <a:gd name="T4" fmla="*/ 1 w 1"/>
              <a:gd name="T5" fmla="*/ 627 h 627"/>
              <a:gd name="T6" fmla="*/ 0 60000 65536"/>
              <a:gd name="T7" fmla="*/ 0 60000 65536"/>
              <a:gd name="T8" fmla="*/ 0 60000 65536"/>
              <a:gd name="T9" fmla="*/ 0 w 1"/>
              <a:gd name="T10" fmla="*/ 0 h 627"/>
              <a:gd name="T11" fmla="*/ 1 w 1"/>
              <a:gd name="T12" fmla="*/ 627 h 6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627">
                <a:moveTo>
                  <a:pt x="0" y="0"/>
                </a:moveTo>
                <a:lnTo>
                  <a:pt x="0" y="627"/>
                </a:lnTo>
                <a:lnTo>
                  <a:pt x="1" y="627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30" name="Freeform 29"/>
          <p:cNvSpPr/>
          <p:nvPr/>
        </p:nvSpPr>
        <p:spPr bwMode="auto">
          <a:xfrm>
            <a:off x="3702025" y="3879156"/>
            <a:ext cx="1588" cy="498475"/>
          </a:xfrm>
          <a:custGeom>
            <a:avLst/>
            <a:gdLst>
              <a:gd name="T0" fmla="*/ 0 w 1"/>
              <a:gd name="T1" fmla="*/ 0 h 627"/>
              <a:gd name="T2" fmla="*/ 0 w 1"/>
              <a:gd name="T3" fmla="*/ 627 h 627"/>
              <a:gd name="T4" fmla="*/ 1 w 1"/>
              <a:gd name="T5" fmla="*/ 627 h 627"/>
              <a:gd name="T6" fmla="*/ 0 60000 65536"/>
              <a:gd name="T7" fmla="*/ 0 60000 65536"/>
              <a:gd name="T8" fmla="*/ 0 60000 65536"/>
              <a:gd name="T9" fmla="*/ 0 w 1"/>
              <a:gd name="T10" fmla="*/ 0 h 627"/>
              <a:gd name="T11" fmla="*/ 1 w 1"/>
              <a:gd name="T12" fmla="*/ 627 h 6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627">
                <a:moveTo>
                  <a:pt x="0" y="0"/>
                </a:moveTo>
                <a:lnTo>
                  <a:pt x="0" y="627"/>
                </a:lnTo>
                <a:lnTo>
                  <a:pt x="1" y="627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31" name="Freeform 30"/>
          <p:cNvSpPr/>
          <p:nvPr/>
        </p:nvSpPr>
        <p:spPr bwMode="auto">
          <a:xfrm>
            <a:off x="3702025" y="4377631"/>
            <a:ext cx="798513" cy="1587"/>
          </a:xfrm>
          <a:custGeom>
            <a:avLst/>
            <a:gdLst>
              <a:gd name="T0" fmla="*/ 0 w 1006"/>
              <a:gd name="T1" fmla="*/ 0 h 1587"/>
              <a:gd name="T2" fmla="*/ 1005 w 1006"/>
              <a:gd name="T3" fmla="*/ 0 h 1587"/>
              <a:gd name="T4" fmla="*/ 1006 w 1006"/>
              <a:gd name="T5" fmla="*/ 0 h 1587"/>
              <a:gd name="T6" fmla="*/ 0 60000 65536"/>
              <a:gd name="T7" fmla="*/ 0 60000 65536"/>
              <a:gd name="T8" fmla="*/ 0 60000 65536"/>
              <a:gd name="T9" fmla="*/ 0 w 1006"/>
              <a:gd name="T10" fmla="*/ 0 h 1587"/>
              <a:gd name="T11" fmla="*/ 1006 w 100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6" h="1587">
                <a:moveTo>
                  <a:pt x="0" y="0"/>
                </a:moveTo>
                <a:lnTo>
                  <a:pt x="1005" y="0"/>
                </a:lnTo>
                <a:lnTo>
                  <a:pt x="1006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32" name="Freeform 31"/>
          <p:cNvSpPr/>
          <p:nvPr/>
        </p:nvSpPr>
        <p:spPr bwMode="auto">
          <a:xfrm>
            <a:off x="3287688" y="3879156"/>
            <a:ext cx="415925" cy="1587"/>
          </a:xfrm>
          <a:custGeom>
            <a:avLst/>
            <a:gdLst>
              <a:gd name="T0" fmla="*/ 0 w 523"/>
              <a:gd name="T1" fmla="*/ 0 h 1587"/>
              <a:gd name="T2" fmla="*/ 522 w 523"/>
              <a:gd name="T3" fmla="*/ 0 h 1587"/>
              <a:gd name="T4" fmla="*/ 523 w 523"/>
              <a:gd name="T5" fmla="*/ 0 h 1587"/>
              <a:gd name="T6" fmla="*/ 0 60000 65536"/>
              <a:gd name="T7" fmla="*/ 0 60000 65536"/>
              <a:gd name="T8" fmla="*/ 0 60000 65536"/>
              <a:gd name="T9" fmla="*/ 0 w 523"/>
              <a:gd name="T10" fmla="*/ 0 h 1587"/>
              <a:gd name="T11" fmla="*/ 523 w 52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23" h="1587">
                <a:moveTo>
                  <a:pt x="0" y="0"/>
                </a:moveTo>
                <a:lnTo>
                  <a:pt x="522" y="0"/>
                </a:lnTo>
                <a:lnTo>
                  <a:pt x="523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33" name="Freeform 32"/>
          <p:cNvSpPr/>
          <p:nvPr/>
        </p:nvSpPr>
        <p:spPr bwMode="auto">
          <a:xfrm>
            <a:off x="5687988" y="1513781"/>
            <a:ext cx="1587" cy="1627187"/>
          </a:xfrm>
          <a:custGeom>
            <a:avLst/>
            <a:gdLst>
              <a:gd name="T0" fmla="*/ 0 w 1"/>
              <a:gd name="T1" fmla="*/ 2049 h 2049"/>
              <a:gd name="T2" fmla="*/ 0 w 1"/>
              <a:gd name="T3" fmla="*/ 0 h 2049"/>
              <a:gd name="T4" fmla="*/ 1 w 1"/>
              <a:gd name="T5" fmla="*/ 0 h 2049"/>
              <a:gd name="T6" fmla="*/ 0 60000 65536"/>
              <a:gd name="T7" fmla="*/ 0 60000 65536"/>
              <a:gd name="T8" fmla="*/ 0 60000 65536"/>
              <a:gd name="T9" fmla="*/ 0 w 1"/>
              <a:gd name="T10" fmla="*/ 0 h 2049"/>
              <a:gd name="T11" fmla="*/ 1 w 1"/>
              <a:gd name="T12" fmla="*/ 2049 h 204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49">
                <a:moveTo>
                  <a:pt x="0" y="2049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34" name="Freeform 33"/>
          <p:cNvSpPr/>
          <p:nvPr/>
        </p:nvSpPr>
        <p:spPr bwMode="auto">
          <a:xfrm>
            <a:off x="5687988" y="3879156"/>
            <a:ext cx="1587" cy="1658937"/>
          </a:xfrm>
          <a:custGeom>
            <a:avLst/>
            <a:gdLst>
              <a:gd name="T0" fmla="*/ 0 w 1"/>
              <a:gd name="T1" fmla="*/ 0 h 2090"/>
              <a:gd name="T2" fmla="*/ 0 w 1"/>
              <a:gd name="T3" fmla="*/ 2090 h 2090"/>
              <a:gd name="T4" fmla="*/ 1 w 1"/>
              <a:gd name="T5" fmla="*/ 2090 h 2090"/>
              <a:gd name="T6" fmla="*/ 0 60000 65536"/>
              <a:gd name="T7" fmla="*/ 0 60000 65536"/>
              <a:gd name="T8" fmla="*/ 0 60000 65536"/>
              <a:gd name="T9" fmla="*/ 0 w 1"/>
              <a:gd name="T10" fmla="*/ 0 h 2090"/>
              <a:gd name="T11" fmla="*/ 1 w 1"/>
              <a:gd name="T12" fmla="*/ 2090 h 20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90">
                <a:moveTo>
                  <a:pt x="0" y="0"/>
                </a:moveTo>
                <a:lnTo>
                  <a:pt x="0" y="2090"/>
                </a:lnTo>
                <a:lnTo>
                  <a:pt x="1" y="209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35" name="Freeform 34"/>
          <p:cNvSpPr/>
          <p:nvPr/>
        </p:nvSpPr>
        <p:spPr bwMode="auto">
          <a:xfrm>
            <a:off x="4913288" y="3879156"/>
            <a:ext cx="1587" cy="1160462"/>
          </a:xfrm>
          <a:custGeom>
            <a:avLst/>
            <a:gdLst>
              <a:gd name="T0" fmla="*/ 0 w 1"/>
              <a:gd name="T1" fmla="*/ 0 h 1462"/>
              <a:gd name="T2" fmla="*/ 0 w 1"/>
              <a:gd name="T3" fmla="*/ 1462 h 1462"/>
              <a:gd name="T4" fmla="*/ 1 w 1"/>
              <a:gd name="T5" fmla="*/ 1462 h 1462"/>
              <a:gd name="T6" fmla="*/ 0 60000 65536"/>
              <a:gd name="T7" fmla="*/ 0 60000 65536"/>
              <a:gd name="T8" fmla="*/ 0 60000 65536"/>
              <a:gd name="T9" fmla="*/ 0 w 1"/>
              <a:gd name="T10" fmla="*/ 0 h 1462"/>
              <a:gd name="T11" fmla="*/ 1 w 1"/>
              <a:gd name="T12" fmla="*/ 1462 h 14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462">
                <a:moveTo>
                  <a:pt x="0" y="0"/>
                </a:moveTo>
                <a:lnTo>
                  <a:pt x="0" y="1462"/>
                </a:lnTo>
                <a:lnTo>
                  <a:pt x="1" y="1462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36" name="Freeform 35"/>
          <p:cNvSpPr/>
          <p:nvPr/>
        </p:nvSpPr>
        <p:spPr bwMode="auto">
          <a:xfrm>
            <a:off x="4913288" y="1513781"/>
            <a:ext cx="774700" cy="1587"/>
          </a:xfrm>
          <a:custGeom>
            <a:avLst/>
            <a:gdLst>
              <a:gd name="T0" fmla="*/ 976 w 976"/>
              <a:gd name="T1" fmla="*/ 0 h 1587"/>
              <a:gd name="T2" fmla="*/ 0 w 976"/>
              <a:gd name="T3" fmla="*/ 0 h 1587"/>
              <a:gd name="T4" fmla="*/ 1 w 976"/>
              <a:gd name="T5" fmla="*/ 0 h 1587"/>
              <a:gd name="T6" fmla="*/ 0 60000 65536"/>
              <a:gd name="T7" fmla="*/ 0 60000 65536"/>
              <a:gd name="T8" fmla="*/ 0 60000 65536"/>
              <a:gd name="T9" fmla="*/ 0 w 976"/>
              <a:gd name="T10" fmla="*/ 0 h 1587"/>
              <a:gd name="T11" fmla="*/ 976 w 97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76" h="1587">
                <a:moveTo>
                  <a:pt x="976" y="0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38" name="Group 36"/>
          <p:cNvGrpSpPr/>
          <p:nvPr/>
        </p:nvGrpSpPr>
        <p:grpSpPr bwMode="auto">
          <a:xfrm>
            <a:off x="6716686" y="3422749"/>
            <a:ext cx="2578100" cy="2566987"/>
            <a:chOff x="3767" y="2252"/>
            <a:chExt cx="1624" cy="1617"/>
          </a:xfrm>
        </p:grpSpPr>
        <p:grpSp>
          <p:nvGrpSpPr>
            <p:cNvPr id="39" name="Group 37"/>
            <p:cNvGrpSpPr/>
            <p:nvPr/>
          </p:nvGrpSpPr>
          <p:grpSpPr bwMode="auto">
            <a:xfrm>
              <a:off x="3767" y="2252"/>
              <a:ext cx="1590" cy="1617"/>
              <a:chOff x="580" y="2662"/>
              <a:chExt cx="1154" cy="1174"/>
            </a:xfrm>
          </p:grpSpPr>
          <p:sp>
            <p:nvSpPr>
              <p:cNvPr id="48" name="Freeform 38"/>
              <p:cNvSpPr/>
              <p:nvPr/>
            </p:nvSpPr>
            <p:spPr bwMode="auto">
              <a:xfrm>
                <a:off x="580" y="2781"/>
                <a:ext cx="957" cy="771"/>
              </a:xfrm>
              <a:custGeom>
                <a:avLst/>
                <a:gdLst>
                  <a:gd name="T0" fmla="*/ 495 w 957"/>
                  <a:gd name="T1" fmla="*/ 0 h 771"/>
                  <a:gd name="T2" fmla="*/ 957 w 957"/>
                  <a:gd name="T3" fmla="*/ 265 h 771"/>
                  <a:gd name="T4" fmla="*/ 452 w 957"/>
                  <a:gd name="T5" fmla="*/ 771 h 771"/>
                  <a:gd name="T6" fmla="*/ 0 w 957"/>
                  <a:gd name="T7" fmla="*/ 500 h 771"/>
                  <a:gd name="T8" fmla="*/ 495 w 957"/>
                  <a:gd name="T9" fmla="*/ 0 h 7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57"/>
                  <a:gd name="T16" fmla="*/ 0 h 771"/>
                  <a:gd name="T17" fmla="*/ 957 w 957"/>
                  <a:gd name="T18" fmla="*/ 771 h 77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57" h="771">
                    <a:moveTo>
                      <a:pt x="495" y="0"/>
                    </a:moveTo>
                    <a:lnTo>
                      <a:pt x="957" y="265"/>
                    </a:lnTo>
                    <a:lnTo>
                      <a:pt x="452" y="771"/>
                    </a:lnTo>
                    <a:lnTo>
                      <a:pt x="0" y="500"/>
                    </a:lnTo>
                    <a:lnTo>
                      <a:pt x="495" y="0"/>
                    </a:lnTo>
                    <a:close/>
                  </a:path>
                </a:pathLst>
              </a:custGeom>
              <a:solidFill>
                <a:srgbClr val="FF3399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9" name="Freeform 39"/>
              <p:cNvSpPr/>
              <p:nvPr/>
            </p:nvSpPr>
            <p:spPr bwMode="auto">
              <a:xfrm>
                <a:off x="1066" y="2662"/>
                <a:ext cx="668" cy="393"/>
              </a:xfrm>
              <a:custGeom>
                <a:avLst/>
                <a:gdLst/>
                <a:ahLst/>
                <a:cxnLst>
                  <a:cxn ang="0">
                    <a:pos x="0" y="128"/>
                  </a:cxn>
                  <a:cxn ang="0">
                    <a:pos x="207" y="0"/>
                  </a:cxn>
                  <a:cxn ang="0">
                    <a:pos x="668" y="273"/>
                  </a:cxn>
                  <a:cxn ang="0">
                    <a:pos x="462" y="393"/>
                  </a:cxn>
                  <a:cxn ang="0">
                    <a:pos x="0" y="128"/>
                  </a:cxn>
                </a:cxnLst>
                <a:rect l="0" t="0" r="r" b="b"/>
                <a:pathLst>
                  <a:path w="668" h="393">
                    <a:moveTo>
                      <a:pt x="0" y="128"/>
                    </a:moveTo>
                    <a:lnTo>
                      <a:pt x="207" y="0"/>
                    </a:lnTo>
                    <a:lnTo>
                      <a:pt x="668" y="273"/>
                    </a:lnTo>
                    <a:lnTo>
                      <a:pt x="462" y="393"/>
                    </a:lnTo>
                    <a:lnTo>
                      <a:pt x="0" y="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CC99">
                      <a:gamma/>
                      <a:shade val="62745"/>
                      <a:invGamma/>
                    </a:srgbClr>
                  </a:gs>
                  <a:gs pos="100000">
                    <a:srgbClr val="00CC99"/>
                  </a:gs>
                </a:gsLst>
                <a:lin ang="5400000" scaled="1"/>
              </a:gra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0" name="Freeform 40"/>
              <p:cNvSpPr/>
              <p:nvPr/>
            </p:nvSpPr>
            <p:spPr bwMode="auto">
              <a:xfrm>
                <a:off x="580" y="3282"/>
                <a:ext cx="459" cy="554"/>
              </a:xfrm>
              <a:custGeom>
                <a:avLst/>
                <a:gdLst>
                  <a:gd name="T0" fmla="*/ 0 w 644"/>
                  <a:gd name="T1" fmla="*/ 0 h 777"/>
                  <a:gd name="T2" fmla="*/ 0 w 644"/>
                  <a:gd name="T3" fmla="*/ 417 h 777"/>
                  <a:gd name="T4" fmla="*/ 644 w 644"/>
                  <a:gd name="T5" fmla="*/ 777 h 777"/>
                  <a:gd name="T6" fmla="*/ 644 w 644"/>
                  <a:gd name="T7" fmla="*/ 374 h 777"/>
                  <a:gd name="T8" fmla="*/ 0 w 644"/>
                  <a:gd name="T9" fmla="*/ 0 h 7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44"/>
                  <a:gd name="T16" fmla="*/ 0 h 777"/>
                  <a:gd name="T17" fmla="*/ 644 w 644"/>
                  <a:gd name="T18" fmla="*/ 777 h 7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44" h="777">
                    <a:moveTo>
                      <a:pt x="0" y="0"/>
                    </a:moveTo>
                    <a:lnTo>
                      <a:pt x="0" y="417"/>
                    </a:lnTo>
                    <a:lnTo>
                      <a:pt x="644" y="777"/>
                    </a:lnTo>
                    <a:lnTo>
                      <a:pt x="644" y="374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5E47"/>
                  </a:gs>
                  <a:gs pos="100000">
                    <a:srgbClr val="00CC99"/>
                  </a:gs>
                </a:gsLst>
                <a:lin ang="189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1" name="Freeform 41"/>
              <p:cNvSpPr/>
              <p:nvPr/>
            </p:nvSpPr>
            <p:spPr bwMode="auto">
              <a:xfrm>
                <a:off x="1032" y="2935"/>
                <a:ext cx="702" cy="901"/>
              </a:xfrm>
              <a:custGeom>
                <a:avLst/>
                <a:gdLst>
                  <a:gd name="T0" fmla="*/ 684 w 984"/>
                  <a:gd name="T1" fmla="*/ 156 h 1262"/>
                  <a:gd name="T2" fmla="*/ 984 w 984"/>
                  <a:gd name="T3" fmla="*/ 0 h 1262"/>
                  <a:gd name="T4" fmla="*/ 984 w 984"/>
                  <a:gd name="T5" fmla="*/ 708 h 1262"/>
                  <a:gd name="T6" fmla="*/ 0 w 984"/>
                  <a:gd name="T7" fmla="*/ 1262 h 1262"/>
                  <a:gd name="T8" fmla="*/ 0 w 984"/>
                  <a:gd name="T9" fmla="*/ 852 h 1262"/>
                  <a:gd name="T10" fmla="*/ 684 w 984"/>
                  <a:gd name="T11" fmla="*/ 156 h 126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84"/>
                  <a:gd name="T19" fmla="*/ 0 h 1262"/>
                  <a:gd name="T20" fmla="*/ 984 w 984"/>
                  <a:gd name="T21" fmla="*/ 1262 h 126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84" h="1262">
                    <a:moveTo>
                      <a:pt x="684" y="156"/>
                    </a:moveTo>
                    <a:lnTo>
                      <a:pt x="984" y="0"/>
                    </a:lnTo>
                    <a:lnTo>
                      <a:pt x="984" y="708"/>
                    </a:lnTo>
                    <a:lnTo>
                      <a:pt x="0" y="1262"/>
                    </a:lnTo>
                    <a:lnTo>
                      <a:pt x="0" y="852"/>
                    </a:lnTo>
                    <a:lnTo>
                      <a:pt x="684" y="15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339933"/>
                  </a:gs>
                  <a:gs pos="100000">
                    <a:srgbClr val="256F25"/>
                  </a:gs>
                </a:gsLst>
                <a:lin ang="27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0" name="Group 42"/>
            <p:cNvGrpSpPr/>
            <p:nvPr/>
          </p:nvGrpSpPr>
          <p:grpSpPr bwMode="auto">
            <a:xfrm>
              <a:off x="3919" y="2548"/>
              <a:ext cx="593" cy="533"/>
              <a:chOff x="3919" y="2548"/>
              <a:chExt cx="593" cy="533"/>
            </a:xfrm>
          </p:grpSpPr>
          <p:sp>
            <p:nvSpPr>
              <p:cNvPr id="46" name="Freeform 43"/>
              <p:cNvSpPr/>
              <p:nvPr/>
            </p:nvSpPr>
            <p:spPr bwMode="auto">
              <a:xfrm>
                <a:off x="3919" y="2548"/>
                <a:ext cx="567" cy="533"/>
              </a:xfrm>
              <a:custGeom>
                <a:avLst/>
                <a:gdLst>
                  <a:gd name="T0" fmla="*/ 320 w 579"/>
                  <a:gd name="T1" fmla="*/ 0 h 543"/>
                  <a:gd name="T2" fmla="*/ 579 w 579"/>
                  <a:gd name="T3" fmla="*/ 184 h 543"/>
                  <a:gd name="T4" fmla="*/ 226 w 579"/>
                  <a:gd name="T5" fmla="*/ 543 h 543"/>
                  <a:gd name="T6" fmla="*/ 0 w 579"/>
                  <a:gd name="T7" fmla="*/ 413 h 543"/>
                  <a:gd name="T8" fmla="*/ 320 w 579"/>
                  <a:gd name="T9" fmla="*/ 0 h 5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9"/>
                  <a:gd name="T16" fmla="*/ 0 h 543"/>
                  <a:gd name="T17" fmla="*/ 579 w 579"/>
                  <a:gd name="T18" fmla="*/ 543 h 5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9" h="543">
                    <a:moveTo>
                      <a:pt x="320" y="0"/>
                    </a:moveTo>
                    <a:lnTo>
                      <a:pt x="579" y="184"/>
                    </a:lnTo>
                    <a:lnTo>
                      <a:pt x="226" y="543"/>
                    </a:lnTo>
                    <a:lnTo>
                      <a:pt x="0" y="413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7" name="Freeform 44"/>
              <p:cNvSpPr/>
              <p:nvPr/>
            </p:nvSpPr>
            <p:spPr bwMode="auto">
              <a:xfrm>
                <a:off x="4277" y="2577"/>
                <a:ext cx="235" cy="368"/>
              </a:xfrm>
              <a:custGeom>
                <a:avLst/>
                <a:gdLst>
                  <a:gd name="T0" fmla="*/ 0 w 240"/>
                  <a:gd name="T1" fmla="*/ 0 h 375"/>
                  <a:gd name="T2" fmla="*/ 0 w 240"/>
                  <a:gd name="T3" fmla="*/ 375 h 375"/>
                  <a:gd name="T4" fmla="*/ 240 w 240"/>
                  <a:gd name="T5" fmla="*/ 139 h 375"/>
                  <a:gd name="T6" fmla="*/ 0 w 240"/>
                  <a:gd name="T7" fmla="*/ 0 h 37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0"/>
                  <a:gd name="T13" fmla="*/ 0 h 375"/>
                  <a:gd name="T14" fmla="*/ 240 w 240"/>
                  <a:gd name="T15" fmla="*/ 375 h 37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0" h="375">
                    <a:moveTo>
                      <a:pt x="0" y="0"/>
                    </a:moveTo>
                    <a:lnTo>
                      <a:pt x="0" y="375"/>
                    </a:lnTo>
                    <a:lnTo>
                      <a:pt x="240" y="139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66"/>
                  </a:gs>
                  <a:gs pos="100000">
                    <a:srgbClr val="765E2F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1" name="Group 45"/>
            <p:cNvGrpSpPr/>
            <p:nvPr/>
          </p:nvGrpSpPr>
          <p:grpSpPr bwMode="auto">
            <a:xfrm>
              <a:off x="4529" y="2492"/>
              <a:ext cx="862" cy="986"/>
              <a:chOff x="4529" y="2492"/>
              <a:chExt cx="862" cy="986"/>
            </a:xfrm>
          </p:grpSpPr>
          <p:grpSp>
            <p:nvGrpSpPr>
              <p:cNvPr id="42" name="Group 46"/>
              <p:cNvGrpSpPr/>
              <p:nvPr/>
            </p:nvGrpSpPr>
            <p:grpSpPr bwMode="auto">
              <a:xfrm>
                <a:off x="4529" y="2511"/>
                <a:ext cx="806" cy="967"/>
                <a:chOff x="2688" y="2477"/>
                <a:chExt cx="819" cy="985"/>
              </a:xfrm>
            </p:grpSpPr>
            <p:sp>
              <p:nvSpPr>
                <p:cNvPr id="44" name="Freeform 47"/>
                <p:cNvSpPr/>
                <p:nvPr/>
              </p:nvSpPr>
              <p:spPr bwMode="auto">
                <a:xfrm>
                  <a:off x="2688" y="2477"/>
                  <a:ext cx="634" cy="768"/>
                </a:xfrm>
                <a:custGeom>
                  <a:avLst/>
                  <a:gdLst>
                    <a:gd name="T0" fmla="*/ 634 w 634"/>
                    <a:gd name="T1" fmla="*/ 0 h 768"/>
                    <a:gd name="T2" fmla="*/ 634 w 634"/>
                    <a:gd name="T3" fmla="*/ 537 h 768"/>
                    <a:gd name="T4" fmla="*/ 211 w 634"/>
                    <a:gd name="T5" fmla="*/ 768 h 768"/>
                    <a:gd name="T6" fmla="*/ 211 w 634"/>
                    <a:gd name="T7" fmla="*/ 633 h 768"/>
                    <a:gd name="T8" fmla="*/ 0 w 634"/>
                    <a:gd name="T9" fmla="*/ 512 h 768"/>
                    <a:gd name="T10" fmla="*/ 346 w 634"/>
                    <a:gd name="T11" fmla="*/ 160 h 768"/>
                    <a:gd name="T12" fmla="*/ 634 w 634"/>
                    <a:gd name="T13" fmla="*/ 0 h 76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634"/>
                    <a:gd name="T22" fmla="*/ 0 h 768"/>
                    <a:gd name="T23" fmla="*/ 634 w 634"/>
                    <a:gd name="T24" fmla="*/ 768 h 76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634" h="768">
                      <a:moveTo>
                        <a:pt x="634" y="0"/>
                      </a:moveTo>
                      <a:lnTo>
                        <a:pt x="634" y="537"/>
                      </a:lnTo>
                      <a:lnTo>
                        <a:pt x="211" y="768"/>
                      </a:lnTo>
                      <a:lnTo>
                        <a:pt x="211" y="633"/>
                      </a:lnTo>
                      <a:lnTo>
                        <a:pt x="0" y="512"/>
                      </a:lnTo>
                      <a:lnTo>
                        <a:pt x="346" y="16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4718"/>
                    </a:gs>
                    <a:gs pos="100000">
                      <a:srgbClr val="FF9933"/>
                    </a:gs>
                  </a:gsLst>
                  <a:lin ang="1890000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5" name="Freeform 48"/>
                <p:cNvSpPr/>
                <p:nvPr/>
              </p:nvSpPr>
              <p:spPr bwMode="auto">
                <a:xfrm>
                  <a:off x="2899" y="3008"/>
                  <a:ext cx="608" cy="454"/>
                </a:xfrm>
                <a:custGeom>
                  <a:avLst/>
                  <a:gdLst>
                    <a:gd name="T0" fmla="*/ 0 w 608"/>
                    <a:gd name="T1" fmla="*/ 237 h 454"/>
                    <a:gd name="T2" fmla="*/ 0 w 608"/>
                    <a:gd name="T3" fmla="*/ 454 h 454"/>
                    <a:gd name="T4" fmla="*/ 608 w 608"/>
                    <a:gd name="T5" fmla="*/ 102 h 454"/>
                    <a:gd name="T6" fmla="*/ 432 w 608"/>
                    <a:gd name="T7" fmla="*/ 0 h 454"/>
                    <a:gd name="T8" fmla="*/ 0 w 608"/>
                    <a:gd name="T9" fmla="*/ 237 h 45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08"/>
                    <a:gd name="T16" fmla="*/ 0 h 454"/>
                    <a:gd name="T17" fmla="*/ 608 w 608"/>
                    <a:gd name="T18" fmla="*/ 454 h 45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08" h="454">
                      <a:moveTo>
                        <a:pt x="0" y="237"/>
                      </a:moveTo>
                      <a:lnTo>
                        <a:pt x="0" y="454"/>
                      </a:lnTo>
                      <a:lnTo>
                        <a:pt x="608" y="102"/>
                      </a:lnTo>
                      <a:lnTo>
                        <a:pt x="432" y="0"/>
                      </a:lnTo>
                      <a:lnTo>
                        <a:pt x="0" y="23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4718"/>
                    </a:gs>
                    <a:gs pos="100000">
                      <a:srgbClr val="FF9933"/>
                    </a:gs>
                  </a:gsLst>
                  <a:lin ang="270000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3" name="Freeform 49"/>
              <p:cNvSpPr/>
              <p:nvPr/>
            </p:nvSpPr>
            <p:spPr bwMode="auto">
              <a:xfrm>
                <a:off x="5153" y="2492"/>
                <a:ext cx="238" cy="673"/>
              </a:xfrm>
              <a:custGeom>
                <a:avLst/>
                <a:gdLst>
                  <a:gd name="T0" fmla="*/ 0 w 243"/>
                  <a:gd name="T1" fmla="*/ 7 h 685"/>
                  <a:gd name="T2" fmla="*/ 0 w 243"/>
                  <a:gd name="T3" fmla="*/ 557 h 685"/>
                  <a:gd name="T4" fmla="*/ 243 w 243"/>
                  <a:gd name="T5" fmla="*/ 685 h 685"/>
                  <a:gd name="T6" fmla="*/ 243 w 243"/>
                  <a:gd name="T7" fmla="*/ 71 h 685"/>
                  <a:gd name="T8" fmla="*/ 120 w 243"/>
                  <a:gd name="T9" fmla="*/ 0 h 685"/>
                  <a:gd name="T10" fmla="*/ 0 w 243"/>
                  <a:gd name="T11" fmla="*/ 7 h 6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3"/>
                  <a:gd name="T19" fmla="*/ 0 h 685"/>
                  <a:gd name="T20" fmla="*/ 243 w 243"/>
                  <a:gd name="T21" fmla="*/ 685 h 68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3" h="685">
                    <a:moveTo>
                      <a:pt x="0" y="7"/>
                    </a:moveTo>
                    <a:lnTo>
                      <a:pt x="0" y="557"/>
                    </a:lnTo>
                    <a:lnTo>
                      <a:pt x="243" y="685"/>
                    </a:lnTo>
                    <a:lnTo>
                      <a:pt x="243" y="71"/>
                    </a:lnTo>
                    <a:lnTo>
                      <a:pt x="120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2" name="Line 51"/>
          <p:cNvSpPr>
            <a:spLocks noChangeShapeType="1"/>
          </p:cNvSpPr>
          <p:nvPr/>
        </p:nvSpPr>
        <p:spPr bwMode="auto">
          <a:xfrm>
            <a:off x="7159599" y="2312293"/>
            <a:ext cx="169227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53" name="Line 52"/>
          <p:cNvSpPr>
            <a:spLocks noChangeShapeType="1"/>
          </p:cNvSpPr>
          <p:nvPr/>
        </p:nvSpPr>
        <p:spPr bwMode="auto">
          <a:xfrm>
            <a:off x="8324824" y="1907481"/>
            <a:ext cx="51117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54" name="Line 53"/>
          <p:cNvSpPr>
            <a:spLocks noChangeShapeType="1"/>
          </p:cNvSpPr>
          <p:nvPr/>
        </p:nvSpPr>
        <p:spPr bwMode="auto">
          <a:xfrm>
            <a:off x="7162774" y="1526481"/>
            <a:ext cx="11620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55" name="Line 54"/>
          <p:cNvSpPr>
            <a:spLocks noChangeShapeType="1"/>
          </p:cNvSpPr>
          <p:nvPr/>
        </p:nvSpPr>
        <p:spPr bwMode="auto">
          <a:xfrm flipV="1">
            <a:off x="8834412" y="1905893"/>
            <a:ext cx="0" cy="4064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56" name="Group 55"/>
          <p:cNvGrpSpPr/>
          <p:nvPr/>
        </p:nvGrpSpPr>
        <p:grpSpPr bwMode="auto">
          <a:xfrm>
            <a:off x="7162774" y="2310706"/>
            <a:ext cx="1689100" cy="830262"/>
            <a:chOff x="3088" y="1310"/>
            <a:chExt cx="1064" cy="523"/>
          </a:xfrm>
        </p:grpSpPr>
        <p:sp>
          <p:nvSpPr>
            <p:cNvPr id="57" name="Line 56"/>
            <p:cNvSpPr>
              <a:spLocks noChangeShapeType="1"/>
            </p:cNvSpPr>
            <p:nvPr/>
          </p:nvSpPr>
          <p:spPr bwMode="auto">
            <a:xfrm>
              <a:off x="3088" y="1833"/>
              <a:ext cx="1064" cy="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8" name="Line 57"/>
            <p:cNvSpPr>
              <a:spLocks noChangeShapeType="1"/>
            </p:cNvSpPr>
            <p:nvPr/>
          </p:nvSpPr>
          <p:spPr bwMode="auto">
            <a:xfrm>
              <a:off x="4141" y="1310"/>
              <a:ext cx="0" cy="523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9" name="Line 58"/>
            <p:cNvSpPr>
              <a:spLocks noChangeShapeType="1"/>
            </p:cNvSpPr>
            <p:nvPr/>
          </p:nvSpPr>
          <p:spPr bwMode="auto">
            <a:xfrm>
              <a:off x="3088" y="1311"/>
              <a:ext cx="0" cy="522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60" name="Line 59"/>
          <p:cNvSpPr>
            <a:spLocks noChangeShapeType="1"/>
          </p:cNvSpPr>
          <p:nvPr/>
        </p:nvSpPr>
        <p:spPr bwMode="auto">
          <a:xfrm>
            <a:off x="7162774" y="2109093"/>
            <a:ext cx="0" cy="203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61" name="Line 60"/>
          <p:cNvSpPr>
            <a:spLocks noChangeShapeType="1"/>
          </p:cNvSpPr>
          <p:nvPr/>
        </p:nvSpPr>
        <p:spPr bwMode="auto">
          <a:xfrm>
            <a:off x="7162774" y="1513781"/>
            <a:ext cx="0" cy="1809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62" name="Line 61"/>
          <p:cNvSpPr>
            <a:spLocks noChangeShapeType="1"/>
          </p:cNvSpPr>
          <p:nvPr/>
        </p:nvSpPr>
        <p:spPr bwMode="auto">
          <a:xfrm>
            <a:off x="7162774" y="1694756"/>
            <a:ext cx="0" cy="4143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</p:spPr>
        <p:txBody>
          <a:bodyPr lIns="90000" tIns="46800" rIns="90000" bIns="46800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63" name="Line 62"/>
          <p:cNvSpPr>
            <a:spLocks noChangeShapeType="1"/>
          </p:cNvSpPr>
          <p:nvPr/>
        </p:nvSpPr>
        <p:spPr bwMode="auto">
          <a:xfrm flipV="1">
            <a:off x="8324824" y="1513781"/>
            <a:ext cx="0" cy="3937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64" name="Line 63"/>
          <p:cNvSpPr>
            <a:spLocks noChangeShapeType="1"/>
          </p:cNvSpPr>
          <p:nvPr/>
        </p:nvSpPr>
        <p:spPr bwMode="auto">
          <a:xfrm>
            <a:off x="3287688" y="2312293"/>
            <a:ext cx="0" cy="83026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65" name="Group 64"/>
          <p:cNvGrpSpPr/>
          <p:nvPr/>
        </p:nvGrpSpPr>
        <p:grpSpPr bwMode="auto">
          <a:xfrm>
            <a:off x="3289275" y="2309118"/>
            <a:ext cx="1588" cy="3227388"/>
            <a:chOff x="827" y="1311"/>
            <a:chExt cx="1" cy="2033"/>
          </a:xfrm>
        </p:grpSpPr>
        <p:sp>
          <p:nvSpPr>
            <p:cNvPr id="66" name="Freeform 65"/>
            <p:cNvSpPr/>
            <p:nvPr/>
          </p:nvSpPr>
          <p:spPr bwMode="auto">
            <a:xfrm>
              <a:off x="827" y="1311"/>
              <a:ext cx="1" cy="522"/>
            </a:xfrm>
            <a:custGeom>
              <a:avLst/>
              <a:gdLst>
                <a:gd name="T0" fmla="*/ 0 w 1"/>
                <a:gd name="T1" fmla="*/ 1044 h 1044"/>
                <a:gd name="T2" fmla="*/ 0 w 1"/>
                <a:gd name="T3" fmla="*/ 0 h 1044"/>
                <a:gd name="T4" fmla="*/ 1 w 1"/>
                <a:gd name="T5" fmla="*/ 0 h 1044"/>
                <a:gd name="T6" fmla="*/ 0 60000 65536"/>
                <a:gd name="T7" fmla="*/ 0 60000 65536"/>
                <a:gd name="T8" fmla="*/ 0 60000 65536"/>
                <a:gd name="T9" fmla="*/ 0 w 1"/>
                <a:gd name="T10" fmla="*/ 0 h 1044"/>
                <a:gd name="T11" fmla="*/ 1 w 1"/>
                <a:gd name="T12" fmla="*/ 1044 h 10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044">
                  <a:moveTo>
                    <a:pt x="0" y="104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99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7" name="Line 66"/>
            <p:cNvSpPr>
              <a:spLocks noChangeShapeType="1"/>
            </p:cNvSpPr>
            <p:nvPr/>
          </p:nvSpPr>
          <p:spPr bwMode="auto">
            <a:xfrm>
              <a:off x="827" y="2298"/>
              <a:ext cx="0" cy="1046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68" name="Group 67"/>
          <p:cNvGrpSpPr/>
          <p:nvPr/>
        </p:nvGrpSpPr>
        <p:grpSpPr bwMode="auto">
          <a:xfrm>
            <a:off x="3702025" y="2110681"/>
            <a:ext cx="3175" cy="2292350"/>
            <a:chOff x="1088" y="1184"/>
            <a:chExt cx="2" cy="1444"/>
          </a:xfrm>
        </p:grpSpPr>
        <p:grpSp>
          <p:nvGrpSpPr>
            <p:cNvPr id="69" name="Group 68"/>
            <p:cNvGrpSpPr/>
            <p:nvPr/>
          </p:nvGrpSpPr>
          <p:grpSpPr bwMode="auto">
            <a:xfrm>
              <a:off x="1089" y="1184"/>
              <a:ext cx="1" cy="650"/>
              <a:chOff x="1088" y="1183"/>
              <a:chExt cx="1" cy="650"/>
            </a:xfrm>
          </p:grpSpPr>
          <p:sp>
            <p:nvSpPr>
              <p:cNvPr id="71" name="Freeform 69"/>
              <p:cNvSpPr/>
              <p:nvPr/>
            </p:nvSpPr>
            <p:spPr bwMode="auto">
              <a:xfrm>
                <a:off x="1088" y="1713"/>
                <a:ext cx="1" cy="120"/>
              </a:xfrm>
              <a:custGeom>
                <a:avLst/>
                <a:gdLst>
                  <a:gd name="T0" fmla="*/ 0 w 1"/>
                  <a:gd name="T1" fmla="*/ 239 h 239"/>
                  <a:gd name="T2" fmla="*/ 0 w 1"/>
                  <a:gd name="T3" fmla="*/ 0 h 239"/>
                  <a:gd name="T4" fmla="*/ 1 w 1"/>
                  <a:gd name="T5" fmla="*/ 0 h 23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39"/>
                  <a:gd name="T11" fmla="*/ 1 w 1"/>
                  <a:gd name="T12" fmla="*/ 239 h 2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39">
                    <a:moveTo>
                      <a:pt x="0" y="23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FF99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2" name="Freeform 70"/>
              <p:cNvSpPr/>
              <p:nvPr/>
            </p:nvSpPr>
            <p:spPr bwMode="auto">
              <a:xfrm>
                <a:off x="1088" y="1527"/>
                <a:ext cx="1" cy="149"/>
              </a:xfrm>
              <a:custGeom>
                <a:avLst/>
                <a:gdLst>
                  <a:gd name="T0" fmla="*/ 0 w 1"/>
                  <a:gd name="T1" fmla="*/ 298 h 298"/>
                  <a:gd name="T2" fmla="*/ 0 w 1"/>
                  <a:gd name="T3" fmla="*/ 0 h 298"/>
                  <a:gd name="T4" fmla="*/ 1 w 1"/>
                  <a:gd name="T5" fmla="*/ 0 h 2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98"/>
                  <a:gd name="T11" fmla="*/ 1 w 1"/>
                  <a:gd name="T12" fmla="*/ 298 h 2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98">
                    <a:moveTo>
                      <a:pt x="0" y="2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FF99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3" name="Freeform 71"/>
              <p:cNvSpPr/>
              <p:nvPr/>
            </p:nvSpPr>
            <p:spPr bwMode="auto">
              <a:xfrm>
                <a:off x="1088" y="1340"/>
                <a:ext cx="1" cy="149"/>
              </a:xfrm>
              <a:custGeom>
                <a:avLst/>
                <a:gdLst>
                  <a:gd name="T0" fmla="*/ 0 w 1"/>
                  <a:gd name="T1" fmla="*/ 300 h 300"/>
                  <a:gd name="T2" fmla="*/ 0 w 1"/>
                  <a:gd name="T3" fmla="*/ 0 h 300"/>
                  <a:gd name="T4" fmla="*/ 1 w 1"/>
                  <a:gd name="T5" fmla="*/ 0 h 30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00"/>
                  <a:gd name="T11" fmla="*/ 1 w 1"/>
                  <a:gd name="T12" fmla="*/ 300 h 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00">
                    <a:moveTo>
                      <a:pt x="0" y="30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FF99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" name="Freeform 72"/>
              <p:cNvSpPr/>
              <p:nvPr/>
            </p:nvSpPr>
            <p:spPr bwMode="auto">
              <a:xfrm>
                <a:off x="1088" y="1183"/>
                <a:ext cx="1" cy="119"/>
              </a:xfrm>
              <a:custGeom>
                <a:avLst/>
                <a:gdLst>
                  <a:gd name="T0" fmla="*/ 0 w 1"/>
                  <a:gd name="T1" fmla="*/ 240 h 240"/>
                  <a:gd name="T2" fmla="*/ 0 w 1"/>
                  <a:gd name="T3" fmla="*/ 0 h 240"/>
                  <a:gd name="T4" fmla="*/ 1 w 1"/>
                  <a:gd name="T5" fmla="*/ 0 h 24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40"/>
                  <a:gd name="T11" fmla="*/ 1 w 1"/>
                  <a:gd name="T12" fmla="*/ 240 h 24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40">
                    <a:moveTo>
                      <a:pt x="0" y="24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FF99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0" name="Line 73"/>
            <p:cNvSpPr>
              <a:spLocks noChangeShapeType="1"/>
            </p:cNvSpPr>
            <p:nvPr/>
          </p:nvSpPr>
          <p:spPr bwMode="auto">
            <a:xfrm>
              <a:off x="1088" y="2298"/>
              <a:ext cx="0" cy="33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75" name="Group 74"/>
          <p:cNvGrpSpPr/>
          <p:nvPr/>
        </p:nvGrpSpPr>
        <p:grpSpPr bwMode="auto">
          <a:xfrm>
            <a:off x="4500538" y="1720156"/>
            <a:ext cx="1587" cy="2682875"/>
            <a:chOff x="1591" y="938"/>
            <a:chExt cx="1" cy="1690"/>
          </a:xfrm>
        </p:grpSpPr>
        <p:grpSp>
          <p:nvGrpSpPr>
            <p:cNvPr id="76" name="Group 75"/>
            <p:cNvGrpSpPr/>
            <p:nvPr/>
          </p:nvGrpSpPr>
          <p:grpSpPr bwMode="auto">
            <a:xfrm>
              <a:off x="1591" y="938"/>
              <a:ext cx="1" cy="896"/>
              <a:chOff x="1590" y="937"/>
              <a:chExt cx="1" cy="896"/>
            </a:xfrm>
          </p:grpSpPr>
          <p:sp>
            <p:nvSpPr>
              <p:cNvPr id="78" name="Freeform 76"/>
              <p:cNvSpPr/>
              <p:nvPr/>
            </p:nvSpPr>
            <p:spPr bwMode="auto">
              <a:xfrm>
                <a:off x="1590" y="1684"/>
                <a:ext cx="1" cy="149"/>
              </a:xfrm>
              <a:custGeom>
                <a:avLst/>
                <a:gdLst>
                  <a:gd name="T0" fmla="*/ 0 w 1"/>
                  <a:gd name="T1" fmla="*/ 298 h 298"/>
                  <a:gd name="T2" fmla="*/ 0 w 1"/>
                  <a:gd name="T3" fmla="*/ 0 h 298"/>
                  <a:gd name="T4" fmla="*/ 1 w 1"/>
                  <a:gd name="T5" fmla="*/ 0 h 2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98"/>
                  <a:gd name="T11" fmla="*/ 1 w 1"/>
                  <a:gd name="T12" fmla="*/ 298 h 2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98">
                    <a:moveTo>
                      <a:pt x="0" y="2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CC66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9" name="Freeform 77"/>
              <p:cNvSpPr/>
              <p:nvPr/>
            </p:nvSpPr>
            <p:spPr bwMode="auto">
              <a:xfrm>
                <a:off x="1590" y="1497"/>
                <a:ext cx="1" cy="149"/>
              </a:xfrm>
              <a:custGeom>
                <a:avLst/>
                <a:gdLst>
                  <a:gd name="T0" fmla="*/ 0 w 1"/>
                  <a:gd name="T1" fmla="*/ 299 h 299"/>
                  <a:gd name="T2" fmla="*/ 0 w 1"/>
                  <a:gd name="T3" fmla="*/ 0 h 299"/>
                  <a:gd name="T4" fmla="*/ 1 w 1"/>
                  <a:gd name="T5" fmla="*/ 0 h 29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99"/>
                  <a:gd name="T11" fmla="*/ 1 w 1"/>
                  <a:gd name="T12" fmla="*/ 299 h 2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CC66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0" name="Freeform 78"/>
              <p:cNvSpPr/>
              <p:nvPr/>
            </p:nvSpPr>
            <p:spPr bwMode="auto">
              <a:xfrm>
                <a:off x="1590" y="1310"/>
                <a:ext cx="1" cy="149"/>
              </a:xfrm>
              <a:custGeom>
                <a:avLst/>
                <a:gdLst>
                  <a:gd name="T0" fmla="*/ 0 w 1"/>
                  <a:gd name="T1" fmla="*/ 299 h 299"/>
                  <a:gd name="T2" fmla="*/ 0 w 1"/>
                  <a:gd name="T3" fmla="*/ 0 h 299"/>
                  <a:gd name="T4" fmla="*/ 1 w 1"/>
                  <a:gd name="T5" fmla="*/ 0 h 29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99"/>
                  <a:gd name="T11" fmla="*/ 1 w 1"/>
                  <a:gd name="T12" fmla="*/ 299 h 2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CC66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1" name="Freeform 79"/>
              <p:cNvSpPr/>
              <p:nvPr/>
            </p:nvSpPr>
            <p:spPr bwMode="auto">
              <a:xfrm>
                <a:off x="1590" y="1123"/>
                <a:ext cx="1" cy="149"/>
              </a:xfrm>
              <a:custGeom>
                <a:avLst/>
                <a:gdLst>
                  <a:gd name="T0" fmla="*/ 0 w 1"/>
                  <a:gd name="T1" fmla="*/ 300 h 300"/>
                  <a:gd name="T2" fmla="*/ 0 w 1"/>
                  <a:gd name="T3" fmla="*/ 0 h 300"/>
                  <a:gd name="T4" fmla="*/ 1 w 1"/>
                  <a:gd name="T5" fmla="*/ 0 h 30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00"/>
                  <a:gd name="T11" fmla="*/ 1 w 1"/>
                  <a:gd name="T12" fmla="*/ 300 h 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00">
                    <a:moveTo>
                      <a:pt x="0" y="30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CC66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2" name="Freeform 80"/>
              <p:cNvSpPr/>
              <p:nvPr/>
            </p:nvSpPr>
            <p:spPr bwMode="auto">
              <a:xfrm>
                <a:off x="1590" y="937"/>
                <a:ext cx="1" cy="149"/>
              </a:xfrm>
              <a:custGeom>
                <a:avLst/>
                <a:gdLst>
                  <a:gd name="T0" fmla="*/ 0 w 1"/>
                  <a:gd name="T1" fmla="*/ 299 h 299"/>
                  <a:gd name="T2" fmla="*/ 0 w 1"/>
                  <a:gd name="T3" fmla="*/ 0 h 299"/>
                  <a:gd name="T4" fmla="*/ 1 w 1"/>
                  <a:gd name="T5" fmla="*/ 0 h 29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99"/>
                  <a:gd name="T11" fmla="*/ 1 w 1"/>
                  <a:gd name="T12" fmla="*/ 299 h 2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99">
                    <a:moveTo>
                      <a:pt x="0" y="29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CC66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7" name="Line 81"/>
            <p:cNvSpPr>
              <a:spLocks noChangeShapeType="1"/>
            </p:cNvSpPr>
            <p:nvPr/>
          </p:nvSpPr>
          <p:spPr bwMode="auto">
            <a:xfrm>
              <a:off x="1592" y="2298"/>
              <a:ext cx="0" cy="330"/>
            </a:xfrm>
            <a:prstGeom prst="line">
              <a:avLst/>
            </a:prstGeom>
            <a:noFill/>
            <a:ln w="38100">
              <a:solidFill>
                <a:srgbClr val="CC66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83" name="Group 82"/>
          <p:cNvGrpSpPr/>
          <p:nvPr/>
        </p:nvGrpSpPr>
        <p:grpSpPr bwMode="auto">
          <a:xfrm>
            <a:off x="4117950" y="1905893"/>
            <a:ext cx="0" cy="3633788"/>
            <a:chOff x="1350" y="1055"/>
            <a:chExt cx="0" cy="2289"/>
          </a:xfrm>
        </p:grpSpPr>
        <p:sp>
          <p:nvSpPr>
            <p:cNvPr id="84" name="Line 83"/>
            <p:cNvSpPr>
              <a:spLocks noChangeShapeType="1"/>
            </p:cNvSpPr>
            <p:nvPr/>
          </p:nvSpPr>
          <p:spPr bwMode="auto">
            <a:xfrm>
              <a:off x="1350" y="1055"/>
              <a:ext cx="0" cy="518"/>
            </a:xfrm>
            <a:prstGeom prst="line">
              <a:avLst/>
            </a:prstGeom>
            <a:noFill/>
            <a:ln w="38100">
              <a:solidFill>
                <a:srgbClr val="9966FF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5" name="Line 84"/>
            <p:cNvSpPr>
              <a:spLocks noChangeShapeType="1"/>
            </p:cNvSpPr>
            <p:nvPr/>
          </p:nvSpPr>
          <p:spPr bwMode="auto">
            <a:xfrm>
              <a:off x="1350" y="3032"/>
              <a:ext cx="0" cy="312"/>
            </a:xfrm>
            <a:prstGeom prst="line">
              <a:avLst/>
            </a:prstGeom>
            <a:noFill/>
            <a:ln w="38100">
              <a:solidFill>
                <a:srgbClr val="9966FF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86" name="Group 85"/>
          <p:cNvGrpSpPr/>
          <p:nvPr/>
        </p:nvGrpSpPr>
        <p:grpSpPr bwMode="auto">
          <a:xfrm>
            <a:off x="7170712" y="1521718"/>
            <a:ext cx="1681162" cy="1627188"/>
            <a:chOff x="3086" y="808"/>
            <a:chExt cx="1059" cy="1025"/>
          </a:xfrm>
        </p:grpSpPr>
        <p:sp>
          <p:nvSpPr>
            <p:cNvPr id="87" name="Line 86"/>
            <p:cNvSpPr>
              <a:spLocks noChangeShapeType="1"/>
            </p:cNvSpPr>
            <p:nvPr/>
          </p:nvSpPr>
          <p:spPr bwMode="auto">
            <a:xfrm>
              <a:off x="3088" y="808"/>
              <a:ext cx="73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8" name="Line 87"/>
            <p:cNvSpPr>
              <a:spLocks noChangeShapeType="1"/>
            </p:cNvSpPr>
            <p:nvPr/>
          </p:nvSpPr>
          <p:spPr bwMode="auto">
            <a:xfrm>
              <a:off x="3820" y="808"/>
              <a:ext cx="0" cy="24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9" name="Line 88"/>
            <p:cNvSpPr>
              <a:spLocks noChangeShapeType="1"/>
            </p:cNvSpPr>
            <p:nvPr/>
          </p:nvSpPr>
          <p:spPr bwMode="auto">
            <a:xfrm>
              <a:off x="3820" y="1059"/>
              <a:ext cx="32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0" name="Line 89"/>
            <p:cNvSpPr>
              <a:spLocks noChangeShapeType="1"/>
            </p:cNvSpPr>
            <p:nvPr/>
          </p:nvSpPr>
          <p:spPr bwMode="auto">
            <a:xfrm>
              <a:off x="4142" y="1056"/>
              <a:ext cx="0" cy="77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1" name="Line 90"/>
            <p:cNvSpPr>
              <a:spLocks noChangeShapeType="1"/>
            </p:cNvSpPr>
            <p:nvPr/>
          </p:nvSpPr>
          <p:spPr bwMode="auto">
            <a:xfrm flipH="1">
              <a:off x="3086" y="1833"/>
              <a:ext cx="105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" name="Line 91"/>
            <p:cNvSpPr>
              <a:spLocks noChangeShapeType="1"/>
            </p:cNvSpPr>
            <p:nvPr/>
          </p:nvSpPr>
          <p:spPr bwMode="auto">
            <a:xfrm flipV="1">
              <a:off x="3088" y="808"/>
              <a:ext cx="0" cy="102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3" name="Line 92"/>
            <p:cNvSpPr>
              <a:spLocks noChangeShapeType="1"/>
            </p:cNvSpPr>
            <p:nvPr/>
          </p:nvSpPr>
          <p:spPr bwMode="auto">
            <a:xfrm>
              <a:off x="3088" y="938"/>
              <a:ext cx="32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4" name="Line 93"/>
            <p:cNvSpPr>
              <a:spLocks noChangeShapeType="1"/>
            </p:cNvSpPr>
            <p:nvPr/>
          </p:nvSpPr>
          <p:spPr bwMode="auto">
            <a:xfrm>
              <a:off x="3400" y="938"/>
              <a:ext cx="0" cy="25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5" name="Line 94"/>
            <p:cNvSpPr>
              <a:spLocks noChangeShapeType="1"/>
            </p:cNvSpPr>
            <p:nvPr/>
          </p:nvSpPr>
          <p:spPr bwMode="auto">
            <a:xfrm flipH="1">
              <a:off x="3086" y="1183"/>
              <a:ext cx="32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6" name="Line 95"/>
            <p:cNvSpPr>
              <a:spLocks noChangeShapeType="1"/>
            </p:cNvSpPr>
            <p:nvPr/>
          </p:nvSpPr>
          <p:spPr bwMode="auto">
            <a:xfrm>
              <a:off x="3086" y="1311"/>
              <a:ext cx="105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182614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内容回顾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345"/>
          <p:cNvSpPr txBox="1">
            <a:spLocks noChangeArrowheads="1"/>
          </p:cNvSpPr>
          <p:nvPr/>
        </p:nvSpPr>
        <p:spPr bwMode="auto">
          <a:xfrm>
            <a:off x="1148123" y="1759736"/>
            <a:ext cx="2698175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800" dirty="0">
                <a:ln w="0"/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存在什么问题？</a:t>
            </a:r>
            <a:endParaRPr lang="zh-CN" altLang="en-US" sz="2800" dirty="0">
              <a:ln w="0"/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46"/>
          <p:cNvSpPr>
            <a:spLocks noChangeArrowheads="1"/>
          </p:cNvSpPr>
          <p:nvPr/>
        </p:nvSpPr>
        <p:spPr bwMode="auto">
          <a:xfrm>
            <a:off x="1121726" y="3040601"/>
            <a:ext cx="3836533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57200" indent="-4572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不必要的重复，效率低</a:t>
            </a:r>
            <a:endParaRPr kumimoji="1" lang="zh-CN" altLang="en-US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347"/>
          <p:cNvSpPr txBox="1">
            <a:spLocks noChangeArrowheads="1"/>
          </p:cNvSpPr>
          <p:nvPr/>
        </p:nvSpPr>
        <p:spPr bwMode="auto">
          <a:xfrm>
            <a:off x="1121727" y="2453226"/>
            <a:ext cx="383653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57200" indent="-4572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虚线较多，不利于理解</a:t>
            </a:r>
            <a:endParaRPr kumimoji="1" lang="zh-CN" altLang="en-US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49"/>
          <p:cNvSpPr>
            <a:spLocks noChangeArrowheads="1"/>
          </p:cNvSpPr>
          <p:nvPr/>
        </p:nvSpPr>
        <p:spPr bwMode="auto">
          <a:xfrm>
            <a:off x="1121726" y="3604163"/>
            <a:ext cx="3836533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57200" indent="-4572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有些地方表达得不清楚</a:t>
            </a:r>
            <a:endParaRPr kumimoji="1" lang="zh-CN" altLang="en-US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349"/>
          <p:cNvSpPr>
            <a:spLocks noChangeArrowheads="1"/>
          </p:cNvSpPr>
          <p:nvPr/>
        </p:nvSpPr>
        <p:spPr bwMode="auto">
          <a:xfrm>
            <a:off x="1121726" y="4169313"/>
            <a:ext cx="3836533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57200" indent="-4572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不能在虚线上标注尺寸</a:t>
            </a:r>
            <a:endParaRPr kumimoji="1" lang="zh-CN" altLang="en-US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Group 63"/>
          <p:cNvGrpSpPr/>
          <p:nvPr/>
        </p:nvGrpSpPr>
        <p:grpSpPr bwMode="auto">
          <a:xfrm>
            <a:off x="6280819" y="1459653"/>
            <a:ext cx="4313238" cy="4276725"/>
            <a:chOff x="0" y="3173"/>
            <a:chExt cx="6792" cy="6735"/>
          </a:xfrm>
        </p:grpSpPr>
        <p:sp>
          <p:nvSpPr>
            <p:cNvPr id="8" name="Arc 64"/>
            <p:cNvSpPr/>
            <p:nvPr/>
          </p:nvSpPr>
          <p:spPr bwMode="auto">
            <a:xfrm rot="5400000">
              <a:off x="2682" y="9326"/>
              <a:ext cx="325" cy="325"/>
            </a:xfrm>
            <a:custGeom>
              <a:avLst/>
              <a:gdLst>
                <a:gd name="T0" fmla="*/ 0 w 21600"/>
                <a:gd name="T1" fmla="*/ 0 h 21600"/>
                <a:gd name="T2" fmla="*/ 325 w 21600"/>
                <a:gd name="T3" fmla="*/ 325 h 21600"/>
                <a:gd name="T4" fmla="*/ 0 w 21600"/>
                <a:gd name="T5" fmla="*/ 325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Arc 65"/>
            <p:cNvSpPr/>
            <p:nvPr/>
          </p:nvSpPr>
          <p:spPr bwMode="auto">
            <a:xfrm rot="10800000">
              <a:off x="665" y="9320"/>
              <a:ext cx="325" cy="325"/>
            </a:xfrm>
            <a:custGeom>
              <a:avLst/>
              <a:gdLst>
                <a:gd name="T0" fmla="*/ 0 w 21600"/>
                <a:gd name="T1" fmla="*/ 0 h 21600"/>
                <a:gd name="T2" fmla="*/ 325 w 21600"/>
                <a:gd name="T3" fmla="*/ 325 h 21600"/>
                <a:gd name="T4" fmla="*/ 0 w 21600"/>
                <a:gd name="T5" fmla="*/ 325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Arc 66"/>
            <p:cNvSpPr/>
            <p:nvPr/>
          </p:nvSpPr>
          <p:spPr bwMode="auto">
            <a:xfrm flipH="1">
              <a:off x="665" y="7288"/>
              <a:ext cx="325" cy="342"/>
            </a:xfrm>
            <a:custGeom>
              <a:avLst/>
              <a:gdLst>
                <a:gd name="T0" fmla="*/ 0 w 21600"/>
                <a:gd name="T1" fmla="*/ 0 h 21600"/>
                <a:gd name="T2" fmla="*/ 325 w 21600"/>
                <a:gd name="T3" fmla="*/ 343 h 21600"/>
                <a:gd name="T4" fmla="*/ 0 w 21600"/>
                <a:gd name="T5" fmla="*/ 34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67"/>
            <p:cNvSpPr/>
            <p:nvPr/>
          </p:nvSpPr>
          <p:spPr bwMode="auto">
            <a:xfrm>
              <a:off x="3007" y="7628"/>
              <a:ext cx="2" cy="1692"/>
            </a:xfrm>
            <a:custGeom>
              <a:avLst/>
              <a:gdLst>
                <a:gd name="T0" fmla="*/ 0 w 1"/>
                <a:gd name="T1" fmla="*/ 2709 h 2709"/>
                <a:gd name="T2" fmla="*/ 0 w 1"/>
                <a:gd name="T3" fmla="*/ 0 h 2709"/>
                <a:gd name="T4" fmla="*/ 1 w 1"/>
                <a:gd name="T5" fmla="*/ 0 h 2709"/>
                <a:gd name="T6" fmla="*/ 0 60000 65536"/>
                <a:gd name="T7" fmla="*/ 0 60000 65536"/>
                <a:gd name="T8" fmla="*/ 0 60000 65536"/>
                <a:gd name="T9" fmla="*/ 0 w 1"/>
                <a:gd name="T10" fmla="*/ 0 h 2709"/>
                <a:gd name="T11" fmla="*/ 1 w 1"/>
                <a:gd name="T12" fmla="*/ 2709 h 27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709">
                  <a:moveTo>
                    <a:pt x="0" y="270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68"/>
            <p:cNvSpPr/>
            <p:nvPr/>
          </p:nvSpPr>
          <p:spPr bwMode="auto">
            <a:xfrm>
              <a:off x="665" y="7628"/>
              <a:ext cx="3" cy="1692"/>
            </a:xfrm>
            <a:custGeom>
              <a:avLst/>
              <a:gdLst>
                <a:gd name="T0" fmla="*/ 0 w 1"/>
                <a:gd name="T1" fmla="*/ 0 h 2709"/>
                <a:gd name="T2" fmla="*/ 0 w 1"/>
                <a:gd name="T3" fmla="*/ 2709 h 2709"/>
                <a:gd name="T4" fmla="*/ 1 w 1"/>
                <a:gd name="T5" fmla="*/ 2709 h 2709"/>
                <a:gd name="T6" fmla="*/ 0 60000 65536"/>
                <a:gd name="T7" fmla="*/ 0 60000 65536"/>
                <a:gd name="T8" fmla="*/ 0 60000 65536"/>
                <a:gd name="T9" fmla="*/ 0 w 1"/>
                <a:gd name="T10" fmla="*/ 0 h 2709"/>
                <a:gd name="T11" fmla="*/ 1 w 1"/>
                <a:gd name="T12" fmla="*/ 2709 h 27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709">
                  <a:moveTo>
                    <a:pt x="0" y="0"/>
                  </a:moveTo>
                  <a:lnTo>
                    <a:pt x="0" y="2709"/>
                  </a:lnTo>
                  <a:lnTo>
                    <a:pt x="1" y="2709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69"/>
            <p:cNvSpPr/>
            <p:nvPr/>
          </p:nvSpPr>
          <p:spPr bwMode="auto">
            <a:xfrm>
              <a:off x="990" y="9645"/>
              <a:ext cx="1695" cy="3"/>
            </a:xfrm>
            <a:custGeom>
              <a:avLst/>
              <a:gdLst>
                <a:gd name="T0" fmla="*/ 0 w 2713"/>
                <a:gd name="T1" fmla="*/ 0 h 2"/>
                <a:gd name="T2" fmla="*/ 2712 w 2713"/>
                <a:gd name="T3" fmla="*/ 0 h 2"/>
                <a:gd name="T4" fmla="*/ 2713 w 2713"/>
                <a:gd name="T5" fmla="*/ 0 h 2"/>
                <a:gd name="T6" fmla="*/ 0 60000 65536"/>
                <a:gd name="T7" fmla="*/ 0 60000 65536"/>
                <a:gd name="T8" fmla="*/ 0 60000 65536"/>
                <a:gd name="T9" fmla="*/ 0 w 2713"/>
                <a:gd name="T10" fmla="*/ 0 h 2"/>
                <a:gd name="T11" fmla="*/ 2713 w 2713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13" h="2">
                  <a:moveTo>
                    <a:pt x="0" y="0"/>
                  </a:moveTo>
                  <a:lnTo>
                    <a:pt x="2712" y="0"/>
                  </a:lnTo>
                  <a:lnTo>
                    <a:pt x="2713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Oval 70"/>
            <p:cNvSpPr>
              <a:spLocks noChangeArrowheads="1"/>
            </p:cNvSpPr>
            <p:nvPr/>
          </p:nvSpPr>
          <p:spPr bwMode="auto">
            <a:xfrm>
              <a:off x="827" y="9158"/>
              <a:ext cx="332" cy="325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71"/>
            <p:cNvSpPr>
              <a:spLocks noChangeShapeType="1"/>
            </p:cNvSpPr>
            <p:nvPr/>
          </p:nvSpPr>
          <p:spPr bwMode="auto">
            <a:xfrm flipH="1">
              <a:off x="2522" y="8060"/>
              <a:ext cx="49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72"/>
            <p:cNvSpPr>
              <a:spLocks noChangeShapeType="1"/>
            </p:cNvSpPr>
            <p:nvPr/>
          </p:nvSpPr>
          <p:spPr bwMode="auto">
            <a:xfrm flipH="1">
              <a:off x="2522" y="8890"/>
              <a:ext cx="49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73"/>
            <p:cNvSpPr>
              <a:spLocks noChangeShapeType="1"/>
            </p:cNvSpPr>
            <p:nvPr/>
          </p:nvSpPr>
          <p:spPr bwMode="auto">
            <a:xfrm flipH="1">
              <a:off x="2335" y="8690"/>
              <a:ext cx="68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74"/>
            <p:cNvSpPr>
              <a:spLocks noChangeShapeType="1"/>
            </p:cNvSpPr>
            <p:nvPr/>
          </p:nvSpPr>
          <p:spPr bwMode="auto">
            <a:xfrm flipH="1">
              <a:off x="2335" y="8270"/>
              <a:ext cx="68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75"/>
            <p:cNvSpPr>
              <a:spLocks noChangeShapeType="1"/>
            </p:cNvSpPr>
            <p:nvPr/>
          </p:nvSpPr>
          <p:spPr bwMode="auto">
            <a:xfrm>
              <a:off x="215" y="8270"/>
              <a:ext cx="114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76"/>
            <p:cNvSpPr>
              <a:spLocks noChangeShapeType="1"/>
            </p:cNvSpPr>
            <p:nvPr/>
          </p:nvSpPr>
          <p:spPr bwMode="auto">
            <a:xfrm>
              <a:off x="217" y="8680"/>
              <a:ext cx="114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Oval 77"/>
            <p:cNvSpPr>
              <a:spLocks noChangeArrowheads="1"/>
            </p:cNvSpPr>
            <p:nvPr/>
          </p:nvSpPr>
          <p:spPr bwMode="auto">
            <a:xfrm>
              <a:off x="1057" y="7693"/>
              <a:ext cx="1575" cy="1575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Oval 78"/>
            <p:cNvSpPr>
              <a:spLocks noChangeArrowheads="1"/>
            </p:cNvSpPr>
            <p:nvPr/>
          </p:nvSpPr>
          <p:spPr bwMode="auto">
            <a:xfrm>
              <a:off x="1290" y="7935"/>
              <a:ext cx="1097" cy="1065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Rectangle 79"/>
            <p:cNvSpPr>
              <a:spLocks noChangeArrowheads="1"/>
            </p:cNvSpPr>
            <p:nvPr/>
          </p:nvSpPr>
          <p:spPr bwMode="auto">
            <a:xfrm>
              <a:off x="217" y="7475"/>
              <a:ext cx="300" cy="200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Freeform 80"/>
            <p:cNvSpPr/>
            <p:nvPr/>
          </p:nvSpPr>
          <p:spPr bwMode="auto">
            <a:xfrm>
              <a:off x="2532" y="3840"/>
              <a:ext cx="2" cy="293"/>
            </a:xfrm>
            <a:custGeom>
              <a:avLst/>
              <a:gdLst>
                <a:gd name="T0" fmla="*/ 0 w 1"/>
                <a:gd name="T1" fmla="*/ 466 h 466"/>
                <a:gd name="T2" fmla="*/ 0 w 1"/>
                <a:gd name="T3" fmla="*/ 0 h 466"/>
                <a:gd name="T4" fmla="*/ 1 w 1"/>
                <a:gd name="T5" fmla="*/ 0 h 466"/>
                <a:gd name="T6" fmla="*/ 0 60000 65536"/>
                <a:gd name="T7" fmla="*/ 0 60000 65536"/>
                <a:gd name="T8" fmla="*/ 0 60000 65536"/>
                <a:gd name="T9" fmla="*/ 0 w 1"/>
                <a:gd name="T10" fmla="*/ 0 h 466"/>
                <a:gd name="T11" fmla="*/ 1 w 1"/>
                <a:gd name="T12" fmla="*/ 466 h 4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66">
                  <a:moveTo>
                    <a:pt x="0" y="46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6" name="Group 81"/>
            <p:cNvGrpSpPr/>
            <p:nvPr/>
          </p:nvGrpSpPr>
          <p:grpSpPr bwMode="auto">
            <a:xfrm>
              <a:off x="2387" y="3930"/>
              <a:ext cx="620" cy="2"/>
              <a:chOff x="2316" y="1299"/>
              <a:chExt cx="248" cy="1"/>
            </a:xfrm>
          </p:grpSpPr>
          <p:sp>
            <p:nvSpPr>
              <p:cNvPr id="288" name="Freeform 82"/>
              <p:cNvSpPr/>
              <p:nvPr/>
            </p:nvSpPr>
            <p:spPr bwMode="auto">
              <a:xfrm>
                <a:off x="2316" y="1299"/>
                <a:ext cx="54" cy="1"/>
              </a:xfrm>
              <a:custGeom>
                <a:avLst/>
                <a:gdLst>
                  <a:gd name="T0" fmla="*/ 0 w 218"/>
                  <a:gd name="T1" fmla="*/ 0 h 1"/>
                  <a:gd name="T2" fmla="*/ 217 w 218"/>
                  <a:gd name="T3" fmla="*/ 0 h 1"/>
                  <a:gd name="T4" fmla="*/ 218 w 21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18"/>
                  <a:gd name="T10" fmla="*/ 0 h 1"/>
                  <a:gd name="T11" fmla="*/ 218 w 21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8" h="1">
                    <a:moveTo>
                      <a:pt x="0" y="0"/>
                    </a:moveTo>
                    <a:lnTo>
                      <a:pt x="217" y="0"/>
                    </a:lnTo>
                    <a:lnTo>
                      <a:pt x="21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9" name="Freeform 83"/>
              <p:cNvSpPr/>
              <p:nvPr/>
            </p:nvSpPr>
            <p:spPr bwMode="auto">
              <a:xfrm>
                <a:off x="2393" y="1299"/>
                <a:ext cx="94" cy="1"/>
              </a:xfrm>
              <a:custGeom>
                <a:avLst/>
                <a:gdLst>
                  <a:gd name="T0" fmla="*/ 0 w 375"/>
                  <a:gd name="T1" fmla="*/ 0 h 1"/>
                  <a:gd name="T2" fmla="*/ 374 w 375"/>
                  <a:gd name="T3" fmla="*/ 0 h 1"/>
                  <a:gd name="T4" fmla="*/ 375 w 37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75"/>
                  <a:gd name="T10" fmla="*/ 0 h 1"/>
                  <a:gd name="T11" fmla="*/ 375 w 37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5" h="1">
                    <a:moveTo>
                      <a:pt x="0" y="0"/>
                    </a:moveTo>
                    <a:lnTo>
                      <a:pt x="374" y="0"/>
                    </a:lnTo>
                    <a:lnTo>
                      <a:pt x="37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0" name="Freeform 84"/>
              <p:cNvSpPr/>
              <p:nvPr/>
            </p:nvSpPr>
            <p:spPr bwMode="auto">
              <a:xfrm>
                <a:off x="2510" y="1299"/>
                <a:ext cx="54" cy="1"/>
              </a:xfrm>
              <a:custGeom>
                <a:avLst/>
                <a:gdLst>
                  <a:gd name="T0" fmla="*/ 0 w 218"/>
                  <a:gd name="T1" fmla="*/ 0 h 1"/>
                  <a:gd name="T2" fmla="*/ 217 w 218"/>
                  <a:gd name="T3" fmla="*/ 0 h 1"/>
                  <a:gd name="T4" fmla="*/ 218 w 21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18"/>
                  <a:gd name="T10" fmla="*/ 0 h 1"/>
                  <a:gd name="T11" fmla="*/ 218 w 21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8" h="1">
                    <a:moveTo>
                      <a:pt x="0" y="0"/>
                    </a:moveTo>
                    <a:lnTo>
                      <a:pt x="217" y="0"/>
                    </a:lnTo>
                    <a:lnTo>
                      <a:pt x="21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Group 85"/>
            <p:cNvGrpSpPr/>
            <p:nvPr/>
          </p:nvGrpSpPr>
          <p:grpSpPr bwMode="auto">
            <a:xfrm>
              <a:off x="2387" y="4335"/>
              <a:ext cx="620" cy="2"/>
              <a:chOff x="2316" y="1461"/>
              <a:chExt cx="248" cy="1"/>
            </a:xfrm>
          </p:grpSpPr>
          <p:sp>
            <p:nvSpPr>
              <p:cNvPr id="285" name="Freeform 86"/>
              <p:cNvSpPr/>
              <p:nvPr/>
            </p:nvSpPr>
            <p:spPr bwMode="auto">
              <a:xfrm>
                <a:off x="2316" y="1461"/>
                <a:ext cx="54" cy="1"/>
              </a:xfrm>
              <a:custGeom>
                <a:avLst/>
                <a:gdLst>
                  <a:gd name="T0" fmla="*/ 0 w 218"/>
                  <a:gd name="T1" fmla="*/ 0 h 1"/>
                  <a:gd name="T2" fmla="*/ 217 w 218"/>
                  <a:gd name="T3" fmla="*/ 0 h 1"/>
                  <a:gd name="T4" fmla="*/ 218 w 21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18"/>
                  <a:gd name="T10" fmla="*/ 0 h 1"/>
                  <a:gd name="T11" fmla="*/ 218 w 21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8" h="1">
                    <a:moveTo>
                      <a:pt x="0" y="0"/>
                    </a:moveTo>
                    <a:lnTo>
                      <a:pt x="217" y="0"/>
                    </a:lnTo>
                    <a:lnTo>
                      <a:pt x="21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6" name="Freeform 87"/>
              <p:cNvSpPr/>
              <p:nvPr/>
            </p:nvSpPr>
            <p:spPr bwMode="auto">
              <a:xfrm>
                <a:off x="2393" y="1461"/>
                <a:ext cx="94" cy="1"/>
              </a:xfrm>
              <a:custGeom>
                <a:avLst/>
                <a:gdLst>
                  <a:gd name="T0" fmla="*/ 0 w 375"/>
                  <a:gd name="T1" fmla="*/ 0 h 1"/>
                  <a:gd name="T2" fmla="*/ 374 w 375"/>
                  <a:gd name="T3" fmla="*/ 0 h 1"/>
                  <a:gd name="T4" fmla="*/ 375 w 37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75"/>
                  <a:gd name="T10" fmla="*/ 0 h 1"/>
                  <a:gd name="T11" fmla="*/ 375 w 37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5" h="1">
                    <a:moveTo>
                      <a:pt x="0" y="0"/>
                    </a:moveTo>
                    <a:lnTo>
                      <a:pt x="374" y="0"/>
                    </a:lnTo>
                    <a:lnTo>
                      <a:pt x="37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7" name="Freeform 88"/>
              <p:cNvSpPr/>
              <p:nvPr/>
            </p:nvSpPr>
            <p:spPr bwMode="auto">
              <a:xfrm>
                <a:off x="2510" y="1461"/>
                <a:ext cx="54" cy="1"/>
              </a:xfrm>
              <a:custGeom>
                <a:avLst/>
                <a:gdLst>
                  <a:gd name="T0" fmla="*/ 0 w 218"/>
                  <a:gd name="T1" fmla="*/ 0 h 1"/>
                  <a:gd name="T2" fmla="*/ 217 w 218"/>
                  <a:gd name="T3" fmla="*/ 0 h 1"/>
                  <a:gd name="T4" fmla="*/ 218 w 21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18"/>
                  <a:gd name="T10" fmla="*/ 0 h 1"/>
                  <a:gd name="T11" fmla="*/ 218 w 21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8" h="1">
                    <a:moveTo>
                      <a:pt x="0" y="0"/>
                    </a:moveTo>
                    <a:lnTo>
                      <a:pt x="217" y="0"/>
                    </a:lnTo>
                    <a:lnTo>
                      <a:pt x="21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8" name="Rectangle 89"/>
            <p:cNvSpPr>
              <a:spLocks noChangeArrowheads="1"/>
            </p:cNvSpPr>
            <p:nvPr/>
          </p:nvSpPr>
          <p:spPr bwMode="auto">
            <a:xfrm>
              <a:off x="665" y="6063"/>
              <a:ext cx="2342" cy="40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Freeform 90"/>
            <p:cNvSpPr/>
            <p:nvPr/>
          </p:nvSpPr>
          <p:spPr bwMode="auto">
            <a:xfrm>
              <a:off x="990" y="7288"/>
              <a:ext cx="1692" cy="2"/>
            </a:xfrm>
            <a:custGeom>
              <a:avLst/>
              <a:gdLst>
                <a:gd name="T0" fmla="*/ 2712 w 2712"/>
                <a:gd name="T1" fmla="*/ 0 h 3"/>
                <a:gd name="T2" fmla="*/ 0 w 2712"/>
                <a:gd name="T3" fmla="*/ 0 h 3"/>
                <a:gd name="T4" fmla="*/ 1 w 2712"/>
                <a:gd name="T5" fmla="*/ 0 h 3"/>
                <a:gd name="T6" fmla="*/ 0 60000 65536"/>
                <a:gd name="T7" fmla="*/ 0 60000 65536"/>
                <a:gd name="T8" fmla="*/ 0 60000 65536"/>
                <a:gd name="T9" fmla="*/ 0 w 2712"/>
                <a:gd name="T10" fmla="*/ 0 h 3"/>
                <a:gd name="T11" fmla="*/ 2712 w 2712"/>
                <a:gd name="T12" fmla="*/ 3 h 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12" h="3">
                  <a:moveTo>
                    <a:pt x="2712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Freeform 91"/>
            <p:cNvSpPr/>
            <p:nvPr/>
          </p:nvSpPr>
          <p:spPr bwMode="auto">
            <a:xfrm>
              <a:off x="2682" y="7383"/>
              <a:ext cx="2" cy="487"/>
            </a:xfrm>
            <a:custGeom>
              <a:avLst/>
              <a:gdLst>
                <a:gd name="T0" fmla="*/ 0 w 1"/>
                <a:gd name="T1" fmla="*/ 779 h 779"/>
                <a:gd name="T2" fmla="*/ 0 w 1"/>
                <a:gd name="T3" fmla="*/ 0 h 779"/>
                <a:gd name="T4" fmla="*/ 1 w 1"/>
                <a:gd name="T5" fmla="*/ 0 h 779"/>
                <a:gd name="T6" fmla="*/ 0 60000 65536"/>
                <a:gd name="T7" fmla="*/ 0 60000 65536"/>
                <a:gd name="T8" fmla="*/ 0 60000 65536"/>
                <a:gd name="T9" fmla="*/ 0 w 1"/>
                <a:gd name="T10" fmla="*/ 0 h 779"/>
                <a:gd name="T11" fmla="*/ 1 w 1"/>
                <a:gd name="T12" fmla="*/ 779 h 7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79">
                  <a:moveTo>
                    <a:pt x="0" y="77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Freeform 92"/>
            <p:cNvSpPr/>
            <p:nvPr/>
          </p:nvSpPr>
          <p:spPr bwMode="auto">
            <a:xfrm>
              <a:off x="2435" y="7628"/>
              <a:ext cx="480" cy="2"/>
            </a:xfrm>
            <a:custGeom>
              <a:avLst/>
              <a:gdLst>
                <a:gd name="T0" fmla="*/ 769 w 769"/>
                <a:gd name="T1" fmla="*/ 0 h 2"/>
                <a:gd name="T2" fmla="*/ 0 w 769"/>
                <a:gd name="T3" fmla="*/ 0 h 2"/>
                <a:gd name="T4" fmla="*/ 1 w 769"/>
                <a:gd name="T5" fmla="*/ 0 h 2"/>
                <a:gd name="T6" fmla="*/ 0 60000 65536"/>
                <a:gd name="T7" fmla="*/ 0 60000 65536"/>
                <a:gd name="T8" fmla="*/ 0 60000 65536"/>
                <a:gd name="T9" fmla="*/ 0 w 769"/>
                <a:gd name="T10" fmla="*/ 0 h 2"/>
                <a:gd name="T11" fmla="*/ 769 w 769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9" h="2">
                  <a:moveTo>
                    <a:pt x="76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Freeform 93"/>
            <p:cNvSpPr/>
            <p:nvPr/>
          </p:nvSpPr>
          <p:spPr bwMode="auto">
            <a:xfrm>
              <a:off x="990" y="7383"/>
              <a:ext cx="3" cy="487"/>
            </a:xfrm>
            <a:custGeom>
              <a:avLst/>
              <a:gdLst>
                <a:gd name="T0" fmla="*/ 0 w 1"/>
                <a:gd name="T1" fmla="*/ 779 h 779"/>
                <a:gd name="T2" fmla="*/ 0 w 1"/>
                <a:gd name="T3" fmla="*/ 0 h 779"/>
                <a:gd name="T4" fmla="*/ 1 w 1"/>
                <a:gd name="T5" fmla="*/ 0 h 779"/>
                <a:gd name="T6" fmla="*/ 0 60000 65536"/>
                <a:gd name="T7" fmla="*/ 0 60000 65536"/>
                <a:gd name="T8" fmla="*/ 0 60000 65536"/>
                <a:gd name="T9" fmla="*/ 0 w 1"/>
                <a:gd name="T10" fmla="*/ 0 h 779"/>
                <a:gd name="T11" fmla="*/ 1 w 1"/>
                <a:gd name="T12" fmla="*/ 779 h 7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79">
                  <a:moveTo>
                    <a:pt x="0" y="77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Freeform 94"/>
            <p:cNvSpPr/>
            <p:nvPr/>
          </p:nvSpPr>
          <p:spPr bwMode="auto">
            <a:xfrm>
              <a:off x="760" y="7628"/>
              <a:ext cx="482" cy="2"/>
            </a:xfrm>
            <a:custGeom>
              <a:avLst/>
              <a:gdLst>
                <a:gd name="T0" fmla="*/ 768 w 768"/>
                <a:gd name="T1" fmla="*/ 0 h 2"/>
                <a:gd name="T2" fmla="*/ 0 w 768"/>
                <a:gd name="T3" fmla="*/ 0 h 2"/>
                <a:gd name="T4" fmla="*/ 1 w 768"/>
                <a:gd name="T5" fmla="*/ 0 h 2"/>
                <a:gd name="T6" fmla="*/ 0 60000 65536"/>
                <a:gd name="T7" fmla="*/ 0 60000 65536"/>
                <a:gd name="T8" fmla="*/ 0 60000 65536"/>
                <a:gd name="T9" fmla="*/ 0 w 768"/>
                <a:gd name="T10" fmla="*/ 0 h 2"/>
                <a:gd name="T11" fmla="*/ 768 w 768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8" h="2">
                  <a:moveTo>
                    <a:pt x="76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Freeform 95"/>
            <p:cNvSpPr/>
            <p:nvPr/>
          </p:nvSpPr>
          <p:spPr bwMode="auto">
            <a:xfrm>
              <a:off x="990" y="9078"/>
              <a:ext cx="3" cy="485"/>
            </a:xfrm>
            <a:custGeom>
              <a:avLst/>
              <a:gdLst>
                <a:gd name="T0" fmla="*/ 0 w 1"/>
                <a:gd name="T1" fmla="*/ 779 h 779"/>
                <a:gd name="T2" fmla="*/ 0 w 1"/>
                <a:gd name="T3" fmla="*/ 0 h 779"/>
                <a:gd name="T4" fmla="*/ 1 w 1"/>
                <a:gd name="T5" fmla="*/ 0 h 779"/>
                <a:gd name="T6" fmla="*/ 0 60000 65536"/>
                <a:gd name="T7" fmla="*/ 0 60000 65536"/>
                <a:gd name="T8" fmla="*/ 0 60000 65536"/>
                <a:gd name="T9" fmla="*/ 0 w 1"/>
                <a:gd name="T10" fmla="*/ 0 h 779"/>
                <a:gd name="T11" fmla="*/ 1 w 1"/>
                <a:gd name="T12" fmla="*/ 779 h 7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79">
                  <a:moveTo>
                    <a:pt x="0" y="77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Freeform 96"/>
            <p:cNvSpPr/>
            <p:nvPr/>
          </p:nvSpPr>
          <p:spPr bwMode="auto">
            <a:xfrm>
              <a:off x="760" y="9320"/>
              <a:ext cx="482" cy="3"/>
            </a:xfrm>
            <a:custGeom>
              <a:avLst/>
              <a:gdLst>
                <a:gd name="T0" fmla="*/ 768 w 768"/>
                <a:gd name="T1" fmla="*/ 0 h 3"/>
                <a:gd name="T2" fmla="*/ 0 w 768"/>
                <a:gd name="T3" fmla="*/ 0 h 3"/>
                <a:gd name="T4" fmla="*/ 1 w 768"/>
                <a:gd name="T5" fmla="*/ 0 h 3"/>
                <a:gd name="T6" fmla="*/ 0 60000 65536"/>
                <a:gd name="T7" fmla="*/ 0 60000 65536"/>
                <a:gd name="T8" fmla="*/ 0 60000 65536"/>
                <a:gd name="T9" fmla="*/ 0 w 768"/>
                <a:gd name="T10" fmla="*/ 0 h 3"/>
                <a:gd name="T11" fmla="*/ 768 w 768"/>
                <a:gd name="T12" fmla="*/ 3 h 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8" h="3">
                  <a:moveTo>
                    <a:pt x="76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97"/>
            <p:cNvSpPr/>
            <p:nvPr/>
          </p:nvSpPr>
          <p:spPr bwMode="auto">
            <a:xfrm>
              <a:off x="2682" y="9078"/>
              <a:ext cx="2" cy="485"/>
            </a:xfrm>
            <a:custGeom>
              <a:avLst/>
              <a:gdLst>
                <a:gd name="T0" fmla="*/ 0 w 1"/>
                <a:gd name="T1" fmla="*/ 779 h 779"/>
                <a:gd name="T2" fmla="*/ 0 w 1"/>
                <a:gd name="T3" fmla="*/ 0 h 779"/>
                <a:gd name="T4" fmla="*/ 1 w 1"/>
                <a:gd name="T5" fmla="*/ 0 h 779"/>
                <a:gd name="T6" fmla="*/ 0 60000 65536"/>
                <a:gd name="T7" fmla="*/ 0 60000 65536"/>
                <a:gd name="T8" fmla="*/ 0 60000 65536"/>
                <a:gd name="T9" fmla="*/ 0 w 1"/>
                <a:gd name="T10" fmla="*/ 0 h 779"/>
                <a:gd name="T11" fmla="*/ 1 w 1"/>
                <a:gd name="T12" fmla="*/ 779 h 7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79">
                  <a:moveTo>
                    <a:pt x="0" y="77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Freeform 98"/>
            <p:cNvSpPr/>
            <p:nvPr/>
          </p:nvSpPr>
          <p:spPr bwMode="auto">
            <a:xfrm>
              <a:off x="2435" y="9320"/>
              <a:ext cx="480" cy="3"/>
            </a:xfrm>
            <a:custGeom>
              <a:avLst/>
              <a:gdLst>
                <a:gd name="T0" fmla="*/ 769 w 769"/>
                <a:gd name="T1" fmla="*/ 0 h 3"/>
                <a:gd name="T2" fmla="*/ 0 w 769"/>
                <a:gd name="T3" fmla="*/ 0 h 3"/>
                <a:gd name="T4" fmla="*/ 1 w 769"/>
                <a:gd name="T5" fmla="*/ 0 h 3"/>
                <a:gd name="T6" fmla="*/ 0 60000 65536"/>
                <a:gd name="T7" fmla="*/ 0 60000 65536"/>
                <a:gd name="T8" fmla="*/ 0 60000 65536"/>
                <a:gd name="T9" fmla="*/ 0 w 769"/>
                <a:gd name="T10" fmla="*/ 0 h 3"/>
                <a:gd name="T11" fmla="*/ 769 w 769"/>
                <a:gd name="T12" fmla="*/ 3 h 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9" h="3">
                  <a:moveTo>
                    <a:pt x="76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Freeform 99"/>
            <p:cNvSpPr/>
            <p:nvPr/>
          </p:nvSpPr>
          <p:spPr bwMode="auto">
            <a:xfrm>
              <a:off x="665" y="3435"/>
              <a:ext cx="2342" cy="3"/>
            </a:xfrm>
            <a:custGeom>
              <a:avLst/>
              <a:gdLst>
                <a:gd name="T0" fmla="*/ 3749 w 3749"/>
                <a:gd name="T1" fmla="*/ 0 h 2"/>
                <a:gd name="T2" fmla="*/ 0 w 3749"/>
                <a:gd name="T3" fmla="*/ 0 h 2"/>
                <a:gd name="T4" fmla="*/ 1 w 3749"/>
                <a:gd name="T5" fmla="*/ 0 h 2"/>
                <a:gd name="T6" fmla="*/ 0 60000 65536"/>
                <a:gd name="T7" fmla="*/ 0 60000 65536"/>
                <a:gd name="T8" fmla="*/ 0 60000 65536"/>
                <a:gd name="T9" fmla="*/ 0 w 3749"/>
                <a:gd name="T10" fmla="*/ 0 h 2"/>
                <a:gd name="T11" fmla="*/ 3749 w 3749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49" h="2">
                  <a:moveTo>
                    <a:pt x="374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Freeform 100"/>
            <p:cNvSpPr/>
            <p:nvPr/>
          </p:nvSpPr>
          <p:spPr bwMode="auto">
            <a:xfrm>
              <a:off x="665" y="3840"/>
              <a:ext cx="2342" cy="3"/>
            </a:xfrm>
            <a:custGeom>
              <a:avLst/>
              <a:gdLst>
                <a:gd name="T0" fmla="*/ 3749 w 3749"/>
                <a:gd name="T1" fmla="*/ 0 h 2"/>
                <a:gd name="T2" fmla="*/ 0 w 3749"/>
                <a:gd name="T3" fmla="*/ 0 h 2"/>
                <a:gd name="T4" fmla="*/ 1 w 3749"/>
                <a:gd name="T5" fmla="*/ 0 h 2"/>
                <a:gd name="T6" fmla="*/ 0 60000 65536"/>
                <a:gd name="T7" fmla="*/ 0 60000 65536"/>
                <a:gd name="T8" fmla="*/ 0 60000 65536"/>
                <a:gd name="T9" fmla="*/ 0 w 3749"/>
                <a:gd name="T10" fmla="*/ 0 h 2"/>
                <a:gd name="T11" fmla="*/ 3749 w 3749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49" h="2">
                  <a:moveTo>
                    <a:pt x="374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Freeform 101"/>
            <p:cNvSpPr/>
            <p:nvPr/>
          </p:nvSpPr>
          <p:spPr bwMode="auto">
            <a:xfrm>
              <a:off x="665" y="3435"/>
              <a:ext cx="3" cy="405"/>
            </a:xfrm>
            <a:custGeom>
              <a:avLst/>
              <a:gdLst>
                <a:gd name="T0" fmla="*/ 0 w 1"/>
                <a:gd name="T1" fmla="*/ 649 h 649"/>
                <a:gd name="T2" fmla="*/ 0 w 1"/>
                <a:gd name="T3" fmla="*/ 0 h 649"/>
                <a:gd name="T4" fmla="*/ 1 w 1"/>
                <a:gd name="T5" fmla="*/ 0 h 649"/>
                <a:gd name="T6" fmla="*/ 0 60000 65536"/>
                <a:gd name="T7" fmla="*/ 0 60000 65536"/>
                <a:gd name="T8" fmla="*/ 0 60000 65536"/>
                <a:gd name="T9" fmla="*/ 0 w 1"/>
                <a:gd name="T10" fmla="*/ 0 h 649"/>
                <a:gd name="T11" fmla="*/ 1 w 1"/>
                <a:gd name="T12" fmla="*/ 649 h 6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49">
                  <a:moveTo>
                    <a:pt x="0" y="64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Freeform 102"/>
            <p:cNvSpPr/>
            <p:nvPr/>
          </p:nvSpPr>
          <p:spPr bwMode="auto">
            <a:xfrm>
              <a:off x="2642" y="4538"/>
              <a:ext cx="2" cy="1522"/>
            </a:xfrm>
            <a:custGeom>
              <a:avLst/>
              <a:gdLst>
                <a:gd name="T0" fmla="*/ 0 w 1"/>
                <a:gd name="T1" fmla="*/ 2435 h 2435"/>
                <a:gd name="T2" fmla="*/ 0 w 1"/>
                <a:gd name="T3" fmla="*/ 0 h 2435"/>
                <a:gd name="T4" fmla="*/ 1 w 1"/>
                <a:gd name="T5" fmla="*/ 0 h 2435"/>
                <a:gd name="T6" fmla="*/ 0 60000 65536"/>
                <a:gd name="T7" fmla="*/ 0 60000 65536"/>
                <a:gd name="T8" fmla="*/ 0 60000 65536"/>
                <a:gd name="T9" fmla="*/ 0 w 1"/>
                <a:gd name="T10" fmla="*/ 0 h 2435"/>
                <a:gd name="T11" fmla="*/ 1 w 1"/>
                <a:gd name="T12" fmla="*/ 2435 h 24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435">
                  <a:moveTo>
                    <a:pt x="0" y="243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Freeform 103"/>
            <p:cNvSpPr/>
            <p:nvPr/>
          </p:nvSpPr>
          <p:spPr bwMode="auto">
            <a:xfrm>
              <a:off x="1030" y="5675"/>
              <a:ext cx="3" cy="385"/>
            </a:xfrm>
            <a:custGeom>
              <a:avLst/>
              <a:gdLst>
                <a:gd name="T0" fmla="*/ 0 w 1"/>
                <a:gd name="T1" fmla="*/ 616 h 616"/>
                <a:gd name="T2" fmla="*/ 0 w 1"/>
                <a:gd name="T3" fmla="*/ 0 h 616"/>
                <a:gd name="T4" fmla="*/ 1 w 1"/>
                <a:gd name="T5" fmla="*/ 0 h 616"/>
                <a:gd name="T6" fmla="*/ 0 60000 65536"/>
                <a:gd name="T7" fmla="*/ 0 60000 65536"/>
                <a:gd name="T8" fmla="*/ 0 60000 65536"/>
                <a:gd name="T9" fmla="*/ 0 w 1"/>
                <a:gd name="T10" fmla="*/ 0 h 616"/>
                <a:gd name="T11" fmla="*/ 1 w 1"/>
                <a:gd name="T12" fmla="*/ 616 h 6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16">
                  <a:moveTo>
                    <a:pt x="0" y="61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4" name="Group 104"/>
            <p:cNvGrpSpPr/>
            <p:nvPr/>
          </p:nvGrpSpPr>
          <p:grpSpPr bwMode="auto">
            <a:xfrm>
              <a:off x="2522" y="6060"/>
              <a:ext cx="325" cy="405"/>
              <a:chOff x="2370" y="2151"/>
              <a:chExt cx="130" cy="162"/>
            </a:xfrm>
          </p:grpSpPr>
          <p:sp>
            <p:nvSpPr>
              <p:cNvPr id="281" name="Freeform 105"/>
              <p:cNvSpPr/>
              <p:nvPr/>
            </p:nvSpPr>
            <p:spPr bwMode="auto">
              <a:xfrm>
                <a:off x="2499" y="2243"/>
                <a:ext cx="1" cy="70"/>
              </a:xfrm>
              <a:custGeom>
                <a:avLst/>
                <a:gdLst>
                  <a:gd name="T0" fmla="*/ 0 w 1"/>
                  <a:gd name="T1" fmla="*/ 278 h 278"/>
                  <a:gd name="T2" fmla="*/ 0 w 1"/>
                  <a:gd name="T3" fmla="*/ 0 h 278"/>
                  <a:gd name="T4" fmla="*/ 1 w 1"/>
                  <a:gd name="T5" fmla="*/ 0 h 27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78"/>
                  <a:gd name="T11" fmla="*/ 1 w 1"/>
                  <a:gd name="T12" fmla="*/ 278 h 2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78">
                    <a:moveTo>
                      <a:pt x="0" y="27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2" name="Freeform 106"/>
              <p:cNvSpPr/>
              <p:nvPr/>
            </p:nvSpPr>
            <p:spPr bwMode="auto">
              <a:xfrm>
                <a:off x="2499" y="2151"/>
                <a:ext cx="1" cy="69"/>
              </a:xfrm>
              <a:custGeom>
                <a:avLst/>
                <a:gdLst>
                  <a:gd name="T0" fmla="*/ 0 w 1"/>
                  <a:gd name="T1" fmla="*/ 277 h 277"/>
                  <a:gd name="T2" fmla="*/ 0 w 1"/>
                  <a:gd name="T3" fmla="*/ 0 h 277"/>
                  <a:gd name="T4" fmla="*/ 1 w 1"/>
                  <a:gd name="T5" fmla="*/ 0 h 27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77"/>
                  <a:gd name="T11" fmla="*/ 1 w 1"/>
                  <a:gd name="T12" fmla="*/ 277 h 2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77">
                    <a:moveTo>
                      <a:pt x="0" y="2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3" name="Freeform 107"/>
              <p:cNvSpPr/>
              <p:nvPr/>
            </p:nvSpPr>
            <p:spPr bwMode="auto">
              <a:xfrm>
                <a:off x="2370" y="2243"/>
                <a:ext cx="1" cy="70"/>
              </a:xfrm>
              <a:custGeom>
                <a:avLst/>
                <a:gdLst>
                  <a:gd name="T0" fmla="*/ 0 w 2"/>
                  <a:gd name="T1" fmla="*/ 278 h 278"/>
                  <a:gd name="T2" fmla="*/ 0 w 2"/>
                  <a:gd name="T3" fmla="*/ 0 h 278"/>
                  <a:gd name="T4" fmla="*/ 2 w 2"/>
                  <a:gd name="T5" fmla="*/ 0 h 278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278"/>
                  <a:gd name="T11" fmla="*/ 2 w 2"/>
                  <a:gd name="T12" fmla="*/ 278 h 2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278">
                    <a:moveTo>
                      <a:pt x="0" y="27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4" name="Freeform 108"/>
              <p:cNvSpPr/>
              <p:nvPr/>
            </p:nvSpPr>
            <p:spPr bwMode="auto">
              <a:xfrm>
                <a:off x="2370" y="2151"/>
                <a:ext cx="1" cy="69"/>
              </a:xfrm>
              <a:custGeom>
                <a:avLst/>
                <a:gdLst>
                  <a:gd name="T0" fmla="*/ 0 w 2"/>
                  <a:gd name="T1" fmla="*/ 277 h 277"/>
                  <a:gd name="T2" fmla="*/ 0 w 2"/>
                  <a:gd name="T3" fmla="*/ 0 h 277"/>
                  <a:gd name="T4" fmla="*/ 2 w 2"/>
                  <a:gd name="T5" fmla="*/ 0 h 277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277"/>
                  <a:gd name="T11" fmla="*/ 2 w 2"/>
                  <a:gd name="T12" fmla="*/ 277 h 2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277">
                    <a:moveTo>
                      <a:pt x="0" y="27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" name="Group 109"/>
            <p:cNvGrpSpPr/>
            <p:nvPr/>
          </p:nvGrpSpPr>
          <p:grpSpPr bwMode="auto">
            <a:xfrm>
              <a:off x="827" y="6060"/>
              <a:ext cx="327" cy="405"/>
              <a:chOff x="1692" y="2151"/>
              <a:chExt cx="131" cy="162"/>
            </a:xfrm>
          </p:grpSpPr>
          <p:sp>
            <p:nvSpPr>
              <p:cNvPr id="277" name="Freeform 110"/>
              <p:cNvSpPr/>
              <p:nvPr/>
            </p:nvSpPr>
            <p:spPr bwMode="auto">
              <a:xfrm>
                <a:off x="1822" y="2243"/>
                <a:ext cx="1" cy="70"/>
              </a:xfrm>
              <a:custGeom>
                <a:avLst/>
                <a:gdLst>
                  <a:gd name="T0" fmla="*/ 0 w 2"/>
                  <a:gd name="T1" fmla="*/ 278 h 278"/>
                  <a:gd name="T2" fmla="*/ 0 w 2"/>
                  <a:gd name="T3" fmla="*/ 0 h 278"/>
                  <a:gd name="T4" fmla="*/ 2 w 2"/>
                  <a:gd name="T5" fmla="*/ 0 h 278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278"/>
                  <a:gd name="T11" fmla="*/ 2 w 2"/>
                  <a:gd name="T12" fmla="*/ 278 h 2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278">
                    <a:moveTo>
                      <a:pt x="0" y="27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8" name="Freeform 111"/>
              <p:cNvSpPr/>
              <p:nvPr/>
            </p:nvSpPr>
            <p:spPr bwMode="auto">
              <a:xfrm>
                <a:off x="1822" y="2151"/>
                <a:ext cx="1" cy="69"/>
              </a:xfrm>
              <a:custGeom>
                <a:avLst/>
                <a:gdLst>
                  <a:gd name="T0" fmla="*/ 0 w 2"/>
                  <a:gd name="T1" fmla="*/ 277 h 277"/>
                  <a:gd name="T2" fmla="*/ 0 w 2"/>
                  <a:gd name="T3" fmla="*/ 0 h 277"/>
                  <a:gd name="T4" fmla="*/ 2 w 2"/>
                  <a:gd name="T5" fmla="*/ 0 h 277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277"/>
                  <a:gd name="T11" fmla="*/ 2 w 2"/>
                  <a:gd name="T12" fmla="*/ 277 h 2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277">
                    <a:moveTo>
                      <a:pt x="0" y="27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9" name="Freeform 112"/>
              <p:cNvSpPr/>
              <p:nvPr/>
            </p:nvSpPr>
            <p:spPr bwMode="auto">
              <a:xfrm>
                <a:off x="1692" y="2243"/>
                <a:ext cx="1" cy="70"/>
              </a:xfrm>
              <a:custGeom>
                <a:avLst/>
                <a:gdLst>
                  <a:gd name="T0" fmla="*/ 0 w 1"/>
                  <a:gd name="T1" fmla="*/ 278 h 278"/>
                  <a:gd name="T2" fmla="*/ 0 w 1"/>
                  <a:gd name="T3" fmla="*/ 0 h 278"/>
                  <a:gd name="T4" fmla="*/ 1 w 1"/>
                  <a:gd name="T5" fmla="*/ 0 h 27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78"/>
                  <a:gd name="T11" fmla="*/ 1 w 1"/>
                  <a:gd name="T12" fmla="*/ 278 h 2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78">
                    <a:moveTo>
                      <a:pt x="0" y="27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0" name="Freeform 113"/>
              <p:cNvSpPr/>
              <p:nvPr/>
            </p:nvSpPr>
            <p:spPr bwMode="auto">
              <a:xfrm>
                <a:off x="1692" y="2151"/>
                <a:ext cx="1" cy="69"/>
              </a:xfrm>
              <a:custGeom>
                <a:avLst/>
                <a:gdLst>
                  <a:gd name="T0" fmla="*/ 0 w 1"/>
                  <a:gd name="T1" fmla="*/ 277 h 277"/>
                  <a:gd name="T2" fmla="*/ 0 w 1"/>
                  <a:gd name="T3" fmla="*/ 0 h 277"/>
                  <a:gd name="T4" fmla="*/ 1 w 1"/>
                  <a:gd name="T5" fmla="*/ 0 h 27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77"/>
                  <a:gd name="T11" fmla="*/ 1 w 1"/>
                  <a:gd name="T12" fmla="*/ 277 h 2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77">
                    <a:moveTo>
                      <a:pt x="0" y="2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6" name="Group 114"/>
            <p:cNvGrpSpPr/>
            <p:nvPr/>
          </p:nvGrpSpPr>
          <p:grpSpPr bwMode="auto">
            <a:xfrm>
              <a:off x="2522" y="3435"/>
              <a:ext cx="325" cy="405"/>
              <a:chOff x="2370" y="1101"/>
              <a:chExt cx="130" cy="162"/>
            </a:xfrm>
          </p:grpSpPr>
          <p:sp>
            <p:nvSpPr>
              <p:cNvPr id="273" name="Freeform 115"/>
              <p:cNvSpPr/>
              <p:nvPr/>
            </p:nvSpPr>
            <p:spPr bwMode="auto">
              <a:xfrm>
                <a:off x="2499" y="1194"/>
                <a:ext cx="1" cy="69"/>
              </a:xfrm>
              <a:custGeom>
                <a:avLst/>
                <a:gdLst>
                  <a:gd name="T0" fmla="*/ 0 w 1"/>
                  <a:gd name="T1" fmla="*/ 277 h 277"/>
                  <a:gd name="T2" fmla="*/ 0 w 1"/>
                  <a:gd name="T3" fmla="*/ 0 h 277"/>
                  <a:gd name="T4" fmla="*/ 1 w 1"/>
                  <a:gd name="T5" fmla="*/ 0 h 27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77"/>
                  <a:gd name="T11" fmla="*/ 1 w 1"/>
                  <a:gd name="T12" fmla="*/ 277 h 2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77">
                    <a:moveTo>
                      <a:pt x="0" y="2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4" name="Freeform 116"/>
              <p:cNvSpPr/>
              <p:nvPr/>
            </p:nvSpPr>
            <p:spPr bwMode="auto">
              <a:xfrm>
                <a:off x="2499" y="1101"/>
                <a:ext cx="1" cy="69"/>
              </a:xfrm>
              <a:custGeom>
                <a:avLst/>
                <a:gdLst>
                  <a:gd name="T0" fmla="*/ 0 w 1"/>
                  <a:gd name="T1" fmla="*/ 278 h 278"/>
                  <a:gd name="T2" fmla="*/ 0 w 1"/>
                  <a:gd name="T3" fmla="*/ 0 h 278"/>
                  <a:gd name="T4" fmla="*/ 1 w 1"/>
                  <a:gd name="T5" fmla="*/ 0 h 27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78"/>
                  <a:gd name="T11" fmla="*/ 1 w 1"/>
                  <a:gd name="T12" fmla="*/ 278 h 2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78">
                    <a:moveTo>
                      <a:pt x="0" y="27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5" name="Freeform 117"/>
              <p:cNvSpPr/>
              <p:nvPr/>
            </p:nvSpPr>
            <p:spPr bwMode="auto">
              <a:xfrm>
                <a:off x="2370" y="1194"/>
                <a:ext cx="1" cy="69"/>
              </a:xfrm>
              <a:custGeom>
                <a:avLst/>
                <a:gdLst>
                  <a:gd name="T0" fmla="*/ 0 w 2"/>
                  <a:gd name="T1" fmla="*/ 277 h 277"/>
                  <a:gd name="T2" fmla="*/ 0 w 2"/>
                  <a:gd name="T3" fmla="*/ 0 h 277"/>
                  <a:gd name="T4" fmla="*/ 2 w 2"/>
                  <a:gd name="T5" fmla="*/ 0 h 277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277"/>
                  <a:gd name="T11" fmla="*/ 2 w 2"/>
                  <a:gd name="T12" fmla="*/ 277 h 2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277">
                    <a:moveTo>
                      <a:pt x="0" y="27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6" name="Freeform 118"/>
              <p:cNvSpPr/>
              <p:nvPr/>
            </p:nvSpPr>
            <p:spPr bwMode="auto">
              <a:xfrm>
                <a:off x="2370" y="1101"/>
                <a:ext cx="1" cy="69"/>
              </a:xfrm>
              <a:custGeom>
                <a:avLst/>
                <a:gdLst>
                  <a:gd name="T0" fmla="*/ 0 w 2"/>
                  <a:gd name="T1" fmla="*/ 278 h 278"/>
                  <a:gd name="T2" fmla="*/ 0 w 2"/>
                  <a:gd name="T3" fmla="*/ 0 h 278"/>
                  <a:gd name="T4" fmla="*/ 2 w 2"/>
                  <a:gd name="T5" fmla="*/ 0 h 278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278"/>
                  <a:gd name="T11" fmla="*/ 2 w 2"/>
                  <a:gd name="T12" fmla="*/ 278 h 2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278">
                    <a:moveTo>
                      <a:pt x="0" y="27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7" name="Group 119"/>
            <p:cNvGrpSpPr/>
            <p:nvPr/>
          </p:nvGrpSpPr>
          <p:grpSpPr bwMode="auto">
            <a:xfrm>
              <a:off x="827" y="3435"/>
              <a:ext cx="327" cy="405"/>
              <a:chOff x="1692" y="1101"/>
              <a:chExt cx="131" cy="162"/>
            </a:xfrm>
          </p:grpSpPr>
          <p:sp>
            <p:nvSpPr>
              <p:cNvPr id="269" name="Freeform 120"/>
              <p:cNvSpPr/>
              <p:nvPr/>
            </p:nvSpPr>
            <p:spPr bwMode="auto">
              <a:xfrm>
                <a:off x="1822" y="1194"/>
                <a:ext cx="1" cy="69"/>
              </a:xfrm>
              <a:custGeom>
                <a:avLst/>
                <a:gdLst>
                  <a:gd name="T0" fmla="*/ 0 w 2"/>
                  <a:gd name="T1" fmla="*/ 277 h 277"/>
                  <a:gd name="T2" fmla="*/ 0 w 2"/>
                  <a:gd name="T3" fmla="*/ 0 h 277"/>
                  <a:gd name="T4" fmla="*/ 2 w 2"/>
                  <a:gd name="T5" fmla="*/ 0 h 277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277"/>
                  <a:gd name="T11" fmla="*/ 2 w 2"/>
                  <a:gd name="T12" fmla="*/ 277 h 2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277">
                    <a:moveTo>
                      <a:pt x="0" y="27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0" name="Freeform 121"/>
              <p:cNvSpPr/>
              <p:nvPr/>
            </p:nvSpPr>
            <p:spPr bwMode="auto">
              <a:xfrm>
                <a:off x="1822" y="1101"/>
                <a:ext cx="1" cy="69"/>
              </a:xfrm>
              <a:custGeom>
                <a:avLst/>
                <a:gdLst>
                  <a:gd name="T0" fmla="*/ 0 w 2"/>
                  <a:gd name="T1" fmla="*/ 278 h 278"/>
                  <a:gd name="T2" fmla="*/ 0 w 2"/>
                  <a:gd name="T3" fmla="*/ 0 h 278"/>
                  <a:gd name="T4" fmla="*/ 2 w 2"/>
                  <a:gd name="T5" fmla="*/ 0 h 278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278"/>
                  <a:gd name="T11" fmla="*/ 2 w 2"/>
                  <a:gd name="T12" fmla="*/ 278 h 2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278">
                    <a:moveTo>
                      <a:pt x="0" y="27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1" name="Freeform 122"/>
              <p:cNvSpPr/>
              <p:nvPr/>
            </p:nvSpPr>
            <p:spPr bwMode="auto">
              <a:xfrm>
                <a:off x="1692" y="1194"/>
                <a:ext cx="1" cy="69"/>
              </a:xfrm>
              <a:custGeom>
                <a:avLst/>
                <a:gdLst>
                  <a:gd name="T0" fmla="*/ 0 w 1"/>
                  <a:gd name="T1" fmla="*/ 277 h 277"/>
                  <a:gd name="T2" fmla="*/ 0 w 1"/>
                  <a:gd name="T3" fmla="*/ 0 h 277"/>
                  <a:gd name="T4" fmla="*/ 1 w 1"/>
                  <a:gd name="T5" fmla="*/ 0 h 27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77"/>
                  <a:gd name="T11" fmla="*/ 1 w 1"/>
                  <a:gd name="T12" fmla="*/ 277 h 2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77">
                    <a:moveTo>
                      <a:pt x="0" y="2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2" name="Freeform 123"/>
              <p:cNvSpPr/>
              <p:nvPr/>
            </p:nvSpPr>
            <p:spPr bwMode="auto">
              <a:xfrm>
                <a:off x="1692" y="1101"/>
                <a:ext cx="1" cy="69"/>
              </a:xfrm>
              <a:custGeom>
                <a:avLst/>
                <a:gdLst>
                  <a:gd name="T0" fmla="*/ 0 w 1"/>
                  <a:gd name="T1" fmla="*/ 278 h 278"/>
                  <a:gd name="T2" fmla="*/ 0 w 1"/>
                  <a:gd name="T3" fmla="*/ 0 h 278"/>
                  <a:gd name="T4" fmla="*/ 1 w 1"/>
                  <a:gd name="T5" fmla="*/ 0 h 27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78"/>
                  <a:gd name="T11" fmla="*/ 1 w 1"/>
                  <a:gd name="T12" fmla="*/ 278 h 2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78">
                    <a:moveTo>
                      <a:pt x="0" y="27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8" name="Freeform 124"/>
            <p:cNvSpPr/>
            <p:nvPr/>
          </p:nvSpPr>
          <p:spPr bwMode="auto">
            <a:xfrm>
              <a:off x="2642" y="4538"/>
              <a:ext cx="365" cy="2"/>
            </a:xfrm>
            <a:custGeom>
              <a:avLst/>
              <a:gdLst>
                <a:gd name="T0" fmla="*/ 0 w 585"/>
                <a:gd name="T1" fmla="*/ 0 h 3"/>
                <a:gd name="T2" fmla="*/ 584 w 585"/>
                <a:gd name="T3" fmla="*/ 0 h 3"/>
                <a:gd name="T4" fmla="*/ 585 w 585"/>
                <a:gd name="T5" fmla="*/ 0 h 3"/>
                <a:gd name="T6" fmla="*/ 0 60000 65536"/>
                <a:gd name="T7" fmla="*/ 0 60000 65536"/>
                <a:gd name="T8" fmla="*/ 0 60000 65536"/>
                <a:gd name="T9" fmla="*/ 0 w 585"/>
                <a:gd name="T10" fmla="*/ 0 h 3"/>
                <a:gd name="T11" fmla="*/ 585 w 585"/>
                <a:gd name="T12" fmla="*/ 3 h 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5" h="3">
                  <a:moveTo>
                    <a:pt x="0" y="0"/>
                  </a:moveTo>
                  <a:lnTo>
                    <a:pt x="584" y="0"/>
                  </a:lnTo>
                  <a:lnTo>
                    <a:pt x="585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Freeform 125"/>
            <p:cNvSpPr/>
            <p:nvPr/>
          </p:nvSpPr>
          <p:spPr bwMode="auto">
            <a:xfrm>
              <a:off x="2532" y="4133"/>
              <a:ext cx="110" cy="405"/>
            </a:xfrm>
            <a:custGeom>
              <a:avLst/>
              <a:gdLst>
                <a:gd name="T0" fmla="*/ 0 w 176"/>
                <a:gd name="T1" fmla="*/ 0 h 650"/>
                <a:gd name="T2" fmla="*/ 175 w 176"/>
                <a:gd name="T3" fmla="*/ 650 h 650"/>
                <a:gd name="T4" fmla="*/ 176 w 176"/>
                <a:gd name="T5" fmla="*/ 650 h 650"/>
                <a:gd name="T6" fmla="*/ 0 60000 65536"/>
                <a:gd name="T7" fmla="*/ 0 60000 65536"/>
                <a:gd name="T8" fmla="*/ 0 60000 65536"/>
                <a:gd name="T9" fmla="*/ 0 w 176"/>
                <a:gd name="T10" fmla="*/ 0 h 650"/>
                <a:gd name="T11" fmla="*/ 176 w 176"/>
                <a:gd name="T12" fmla="*/ 650 h 6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" h="650">
                  <a:moveTo>
                    <a:pt x="0" y="0"/>
                  </a:moveTo>
                  <a:lnTo>
                    <a:pt x="175" y="650"/>
                  </a:lnTo>
                  <a:lnTo>
                    <a:pt x="176" y="65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0" name="Group 126"/>
            <p:cNvGrpSpPr/>
            <p:nvPr/>
          </p:nvGrpSpPr>
          <p:grpSpPr bwMode="auto">
            <a:xfrm>
              <a:off x="2387" y="3435"/>
              <a:ext cx="2" cy="3030"/>
              <a:chOff x="2316" y="1101"/>
              <a:chExt cx="1" cy="1212"/>
            </a:xfrm>
          </p:grpSpPr>
          <p:sp>
            <p:nvSpPr>
              <p:cNvPr id="259" name="Freeform 127"/>
              <p:cNvSpPr/>
              <p:nvPr/>
            </p:nvSpPr>
            <p:spPr bwMode="auto">
              <a:xfrm>
                <a:off x="2316" y="2249"/>
                <a:ext cx="1" cy="64"/>
              </a:xfrm>
              <a:custGeom>
                <a:avLst/>
                <a:gdLst>
                  <a:gd name="T0" fmla="*/ 0 w 1"/>
                  <a:gd name="T1" fmla="*/ 255 h 255"/>
                  <a:gd name="T2" fmla="*/ 0 w 1"/>
                  <a:gd name="T3" fmla="*/ 0 h 255"/>
                  <a:gd name="T4" fmla="*/ 1 w 1"/>
                  <a:gd name="T5" fmla="*/ 0 h 25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55"/>
                  <a:gd name="T11" fmla="*/ 1 w 1"/>
                  <a:gd name="T12" fmla="*/ 255 h 2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55">
                    <a:moveTo>
                      <a:pt x="0" y="25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0" name="Freeform 128"/>
              <p:cNvSpPr/>
              <p:nvPr/>
            </p:nvSpPr>
            <p:spPr bwMode="auto">
              <a:xfrm>
                <a:off x="2316" y="2132"/>
                <a:ext cx="1" cy="94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4"/>
                  <a:gd name="T11" fmla="*/ 1 w 1"/>
                  <a:gd name="T12" fmla="*/ 374 h 3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1" name="Freeform 129"/>
              <p:cNvSpPr/>
              <p:nvPr/>
            </p:nvSpPr>
            <p:spPr bwMode="auto">
              <a:xfrm>
                <a:off x="2316" y="2015"/>
                <a:ext cx="1" cy="94"/>
              </a:xfrm>
              <a:custGeom>
                <a:avLst/>
                <a:gdLst>
                  <a:gd name="T0" fmla="*/ 0 w 1"/>
                  <a:gd name="T1" fmla="*/ 375 h 375"/>
                  <a:gd name="T2" fmla="*/ 0 w 1"/>
                  <a:gd name="T3" fmla="*/ 0 h 375"/>
                  <a:gd name="T4" fmla="*/ 1 w 1"/>
                  <a:gd name="T5" fmla="*/ 0 h 37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5"/>
                  <a:gd name="T11" fmla="*/ 1 w 1"/>
                  <a:gd name="T12" fmla="*/ 375 h 37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5">
                    <a:moveTo>
                      <a:pt x="0" y="37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2" name="Freeform 130"/>
              <p:cNvSpPr/>
              <p:nvPr/>
            </p:nvSpPr>
            <p:spPr bwMode="auto">
              <a:xfrm>
                <a:off x="2316" y="1899"/>
                <a:ext cx="1" cy="93"/>
              </a:xfrm>
              <a:custGeom>
                <a:avLst/>
                <a:gdLst>
                  <a:gd name="T0" fmla="*/ 0 w 1"/>
                  <a:gd name="T1" fmla="*/ 373 h 373"/>
                  <a:gd name="T2" fmla="*/ 0 w 1"/>
                  <a:gd name="T3" fmla="*/ 0 h 373"/>
                  <a:gd name="T4" fmla="*/ 1 w 1"/>
                  <a:gd name="T5" fmla="*/ 0 h 37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3"/>
                  <a:gd name="T11" fmla="*/ 1 w 1"/>
                  <a:gd name="T12" fmla="*/ 373 h 3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3">
                    <a:moveTo>
                      <a:pt x="0" y="37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3" name="Freeform 131"/>
              <p:cNvSpPr/>
              <p:nvPr/>
            </p:nvSpPr>
            <p:spPr bwMode="auto">
              <a:xfrm>
                <a:off x="2316" y="1782"/>
                <a:ext cx="1" cy="93"/>
              </a:xfrm>
              <a:custGeom>
                <a:avLst/>
                <a:gdLst>
                  <a:gd name="T0" fmla="*/ 0 w 1"/>
                  <a:gd name="T1" fmla="*/ 375 h 375"/>
                  <a:gd name="T2" fmla="*/ 0 w 1"/>
                  <a:gd name="T3" fmla="*/ 0 h 375"/>
                  <a:gd name="T4" fmla="*/ 1 w 1"/>
                  <a:gd name="T5" fmla="*/ 0 h 37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5"/>
                  <a:gd name="T11" fmla="*/ 1 w 1"/>
                  <a:gd name="T12" fmla="*/ 375 h 37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5">
                    <a:moveTo>
                      <a:pt x="0" y="37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4" name="Freeform 132"/>
              <p:cNvSpPr/>
              <p:nvPr/>
            </p:nvSpPr>
            <p:spPr bwMode="auto">
              <a:xfrm>
                <a:off x="2316" y="1665"/>
                <a:ext cx="1" cy="93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4"/>
                  <a:gd name="T11" fmla="*/ 1 w 1"/>
                  <a:gd name="T12" fmla="*/ 374 h 3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5" name="Freeform 133"/>
              <p:cNvSpPr/>
              <p:nvPr/>
            </p:nvSpPr>
            <p:spPr bwMode="auto">
              <a:xfrm>
                <a:off x="2316" y="1548"/>
                <a:ext cx="1" cy="94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4"/>
                  <a:gd name="T11" fmla="*/ 1 w 1"/>
                  <a:gd name="T12" fmla="*/ 374 h 3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6" name="Freeform 134"/>
              <p:cNvSpPr/>
              <p:nvPr/>
            </p:nvSpPr>
            <p:spPr bwMode="auto">
              <a:xfrm>
                <a:off x="2316" y="1461"/>
                <a:ext cx="1" cy="64"/>
              </a:xfrm>
              <a:custGeom>
                <a:avLst/>
                <a:gdLst>
                  <a:gd name="T0" fmla="*/ 0 w 1"/>
                  <a:gd name="T1" fmla="*/ 256 h 256"/>
                  <a:gd name="T2" fmla="*/ 0 w 1"/>
                  <a:gd name="T3" fmla="*/ 0 h 256"/>
                  <a:gd name="T4" fmla="*/ 1 w 1"/>
                  <a:gd name="T5" fmla="*/ 0 h 25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56"/>
                  <a:gd name="T11" fmla="*/ 1 w 1"/>
                  <a:gd name="T12" fmla="*/ 256 h 25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56">
                    <a:moveTo>
                      <a:pt x="0" y="25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7" name="Freeform 135"/>
              <p:cNvSpPr/>
              <p:nvPr/>
            </p:nvSpPr>
            <p:spPr bwMode="auto">
              <a:xfrm>
                <a:off x="2316" y="1211"/>
                <a:ext cx="1" cy="88"/>
              </a:xfrm>
              <a:custGeom>
                <a:avLst/>
                <a:gdLst>
                  <a:gd name="T0" fmla="*/ 0 w 1"/>
                  <a:gd name="T1" fmla="*/ 349 h 349"/>
                  <a:gd name="T2" fmla="*/ 0 w 1"/>
                  <a:gd name="T3" fmla="*/ 0 h 349"/>
                  <a:gd name="T4" fmla="*/ 1 w 1"/>
                  <a:gd name="T5" fmla="*/ 0 h 34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49"/>
                  <a:gd name="T11" fmla="*/ 1 w 1"/>
                  <a:gd name="T12" fmla="*/ 349 h 34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49">
                    <a:moveTo>
                      <a:pt x="0" y="34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8" name="Freeform 136"/>
              <p:cNvSpPr/>
              <p:nvPr/>
            </p:nvSpPr>
            <p:spPr bwMode="auto">
              <a:xfrm>
                <a:off x="2316" y="1101"/>
                <a:ext cx="1" cy="87"/>
              </a:xfrm>
              <a:custGeom>
                <a:avLst/>
                <a:gdLst>
                  <a:gd name="T0" fmla="*/ 0 w 1"/>
                  <a:gd name="T1" fmla="*/ 349 h 349"/>
                  <a:gd name="T2" fmla="*/ 0 w 1"/>
                  <a:gd name="T3" fmla="*/ 0 h 349"/>
                  <a:gd name="T4" fmla="*/ 1 w 1"/>
                  <a:gd name="T5" fmla="*/ 0 h 34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49"/>
                  <a:gd name="T11" fmla="*/ 1 w 1"/>
                  <a:gd name="T12" fmla="*/ 349 h 34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49">
                    <a:moveTo>
                      <a:pt x="0" y="34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1" name="Freeform 137"/>
            <p:cNvSpPr/>
            <p:nvPr/>
          </p:nvSpPr>
          <p:spPr bwMode="auto">
            <a:xfrm>
              <a:off x="215" y="5858"/>
              <a:ext cx="292" cy="2"/>
            </a:xfrm>
            <a:custGeom>
              <a:avLst/>
              <a:gdLst>
                <a:gd name="T0" fmla="*/ 470 w 470"/>
                <a:gd name="T1" fmla="*/ 0 h 2"/>
                <a:gd name="T2" fmla="*/ 0 w 470"/>
                <a:gd name="T3" fmla="*/ 0 h 2"/>
                <a:gd name="T4" fmla="*/ 1 w 470"/>
                <a:gd name="T5" fmla="*/ 0 h 2"/>
                <a:gd name="T6" fmla="*/ 0 60000 65536"/>
                <a:gd name="T7" fmla="*/ 0 60000 65536"/>
                <a:gd name="T8" fmla="*/ 0 60000 65536"/>
                <a:gd name="T9" fmla="*/ 0 w 470"/>
                <a:gd name="T10" fmla="*/ 0 h 2"/>
                <a:gd name="T11" fmla="*/ 470 w 470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0" h="2">
                  <a:moveTo>
                    <a:pt x="470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Freeform 138"/>
            <p:cNvSpPr/>
            <p:nvPr/>
          </p:nvSpPr>
          <p:spPr bwMode="auto">
            <a:xfrm>
              <a:off x="215" y="4680"/>
              <a:ext cx="292" cy="3"/>
            </a:xfrm>
            <a:custGeom>
              <a:avLst/>
              <a:gdLst>
                <a:gd name="T0" fmla="*/ 470 w 470"/>
                <a:gd name="T1" fmla="*/ 0 h 3"/>
                <a:gd name="T2" fmla="*/ 0 w 470"/>
                <a:gd name="T3" fmla="*/ 0 h 3"/>
                <a:gd name="T4" fmla="*/ 1 w 470"/>
                <a:gd name="T5" fmla="*/ 0 h 3"/>
                <a:gd name="T6" fmla="*/ 0 60000 65536"/>
                <a:gd name="T7" fmla="*/ 0 60000 65536"/>
                <a:gd name="T8" fmla="*/ 0 60000 65536"/>
                <a:gd name="T9" fmla="*/ 0 w 470"/>
                <a:gd name="T10" fmla="*/ 0 h 3"/>
                <a:gd name="T11" fmla="*/ 470 w 470"/>
                <a:gd name="T12" fmla="*/ 3 h 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0" h="3">
                  <a:moveTo>
                    <a:pt x="470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Freeform 139"/>
            <p:cNvSpPr/>
            <p:nvPr/>
          </p:nvSpPr>
          <p:spPr bwMode="auto">
            <a:xfrm>
              <a:off x="507" y="4863"/>
              <a:ext cx="522" cy="2"/>
            </a:xfrm>
            <a:custGeom>
              <a:avLst/>
              <a:gdLst>
                <a:gd name="T0" fmla="*/ 836 w 836"/>
                <a:gd name="T1" fmla="*/ 0 h 2"/>
                <a:gd name="T2" fmla="*/ 0 w 836"/>
                <a:gd name="T3" fmla="*/ 0 h 2"/>
                <a:gd name="T4" fmla="*/ 2 w 836"/>
                <a:gd name="T5" fmla="*/ 0 h 2"/>
                <a:gd name="T6" fmla="*/ 0 60000 65536"/>
                <a:gd name="T7" fmla="*/ 0 60000 65536"/>
                <a:gd name="T8" fmla="*/ 0 60000 65536"/>
                <a:gd name="T9" fmla="*/ 0 w 836"/>
                <a:gd name="T10" fmla="*/ 0 h 2"/>
                <a:gd name="T11" fmla="*/ 836 w 836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36" h="2">
                  <a:moveTo>
                    <a:pt x="83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Freeform 140"/>
            <p:cNvSpPr/>
            <p:nvPr/>
          </p:nvSpPr>
          <p:spPr bwMode="auto">
            <a:xfrm>
              <a:off x="507" y="5675"/>
              <a:ext cx="522" cy="3"/>
            </a:xfrm>
            <a:custGeom>
              <a:avLst/>
              <a:gdLst>
                <a:gd name="T0" fmla="*/ 836 w 836"/>
                <a:gd name="T1" fmla="*/ 0 h 3"/>
                <a:gd name="T2" fmla="*/ 0 w 836"/>
                <a:gd name="T3" fmla="*/ 0 h 3"/>
                <a:gd name="T4" fmla="*/ 2 w 836"/>
                <a:gd name="T5" fmla="*/ 0 h 3"/>
                <a:gd name="T6" fmla="*/ 0 60000 65536"/>
                <a:gd name="T7" fmla="*/ 0 60000 65536"/>
                <a:gd name="T8" fmla="*/ 0 60000 65536"/>
                <a:gd name="T9" fmla="*/ 0 w 836"/>
                <a:gd name="T10" fmla="*/ 0 h 3"/>
                <a:gd name="T11" fmla="*/ 836 w 836"/>
                <a:gd name="T12" fmla="*/ 3 h 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36" h="3">
                  <a:moveTo>
                    <a:pt x="83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Freeform 141"/>
            <p:cNvSpPr/>
            <p:nvPr/>
          </p:nvSpPr>
          <p:spPr bwMode="auto">
            <a:xfrm>
              <a:off x="507" y="4680"/>
              <a:ext cx="2" cy="1178"/>
            </a:xfrm>
            <a:custGeom>
              <a:avLst/>
              <a:gdLst>
                <a:gd name="T0" fmla="*/ 0 w 2"/>
                <a:gd name="T1" fmla="*/ 0 h 1882"/>
                <a:gd name="T2" fmla="*/ 0 w 2"/>
                <a:gd name="T3" fmla="*/ 1882 h 1882"/>
                <a:gd name="T4" fmla="*/ 2 w 2"/>
                <a:gd name="T5" fmla="*/ 1882 h 1882"/>
                <a:gd name="T6" fmla="*/ 0 60000 65536"/>
                <a:gd name="T7" fmla="*/ 0 60000 65536"/>
                <a:gd name="T8" fmla="*/ 0 60000 65536"/>
                <a:gd name="T9" fmla="*/ 0 w 2"/>
                <a:gd name="T10" fmla="*/ 0 h 1882"/>
                <a:gd name="T11" fmla="*/ 2 w 2"/>
                <a:gd name="T12" fmla="*/ 1882 h 18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1882">
                  <a:moveTo>
                    <a:pt x="0" y="0"/>
                  </a:moveTo>
                  <a:lnTo>
                    <a:pt x="0" y="1882"/>
                  </a:lnTo>
                  <a:lnTo>
                    <a:pt x="2" y="188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Freeform 142"/>
            <p:cNvSpPr/>
            <p:nvPr/>
          </p:nvSpPr>
          <p:spPr bwMode="auto">
            <a:xfrm>
              <a:off x="215" y="4680"/>
              <a:ext cx="3" cy="1178"/>
            </a:xfrm>
            <a:custGeom>
              <a:avLst/>
              <a:gdLst>
                <a:gd name="T0" fmla="*/ 0 w 1"/>
                <a:gd name="T1" fmla="*/ 0 h 1882"/>
                <a:gd name="T2" fmla="*/ 0 w 1"/>
                <a:gd name="T3" fmla="*/ 1882 h 1882"/>
                <a:gd name="T4" fmla="*/ 1 w 1"/>
                <a:gd name="T5" fmla="*/ 1882 h 1882"/>
                <a:gd name="T6" fmla="*/ 0 60000 65536"/>
                <a:gd name="T7" fmla="*/ 0 60000 65536"/>
                <a:gd name="T8" fmla="*/ 0 60000 65536"/>
                <a:gd name="T9" fmla="*/ 0 w 1"/>
                <a:gd name="T10" fmla="*/ 0 h 1882"/>
                <a:gd name="T11" fmla="*/ 1 w 1"/>
                <a:gd name="T12" fmla="*/ 1882 h 18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882">
                  <a:moveTo>
                    <a:pt x="0" y="0"/>
                  </a:moveTo>
                  <a:lnTo>
                    <a:pt x="0" y="1882"/>
                  </a:lnTo>
                  <a:lnTo>
                    <a:pt x="1" y="188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Freeform 143"/>
            <p:cNvSpPr/>
            <p:nvPr/>
          </p:nvSpPr>
          <p:spPr bwMode="auto">
            <a:xfrm>
              <a:off x="1030" y="3840"/>
              <a:ext cx="3" cy="1023"/>
            </a:xfrm>
            <a:custGeom>
              <a:avLst/>
              <a:gdLst>
                <a:gd name="T0" fmla="*/ 0 w 1"/>
                <a:gd name="T1" fmla="*/ 1637 h 1637"/>
                <a:gd name="T2" fmla="*/ 0 w 1"/>
                <a:gd name="T3" fmla="*/ 0 h 1637"/>
                <a:gd name="T4" fmla="*/ 1 w 1"/>
                <a:gd name="T5" fmla="*/ 0 h 1637"/>
                <a:gd name="T6" fmla="*/ 0 60000 65536"/>
                <a:gd name="T7" fmla="*/ 0 60000 65536"/>
                <a:gd name="T8" fmla="*/ 0 60000 65536"/>
                <a:gd name="T9" fmla="*/ 0 w 1"/>
                <a:gd name="T10" fmla="*/ 0 h 1637"/>
                <a:gd name="T11" fmla="*/ 1 w 1"/>
                <a:gd name="T12" fmla="*/ 1637 h 16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637">
                  <a:moveTo>
                    <a:pt x="0" y="163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Freeform 144"/>
            <p:cNvSpPr/>
            <p:nvPr/>
          </p:nvSpPr>
          <p:spPr bwMode="auto">
            <a:xfrm>
              <a:off x="1030" y="4863"/>
              <a:ext cx="95" cy="812"/>
            </a:xfrm>
            <a:custGeom>
              <a:avLst/>
              <a:gdLst>
                <a:gd name="T0" fmla="*/ 0 w 154"/>
                <a:gd name="T1" fmla="*/ 1298 h 1298"/>
                <a:gd name="T2" fmla="*/ 154 w 154"/>
                <a:gd name="T3" fmla="*/ 874 h 1298"/>
                <a:gd name="T4" fmla="*/ 154 w 154"/>
                <a:gd name="T5" fmla="*/ 423 h 1298"/>
                <a:gd name="T6" fmla="*/ 0 w 154"/>
                <a:gd name="T7" fmla="*/ 0 h 1298"/>
                <a:gd name="T8" fmla="*/ 1 w 154"/>
                <a:gd name="T9" fmla="*/ 0 h 12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4"/>
                <a:gd name="T16" fmla="*/ 0 h 1298"/>
                <a:gd name="T17" fmla="*/ 154 w 154"/>
                <a:gd name="T18" fmla="*/ 1298 h 129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4" h="1298">
                  <a:moveTo>
                    <a:pt x="0" y="1298"/>
                  </a:moveTo>
                  <a:lnTo>
                    <a:pt x="154" y="874"/>
                  </a:lnTo>
                  <a:lnTo>
                    <a:pt x="154" y="423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9" name="Group 145"/>
            <p:cNvGrpSpPr/>
            <p:nvPr/>
          </p:nvGrpSpPr>
          <p:grpSpPr bwMode="auto">
            <a:xfrm>
              <a:off x="1287" y="3435"/>
              <a:ext cx="2" cy="3030"/>
              <a:chOff x="1876" y="1101"/>
              <a:chExt cx="1" cy="1212"/>
            </a:xfrm>
          </p:grpSpPr>
          <p:sp>
            <p:nvSpPr>
              <p:cNvPr id="249" name="Freeform 146"/>
              <p:cNvSpPr/>
              <p:nvPr/>
            </p:nvSpPr>
            <p:spPr bwMode="auto">
              <a:xfrm>
                <a:off x="1876" y="2243"/>
                <a:ext cx="1" cy="70"/>
              </a:xfrm>
              <a:custGeom>
                <a:avLst/>
                <a:gdLst>
                  <a:gd name="T0" fmla="*/ 0 w 1"/>
                  <a:gd name="T1" fmla="*/ 281 h 281"/>
                  <a:gd name="T2" fmla="*/ 0 w 1"/>
                  <a:gd name="T3" fmla="*/ 0 h 281"/>
                  <a:gd name="T4" fmla="*/ 1 w 1"/>
                  <a:gd name="T5" fmla="*/ 0 h 28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81"/>
                  <a:gd name="T11" fmla="*/ 1 w 1"/>
                  <a:gd name="T12" fmla="*/ 281 h 28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81">
                    <a:moveTo>
                      <a:pt x="0" y="28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0" name="Freeform 147"/>
              <p:cNvSpPr/>
              <p:nvPr/>
            </p:nvSpPr>
            <p:spPr bwMode="auto">
              <a:xfrm>
                <a:off x="1876" y="2126"/>
                <a:ext cx="1" cy="93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4"/>
                  <a:gd name="T11" fmla="*/ 1 w 1"/>
                  <a:gd name="T12" fmla="*/ 374 h 3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1" name="Freeform 148"/>
              <p:cNvSpPr/>
              <p:nvPr/>
            </p:nvSpPr>
            <p:spPr bwMode="auto">
              <a:xfrm>
                <a:off x="1876" y="2009"/>
                <a:ext cx="1" cy="94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4"/>
                  <a:gd name="T11" fmla="*/ 1 w 1"/>
                  <a:gd name="T12" fmla="*/ 374 h 3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2" name="Freeform 149"/>
              <p:cNvSpPr/>
              <p:nvPr/>
            </p:nvSpPr>
            <p:spPr bwMode="auto">
              <a:xfrm>
                <a:off x="1876" y="1916"/>
                <a:ext cx="1" cy="70"/>
              </a:xfrm>
              <a:custGeom>
                <a:avLst/>
                <a:gdLst>
                  <a:gd name="T0" fmla="*/ 0 w 1"/>
                  <a:gd name="T1" fmla="*/ 281 h 281"/>
                  <a:gd name="T2" fmla="*/ 0 w 1"/>
                  <a:gd name="T3" fmla="*/ 0 h 281"/>
                  <a:gd name="T4" fmla="*/ 1 w 1"/>
                  <a:gd name="T5" fmla="*/ 0 h 28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81"/>
                  <a:gd name="T11" fmla="*/ 1 w 1"/>
                  <a:gd name="T12" fmla="*/ 281 h 28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81">
                    <a:moveTo>
                      <a:pt x="0" y="28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3" name="Freeform 150"/>
              <p:cNvSpPr/>
              <p:nvPr/>
            </p:nvSpPr>
            <p:spPr bwMode="auto">
              <a:xfrm>
                <a:off x="1876" y="1672"/>
                <a:ext cx="1" cy="81"/>
              </a:xfrm>
              <a:custGeom>
                <a:avLst/>
                <a:gdLst>
                  <a:gd name="T0" fmla="*/ 0 w 1"/>
                  <a:gd name="T1" fmla="*/ 324 h 324"/>
                  <a:gd name="T2" fmla="*/ 0 w 1"/>
                  <a:gd name="T3" fmla="*/ 0 h 324"/>
                  <a:gd name="T4" fmla="*/ 1 w 1"/>
                  <a:gd name="T5" fmla="*/ 0 h 32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24"/>
                  <a:gd name="T11" fmla="*/ 1 w 1"/>
                  <a:gd name="T12" fmla="*/ 324 h 3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24">
                    <a:moveTo>
                      <a:pt x="0" y="32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4" name="Freeform 151"/>
              <p:cNvSpPr/>
              <p:nvPr/>
            </p:nvSpPr>
            <p:spPr bwMode="auto">
              <a:xfrm>
                <a:off x="1876" y="1556"/>
                <a:ext cx="1" cy="93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4"/>
                  <a:gd name="T11" fmla="*/ 1 w 1"/>
                  <a:gd name="T12" fmla="*/ 374 h 3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5" name="Freeform 152"/>
              <p:cNvSpPr/>
              <p:nvPr/>
            </p:nvSpPr>
            <p:spPr bwMode="auto">
              <a:xfrm>
                <a:off x="1876" y="1439"/>
                <a:ext cx="1" cy="93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4"/>
                  <a:gd name="T11" fmla="*/ 1 w 1"/>
                  <a:gd name="T12" fmla="*/ 374 h 3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6" name="Freeform 153"/>
              <p:cNvSpPr/>
              <p:nvPr/>
            </p:nvSpPr>
            <p:spPr bwMode="auto">
              <a:xfrm>
                <a:off x="1876" y="1322"/>
                <a:ext cx="1" cy="93"/>
              </a:xfrm>
              <a:custGeom>
                <a:avLst/>
                <a:gdLst>
                  <a:gd name="T0" fmla="*/ 0 w 1"/>
                  <a:gd name="T1" fmla="*/ 373 h 373"/>
                  <a:gd name="T2" fmla="*/ 0 w 1"/>
                  <a:gd name="T3" fmla="*/ 0 h 373"/>
                  <a:gd name="T4" fmla="*/ 1 w 1"/>
                  <a:gd name="T5" fmla="*/ 0 h 37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3"/>
                  <a:gd name="T11" fmla="*/ 1 w 1"/>
                  <a:gd name="T12" fmla="*/ 373 h 3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3">
                    <a:moveTo>
                      <a:pt x="0" y="37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7" name="Freeform 154"/>
              <p:cNvSpPr/>
              <p:nvPr/>
            </p:nvSpPr>
            <p:spPr bwMode="auto">
              <a:xfrm>
                <a:off x="1876" y="1205"/>
                <a:ext cx="1" cy="94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4"/>
                  <a:gd name="T11" fmla="*/ 1 w 1"/>
                  <a:gd name="T12" fmla="*/ 374 h 3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8" name="Freeform 155"/>
              <p:cNvSpPr/>
              <p:nvPr/>
            </p:nvSpPr>
            <p:spPr bwMode="auto">
              <a:xfrm>
                <a:off x="1876" y="1101"/>
                <a:ext cx="1" cy="81"/>
              </a:xfrm>
              <a:custGeom>
                <a:avLst/>
                <a:gdLst>
                  <a:gd name="T0" fmla="*/ 0 w 1"/>
                  <a:gd name="T1" fmla="*/ 324 h 324"/>
                  <a:gd name="T2" fmla="*/ 0 w 1"/>
                  <a:gd name="T3" fmla="*/ 0 h 324"/>
                  <a:gd name="T4" fmla="*/ 1 w 1"/>
                  <a:gd name="T5" fmla="*/ 0 h 32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24"/>
                  <a:gd name="T11" fmla="*/ 1 w 1"/>
                  <a:gd name="T12" fmla="*/ 324 h 3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24">
                    <a:moveTo>
                      <a:pt x="0" y="32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0" name="Group 156"/>
            <p:cNvGrpSpPr/>
            <p:nvPr/>
          </p:nvGrpSpPr>
          <p:grpSpPr bwMode="auto">
            <a:xfrm>
              <a:off x="1837" y="3173"/>
              <a:ext cx="3" cy="3547"/>
              <a:chOff x="2096" y="996"/>
              <a:chExt cx="1" cy="1419"/>
            </a:xfrm>
          </p:grpSpPr>
          <p:sp>
            <p:nvSpPr>
              <p:cNvPr id="244" name="Freeform 157"/>
              <p:cNvSpPr/>
              <p:nvPr/>
            </p:nvSpPr>
            <p:spPr bwMode="auto">
              <a:xfrm>
                <a:off x="2096" y="2036"/>
                <a:ext cx="1" cy="379"/>
              </a:xfrm>
              <a:custGeom>
                <a:avLst/>
                <a:gdLst>
                  <a:gd name="T0" fmla="*/ 0 w 2"/>
                  <a:gd name="T1" fmla="*/ 1517 h 1517"/>
                  <a:gd name="T2" fmla="*/ 0 w 2"/>
                  <a:gd name="T3" fmla="*/ 0 h 1517"/>
                  <a:gd name="T4" fmla="*/ 2 w 2"/>
                  <a:gd name="T5" fmla="*/ 0 h 1517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517"/>
                  <a:gd name="T11" fmla="*/ 2 w 2"/>
                  <a:gd name="T12" fmla="*/ 1517 h 15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517">
                    <a:moveTo>
                      <a:pt x="0" y="151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5" name="Freeform 158"/>
              <p:cNvSpPr/>
              <p:nvPr/>
            </p:nvSpPr>
            <p:spPr bwMode="auto">
              <a:xfrm>
                <a:off x="2096" y="1984"/>
                <a:ext cx="1" cy="15"/>
              </a:xfrm>
              <a:custGeom>
                <a:avLst/>
                <a:gdLst>
                  <a:gd name="T0" fmla="*/ 0 w 2"/>
                  <a:gd name="T1" fmla="*/ 58 h 58"/>
                  <a:gd name="T2" fmla="*/ 0 w 2"/>
                  <a:gd name="T3" fmla="*/ 0 h 58"/>
                  <a:gd name="T4" fmla="*/ 2 w 2"/>
                  <a:gd name="T5" fmla="*/ 0 h 58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58"/>
                  <a:gd name="T11" fmla="*/ 2 w 2"/>
                  <a:gd name="T12" fmla="*/ 58 h 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58">
                    <a:moveTo>
                      <a:pt x="0" y="5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6" name="Freeform 159"/>
              <p:cNvSpPr/>
              <p:nvPr/>
            </p:nvSpPr>
            <p:spPr bwMode="auto">
              <a:xfrm>
                <a:off x="2096" y="1517"/>
                <a:ext cx="1" cy="430"/>
              </a:xfrm>
              <a:custGeom>
                <a:avLst/>
                <a:gdLst>
                  <a:gd name="T0" fmla="*/ 0 w 2"/>
                  <a:gd name="T1" fmla="*/ 1720 h 1720"/>
                  <a:gd name="T2" fmla="*/ 0 w 2"/>
                  <a:gd name="T3" fmla="*/ 0 h 1720"/>
                  <a:gd name="T4" fmla="*/ 2 w 2"/>
                  <a:gd name="T5" fmla="*/ 0 h 172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720"/>
                  <a:gd name="T11" fmla="*/ 2 w 2"/>
                  <a:gd name="T12" fmla="*/ 1720 h 17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720">
                    <a:moveTo>
                      <a:pt x="0" y="172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7" name="Freeform 160"/>
              <p:cNvSpPr/>
              <p:nvPr/>
            </p:nvSpPr>
            <p:spPr bwMode="auto">
              <a:xfrm>
                <a:off x="2096" y="1465"/>
                <a:ext cx="1" cy="15"/>
              </a:xfrm>
              <a:custGeom>
                <a:avLst/>
                <a:gdLst>
                  <a:gd name="T0" fmla="*/ 0 w 2"/>
                  <a:gd name="T1" fmla="*/ 60 h 60"/>
                  <a:gd name="T2" fmla="*/ 0 w 2"/>
                  <a:gd name="T3" fmla="*/ 0 h 60"/>
                  <a:gd name="T4" fmla="*/ 2 w 2"/>
                  <a:gd name="T5" fmla="*/ 0 h 6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60"/>
                  <a:gd name="T11" fmla="*/ 2 w 2"/>
                  <a:gd name="T12" fmla="*/ 60 h 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60">
                    <a:moveTo>
                      <a:pt x="0" y="6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8" name="Freeform 161"/>
              <p:cNvSpPr/>
              <p:nvPr/>
            </p:nvSpPr>
            <p:spPr bwMode="auto">
              <a:xfrm>
                <a:off x="2096" y="996"/>
                <a:ext cx="1" cy="432"/>
              </a:xfrm>
              <a:custGeom>
                <a:avLst/>
                <a:gdLst>
                  <a:gd name="T0" fmla="*/ 0 w 2"/>
                  <a:gd name="T1" fmla="*/ 1731 h 1731"/>
                  <a:gd name="T2" fmla="*/ 0 w 2"/>
                  <a:gd name="T3" fmla="*/ 0 h 1731"/>
                  <a:gd name="T4" fmla="*/ 2 w 2"/>
                  <a:gd name="T5" fmla="*/ 0 h 173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731"/>
                  <a:gd name="T11" fmla="*/ 2 w 2"/>
                  <a:gd name="T12" fmla="*/ 1731 h 173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731">
                    <a:moveTo>
                      <a:pt x="0" y="1731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1" name="Group 162"/>
            <p:cNvGrpSpPr/>
            <p:nvPr/>
          </p:nvGrpSpPr>
          <p:grpSpPr bwMode="auto">
            <a:xfrm>
              <a:off x="0" y="5268"/>
              <a:ext cx="1469" cy="2"/>
              <a:chOff x="1361" y="1834"/>
              <a:chExt cx="588" cy="1"/>
            </a:xfrm>
          </p:grpSpPr>
          <p:sp>
            <p:nvSpPr>
              <p:cNvPr id="241" name="Freeform 163"/>
              <p:cNvSpPr/>
              <p:nvPr/>
            </p:nvSpPr>
            <p:spPr bwMode="auto">
              <a:xfrm>
                <a:off x="1722" y="1834"/>
                <a:ext cx="227" cy="1"/>
              </a:xfrm>
              <a:custGeom>
                <a:avLst/>
                <a:gdLst>
                  <a:gd name="T0" fmla="*/ 907 w 907"/>
                  <a:gd name="T1" fmla="*/ 0 h 1"/>
                  <a:gd name="T2" fmla="*/ 0 w 907"/>
                  <a:gd name="T3" fmla="*/ 0 h 1"/>
                  <a:gd name="T4" fmla="*/ 2 w 90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07"/>
                  <a:gd name="T10" fmla="*/ 0 h 1"/>
                  <a:gd name="T11" fmla="*/ 907 w 90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07" h="1">
                    <a:moveTo>
                      <a:pt x="907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2" name="Freeform 164"/>
              <p:cNvSpPr/>
              <p:nvPr/>
            </p:nvSpPr>
            <p:spPr bwMode="auto">
              <a:xfrm>
                <a:off x="1361" y="1834"/>
                <a:ext cx="277" cy="1"/>
              </a:xfrm>
              <a:custGeom>
                <a:avLst/>
                <a:gdLst>
                  <a:gd name="T0" fmla="*/ 1105 w 1105"/>
                  <a:gd name="T1" fmla="*/ 0 h 1"/>
                  <a:gd name="T2" fmla="*/ 0 w 1105"/>
                  <a:gd name="T3" fmla="*/ 0 h 1"/>
                  <a:gd name="T4" fmla="*/ 1 w 110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105"/>
                  <a:gd name="T10" fmla="*/ 0 h 1"/>
                  <a:gd name="T11" fmla="*/ 1105 w 110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05" h="1">
                    <a:moveTo>
                      <a:pt x="1105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3" name="Freeform 165"/>
              <p:cNvSpPr/>
              <p:nvPr/>
            </p:nvSpPr>
            <p:spPr bwMode="auto">
              <a:xfrm>
                <a:off x="1669" y="1834"/>
                <a:ext cx="22" cy="1"/>
              </a:xfrm>
              <a:custGeom>
                <a:avLst/>
                <a:gdLst>
                  <a:gd name="T0" fmla="*/ 89 w 89"/>
                  <a:gd name="T1" fmla="*/ 0 h 1"/>
                  <a:gd name="T2" fmla="*/ 0 w 89"/>
                  <a:gd name="T3" fmla="*/ 0 h 1"/>
                  <a:gd name="T4" fmla="*/ 1 w 8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89"/>
                  <a:gd name="T10" fmla="*/ 0 h 1"/>
                  <a:gd name="T11" fmla="*/ 89 w 8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9" h="1">
                    <a:moveTo>
                      <a:pt x="8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2" name="Group 166"/>
            <p:cNvGrpSpPr/>
            <p:nvPr/>
          </p:nvGrpSpPr>
          <p:grpSpPr bwMode="auto">
            <a:xfrm>
              <a:off x="215" y="5065"/>
              <a:ext cx="1072" cy="410"/>
              <a:chOff x="1447" y="1753"/>
              <a:chExt cx="429" cy="164"/>
            </a:xfrm>
          </p:grpSpPr>
          <p:sp>
            <p:nvSpPr>
              <p:cNvPr id="228" name="Freeform 167"/>
              <p:cNvSpPr/>
              <p:nvPr/>
            </p:nvSpPr>
            <p:spPr bwMode="auto">
              <a:xfrm>
                <a:off x="1790" y="1753"/>
                <a:ext cx="86" cy="1"/>
              </a:xfrm>
              <a:custGeom>
                <a:avLst/>
                <a:gdLst>
                  <a:gd name="T0" fmla="*/ 344 w 344"/>
                  <a:gd name="T1" fmla="*/ 0 h 1"/>
                  <a:gd name="T2" fmla="*/ 0 w 344"/>
                  <a:gd name="T3" fmla="*/ 0 h 1"/>
                  <a:gd name="T4" fmla="*/ 1 w 34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44"/>
                  <a:gd name="T10" fmla="*/ 0 h 1"/>
                  <a:gd name="T11" fmla="*/ 344 w 34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4" h="1">
                    <a:moveTo>
                      <a:pt x="344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9" name="Freeform 168"/>
              <p:cNvSpPr/>
              <p:nvPr/>
            </p:nvSpPr>
            <p:spPr bwMode="auto">
              <a:xfrm>
                <a:off x="1673" y="1753"/>
                <a:ext cx="93" cy="1"/>
              </a:xfrm>
              <a:custGeom>
                <a:avLst/>
                <a:gdLst>
                  <a:gd name="T0" fmla="*/ 375 w 375"/>
                  <a:gd name="T1" fmla="*/ 0 h 1"/>
                  <a:gd name="T2" fmla="*/ 0 w 375"/>
                  <a:gd name="T3" fmla="*/ 0 h 1"/>
                  <a:gd name="T4" fmla="*/ 2 w 37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75"/>
                  <a:gd name="T10" fmla="*/ 0 h 1"/>
                  <a:gd name="T11" fmla="*/ 375 w 37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5" h="1">
                    <a:moveTo>
                      <a:pt x="375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0" name="Freeform 169"/>
              <p:cNvSpPr/>
              <p:nvPr/>
            </p:nvSpPr>
            <p:spPr bwMode="auto">
              <a:xfrm>
                <a:off x="1556" y="1753"/>
                <a:ext cx="94" cy="1"/>
              </a:xfrm>
              <a:custGeom>
                <a:avLst/>
                <a:gdLst>
                  <a:gd name="T0" fmla="*/ 374 w 374"/>
                  <a:gd name="T1" fmla="*/ 0 h 1"/>
                  <a:gd name="T2" fmla="*/ 0 w 374"/>
                  <a:gd name="T3" fmla="*/ 0 h 1"/>
                  <a:gd name="T4" fmla="*/ 1 w 37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74"/>
                  <a:gd name="T10" fmla="*/ 0 h 1"/>
                  <a:gd name="T11" fmla="*/ 374 w 37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4" h="1">
                    <a:moveTo>
                      <a:pt x="374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1" name="Freeform 170"/>
              <p:cNvSpPr/>
              <p:nvPr/>
            </p:nvSpPr>
            <p:spPr bwMode="auto">
              <a:xfrm>
                <a:off x="1447" y="1753"/>
                <a:ext cx="86" cy="1"/>
              </a:xfrm>
              <a:custGeom>
                <a:avLst/>
                <a:gdLst>
                  <a:gd name="T0" fmla="*/ 344 w 344"/>
                  <a:gd name="T1" fmla="*/ 0 h 1"/>
                  <a:gd name="T2" fmla="*/ 0 w 344"/>
                  <a:gd name="T3" fmla="*/ 0 h 1"/>
                  <a:gd name="T4" fmla="*/ 1 w 34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44"/>
                  <a:gd name="T10" fmla="*/ 0 h 1"/>
                  <a:gd name="T11" fmla="*/ 344 w 34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4" h="1">
                    <a:moveTo>
                      <a:pt x="344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2" name="Freeform 171"/>
              <p:cNvSpPr/>
              <p:nvPr/>
            </p:nvSpPr>
            <p:spPr bwMode="auto">
              <a:xfrm>
                <a:off x="1825" y="1916"/>
                <a:ext cx="51" cy="1"/>
              </a:xfrm>
              <a:custGeom>
                <a:avLst/>
                <a:gdLst>
                  <a:gd name="T0" fmla="*/ 204 w 204"/>
                  <a:gd name="T1" fmla="*/ 0 h 1"/>
                  <a:gd name="T2" fmla="*/ 0 w 204"/>
                  <a:gd name="T3" fmla="*/ 0 h 1"/>
                  <a:gd name="T4" fmla="*/ 2 w 20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04"/>
                  <a:gd name="T10" fmla="*/ 0 h 1"/>
                  <a:gd name="T11" fmla="*/ 204 w 20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4" h="1">
                    <a:moveTo>
                      <a:pt x="204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3" name="Freeform 172"/>
              <p:cNvSpPr/>
              <p:nvPr/>
            </p:nvSpPr>
            <p:spPr bwMode="auto">
              <a:xfrm>
                <a:off x="1708" y="1916"/>
                <a:ext cx="93" cy="1"/>
              </a:xfrm>
              <a:custGeom>
                <a:avLst/>
                <a:gdLst>
                  <a:gd name="T0" fmla="*/ 373 w 373"/>
                  <a:gd name="T1" fmla="*/ 0 h 1"/>
                  <a:gd name="T2" fmla="*/ 0 w 373"/>
                  <a:gd name="T3" fmla="*/ 0 h 1"/>
                  <a:gd name="T4" fmla="*/ 1 w 37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73"/>
                  <a:gd name="T10" fmla="*/ 0 h 1"/>
                  <a:gd name="T11" fmla="*/ 373 w 37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3" h="1">
                    <a:moveTo>
                      <a:pt x="373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4" name="Freeform 173"/>
              <p:cNvSpPr/>
              <p:nvPr/>
            </p:nvSpPr>
            <p:spPr bwMode="auto">
              <a:xfrm>
                <a:off x="1591" y="1916"/>
                <a:ext cx="94" cy="1"/>
              </a:xfrm>
              <a:custGeom>
                <a:avLst/>
                <a:gdLst>
                  <a:gd name="T0" fmla="*/ 374 w 374"/>
                  <a:gd name="T1" fmla="*/ 0 h 1"/>
                  <a:gd name="T2" fmla="*/ 0 w 374"/>
                  <a:gd name="T3" fmla="*/ 0 h 1"/>
                  <a:gd name="T4" fmla="*/ 1 w 37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74"/>
                  <a:gd name="T10" fmla="*/ 0 h 1"/>
                  <a:gd name="T11" fmla="*/ 374 w 37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4" h="1">
                    <a:moveTo>
                      <a:pt x="374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5" name="Freeform 174"/>
              <p:cNvSpPr/>
              <p:nvPr/>
            </p:nvSpPr>
            <p:spPr bwMode="auto">
              <a:xfrm>
                <a:off x="1517" y="1916"/>
                <a:ext cx="51" cy="1"/>
              </a:xfrm>
              <a:custGeom>
                <a:avLst/>
                <a:gdLst>
                  <a:gd name="T0" fmla="*/ 203 w 203"/>
                  <a:gd name="T1" fmla="*/ 0 h 1"/>
                  <a:gd name="T2" fmla="*/ 0 w 203"/>
                  <a:gd name="T3" fmla="*/ 0 h 1"/>
                  <a:gd name="T4" fmla="*/ 1 w 20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03"/>
                  <a:gd name="T10" fmla="*/ 0 h 1"/>
                  <a:gd name="T11" fmla="*/ 203 w 20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3" h="1">
                    <a:moveTo>
                      <a:pt x="203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6" name="Freeform 175"/>
              <p:cNvSpPr/>
              <p:nvPr/>
            </p:nvSpPr>
            <p:spPr bwMode="auto">
              <a:xfrm>
                <a:off x="1517" y="1773"/>
                <a:ext cx="47" cy="1"/>
              </a:xfrm>
              <a:custGeom>
                <a:avLst/>
                <a:gdLst>
                  <a:gd name="T0" fmla="*/ 188 w 188"/>
                  <a:gd name="T1" fmla="*/ 0 h 1"/>
                  <a:gd name="T2" fmla="*/ 0 w 188"/>
                  <a:gd name="T3" fmla="*/ 0 h 1"/>
                  <a:gd name="T4" fmla="*/ 1 w 18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88"/>
                  <a:gd name="T10" fmla="*/ 0 h 1"/>
                  <a:gd name="T11" fmla="*/ 188 w 18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8" h="1">
                    <a:moveTo>
                      <a:pt x="188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7" name="Freeform 176"/>
              <p:cNvSpPr/>
              <p:nvPr/>
            </p:nvSpPr>
            <p:spPr bwMode="auto">
              <a:xfrm>
                <a:off x="1447" y="1773"/>
                <a:ext cx="47" cy="1"/>
              </a:xfrm>
              <a:custGeom>
                <a:avLst/>
                <a:gdLst>
                  <a:gd name="T0" fmla="*/ 189 w 189"/>
                  <a:gd name="T1" fmla="*/ 0 h 1"/>
                  <a:gd name="T2" fmla="*/ 0 w 189"/>
                  <a:gd name="T3" fmla="*/ 0 h 1"/>
                  <a:gd name="T4" fmla="*/ 1 w 18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89"/>
                  <a:gd name="T10" fmla="*/ 0 h 1"/>
                  <a:gd name="T11" fmla="*/ 189 w 18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9" h="1">
                    <a:moveTo>
                      <a:pt x="18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8" name="Freeform 177"/>
              <p:cNvSpPr/>
              <p:nvPr/>
            </p:nvSpPr>
            <p:spPr bwMode="auto">
              <a:xfrm>
                <a:off x="1517" y="1896"/>
                <a:ext cx="47" cy="1"/>
              </a:xfrm>
              <a:custGeom>
                <a:avLst/>
                <a:gdLst>
                  <a:gd name="T0" fmla="*/ 188 w 188"/>
                  <a:gd name="T1" fmla="*/ 0 h 1"/>
                  <a:gd name="T2" fmla="*/ 0 w 188"/>
                  <a:gd name="T3" fmla="*/ 0 h 1"/>
                  <a:gd name="T4" fmla="*/ 1 w 18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88"/>
                  <a:gd name="T10" fmla="*/ 0 h 1"/>
                  <a:gd name="T11" fmla="*/ 188 w 18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8" h="1">
                    <a:moveTo>
                      <a:pt x="188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9" name="Freeform 178"/>
              <p:cNvSpPr/>
              <p:nvPr/>
            </p:nvSpPr>
            <p:spPr bwMode="auto">
              <a:xfrm>
                <a:off x="1447" y="1896"/>
                <a:ext cx="47" cy="1"/>
              </a:xfrm>
              <a:custGeom>
                <a:avLst/>
                <a:gdLst>
                  <a:gd name="T0" fmla="*/ 189 w 189"/>
                  <a:gd name="T1" fmla="*/ 0 h 1"/>
                  <a:gd name="T2" fmla="*/ 0 w 189"/>
                  <a:gd name="T3" fmla="*/ 0 h 1"/>
                  <a:gd name="T4" fmla="*/ 1 w 18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89"/>
                  <a:gd name="T10" fmla="*/ 0 h 1"/>
                  <a:gd name="T11" fmla="*/ 189 w 18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9" h="1">
                    <a:moveTo>
                      <a:pt x="18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0" name="Freeform 179"/>
              <p:cNvSpPr/>
              <p:nvPr/>
            </p:nvSpPr>
            <p:spPr bwMode="auto">
              <a:xfrm>
                <a:off x="1447" y="1916"/>
                <a:ext cx="45" cy="1"/>
              </a:xfrm>
              <a:custGeom>
                <a:avLst/>
                <a:gdLst>
                  <a:gd name="T0" fmla="*/ 180 w 180"/>
                  <a:gd name="T1" fmla="*/ 0 h 1"/>
                  <a:gd name="T2" fmla="*/ 0 w 180"/>
                  <a:gd name="T3" fmla="*/ 0 h 1"/>
                  <a:gd name="T4" fmla="*/ 1 w 18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80"/>
                  <a:gd name="T10" fmla="*/ 0 h 1"/>
                  <a:gd name="T11" fmla="*/ 180 w 18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0" h="1">
                    <a:moveTo>
                      <a:pt x="180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3" name="Group 180"/>
            <p:cNvGrpSpPr/>
            <p:nvPr/>
          </p:nvGrpSpPr>
          <p:grpSpPr bwMode="auto">
            <a:xfrm>
              <a:off x="1837" y="7045"/>
              <a:ext cx="3" cy="2863"/>
              <a:chOff x="2096" y="2545"/>
              <a:chExt cx="1" cy="1145"/>
            </a:xfrm>
          </p:grpSpPr>
          <p:sp>
            <p:nvSpPr>
              <p:cNvPr id="223" name="Freeform 181"/>
              <p:cNvSpPr/>
              <p:nvPr/>
            </p:nvSpPr>
            <p:spPr bwMode="auto">
              <a:xfrm>
                <a:off x="2096" y="3283"/>
                <a:ext cx="1" cy="407"/>
              </a:xfrm>
              <a:custGeom>
                <a:avLst/>
                <a:gdLst>
                  <a:gd name="T0" fmla="*/ 0 w 2"/>
                  <a:gd name="T1" fmla="*/ 1630 h 1630"/>
                  <a:gd name="T2" fmla="*/ 0 w 2"/>
                  <a:gd name="T3" fmla="*/ 0 h 1630"/>
                  <a:gd name="T4" fmla="*/ 2 w 2"/>
                  <a:gd name="T5" fmla="*/ 0 h 163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630"/>
                  <a:gd name="T11" fmla="*/ 2 w 2"/>
                  <a:gd name="T12" fmla="*/ 1630 h 163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630">
                    <a:moveTo>
                      <a:pt x="0" y="163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4" name="Freeform 182"/>
              <p:cNvSpPr/>
              <p:nvPr/>
            </p:nvSpPr>
            <p:spPr bwMode="auto">
              <a:xfrm>
                <a:off x="2096" y="3240"/>
                <a:ext cx="1" cy="17"/>
              </a:xfrm>
              <a:custGeom>
                <a:avLst/>
                <a:gdLst>
                  <a:gd name="T0" fmla="*/ 0 w 2"/>
                  <a:gd name="T1" fmla="*/ 67 h 67"/>
                  <a:gd name="T2" fmla="*/ 0 w 2"/>
                  <a:gd name="T3" fmla="*/ 0 h 67"/>
                  <a:gd name="T4" fmla="*/ 2 w 2"/>
                  <a:gd name="T5" fmla="*/ 0 h 67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67"/>
                  <a:gd name="T11" fmla="*/ 2 w 2"/>
                  <a:gd name="T12" fmla="*/ 67 h 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67">
                    <a:moveTo>
                      <a:pt x="0" y="6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5" name="Freeform 183"/>
              <p:cNvSpPr/>
              <p:nvPr/>
            </p:nvSpPr>
            <p:spPr bwMode="auto">
              <a:xfrm>
                <a:off x="2096" y="2758"/>
                <a:ext cx="1" cy="453"/>
              </a:xfrm>
              <a:custGeom>
                <a:avLst/>
                <a:gdLst>
                  <a:gd name="T0" fmla="*/ 0 w 2"/>
                  <a:gd name="T1" fmla="*/ 1809 h 1809"/>
                  <a:gd name="T2" fmla="*/ 0 w 2"/>
                  <a:gd name="T3" fmla="*/ 0 h 1809"/>
                  <a:gd name="T4" fmla="*/ 2 w 2"/>
                  <a:gd name="T5" fmla="*/ 0 h 1809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809"/>
                  <a:gd name="T11" fmla="*/ 2 w 2"/>
                  <a:gd name="T12" fmla="*/ 1809 h 180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809">
                    <a:moveTo>
                      <a:pt x="0" y="1809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6" name="Freeform 184"/>
              <p:cNvSpPr/>
              <p:nvPr/>
            </p:nvSpPr>
            <p:spPr bwMode="auto">
              <a:xfrm>
                <a:off x="2096" y="2716"/>
                <a:ext cx="1" cy="17"/>
              </a:xfrm>
              <a:custGeom>
                <a:avLst/>
                <a:gdLst>
                  <a:gd name="T0" fmla="*/ 0 w 2"/>
                  <a:gd name="T1" fmla="*/ 67 h 67"/>
                  <a:gd name="T2" fmla="*/ 0 w 2"/>
                  <a:gd name="T3" fmla="*/ 0 h 67"/>
                  <a:gd name="T4" fmla="*/ 2 w 2"/>
                  <a:gd name="T5" fmla="*/ 0 h 67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67"/>
                  <a:gd name="T11" fmla="*/ 2 w 2"/>
                  <a:gd name="T12" fmla="*/ 67 h 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67">
                    <a:moveTo>
                      <a:pt x="0" y="6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7" name="Freeform 185"/>
              <p:cNvSpPr/>
              <p:nvPr/>
            </p:nvSpPr>
            <p:spPr bwMode="auto">
              <a:xfrm>
                <a:off x="2096" y="2545"/>
                <a:ext cx="1" cy="146"/>
              </a:xfrm>
              <a:custGeom>
                <a:avLst/>
                <a:gdLst>
                  <a:gd name="T0" fmla="*/ 0 w 1"/>
                  <a:gd name="T1" fmla="*/ 146 h 146"/>
                  <a:gd name="T2" fmla="*/ 0 w 1"/>
                  <a:gd name="T3" fmla="*/ 47 h 146"/>
                  <a:gd name="T4" fmla="*/ 1 w 1"/>
                  <a:gd name="T5" fmla="*/ 0 h 14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46"/>
                  <a:gd name="T11" fmla="*/ 1 w 1"/>
                  <a:gd name="T12" fmla="*/ 146 h 1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46">
                    <a:moveTo>
                      <a:pt x="0" y="146"/>
                    </a:moveTo>
                    <a:lnTo>
                      <a:pt x="0" y="47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4" name="Group 186"/>
            <p:cNvGrpSpPr/>
            <p:nvPr/>
          </p:nvGrpSpPr>
          <p:grpSpPr bwMode="auto">
            <a:xfrm>
              <a:off x="2250" y="4132"/>
              <a:ext cx="864" cy="3"/>
              <a:chOff x="2261" y="1380"/>
              <a:chExt cx="346" cy="1"/>
            </a:xfrm>
          </p:grpSpPr>
          <p:sp>
            <p:nvSpPr>
              <p:cNvPr id="220" name="Freeform 187"/>
              <p:cNvSpPr/>
              <p:nvPr/>
            </p:nvSpPr>
            <p:spPr bwMode="auto">
              <a:xfrm>
                <a:off x="2261" y="1380"/>
                <a:ext cx="156" cy="1"/>
              </a:xfrm>
              <a:custGeom>
                <a:avLst/>
                <a:gdLst>
                  <a:gd name="T0" fmla="*/ 0 w 626"/>
                  <a:gd name="T1" fmla="*/ 0 h 1"/>
                  <a:gd name="T2" fmla="*/ 625 w 626"/>
                  <a:gd name="T3" fmla="*/ 0 h 1"/>
                  <a:gd name="T4" fmla="*/ 626 w 62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26"/>
                  <a:gd name="T10" fmla="*/ 0 h 1"/>
                  <a:gd name="T11" fmla="*/ 626 w 62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26" h="1">
                    <a:moveTo>
                      <a:pt x="0" y="0"/>
                    </a:moveTo>
                    <a:lnTo>
                      <a:pt x="625" y="0"/>
                    </a:lnTo>
                    <a:lnTo>
                      <a:pt x="62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1" name="Freeform 188"/>
              <p:cNvSpPr/>
              <p:nvPr/>
            </p:nvSpPr>
            <p:spPr bwMode="auto">
              <a:xfrm>
                <a:off x="2457" y="1380"/>
                <a:ext cx="16" cy="1"/>
              </a:xfrm>
              <a:custGeom>
                <a:avLst/>
                <a:gdLst>
                  <a:gd name="T0" fmla="*/ 0 w 65"/>
                  <a:gd name="T1" fmla="*/ 0 h 1"/>
                  <a:gd name="T2" fmla="*/ 64 w 65"/>
                  <a:gd name="T3" fmla="*/ 0 h 1"/>
                  <a:gd name="T4" fmla="*/ 65 w 6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5"/>
                  <a:gd name="T10" fmla="*/ 0 h 1"/>
                  <a:gd name="T11" fmla="*/ 65 w 6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5" h="1">
                    <a:moveTo>
                      <a:pt x="0" y="0"/>
                    </a:moveTo>
                    <a:lnTo>
                      <a:pt x="64" y="0"/>
                    </a:lnTo>
                    <a:lnTo>
                      <a:pt x="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2" name="Freeform 189"/>
              <p:cNvSpPr/>
              <p:nvPr/>
            </p:nvSpPr>
            <p:spPr bwMode="auto">
              <a:xfrm>
                <a:off x="2509" y="1380"/>
                <a:ext cx="98" cy="1"/>
              </a:xfrm>
              <a:custGeom>
                <a:avLst/>
                <a:gdLst>
                  <a:gd name="T0" fmla="*/ 0 w 392"/>
                  <a:gd name="T1" fmla="*/ 0 h 1"/>
                  <a:gd name="T2" fmla="*/ 391 w 392"/>
                  <a:gd name="T3" fmla="*/ 0 h 1"/>
                  <a:gd name="T4" fmla="*/ 392 w 39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92"/>
                  <a:gd name="T10" fmla="*/ 0 h 1"/>
                  <a:gd name="T11" fmla="*/ 392 w 39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2" h="1">
                    <a:moveTo>
                      <a:pt x="0" y="0"/>
                    </a:moveTo>
                    <a:lnTo>
                      <a:pt x="391" y="0"/>
                    </a:lnTo>
                    <a:lnTo>
                      <a:pt x="39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5" name="Freeform 190"/>
            <p:cNvSpPr/>
            <p:nvPr/>
          </p:nvSpPr>
          <p:spPr bwMode="auto">
            <a:xfrm>
              <a:off x="507" y="8068"/>
              <a:ext cx="157" cy="2"/>
            </a:xfrm>
            <a:custGeom>
              <a:avLst/>
              <a:gdLst>
                <a:gd name="T0" fmla="*/ 252 w 252"/>
                <a:gd name="T1" fmla="*/ 0 h 3"/>
                <a:gd name="T2" fmla="*/ 0 w 252"/>
                <a:gd name="T3" fmla="*/ 0 h 3"/>
                <a:gd name="T4" fmla="*/ 2 w 252"/>
                <a:gd name="T5" fmla="*/ 0 h 3"/>
                <a:gd name="T6" fmla="*/ 0 60000 65536"/>
                <a:gd name="T7" fmla="*/ 0 60000 65536"/>
                <a:gd name="T8" fmla="*/ 0 60000 65536"/>
                <a:gd name="T9" fmla="*/ 0 w 252"/>
                <a:gd name="T10" fmla="*/ 0 h 3"/>
                <a:gd name="T11" fmla="*/ 252 w 252"/>
                <a:gd name="T12" fmla="*/ 3 h 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2" h="3">
                  <a:moveTo>
                    <a:pt x="25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Freeform 191"/>
            <p:cNvSpPr/>
            <p:nvPr/>
          </p:nvSpPr>
          <p:spPr bwMode="auto">
            <a:xfrm>
              <a:off x="507" y="8880"/>
              <a:ext cx="157" cy="3"/>
            </a:xfrm>
            <a:custGeom>
              <a:avLst/>
              <a:gdLst>
                <a:gd name="T0" fmla="*/ 252 w 252"/>
                <a:gd name="T1" fmla="*/ 0 h 2"/>
                <a:gd name="T2" fmla="*/ 0 w 252"/>
                <a:gd name="T3" fmla="*/ 0 h 2"/>
                <a:gd name="T4" fmla="*/ 2 w 252"/>
                <a:gd name="T5" fmla="*/ 0 h 2"/>
                <a:gd name="T6" fmla="*/ 0 60000 65536"/>
                <a:gd name="T7" fmla="*/ 0 60000 65536"/>
                <a:gd name="T8" fmla="*/ 0 60000 65536"/>
                <a:gd name="T9" fmla="*/ 0 w 252"/>
                <a:gd name="T10" fmla="*/ 0 h 2"/>
                <a:gd name="T11" fmla="*/ 252 w 252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2" h="2">
                  <a:moveTo>
                    <a:pt x="25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Freeform 192"/>
            <p:cNvSpPr/>
            <p:nvPr/>
          </p:nvSpPr>
          <p:spPr bwMode="auto">
            <a:xfrm>
              <a:off x="125" y="9173"/>
              <a:ext cx="480" cy="2"/>
            </a:xfrm>
            <a:custGeom>
              <a:avLst/>
              <a:gdLst>
                <a:gd name="T0" fmla="*/ 0 w 769"/>
                <a:gd name="T1" fmla="*/ 0 h 3"/>
                <a:gd name="T2" fmla="*/ 768 w 769"/>
                <a:gd name="T3" fmla="*/ 0 h 3"/>
                <a:gd name="T4" fmla="*/ 769 w 769"/>
                <a:gd name="T5" fmla="*/ 0 h 3"/>
                <a:gd name="T6" fmla="*/ 0 60000 65536"/>
                <a:gd name="T7" fmla="*/ 0 60000 65536"/>
                <a:gd name="T8" fmla="*/ 0 60000 65536"/>
                <a:gd name="T9" fmla="*/ 0 w 769"/>
                <a:gd name="T10" fmla="*/ 0 h 3"/>
                <a:gd name="T11" fmla="*/ 769 w 769"/>
                <a:gd name="T12" fmla="*/ 3 h 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9" h="3">
                  <a:moveTo>
                    <a:pt x="0" y="0"/>
                  </a:moveTo>
                  <a:lnTo>
                    <a:pt x="768" y="0"/>
                  </a:lnTo>
                  <a:lnTo>
                    <a:pt x="76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Freeform 193"/>
            <p:cNvSpPr/>
            <p:nvPr/>
          </p:nvSpPr>
          <p:spPr bwMode="auto">
            <a:xfrm>
              <a:off x="125" y="7775"/>
              <a:ext cx="480" cy="3"/>
            </a:xfrm>
            <a:custGeom>
              <a:avLst/>
              <a:gdLst>
                <a:gd name="T0" fmla="*/ 0 w 769"/>
                <a:gd name="T1" fmla="*/ 0 h 2"/>
                <a:gd name="T2" fmla="*/ 768 w 769"/>
                <a:gd name="T3" fmla="*/ 0 h 2"/>
                <a:gd name="T4" fmla="*/ 769 w 769"/>
                <a:gd name="T5" fmla="*/ 0 h 2"/>
                <a:gd name="T6" fmla="*/ 0 60000 65536"/>
                <a:gd name="T7" fmla="*/ 0 60000 65536"/>
                <a:gd name="T8" fmla="*/ 0 60000 65536"/>
                <a:gd name="T9" fmla="*/ 0 w 769"/>
                <a:gd name="T10" fmla="*/ 0 h 2"/>
                <a:gd name="T11" fmla="*/ 769 w 769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9" h="2">
                  <a:moveTo>
                    <a:pt x="0" y="0"/>
                  </a:moveTo>
                  <a:lnTo>
                    <a:pt x="768" y="0"/>
                  </a:lnTo>
                  <a:lnTo>
                    <a:pt x="76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9" name="Group 194"/>
            <p:cNvGrpSpPr/>
            <p:nvPr/>
          </p:nvGrpSpPr>
          <p:grpSpPr bwMode="auto">
            <a:xfrm>
              <a:off x="215" y="7628"/>
              <a:ext cx="292" cy="304"/>
              <a:chOff x="1447" y="2778"/>
              <a:chExt cx="117" cy="122"/>
            </a:xfrm>
          </p:grpSpPr>
          <p:sp>
            <p:nvSpPr>
              <p:cNvPr id="216" name="Freeform 195"/>
              <p:cNvSpPr/>
              <p:nvPr/>
            </p:nvSpPr>
            <p:spPr bwMode="auto">
              <a:xfrm>
                <a:off x="1447" y="2778"/>
                <a:ext cx="47" cy="1"/>
              </a:xfrm>
              <a:custGeom>
                <a:avLst/>
                <a:gdLst>
                  <a:gd name="T0" fmla="*/ 0 w 190"/>
                  <a:gd name="T1" fmla="*/ 0 h 1"/>
                  <a:gd name="T2" fmla="*/ 189 w 190"/>
                  <a:gd name="T3" fmla="*/ 0 h 1"/>
                  <a:gd name="T4" fmla="*/ 190 w 19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90"/>
                  <a:gd name="T10" fmla="*/ 0 h 1"/>
                  <a:gd name="T11" fmla="*/ 190 w 19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" h="1">
                    <a:moveTo>
                      <a:pt x="0" y="0"/>
                    </a:moveTo>
                    <a:lnTo>
                      <a:pt x="189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7" name="Freeform 196"/>
              <p:cNvSpPr/>
              <p:nvPr/>
            </p:nvSpPr>
            <p:spPr bwMode="auto">
              <a:xfrm>
                <a:off x="1517" y="2778"/>
                <a:ext cx="47" cy="1"/>
              </a:xfrm>
              <a:custGeom>
                <a:avLst/>
                <a:gdLst>
                  <a:gd name="T0" fmla="*/ 0 w 190"/>
                  <a:gd name="T1" fmla="*/ 0 h 1"/>
                  <a:gd name="T2" fmla="*/ 188 w 190"/>
                  <a:gd name="T3" fmla="*/ 0 h 1"/>
                  <a:gd name="T4" fmla="*/ 190 w 19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90"/>
                  <a:gd name="T10" fmla="*/ 0 h 1"/>
                  <a:gd name="T11" fmla="*/ 190 w 19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" h="1">
                    <a:moveTo>
                      <a:pt x="0" y="0"/>
                    </a:moveTo>
                    <a:lnTo>
                      <a:pt x="188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8" name="Freeform 197"/>
              <p:cNvSpPr/>
              <p:nvPr/>
            </p:nvSpPr>
            <p:spPr bwMode="auto">
              <a:xfrm>
                <a:off x="1447" y="2899"/>
                <a:ext cx="47" cy="1"/>
              </a:xfrm>
              <a:custGeom>
                <a:avLst/>
                <a:gdLst>
                  <a:gd name="T0" fmla="*/ 0 w 190"/>
                  <a:gd name="T1" fmla="*/ 0 h 1"/>
                  <a:gd name="T2" fmla="*/ 189 w 190"/>
                  <a:gd name="T3" fmla="*/ 0 h 1"/>
                  <a:gd name="T4" fmla="*/ 190 w 19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90"/>
                  <a:gd name="T10" fmla="*/ 0 h 1"/>
                  <a:gd name="T11" fmla="*/ 190 w 19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" h="1">
                    <a:moveTo>
                      <a:pt x="0" y="0"/>
                    </a:moveTo>
                    <a:lnTo>
                      <a:pt x="189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9" name="Freeform 198"/>
              <p:cNvSpPr/>
              <p:nvPr/>
            </p:nvSpPr>
            <p:spPr bwMode="auto">
              <a:xfrm>
                <a:off x="1517" y="2899"/>
                <a:ext cx="47" cy="1"/>
              </a:xfrm>
              <a:custGeom>
                <a:avLst/>
                <a:gdLst>
                  <a:gd name="T0" fmla="*/ 0 w 190"/>
                  <a:gd name="T1" fmla="*/ 0 h 1"/>
                  <a:gd name="T2" fmla="*/ 188 w 190"/>
                  <a:gd name="T3" fmla="*/ 0 h 1"/>
                  <a:gd name="T4" fmla="*/ 190 w 19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90"/>
                  <a:gd name="T10" fmla="*/ 0 h 1"/>
                  <a:gd name="T11" fmla="*/ 190 w 19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" h="1">
                    <a:moveTo>
                      <a:pt x="0" y="0"/>
                    </a:moveTo>
                    <a:lnTo>
                      <a:pt x="188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0" name="Group 199"/>
            <p:cNvGrpSpPr/>
            <p:nvPr/>
          </p:nvGrpSpPr>
          <p:grpSpPr bwMode="auto">
            <a:xfrm>
              <a:off x="215" y="9017"/>
              <a:ext cx="292" cy="308"/>
              <a:chOff x="1447" y="3334"/>
              <a:chExt cx="117" cy="123"/>
            </a:xfrm>
          </p:grpSpPr>
          <p:sp>
            <p:nvSpPr>
              <p:cNvPr id="212" name="Freeform 200"/>
              <p:cNvSpPr/>
              <p:nvPr/>
            </p:nvSpPr>
            <p:spPr bwMode="auto">
              <a:xfrm>
                <a:off x="1447" y="3334"/>
                <a:ext cx="47" cy="1"/>
              </a:xfrm>
              <a:custGeom>
                <a:avLst/>
                <a:gdLst>
                  <a:gd name="T0" fmla="*/ 0 w 190"/>
                  <a:gd name="T1" fmla="*/ 0 h 1"/>
                  <a:gd name="T2" fmla="*/ 189 w 190"/>
                  <a:gd name="T3" fmla="*/ 0 h 1"/>
                  <a:gd name="T4" fmla="*/ 190 w 19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90"/>
                  <a:gd name="T10" fmla="*/ 0 h 1"/>
                  <a:gd name="T11" fmla="*/ 190 w 19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" h="1">
                    <a:moveTo>
                      <a:pt x="0" y="0"/>
                    </a:moveTo>
                    <a:lnTo>
                      <a:pt x="189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3" name="Freeform 201"/>
              <p:cNvSpPr/>
              <p:nvPr/>
            </p:nvSpPr>
            <p:spPr bwMode="auto">
              <a:xfrm>
                <a:off x="1517" y="3334"/>
                <a:ext cx="47" cy="1"/>
              </a:xfrm>
              <a:custGeom>
                <a:avLst/>
                <a:gdLst>
                  <a:gd name="T0" fmla="*/ 0 w 190"/>
                  <a:gd name="T1" fmla="*/ 0 h 1"/>
                  <a:gd name="T2" fmla="*/ 188 w 190"/>
                  <a:gd name="T3" fmla="*/ 0 h 1"/>
                  <a:gd name="T4" fmla="*/ 190 w 19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90"/>
                  <a:gd name="T10" fmla="*/ 0 h 1"/>
                  <a:gd name="T11" fmla="*/ 190 w 19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" h="1">
                    <a:moveTo>
                      <a:pt x="0" y="0"/>
                    </a:moveTo>
                    <a:lnTo>
                      <a:pt x="188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4" name="Freeform 202"/>
              <p:cNvSpPr/>
              <p:nvPr/>
            </p:nvSpPr>
            <p:spPr bwMode="auto">
              <a:xfrm>
                <a:off x="1447" y="3456"/>
                <a:ext cx="47" cy="1"/>
              </a:xfrm>
              <a:custGeom>
                <a:avLst/>
                <a:gdLst>
                  <a:gd name="T0" fmla="*/ 0 w 190"/>
                  <a:gd name="T1" fmla="*/ 0 h 1"/>
                  <a:gd name="T2" fmla="*/ 189 w 190"/>
                  <a:gd name="T3" fmla="*/ 0 h 1"/>
                  <a:gd name="T4" fmla="*/ 190 w 19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90"/>
                  <a:gd name="T10" fmla="*/ 0 h 1"/>
                  <a:gd name="T11" fmla="*/ 190 w 19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" h="1">
                    <a:moveTo>
                      <a:pt x="0" y="0"/>
                    </a:moveTo>
                    <a:lnTo>
                      <a:pt x="189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" name="Freeform 203"/>
              <p:cNvSpPr/>
              <p:nvPr/>
            </p:nvSpPr>
            <p:spPr bwMode="auto">
              <a:xfrm>
                <a:off x="1517" y="3456"/>
                <a:ext cx="47" cy="1"/>
              </a:xfrm>
              <a:custGeom>
                <a:avLst/>
                <a:gdLst>
                  <a:gd name="T0" fmla="*/ 0 w 190"/>
                  <a:gd name="T1" fmla="*/ 0 h 1"/>
                  <a:gd name="T2" fmla="*/ 188 w 190"/>
                  <a:gd name="T3" fmla="*/ 0 h 1"/>
                  <a:gd name="T4" fmla="*/ 190 w 19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90"/>
                  <a:gd name="T10" fmla="*/ 0 h 1"/>
                  <a:gd name="T11" fmla="*/ 190 w 19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" h="1">
                    <a:moveTo>
                      <a:pt x="0" y="0"/>
                    </a:moveTo>
                    <a:lnTo>
                      <a:pt x="188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1" name="Group 204"/>
            <p:cNvGrpSpPr/>
            <p:nvPr/>
          </p:nvGrpSpPr>
          <p:grpSpPr bwMode="auto">
            <a:xfrm>
              <a:off x="990" y="3277"/>
              <a:ext cx="2" cy="706"/>
              <a:chOff x="1757" y="1038"/>
              <a:chExt cx="1" cy="282"/>
            </a:xfrm>
          </p:grpSpPr>
          <p:sp>
            <p:nvSpPr>
              <p:cNvPr id="209" name="Freeform 205"/>
              <p:cNvSpPr/>
              <p:nvPr/>
            </p:nvSpPr>
            <p:spPr bwMode="auto">
              <a:xfrm>
                <a:off x="1757" y="1218"/>
                <a:ext cx="1" cy="102"/>
              </a:xfrm>
              <a:custGeom>
                <a:avLst/>
                <a:gdLst>
                  <a:gd name="T0" fmla="*/ 0 w 1"/>
                  <a:gd name="T1" fmla="*/ 410 h 410"/>
                  <a:gd name="T2" fmla="*/ 0 w 1"/>
                  <a:gd name="T3" fmla="*/ 0 h 410"/>
                  <a:gd name="T4" fmla="*/ 1 w 1"/>
                  <a:gd name="T5" fmla="*/ 0 h 41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10"/>
                  <a:gd name="T11" fmla="*/ 1 w 1"/>
                  <a:gd name="T12" fmla="*/ 410 h 4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10">
                    <a:moveTo>
                      <a:pt x="0" y="41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0" name="Freeform 206"/>
              <p:cNvSpPr/>
              <p:nvPr/>
            </p:nvSpPr>
            <p:spPr bwMode="auto">
              <a:xfrm>
                <a:off x="1757" y="1179"/>
                <a:ext cx="1" cy="13"/>
              </a:xfrm>
              <a:custGeom>
                <a:avLst/>
                <a:gdLst>
                  <a:gd name="T0" fmla="*/ 0 w 1"/>
                  <a:gd name="T1" fmla="*/ 52 h 52"/>
                  <a:gd name="T2" fmla="*/ 0 w 1"/>
                  <a:gd name="T3" fmla="*/ 0 h 52"/>
                  <a:gd name="T4" fmla="*/ 1 w 1"/>
                  <a:gd name="T5" fmla="*/ 0 h 5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2"/>
                  <a:gd name="T11" fmla="*/ 1 w 1"/>
                  <a:gd name="T12" fmla="*/ 52 h 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2">
                    <a:moveTo>
                      <a:pt x="0" y="5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1" name="Freeform 207"/>
              <p:cNvSpPr/>
              <p:nvPr/>
            </p:nvSpPr>
            <p:spPr bwMode="auto">
              <a:xfrm>
                <a:off x="1757" y="1038"/>
                <a:ext cx="1" cy="120"/>
              </a:xfrm>
              <a:custGeom>
                <a:avLst/>
                <a:gdLst>
                  <a:gd name="T0" fmla="*/ 0 w 1"/>
                  <a:gd name="T1" fmla="*/ 480 h 480"/>
                  <a:gd name="T2" fmla="*/ 0 w 1"/>
                  <a:gd name="T3" fmla="*/ 0 h 480"/>
                  <a:gd name="T4" fmla="*/ 1 w 1"/>
                  <a:gd name="T5" fmla="*/ 0 h 48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80"/>
                  <a:gd name="T11" fmla="*/ 1 w 1"/>
                  <a:gd name="T12" fmla="*/ 480 h 48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80">
                    <a:moveTo>
                      <a:pt x="0" y="48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2" name="Group 208"/>
            <p:cNvGrpSpPr/>
            <p:nvPr/>
          </p:nvGrpSpPr>
          <p:grpSpPr bwMode="auto">
            <a:xfrm>
              <a:off x="2682" y="3277"/>
              <a:ext cx="2" cy="748"/>
              <a:chOff x="2434" y="1038"/>
              <a:chExt cx="1" cy="299"/>
            </a:xfrm>
          </p:grpSpPr>
          <p:sp>
            <p:nvSpPr>
              <p:cNvPr id="206" name="Freeform 209"/>
              <p:cNvSpPr/>
              <p:nvPr/>
            </p:nvSpPr>
            <p:spPr bwMode="auto">
              <a:xfrm>
                <a:off x="2434" y="1209"/>
                <a:ext cx="1" cy="128"/>
              </a:xfrm>
              <a:custGeom>
                <a:avLst/>
                <a:gdLst>
                  <a:gd name="T0" fmla="*/ 0 w 1"/>
                  <a:gd name="T1" fmla="*/ 513 h 513"/>
                  <a:gd name="T2" fmla="*/ 0 w 1"/>
                  <a:gd name="T3" fmla="*/ 0 h 513"/>
                  <a:gd name="T4" fmla="*/ 1 w 1"/>
                  <a:gd name="T5" fmla="*/ 0 h 51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13"/>
                  <a:gd name="T11" fmla="*/ 1 w 1"/>
                  <a:gd name="T12" fmla="*/ 513 h 5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13">
                    <a:moveTo>
                      <a:pt x="0" y="51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7" name="Freeform 210"/>
              <p:cNvSpPr/>
              <p:nvPr/>
            </p:nvSpPr>
            <p:spPr bwMode="auto">
              <a:xfrm>
                <a:off x="2434" y="1179"/>
                <a:ext cx="1" cy="13"/>
              </a:xfrm>
              <a:custGeom>
                <a:avLst/>
                <a:gdLst>
                  <a:gd name="T0" fmla="*/ 0 w 1"/>
                  <a:gd name="T1" fmla="*/ 52 h 52"/>
                  <a:gd name="T2" fmla="*/ 0 w 1"/>
                  <a:gd name="T3" fmla="*/ 0 h 52"/>
                  <a:gd name="T4" fmla="*/ 1 w 1"/>
                  <a:gd name="T5" fmla="*/ 0 h 5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2"/>
                  <a:gd name="T11" fmla="*/ 1 w 1"/>
                  <a:gd name="T12" fmla="*/ 52 h 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2">
                    <a:moveTo>
                      <a:pt x="0" y="5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8" name="Freeform 211"/>
              <p:cNvSpPr/>
              <p:nvPr/>
            </p:nvSpPr>
            <p:spPr bwMode="auto">
              <a:xfrm>
                <a:off x="2434" y="1038"/>
                <a:ext cx="1" cy="124"/>
              </a:xfrm>
              <a:custGeom>
                <a:avLst/>
                <a:gdLst>
                  <a:gd name="T0" fmla="*/ 0 w 1"/>
                  <a:gd name="T1" fmla="*/ 497 h 497"/>
                  <a:gd name="T2" fmla="*/ 0 w 1"/>
                  <a:gd name="T3" fmla="*/ 0 h 497"/>
                  <a:gd name="T4" fmla="*/ 1 w 1"/>
                  <a:gd name="T5" fmla="*/ 0 h 49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97"/>
                  <a:gd name="T11" fmla="*/ 1 w 1"/>
                  <a:gd name="T12" fmla="*/ 497 h 49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97">
                    <a:moveTo>
                      <a:pt x="0" y="49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3" name="Group 212"/>
            <p:cNvGrpSpPr/>
            <p:nvPr/>
          </p:nvGrpSpPr>
          <p:grpSpPr bwMode="auto">
            <a:xfrm>
              <a:off x="2682" y="5920"/>
              <a:ext cx="2" cy="715"/>
              <a:chOff x="2434" y="2095"/>
              <a:chExt cx="1" cy="286"/>
            </a:xfrm>
          </p:grpSpPr>
          <p:sp>
            <p:nvSpPr>
              <p:cNvPr id="203" name="Freeform 213"/>
              <p:cNvSpPr/>
              <p:nvPr/>
            </p:nvSpPr>
            <p:spPr bwMode="auto">
              <a:xfrm>
                <a:off x="2434" y="2266"/>
                <a:ext cx="1" cy="115"/>
              </a:xfrm>
              <a:custGeom>
                <a:avLst/>
                <a:gdLst>
                  <a:gd name="T0" fmla="*/ 0 w 1"/>
                  <a:gd name="T1" fmla="*/ 462 h 462"/>
                  <a:gd name="T2" fmla="*/ 0 w 1"/>
                  <a:gd name="T3" fmla="*/ 0 h 462"/>
                  <a:gd name="T4" fmla="*/ 1 w 1"/>
                  <a:gd name="T5" fmla="*/ 0 h 46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62"/>
                  <a:gd name="T11" fmla="*/ 1 w 1"/>
                  <a:gd name="T12" fmla="*/ 462 h 4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62">
                    <a:moveTo>
                      <a:pt x="0" y="46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4" name="Freeform 214"/>
              <p:cNvSpPr/>
              <p:nvPr/>
            </p:nvSpPr>
            <p:spPr bwMode="auto">
              <a:xfrm>
                <a:off x="2434" y="2236"/>
                <a:ext cx="1" cy="13"/>
              </a:xfrm>
              <a:custGeom>
                <a:avLst/>
                <a:gdLst>
                  <a:gd name="T0" fmla="*/ 0 w 1"/>
                  <a:gd name="T1" fmla="*/ 50 h 50"/>
                  <a:gd name="T2" fmla="*/ 0 w 1"/>
                  <a:gd name="T3" fmla="*/ 0 h 50"/>
                  <a:gd name="T4" fmla="*/ 1 w 1"/>
                  <a:gd name="T5" fmla="*/ 0 h 5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0"/>
                  <a:gd name="T11" fmla="*/ 1 w 1"/>
                  <a:gd name="T12" fmla="*/ 50 h 5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0">
                    <a:moveTo>
                      <a:pt x="0" y="5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5" name="Freeform 215"/>
              <p:cNvSpPr/>
              <p:nvPr/>
            </p:nvSpPr>
            <p:spPr bwMode="auto">
              <a:xfrm>
                <a:off x="2434" y="2095"/>
                <a:ext cx="1" cy="124"/>
              </a:xfrm>
              <a:custGeom>
                <a:avLst/>
                <a:gdLst>
                  <a:gd name="T0" fmla="*/ 0 w 1"/>
                  <a:gd name="T1" fmla="*/ 495 h 495"/>
                  <a:gd name="T2" fmla="*/ 0 w 1"/>
                  <a:gd name="T3" fmla="*/ 0 h 495"/>
                  <a:gd name="T4" fmla="*/ 1 w 1"/>
                  <a:gd name="T5" fmla="*/ 0 h 49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95"/>
                  <a:gd name="T11" fmla="*/ 1 w 1"/>
                  <a:gd name="T12" fmla="*/ 495 h 49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95">
                    <a:moveTo>
                      <a:pt x="0" y="49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4" name="Group 216"/>
            <p:cNvGrpSpPr/>
            <p:nvPr/>
          </p:nvGrpSpPr>
          <p:grpSpPr bwMode="auto">
            <a:xfrm>
              <a:off x="990" y="5898"/>
              <a:ext cx="2" cy="737"/>
              <a:chOff x="1757" y="2086"/>
              <a:chExt cx="1" cy="295"/>
            </a:xfrm>
          </p:grpSpPr>
          <p:sp>
            <p:nvSpPr>
              <p:cNvPr id="200" name="Freeform 217"/>
              <p:cNvSpPr/>
              <p:nvPr/>
            </p:nvSpPr>
            <p:spPr bwMode="auto">
              <a:xfrm>
                <a:off x="1757" y="2266"/>
                <a:ext cx="1" cy="115"/>
              </a:xfrm>
              <a:custGeom>
                <a:avLst/>
                <a:gdLst>
                  <a:gd name="T0" fmla="*/ 0 w 1"/>
                  <a:gd name="T1" fmla="*/ 462 h 462"/>
                  <a:gd name="T2" fmla="*/ 0 w 1"/>
                  <a:gd name="T3" fmla="*/ 0 h 462"/>
                  <a:gd name="T4" fmla="*/ 1 w 1"/>
                  <a:gd name="T5" fmla="*/ 0 h 46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62"/>
                  <a:gd name="T11" fmla="*/ 1 w 1"/>
                  <a:gd name="T12" fmla="*/ 462 h 4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62">
                    <a:moveTo>
                      <a:pt x="0" y="46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1" name="Freeform 218"/>
              <p:cNvSpPr/>
              <p:nvPr/>
            </p:nvSpPr>
            <p:spPr bwMode="auto">
              <a:xfrm>
                <a:off x="1757" y="2231"/>
                <a:ext cx="1" cy="13"/>
              </a:xfrm>
              <a:custGeom>
                <a:avLst/>
                <a:gdLst>
                  <a:gd name="T0" fmla="*/ 0 w 1"/>
                  <a:gd name="T1" fmla="*/ 51 h 51"/>
                  <a:gd name="T2" fmla="*/ 0 w 1"/>
                  <a:gd name="T3" fmla="*/ 0 h 51"/>
                  <a:gd name="T4" fmla="*/ 1 w 1"/>
                  <a:gd name="T5" fmla="*/ 0 h 5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1"/>
                  <a:gd name="T11" fmla="*/ 1 w 1"/>
                  <a:gd name="T12" fmla="*/ 51 h 5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1">
                    <a:moveTo>
                      <a:pt x="0" y="5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2" name="Freeform 219"/>
              <p:cNvSpPr/>
              <p:nvPr/>
            </p:nvSpPr>
            <p:spPr bwMode="auto">
              <a:xfrm>
                <a:off x="1757" y="2086"/>
                <a:ext cx="1" cy="124"/>
              </a:xfrm>
              <a:custGeom>
                <a:avLst/>
                <a:gdLst>
                  <a:gd name="T0" fmla="*/ 0 w 1"/>
                  <a:gd name="T1" fmla="*/ 497 h 497"/>
                  <a:gd name="T2" fmla="*/ 0 w 1"/>
                  <a:gd name="T3" fmla="*/ 0 h 497"/>
                  <a:gd name="T4" fmla="*/ 1 w 1"/>
                  <a:gd name="T5" fmla="*/ 0 h 49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97"/>
                  <a:gd name="T11" fmla="*/ 1 w 1"/>
                  <a:gd name="T12" fmla="*/ 497 h 49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97">
                    <a:moveTo>
                      <a:pt x="0" y="49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5" name="Group 220"/>
            <p:cNvGrpSpPr/>
            <p:nvPr/>
          </p:nvGrpSpPr>
          <p:grpSpPr bwMode="auto">
            <a:xfrm>
              <a:off x="0" y="8475"/>
              <a:ext cx="3224" cy="2"/>
              <a:chOff x="1361" y="3117"/>
              <a:chExt cx="1290" cy="1"/>
            </a:xfrm>
          </p:grpSpPr>
          <p:sp>
            <p:nvSpPr>
              <p:cNvPr id="194" name="Freeform 221"/>
              <p:cNvSpPr/>
              <p:nvPr/>
            </p:nvSpPr>
            <p:spPr bwMode="auto">
              <a:xfrm>
                <a:off x="1361" y="3117"/>
                <a:ext cx="301" cy="1"/>
              </a:xfrm>
              <a:custGeom>
                <a:avLst/>
                <a:gdLst>
                  <a:gd name="T0" fmla="*/ 0 w 1204"/>
                  <a:gd name="T1" fmla="*/ 0 h 1"/>
                  <a:gd name="T2" fmla="*/ 1203 w 1204"/>
                  <a:gd name="T3" fmla="*/ 0 h 1"/>
                  <a:gd name="T4" fmla="*/ 1204 w 120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204"/>
                  <a:gd name="T10" fmla="*/ 0 h 1"/>
                  <a:gd name="T11" fmla="*/ 1204 w 120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04" h="1">
                    <a:moveTo>
                      <a:pt x="0" y="0"/>
                    </a:moveTo>
                    <a:lnTo>
                      <a:pt x="1203" y="0"/>
                    </a:lnTo>
                    <a:lnTo>
                      <a:pt x="120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5" name="Line 222"/>
              <p:cNvSpPr>
                <a:spLocks noChangeShapeType="1"/>
              </p:cNvSpPr>
              <p:nvPr/>
            </p:nvSpPr>
            <p:spPr bwMode="auto">
              <a:xfrm>
                <a:off x="2418" y="3117"/>
                <a:ext cx="1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6" name="Freeform 223"/>
              <p:cNvSpPr/>
              <p:nvPr/>
            </p:nvSpPr>
            <p:spPr bwMode="auto">
              <a:xfrm>
                <a:off x="1691" y="3117"/>
                <a:ext cx="18" cy="1"/>
              </a:xfrm>
              <a:custGeom>
                <a:avLst/>
                <a:gdLst>
                  <a:gd name="T0" fmla="*/ 0 w 69"/>
                  <a:gd name="T1" fmla="*/ 0 h 1"/>
                  <a:gd name="T2" fmla="*/ 68 w 69"/>
                  <a:gd name="T3" fmla="*/ 0 h 1"/>
                  <a:gd name="T4" fmla="*/ 69 w 6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9"/>
                  <a:gd name="T10" fmla="*/ 0 h 1"/>
                  <a:gd name="T11" fmla="*/ 69 w 6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" h="1">
                    <a:moveTo>
                      <a:pt x="0" y="0"/>
                    </a:moveTo>
                    <a:lnTo>
                      <a:pt x="68" y="0"/>
                    </a:lnTo>
                    <a:lnTo>
                      <a:pt x="6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7" name="Freeform 224"/>
              <p:cNvSpPr/>
              <p:nvPr/>
            </p:nvSpPr>
            <p:spPr bwMode="auto">
              <a:xfrm>
                <a:off x="2198" y="3117"/>
                <a:ext cx="18" cy="1"/>
              </a:xfrm>
              <a:custGeom>
                <a:avLst/>
                <a:gdLst>
                  <a:gd name="T0" fmla="*/ 0 w 69"/>
                  <a:gd name="T1" fmla="*/ 0 h 1"/>
                  <a:gd name="T2" fmla="*/ 68 w 69"/>
                  <a:gd name="T3" fmla="*/ 0 h 1"/>
                  <a:gd name="T4" fmla="*/ 69 w 6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9"/>
                  <a:gd name="T10" fmla="*/ 0 h 1"/>
                  <a:gd name="T11" fmla="*/ 69 w 6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" h="1">
                    <a:moveTo>
                      <a:pt x="0" y="0"/>
                    </a:moveTo>
                    <a:lnTo>
                      <a:pt x="68" y="0"/>
                    </a:lnTo>
                    <a:lnTo>
                      <a:pt x="6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8" name="Freeform 225"/>
              <p:cNvSpPr/>
              <p:nvPr/>
            </p:nvSpPr>
            <p:spPr bwMode="auto">
              <a:xfrm>
                <a:off x="2240" y="3117"/>
                <a:ext cx="411" cy="1"/>
              </a:xfrm>
              <a:custGeom>
                <a:avLst/>
                <a:gdLst>
                  <a:gd name="T0" fmla="*/ 0 w 1640"/>
                  <a:gd name="T1" fmla="*/ 0 h 1"/>
                  <a:gd name="T2" fmla="*/ 1639 w 1640"/>
                  <a:gd name="T3" fmla="*/ 0 h 1"/>
                  <a:gd name="T4" fmla="*/ 1640 w 164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640"/>
                  <a:gd name="T10" fmla="*/ 0 h 1"/>
                  <a:gd name="T11" fmla="*/ 1640 w 164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40" h="1">
                    <a:moveTo>
                      <a:pt x="0" y="0"/>
                    </a:moveTo>
                    <a:lnTo>
                      <a:pt x="1639" y="0"/>
                    </a:lnTo>
                    <a:lnTo>
                      <a:pt x="164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9" name="Freeform 226"/>
              <p:cNvSpPr/>
              <p:nvPr/>
            </p:nvSpPr>
            <p:spPr bwMode="auto">
              <a:xfrm>
                <a:off x="1738" y="3117"/>
                <a:ext cx="435" cy="1"/>
              </a:xfrm>
              <a:custGeom>
                <a:avLst/>
                <a:gdLst>
                  <a:gd name="T0" fmla="*/ 0 w 1740"/>
                  <a:gd name="T1" fmla="*/ 0 h 1"/>
                  <a:gd name="T2" fmla="*/ 1739 w 1740"/>
                  <a:gd name="T3" fmla="*/ 0 h 1"/>
                  <a:gd name="T4" fmla="*/ 1740 w 174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740"/>
                  <a:gd name="T10" fmla="*/ 0 h 1"/>
                  <a:gd name="T11" fmla="*/ 1740 w 174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40" h="1">
                    <a:moveTo>
                      <a:pt x="0" y="0"/>
                    </a:moveTo>
                    <a:lnTo>
                      <a:pt x="1739" y="0"/>
                    </a:lnTo>
                    <a:lnTo>
                      <a:pt x="174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6" name="Freeform 227"/>
            <p:cNvSpPr/>
            <p:nvPr/>
          </p:nvSpPr>
          <p:spPr bwMode="auto">
            <a:xfrm>
              <a:off x="1297" y="5063"/>
              <a:ext cx="60" cy="420"/>
            </a:xfrm>
            <a:custGeom>
              <a:avLst/>
              <a:gdLst>
                <a:gd name="T0" fmla="*/ 0 w 24"/>
                <a:gd name="T1" fmla="*/ 0 h 168"/>
                <a:gd name="T2" fmla="*/ 24 w 24"/>
                <a:gd name="T3" fmla="*/ 80 h 168"/>
                <a:gd name="T4" fmla="*/ 0 w 24"/>
                <a:gd name="T5" fmla="*/ 168 h 168"/>
                <a:gd name="T6" fmla="*/ 0 60000 65536"/>
                <a:gd name="T7" fmla="*/ 0 60000 65536"/>
                <a:gd name="T8" fmla="*/ 0 60000 65536"/>
                <a:gd name="T9" fmla="*/ 0 w 24"/>
                <a:gd name="T10" fmla="*/ 0 h 168"/>
                <a:gd name="T11" fmla="*/ 24 w 24"/>
                <a:gd name="T12" fmla="*/ 168 h 1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" h="168">
                  <a:moveTo>
                    <a:pt x="0" y="0"/>
                  </a:moveTo>
                  <a:cubicBezTo>
                    <a:pt x="12" y="26"/>
                    <a:pt x="24" y="52"/>
                    <a:pt x="24" y="80"/>
                  </a:cubicBezTo>
                  <a:cubicBezTo>
                    <a:pt x="24" y="108"/>
                    <a:pt x="12" y="138"/>
                    <a:pt x="0" y="168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Freeform 228"/>
            <p:cNvSpPr/>
            <p:nvPr/>
          </p:nvSpPr>
          <p:spPr bwMode="auto">
            <a:xfrm>
              <a:off x="2335" y="3923"/>
              <a:ext cx="62" cy="420"/>
            </a:xfrm>
            <a:custGeom>
              <a:avLst/>
              <a:gdLst>
                <a:gd name="T0" fmla="*/ 25 w 25"/>
                <a:gd name="T1" fmla="*/ 0 h 168"/>
                <a:gd name="T2" fmla="*/ 0 w 25"/>
                <a:gd name="T3" fmla="*/ 88 h 168"/>
                <a:gd name="T4" fmla="*/ 25 w 25"/>
                <a:gd name="T5" fmla="*/ 168 h 168"/>
                <a:gd name="T6" fmla="*/ 0 60000 65536"/>
                <a:gd name="T7" fmla="*/ 0 60000 65536"/>
                <a:gd name="T8" fmla="*/ 0 60000 65536"/>
                <a:gd name="T9" fmla="*/ 0 w 25"/>
                <a:gd name="T10" fmla="*/ 0 h 168"/>
                <a:gd name="T11" fmla="*/ 25 w 25"/>
                <a:gd name="T12" fmla="*/ 168 h 1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" h="168">
                  <a:moveTo>
                    <a:pt x="25" y="0"/>
                  </a:moveTo>
                  <a:cubicBezTo>
                    <a:pt x="22" y="15"/>
                    <a:pt x="0" y="60"/>
                    <a:pt x="0" y="88"/>
                  </a:cubicBezTo>
                  <a:cubicBezTo>
                    <a:pt x="0" y="116"/>
                    <a:pt x="11" y="142"/>
                    <a:pt x="25" y="168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Line 229"/>
            <p:cNvSpPr>
              <a:spLocks noChangeShapeType="1"/>
            </p:cNvSpPr>
            <p:nvPr/>
          </p:nvSpPr>
          <p:spPr bwMode="auto">
            <a:xfrm>
              <a:off x="665" y="8060"/>
              <a:ext cx="49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Line 230"/>
            <p:cNvSpPr>
              <a:spLocks noChangeShapeType="1"/>
            </p:cNvSpPr>
            <p:nvPr/>
          </p:nvSpPr>
          <p:spPr bwMode="auto">
            <a:xfrm>
              <a:off x="665" y="8890"/>
              <a:ext cx="49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Oval 231"/>
            <p:cNvSpPr>
              <a:spLocks noChangeArrowheads="1"/>
            </p:cNvSpPr>
            <p:nvPr/>
          </p:nvSpPr>
          <p:spPr bwMode="auto">
            <a:xfrm>
              <a:off x="827" y="7450"/>
              <a:ext cx="332" cy="325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Oval 232"/>
            <p:cNvSpPr>
              <a:spLocks noChangeArrowheads="1"/>
            </p:cNvSpPr>
            <p:nvPr/>
          </p:nvSpPr>
          <p:spPr bwMode="auto">
            <a:xfrm>
              <a:off x="2522" y="7450"/>
              <a:ext cx="332" cy="325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Oval 233"/>
            <p:cNvSpPr>
              <a:spLocks noChangeArrowheads="1"/>
            </p:cNvSpPr>
            <p:nvPr/>
          </p:nvSpPr>
          <p:spPr bwMode="auto">
            <a:xfrm>
              <a:off x="2522" y="9158"/>
              <a:ext cx="332" cy="325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Arc 234"/>
            <p:cNvSpPr/>
            <p:nvPr/>
          </p:nvSpPr>
          <p:spPr bwMode="auto">
            <a:xfrm>
              <a:off x="2645" y="7288"/>
              <a:ext cx="362" cy="340"/>
            </a:xfrm>
            <a:custGeom>
              <a:avLst/>
              <a:gdLst>
                <a:gd name="T0" fmla="*/ 0 w 21600"/>
                <a:gd name="T1" fmla="*/ 0 h 21600"/>
                <a:gd name="T2" fmla="*/ 362 w 21600"/>
                <a:gd name="T3" fmla="*/ 341 h 21600"/>
                <a:gd name="T4" fmla="*/ 0 w 21600"/>
                <a:gd name="T5" fmla="*/ 341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Line 235"/>
            <p:cNvSpPr>
              <a:spLocks noChangeShapeType="1"/>
            </p:cNvSpPr>
            <p:nvPr/>
          </p:nvSpPr>
          <p:spPr bwMode="auto">
            <a:xfrm>
              <a:off x="3010" y="3438"/>
              <a:ext cx="0" cy="114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Arc 236"/>
            <p:cNvSpPr/>
            <p:nvPr/>
          </p:nvSpPr>
          <p:spPr bwMode="auto">
            <a:xfrm flipV="1">
              <a:off x="5325" y="5215"/>
              <a:ext cx="560" cy="623"/>
            </a:xfrm>
            <a:custGeom>
              <a:avLst/>
              <a:gdLst>
                <a:gd name="T0" fmla="*/ 0 w 19926"/>
                <a:gd name="T1" fmla="*/ 78 h 21600"/>
                <a:gd name="T2" fmla="*/ 560 w 19926"/>
                <a:gd name="T3" fmla="*/ 63 h 21600"/>
                <a:gd name="T4" fmla="*/ 293 w 19926"/>
                <a:gd name="T5" fmla="*/ 623 h 21600"/>
                <a:gd name="T6" fmla="*/ 0 60000 65536"/>
                <a:gd name="T7" fmla="*/ 0 60000 65536"/>
                <a:gd name="T8" fmla="*/ 0 60000 65536"/>
                <a:gd name="T9" fmla="*/ 0 w 19926"/>
                <a:gd name="T10" fmla="*/ 0 h 21600"/>
                <a:gd name="T11" fmla="*/ 19926 w 1992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926" h="21600" fill="none" extrusionOk="0">
                  <a:moveTo>
                    <a:pt x="0" y="2688"/>
                  </a:moveTo>
                  <a:cubicBezTo>
                    <a:pt x="3195" y="924"/>
                    <a:pt x="6786" y="-1"/>
                    <a:pt x="10436" y="0"/>
                  </a:cubicBezTo>
                  <a:cubicBezTo>
                    <a:pt x="13725" y="0"/>
                    <a:pt x="16971" y="751"/>
                    <a:pt x="19926" y="2196"/>
                  </a:cubicBezTo>
                </a:path>
                <a:path w="19926" h="21600" stroke="0" extrusionOk="0">
                  <a:moveTo>
                    <a:pt x="0" y="2688"/>
                  </a:moveTo>
                  <a:cubicBezTo>
                    <a:pt x="3195" y="924"/>
                    <a:pt x="6786" y="-1"/>
                    <a:pt x="10436" y="0"/>
                  </a:cubicBezTo>
                  <a:cubicBezTo>
                    <a:pt x="13725" y="0"/>
                    <a:pt x="16971" y="751"/>
                    <a:pt x="19926" y="2196"/>
                  </a:cubicBezTo>
                  <a:lnTo>
                    <a:pt x="10436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Arc 237"/>
            <p:cNvSpPr/>
            <p:nvPr/>
          </p:nvSpPr>
          <p:spPr bwMode="auto">
            <a:xfrm>
              <a:off x="6317" y="4978"/>
              <a:ext cx="300" cy="565"/>
            </a:xfrm>
            <a:custGeom>
              <a:avLst/>
              <a:gdLst>
                <a:gd name="T0" fmla="*/ 86 w 21600"/>
                <a:gd name="T1" fmla="*/ 0 h 41819"/>
                <a:gd name="T2" fmla="*/ 61 w 21600"/>
                <a:gd name="T3" fmla="*/ 565 h 41819"/>
                <a:gd name="T4" fmla="*/ 0 w 21600"/>
                <a:gd name="T5" fmla="*/ 279 h 41819"/>
                <a:gd name="T6" fmla="*/ 0 60000 65536"/>
                <a:gd name="T7" fmla="*/ 0 60000 65536"/>
                <a:gd name="T8" fmla="*/ 0 60000 65536"/>
                <a:gd name="T9" fmla="*/ 0 w 21600"/>
                <a:gd name="T10" fmla="*/ 0 h 41819"/>
                <a:gd name="T11" fmla="*/ 21600 w 21600"/>
                <a:gd name="T12" fmla="*/ 41819 h 418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1819" fill="none" extrusionOk="0">
                  <a:moveTo>
                    <a:pt x="6267" y="0"/>
                  </a:moveTo>
                  <a:cubicBezTo>
                    <a:pt x="15373" y="2761"/>
                    <a:pt x="21600" y="11155"/>
                    <a:pt x="21600" y="20671"/>
                  </a:cubicBezTo>
                  <a:cubicBezTo>
                    <a:pt x="21600" y="30906"/>
                    <a:pt x="14416" y="39736"/>
                    <a:pt x="4395" y="41819"/>
                  </a:cubicBezTo>
                </a:path>
                <a:path w="21600" h="41819" stroke="0" extrusionOk="0">
                  <a:moveTo>
                    <a:pt x="6267" y="0"/>
                  </a:moveTo>
                  <a:cubicBezTo>
                    <a:pt x="15373" y="2761"/>
                    <a:pt x="21600" y="11155"/>
                    <a:pt x="21600" y="20671"/>
                  </a:cubicBezTo>
                  <a:cubicBezTo>
                    <a:pt x="21600" y="30906"/>
                    <a:pt x="14416" y="39736"/>
                    <a:pt x="4395" y="41819"/>
                  </a:cubicBezTo>
                  <a:lnTo>
                    <a:pt x="0" y="20671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Oval 238"/>
            <p:cNvSpPr>
              <a:spLocks noChangeArrowheads="1"/>
            </p:cNvSpPr>
            <p:nvPr/>
          </p:nvSpPr>
          <p:spPr bwMode="auto">
            <a:xfrm>
              <a:off x="4767" y="5120"/>
              <a:ext cx="282" cy="28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Oval 239"/>
            <p:cNvSpPr>
              <a:spLocks noChangeArrowheads="1"/>
            </p:cNvSpPr>
            <p:nvPr/>
          </p:nvSpPr>
          <p:spPr bwMode="auto">
            <a:xfrm>
              <a:off x="5222" y="4870"/>
              <a:ext cx="785" cy="763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Oval 240"/>
            <p:cNvSpPr>
              <a:spLocks noChangeArrowheads="1"/>
            </p:cNvSpPr>
            <p:nvPr/>
          </p:nvSpPr>
          <p:spPr bwMode="auto">
            <a:xfrm>
              <a:off x="5422" y="5070"/>
              <a:ext cx="390" cy="36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Freeform 241"/>
            <p:cNvSpPr/>
            <p:nvPr/>
          </p:nvSpPr>
          <p:spPr bwMode="auto">
            <a:xfrm>
              <a:off x="4915" y="5005"/>
              <a:ext cx="3" cy="493"/>
            </a:xfrm>
            <a:custGeom>
              <a:avLst/>
              <a:gdLst>
                <a:gd name="T0" fmla="*/ 0 w 1"/>
                <a:gd name="T1" fmla="*/ 0 h 788"/>
                <a:gd name="T2" fmla="*/ 0 w 1"/>
                <a:gd name="T3" fmla="*/ 788 h 788"/>
                <a:gd name="T4" fmla="*/ 1 w 1"/>
                <a:gd name="T5" fmla="*/ 788 h 788"/>
                <a:gd name="T6" fmla="*/ 0 60000 65536"/>
                <a:gd name="T7" fmla="*/ 0 60000 65536"/>
                <a:gd name="T8" fmla="*/ 0 60000 65536"/>
                <a:gd name="T9" fmla="*/ 0 w 1"/>
                <a:gd name="T10" fmla="*/ 0 h 788"/>
                <a:gd name="T11" fmla="*/ 1 w 1"/>
                <a:gd name="T12" fmla="*/ 788 h 7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8">
                  <a:moveTo>
                    <a:pt x="0" y="0"/>
                  </a:moveTo>
                  <a:lnTo>
                    <a:pt x="0" y="788"/>
                  </a:lnTo>
                  <a:lnTo>
                    <a:pt x="1" y="78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1" name="Group 242"/>
            <p:cNvGrpSpPr/>
            <p:nvPr/>
          </p:nvGrpSpPr>
          <p:grpSpPr bwMode="auto">
            <a:xfrm>
              <a:off x="4428" y="5250"/>
              <a:ext cx="2355" cy="3"/>
              <a:chOff x="3108" y="3027"/>
              <a:chExt cx="942" cy="1"/>
            </a:xfrm>
          </p:grpSpPr>
          <p:sp>
            <p:nvSpPr>
              <p:cNvPr id="188" name="Freeform 243"/>
              <p:cNvSpPr/>
              <p:nvPr/>
            </p:nvSpPr>
            <p:spPr bwMode="auto">
              <a:xfrm>
                <a:off x="3108" y="3027"/>
                <a:ext cx="255" cy="1"/>
              </a:xfrm>
              <a:custGeom>
                <a:avLst/>
                <a:gdLst>
                  <a:gd name="T0" fmla="*/ 0 w 1019"/>
                  <a:gd name="T1" fmla="*/ 0 h 1"/>
                  <a:gd name="T2" fmla="*/ 1018 w 1019"/>
                  <a:gd name="T3" fmla="*/ 0 h 1"/>
                  <a:gd name="T4" fmla="*/ 1019 w 101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019"/>
                  <a:gd name="T10" fmla="*/ 0 h 1"/>
                  <a:gd name="T11" fmla="*/ 1019 w 101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19" h="1">
                    <a:moveTo>
                      <a:pt x="0" y="0"/>
                    </a:moveTo>
                    <a:lnTo>
                      <a:pt x="1018" y="0"/>
                    </a:lnTo>
                    <a:lnTo>
                      <a:pt x="101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9" name="Line 244"/>
              <p:cNvSpPr>
                <a:spLocks noChangeShapeType="1"/>
              </p:cNvSpPr>
              <p:nvPr/>
            </p:nvSpPr>
            <p:spPr bwMode="auto">
              <a:xfrm>
                <a:off x="3742" y="3027"/>
                <a:ext cx="1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0" name="Freeform 245"/>
              <p:cNvSpPr/>
              <p:nvPr/>
            </p:nvSpPr>
            <p:spPr bwMode="auto">
              <a:xfrm>
                <a:off x="3384" y="3027"/>
                <a:ext cx="9" cy="1"/>
              </a:xfrm>
              <a:custGeom>
                <a:avLst/>
                <a:gdLst>
                  <a:gd name="T0" fmla="*/ 0 w 35"/>
                  <a:gd name="T1" fmla="*/ 0 h 1"/>
                  <a:gd name="T2" fmla="*/ 34 w 35"/>
                  <a:gd name="T3" fmla="*/ 0 h 1"/>
                  <a:gd name="T4" fmla="*/ 35 w 3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5"/>
                  <a:gd name="T10" fmla="*/ 0 h 1"/>
                  <a:gd name="T11" fmla="*/ 35 w 3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5" h="1">
                    <a:moveTo>
                      <a:pt x="0" y="0"/>
                    </a:moveTo>
                    <a:lnTo>
                      <a:pt x="34" y="0"/>
                    </a:lnTo>
                    <a:lnTo>
                      <a:pt x="3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1" name="Freeform 246"/>
              <p:cNvSpPr/>
              <p:nvPr/>
            </p:nvSpPr>
            <p:spPr bwMode="auto">
              <a:xfrm>
                <a:off x="3409" y="3027"/>
                <a:ext cx="356" cy="1"/>
              </a:xfrm>
              <a:custGeom>
                <a:avLst/>
                <a:gdLst>
                  <a:gd name="T0" fmla="*/ 0 w 1421"/>
                  <a:gd name="T1" fmla="*/ 0 h 1"/>
                  <a:gd name="T2" fmla="*/ 1420 w 1421"/>
                  <a:gd name="T3" fmla="*/ 0 h 1"/>
                  <a:gd name="T4" fmla="*/ 1421 w 142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421"/>
                  <a:gd name="T10" fmla="*/ 0 h 1"/>
                  <a:gd name="T11" fmla="*/ 1421 w 142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21" h="1">
                    <a:moveTo>
                      <a:pt x="0" y="0"/>
                    </a:moveTo>
                    <a:lnTo>
                      <a:pt x="1420" y="0"/>
                    </a:lnTo>
                    <a:lnTo>
                      <a:pt x="142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2" name="Freeform 247"/>
              <p:cNvSpPr/>
              <p:nvPr/>
            </p:nvSpPr>
            <p:spPr bwMode="auto">
              <a:xfrm>
                <a:off x="3786" y="3027"/>
                <a:ext cx="12" cy="1"/>
              </a:xfrm>
              <a:custGeom>
                <a:avLst/>
                <a:gdLst>
                  <a:gd name="T0" fmla="*/ 0 w 52"/>
                  <a:gd name="T1" fmla="*/ 0 h 1"/>
                  <a:gd name="T2" fmla="*/ 51 w 52"/>
                  <a:gd name="T3" fmla="*/ 0 h 1"/>
                  <a:gd name="T4" fmla="*/ 52 w 5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2"/>
                  <a:gd name="T10" fmla="*/ 0 h 1"/>
                  <a:gd name="T11" fmla="*/ 52 w 5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2" h="1">
                    <a:moveTo>
                      <a:pt x="0" y="0"/>
                    </a:moveTo>
                    <a:lnTo>
                      <a:pt x="51" y="0"/>
                    </a:lnTo>
                    <a:lnTo>
                      <a:pt x="5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3" name="Freeform 248"/>
              <p:cNvSpPr/>
              <p:nvPr/>
            </p:nvSpPr>
            <p:spPr bwMode="auto">
              <a:xfrm>
                <a:off x="3819" y="3027"/>
                <a:ext cx="231" cy="1"/>
              </a:xfrm>
              <a:custGeom>
                <a:avLst/>
                <a:gdLst>
                  <a:gd name="T0" fmla="*/ 0 w 923"/>
                  <a:gd name="T1" fmla="*/ 0 h 1"/>
                  <a:gd name="T2" fmla="*/ 922 w 923"/>
                  <a:gd name="T3" fmla="*/ 0 h 1"/>
                  <a:gd name="T4" fmla="*/ 923 w 92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23"/>
                  <a:gd name="T10" fmla="*/ 0 h 1"/>
                  <a:gd name="T11" fmla="*/ 923 w 92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23" h="1">
                    <a:moveTo>
                      <a:pt x="0" y="0"/>
                    </a:moveTo>
                    <a:lnTo>
                      <a:pt x="922" y="0"/>
                    </a:lnTo>
                    <a:lnTo>
                      <a:pt x="92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2" name="Freeform 249"/>
            <p:cNvSpPr/>
            <p:nvPr/>
          </p:nvSpPr>
          <p:spPr bwMode="auto">
            <a:xfrm>
              <a:off x="6302" y="5005"/>
              <a:ext cx="0" cy="493"/>
            </a:xfrm>
            <a:custGeom>
              <a:avLst/>
              <a:gdLst>
                <a:gd name="T0" fmla="*/ 0 w 1"/>
                <a:gd name="T1" fmla="*/ 0 h 788"/>
                <a:gd name="T2" fmla="*/ 0 w 1"/>
                <a:gd name="T3" fmla="*/ 788 h 788"/>
                <a:gd name="T4" fmla="*/ 1 w 1"/>
                <a:gd name="T5" fmla="*/ 788 h 788"/>
                <a:gd name="T6" fmla="*/ 0 60000 65536"/>
                <a:gd name="T7" fmla="*/ 0 60000 65536"/>
                <a:gd name="T8" fmla="*/ 0 60000 65536"/>
                <a:gd name="T9" fmla="*/ 0 w 1"/>
                <a:gd name="T10" fmla="*/ 0 h 788"/>
                <a:gd name="T11" fmla="*/ 1 w 1"/>
                <a:gd name="T12" fmla="*/ 788 h 7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8">
                  <a:moveTo>
                    <a:pt x="0" y="0"/>
                  </a:moveTo>
                  <a:lnTo>
                    <a:pt x="0" y="788"/>
                  </a:lnTo>
                  <a:lnTo>
                    <a:pt x="1" y="78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Freeform 250"/>
            <p:cNvSpPr/>
            <p:nvPr/>
          </p:nvSpPr>
          <p:spPr bwMode="auto">
            <a:xfrm>
              <a:off x="5370" y="4660"/>
              <a:ext cx="477" cy="50"/>
            </a:xfrm>
            <a:custGeom>
              <a:avLst/>
              <a:gdLst>
                <a:gd name="T0" fmla="*/ 759 w 759"/>
                <a:gd name="T1" fmla="*/ 80 h 80"/>
                <a:gd name="T2" fmla="*/ 380 w 759"/>
                <a:gd name="T3" fmla="*/ 0 h 80"/>
                <a:gd name="T4" fmla="*/ 0 w 759"/>
                <a:gd name="T5" fmla="*/ 80 h 80"/>
                <a:gd name="T6" fmla="*/ 1 w 759"/>
                <a:gd name="T7" fmla="*/ 80 h 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9"/>
                <a:gd name="T13" fmla="*/ 0 h 80"/>
                <a:gd name="T14" fmla="*/ 759 w 759"/>
                <a:gd name="T15" fmla="*/ 80 h 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9" h="80">
                  <a:moveTo>
                    <a:pt x="759" y="80"/>
                  </a:moveTo>
                  <a:lnTo>
                    <a:pt x="380" y="0"/>
                  </a:lnTo>
                  <a:lnTo>
                    <a:pt x="0" y="80"/>
                  </a:lnTo>
                  <a:lnTo>
                    <a:pt x="1" y="8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Freeform 251"/>
            <p:cNvSpPr/>
            <p:nvPr/>
          </p:nvSpPr>
          <p:spPr bwMode="auto">
            <a:xfrm>
              <a:off x="4757" y="4710"/>
              <a:ext cx="612" cy="278"/>
            </a:xfrm>
            <a:custGeom>
              <a:avLst/>
              <a:gdLst>
                <a:gd name="T0" fmla="*/ 0 w 245"/>
                <a:gd name="T1" fmla="*/ 111 h 111"/>
                <a:gd name="T2" fmla="*/ 245 w 245"/>
                <a:gd name="T3" fmla="*/ 0 h 111"/>
                <a:gd name="T4" fmla="*/ 245 w 245"/>
                <a:gd name="T5" fmla="*/ 0 h 111"/>
                <a:gd name="T6" fmla="*/ 0 60000 65536"/>
                <a:gd name="T7" fmla="*/ 0 60000 65536"/>
                <a:gd name="T8" fmla="*/ 0 60000 65536"/>
                <a:gd name="T9" fmla="*/ 0 w 245"/>
                <a:gd name="T10" fmla="*/ 0 h 111"/>
                <a:gd name="T11" fmla="*/ 245 w 245"/>
                <a:gd name="T12" fmla="*/ 111 h 1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5" h="111">
                  <a:moveTo>
                    <a:pt x="0" y="111"/>
                  </a:moveTo>
                  <a:lnTo>
                    <a:pt x="245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Freeform 252"/>
            <p:cNvSpPr/>
            <p:nvPr/>
          </p:nvSpPr>
          <p:spPr bwMode="auto">
            <a:xfrm>
              <a:off x="5847" y="4710"/>
              <a:ext cx="577" cy="258"/>
            </a:xfrm>
            <a:custGeom>
              <a:avLst/>
              <a:gdLst>
                <a:gd name="T0" fmla="*/ 927 w 927"/>
                <a:gd name="T1" fmla="*/ 410 h 410"/>
                <a:gd name="T2" fmla="*/ 0 w 927"/>
                <a:gd name="T3" fmla="*/ 0 h 410"/>
                <a:gd name="T4" fmla="*/ 1 w 927"/>
                <a:gd name="T5" fmla="*/ 0 h 410"/>
                <a:gd name="T6" fmla="*/ 0 60000 65536"/>
                <a:gd name="T7" fmla="*/ 0 60000 65536"/>
                <a:gd name="T8" fmla="*/ 0 60000 65536"/>
                <a:gd name="T9" fmla="*/ 0 w 927"/>
                <a:gd name="T10" fmla="*/ 0 h 410"/>
                <a:gd name="T11" fmla="*/ 927 w 927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7" h="410">
                  <a:moveTo>
                    <a:pt x="927" y="41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253"/>
            <p:cNvSpPr/>
            <p:nvPr/>
          </p:nvSpPr>
          <p:spPr bwMode="auto">
            <a:xfrm>
              <a:off x="4792" y="5533"/>
              <a:ext cx="577" cy="255"/>
            </a:xfrm>
            <a:custGeom>
              <a:avLst/>
              <a:gdLst>
                <a:gd name="T0" fmla="*/ 0 w 928"/>
                <a:gd name="T1" fmla="*/ 0 h 409"/>
                <a:gd name="T2" fmla="*/ 927 w 928"/>
                <a:gd name="T3" fmla="*/ 409 h 409"/>
                <a:gd name="T4" fmla="*/ 928 w 928"/>
                <a:gd name="T5" fmla="*/ 409 h 409"/>
                <a:gd name="T6" fmla="*/ 0 60000 65536"/>
                <a:gd name="T7" fmla="*/ 0 60000 65536"/>
                <a:gd name="T8" fmla="*/ 0 60000 65536"/>
                <a:gd name="T9" fmla="*/ 0 w 928"/>
                <a:gd name="T10" fmla="*/ 0 h 409"/>
                <a:gd name="T11" fmla="*/ 928 w 928"/>
                <a:gd name="T12" fmla="*/ 409 h 4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8" h="409">
                  <a:moveTo>
                    <a:pt x="0" y="0"/>
                  </a:moveTo>
                  <a:lnTo>
                    <a:pt x="927" y="409"/>
                  </a:lnTo>
                  <a:lnTo>
                    <a:pt x="928" y="409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Freeform 254"/>
            <p:cNvSpPr/>
            <p:nvPr/>
          </p:nvSpPr>
          <p:spPr bwMode="auto">
            <a:xfrm>
              <a:off x="5847" y="5548"/>
              <a:ext cx="577" cy="255"/>
            </a:xfrm>
            <a:custGeom>
              <a:avLst/>
              <a:gdLst>
                <a:gd name="T0" fmla="*/ 232 w 232"/>
                <a:gd name="T1" fmla="*/ 0 h 102"/>
                <a:gd name="T2" fmla="*/ 3 w 232"/>
                <a:gd name="T3" fmla="*/ 100 h 102"/>
                <a:gd name="T4" fmla="*/ 0 w 232"/>
                <a:gd name="T5" fmla="*/ 102 h 102"/>
                <a:gd name="T6" fmla="*/ 0 60000 65536"/>
                <a:gd name="T7" fmla="*/ 0 60000 65536"/>
                <a:gd name="T8" fmla="*/ 0 60000 65536"/>
                <a:gd name="T9" fmla="*/ 0 w 232"/>
                <a:gd name="T10" fmla="*/ 0 h 102"/>
                <a:gd name="T11" fmla="*/ 232 w 232"/>
                <a:gd name="T12" fmla="*/ 102 h 1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2" h="102">
                  <a:moveTo>
                    <a:pt x="232" y="0"/>
                  </a:moveTo>
                  <a:lnTo>
                    <a:pt x="3" y="100"/>
                  </a:lnTo>
                  <a:lnTo>
                    <a:pt x="0" y="10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Arc 255"/>
            <p:cNvSpPr/>
            <p:nvPr/>
          </p:nvSpPr>
          <p:spPr bwMode="auto">
            <a:xfrm>
              <a:off x="5325" y="4660"/>
              <a:ext cx="592" cy="623"/>
            </a:xfrm>
            <a:custGeom>
              <a:avLst/>
              <a:gdLst>
                <a:gd name="T0" fmla="*/ 0 w 21031"/>
                <a:gd name="T1" fmla="*/ 77 h 21600"/>
                <a:gd name="T2" fmla="*/ 591 w 21031"/>
                <a:gd name="T3" fmla="*/ 80 h 21600"/>
                <a:gd name="T4" fmla="*/ 293 w 21031"/>
                <a:gd name="T5" fmla="*/ 622 h 21600"/>
                <a:gd name="T6" fmla="*/ 0 60000 65536"/>
                <a:gd name="T7" fmla="*/ 0 60000 65536"/>
                <a:gd name="T8" fmla="*/ 0 60000 65536"/>
                <a:gd name="T9" fmla="*/ 0 w 21031"/>
                <a:gd name="T10" fmla="*/ 0 h 21600"/>
                <a:gd name="T11" fmla="*/ 21031 w 2103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031" h="21600" fill="none" extrusionOk="0">
                  <a:moveTo>
                    <a:pt x="0" y="2688"/>
                  </a:moveTo>
                  <a:cubicBezTo>
                    <a:pt x="3195" y="924"/>
                    <a:pt x="6786" y="-1"/>
                    <a:pt x="10436" y="0"/>
                  </a:cubicBezTo>
                  <a:cubicBezTo>
                    <a:pt x="14147" y="0"/>
                    <a:pt x="17796" y="956"/>
                    <a:pt x="21031" y="2776"/>
                  </a:cubicBezTo>
                </a:path>
                <a:path w="21031" h="21600" stroke="0" extrusionOk="0">
                  <a:moveTo>
                    <a:pt x="0" y="2688"/>
                  </a:moveTo>
                  <a:cubicBezTo>
                    <a:pt x="3195" y="924"/>
                    <a:pt x="6786" y="-1"/>
                    <a:pt x="10436" y="0"/>
                  </a:cubicBezTo>
                  <a:cubicBezTo>
                    <a:pt x="14147" y="0"/>
                    <a:pt x="17796" y="956"/>
                    <a:pt x="21031" y="2776"/>
                  </a:cubicBezTo>
                  <a:lnTo>
                    <a:pt x="10436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Arc 256"/>
            <p:cNvSpPr/>
            <p:nvPr/>
          </p:nvSpPr>
          <p:spPr bwMode="auto">
            <a:xfrm flipH="1">
              <a:off x="4600" y="4980"/>
              <a:ext cx="297" cy="558"/>
            </a:xfrm>
            <a:custGeom>
              <a:avLst/>
              <a:gdLst>
                <a:gd name="T0" fmla="*/ 107 w 21600"/>
                <a:gd name="T1" fmla="*/ 0 h 41317"/>
                <a:gd name="T2" fmla="*/ 61 w 21600"/>
                <a:gd name="T3" fmla="*/ 558 h 41317"/>
                <a:gd name="T4" fmla="*/ 0 w 21600"/>
                <a:gd name="T5" fmla="*/ 272 h 41317"/>
                <a:gd name="T6" fmla="*/ 0 60000 65536"/>
                <a:gd name="T7" fmla="*/ 0 60000 65536"/>
                <a:gd name="T8" fmla="*/ 0 60000 65536"/>
                <a:gd name="T9" fmla="*/ 0 w 21600"/>
                <a:gd name="T10" fmla="*/ 0 h 41317"/>
                <a:gd name="T11" fmla="*/ 21600 w 21600"/>
                <a:gd name="T12" fmla="*/ 41317 h 413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1317" fill="none" extrusionOk="0">
                  <a:moveTo>
                    <a:pt x="7731" y="-1"/>
                  </a:moveTo>
                  <a:cubicBezTo>
                    <a:pt x="16084" y="3202"/>
                    <a:pt x="21600" y="11222"/>
                    <a:pt x="21600" y="20169"/>
                  </a:cubicBezTo>
                  <a:cubicBezTo>
                    <a:pt x="21600" y="30404"/>
                    <a:pt x="14416" y="39234"/>
                    <a:pt x="4395" y="41317"/>
                  </a:cubicBezTo>
                </a:path>
                <a:path w="21600" h="41317" stroke="0" extrusionOk="0">
                  <a:moveTo>
                    <a:pt x="7731" y="-1"/>
                  </a:moveTo>
                  <a:cubicBezTo>
                    <a:pt x="16084" y="3202"/>
                    <a:pt x="21600" y="11222"/>
                    <a:pt x="21600" y="20169"/>
                  </a:cubicBezTo>
                  <a:cubicBezTo>
                    <a:pt x="21600" y="30404"/>
                    <a:pt x="14416" y="39234"/>
                    <a:pt x="4395" y="41317"/>
                  </a:cubicBezTo>
                  <a:lnTo>
                    <a:pt x="0" y="20169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Oval 257"/>
            <p:cNvSpPr>
              <a:spLocks noChangeArrowheads="1"/>
            </p:cNvSpPr>
            <p:nvPr/>
          </p:nvSpPr>
          <p:spPr bwMode="auto">
            <a:xfrm>
              <a:off x="6167" y="5120"/>
              <a:ext cx="282" cy="28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Rectangle 258"/>
            <p:cNvSpPr>
              <a:spLocks noChangeArrowheads="1"/>
            </p:cNvSpPr>
            <p:nvPr/>
          </p:nvSpPr>
          <p:spPr bwMode="auto">
            <a:xfrm>
              <a:off x="4447" y="6063"/>
              <a:ext cx="2342" cy="40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Freeform 259"/>
            <p:cNvSpPr/>
            <p:nvPr/>
          </p:nvSpPr>
          <p:spPr bwMode="auto">
            <a:xfrm>
              <a:off x="4447" y="3435"/>
              <a:ext cx="2342" cy="3"/>
            </a:xfrm>
            <a:custGeom>
              <a:avLst/>
              <a:gdLst>
                <a:gd name="T0" fmla="*/ 3749 w 3749"/>
                <a:gd name="T1" fmla="*/ 0 h 2"/>
                <a:gd name="T2" fmla="*/ 0 w 3749"/>
                <a:gd name="T3" fmla="*/ 0 h 2"/>
                <a:gd name="T4" fmla="*/ 1 w 3749"/>
                <a:gd name="T5" fmla="*/ 0 h 2"/>
                <a:gd name="T6" fmla="*/ 0 60000 65536"/>
                <a:gd name="T7" fmla="*/ 0 60000 65536"/>
                <a:gd name="T8" fmla="*/ 0 60000 65536"/>
                <a:gd name="T9" fmla="*/ 0 w 3749"/>
                <a:gd name="T10" fmla="*/ 0 h 2"/>
                <a:gd name="T11" fmla="*/ 3749 w 3749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49" h="2">
                  <a:moveTo>
                    <a:pt x="374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260"/>
            <p:cNvSpPr/>
            <p:nvPr/>
          </p:nvSpPr>
          <p:spPr bwMode="auto">
            <a:xfrm>
              <a:off x="4447" y="3840"/>
              <a:ext cx="2342" cy="3"/>
            </a:xfrm>
            <a:custGeom>
              <a:avLst/>
              <a:gdLst>
                <a:gd name="T0" fmla="*/ 3749 w 3749"/>
                <a:gd name="T1" fmla="*/ 0 h 2"/>
                <a:gd name="T2" fmla="*/ 0 w 3749"/>
                <a:gd name="T3" fmla="*/ 0 h 2"/>
                <a:gd name="T4" fmla="*/ 1 w 3749"/>
                <a:gd name="T5" fmla="*/ 0 h 2"/>
                <a:gd name="T6" fmla="*/ 0 60000 65536"/>
                <a:gd name="T7" fmla="*/ 0 60000 65536"/>
                <a:gd name="T8" fmla="*/ 0 60000 65536"/>
                <a:gd name="T9" fmla="*/ 0 w 3749"/>
                <a:gd name="T10" fmla="*/ 0 h 2"/>
                <a:gd name="T11" fmla="*/ 3749 w 3749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49" h="2">
                  <a:moveTo>
                    <a:pt x="374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Freeform 261"/>
            <p:cNvSpPr/>
            <p:nvPr/>
          </p:nvSpPr>
          <p:spPr bwMode="auto">
            <a:xfrm>
              <a:off x="4447" y="3435"/>
              <a:ext cx="2" cy="405"/>
            </a:xfrm>
            <a:custGeom>
              <a:avLst/>
              <a:gdLst>
                <a:gd name="T0" fmla="*/ 0 w 1"/>
                <a:gd name="T1" fmla="*/ 649 h 649"/>
                <a:gd name="T2" fmla="*/ 0 w 1"/>
                <a:gd name="T3" fmla="*/ 0 h 649"/>
                <a:gd name="T4" fmla="*/ 1 w 1"/>
                <a:gd name="T5" fmla="*/ 0 h 649"/>
                <a:gd name="T6" fmla="*/ 0 60000 65536"/>
                <a:gd name="T7" fmla="*/ 0 60000 65536"/>
                <a:gd name="T8" fmla="*/ 0 60000 65536"/>
                <a:gd name="T9" fmla="*/ 0 w 1"/>
                <a:gd name="T10" fmla="*/ 0 h 649"/>
                <a:gd name="T11" fmla="*/ 1 w 1"/>
                <a:gd name="T12" fmla="*/ 649 h 6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49">
                  <a:moveTo>
                    <a:pt x="0" y="64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262"/>
            <p:cNvSpPr/>
            <p:nvPr/>
          </p:nvSpPr>
          <p:spPr bwMode="auto">
            <a:xfrm flipH="1">
              <a:off x="6297" y="3840"/>
              <a:ext cx="127" cy="2220"/>
            </a:xfrm>
            <a:custGeom>
              <a:avLst/>
              <a:gdLst>
                <a:gd name="T0" fmla="*/ 0 w 1"/>
                <a:gd name="T1" fmla="*/ 2435 h 2435"/>
                <a:gd name="T2" fmla="*/ 0 w 1"/>
                <a:gd name="T3" fmla="*/ 0 h 2435"/>
                <a:gd name="T4" fmla="*/ 1 w 1"/>
                <a:gd name="T5" fmla="*/ 0 h 2435"/>
                <a:gd name="T6" fmla="*/ 0 60000 65536"/>
                <a:gd name="T7" fmla="*/ 0 60000 65536"/>
                <a:gd name="T8" fmla="*/ 0 60000 65536"/>
                <a:gd name="T9" fmla="*/ 0 w 1"/>
                <a:gd name="T10" fmla="*/ 0 h 2435"/>
                <a:gd name="T11" fmla="*/ 1 w 1"/>
                <a:gd name="T12" fmla="*/ 2435 h 24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435">
                  <a:moveTo>
                    <a:pt x="0" y="243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Freeform 263"/>
            <p:cNvSpPr/>
            <p:nvPr/>
          </p:nvSpPr>
          <p:spPr bwMode="auto">
            <a:xfrm>
              <a:off x="4812" y="5675"/>
              <a:ext cx="2" cy="385"/>
            </a:xfrm>
            <a:custGeom>
              <a:avLst/>
              <a:gdLst>
                <a:gd name="T0" fmla="*/ 0 w 1"/>
                <a:gd name="T1" fmla="*/ 616 h 616"/>
                <a:gd name="T2" fmla="*/ 0 w 1"/>
                <a:gd name="T3" fmla="*/ 0 h 616"/>
                <a:gd name="T4" fmla="*/ 1 w 1"/>
                <a:gd name="T5" fmla="*/ 0 h 616"/>
                <a:gd name="T6" fmla="*/ 0 60000 65536"/>
                <a:gd name="T7" fmla="*/ 0 60000 65536"/>
                <a:gd name="T8" fmla="*/ 0 60000 65536"/>
                <a:gd name="T9" fmla="*/ 0 w 1"/>
                <a:gd name="T10" fmla="*/ 0 h 616"/>
                <a:gd name="T11" fmla="*/ 1 w 1"/>
                <a:gd name="T12" fmla="*/ 616 h 6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16">
                  <a:moveTo>
                    <a:pt x="0" y="61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7" name="Group 264"/>
            <p:cNvGrpSpPr/>
            <p:nvPr/>
          </p:nvGrpSpPr>
          <p:grpSpPr bwMode="auto">
            <a:xfrm>
              <a:off x="6304" y="6060"/>
              <a:ext cx="326" cy="405"/>
              <a:chOff x="2370" y="2151"/>
              <a:chExt cx="130" cy="162"/>
            </a:xfrm>
          </p:grpSpPr>
          <p:sp>
            <p:nvSpPr>
              <p:cNvPr id="184" name="Freeform 265"/>
              <p:cNvSpPr/>
              <p:nvPr/>
            </p:nvSpPr>
            <p:spPr bwMode="auto">
              <a:xfrm>
                <a:off x="2499" y="2243"/>
                <a:ext cx="1" cy="70"/>
              </a:xfrm>
              <a:custGeom>
                <a:avLst/>
                <a:gdLst>
                  <a:gd name="T0" fmla="*/ 0 w 1"/>
                  <a:gd name="T1" fmla="*/ 278 h 278"/>
                  <a:gd name="T2" fmla="*/ 0 w 1"/>
                  <a:gd name="T3" fmla="*/ 0 h 278"/>
                  <a:gd name="T4" fmla="*/ 1 w 1"/>
                  <a:gd name="T5" fmla="*/ 0 h 27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78"/>
                  <a:gd name="T11" fmla="*/ 1 w 1"/>
                  <a:gd name="T12" fmla="*/ 278 h 2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78">
                    <a:moveTo>
                      <a:pt x="0" y="27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Freeform 266"/>
              <p:cNvSpPr/>
              <p:nvPr/>
            </p:nvSpPr>
            <p:spPr bwMode="auto">
              <a:xfrm>
                <a:off x="2499" y="2151"/>
                <a:ext cx="1" cy="69"/>
              </a:xfrm>
              <a:custGeom>
                <a:avLst/>
                <a:gdLst>
                  <a:gd name="T0" fmla="*/ 0 w 1"/>
                  <a:gd name="T1" fmla="*/ 277 h 277"/>
                  <a:gd name="T2" fmla="*/ 0 w 1"/>
                  <a:gd name="T3" fmla="*/ 0 h 277"/>
                  <a:gd name="T4" fmla="*/ 1 w 1"/>
                  <a:gd name="T5" fmla="*/ 0 h 27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77"/>
                  <a:gd name="T11" fmla="*/ 1 w 1"/>
                  <a:gd name="T12" fmla="*/ 277 h 2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77">
                    <a:moveTo>
                      <a:pt x="0" y="2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Freeform 267"/>
              <p:cNvSpPr/>
              <p:nvPr/>
            </p:nvSpPr>
            <p:spPr bwMode="auto">
              <a:xfrm>
                <a:off x="2370" y="2243"/>
                <a:ext cx="1" cy="70"/>
              </a:xfrm>
              <a:custGeom>
                <a:avLst/>
                <a:gdLst>
                  <a:gd name="T0" fmla="*/ 0 w 2"/>
                  <a:gd name="T1" fmla="*/ 278 h 278"/>
                  <a:gd name="T2" fmla="*/ 0 w 2"/>
                  <a:gd name="T3" fmla="*/ 0 h 278"/>
                  <a:gd name="T4" fmla="*/ 2 w 2"/>
                  <a:gd name="T5" fmla="*/ 0 h 278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278"/>
                  <a:gd name="T11" fmla="*/ 2 w 2"/>
                  <a:gd name="T12" fmla="*/ 278 h 2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278">
                    <a:moveTo>
                      <a:pt x="0" y="27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7" name="Freeform 268"/>
              <p:cNvSpPr/>
              <p:nvPr/>
            </p:nvSpPr>
            <p:spPr bwMode="auto">
              <a:xfrm>
                <a:off x="2370" y="2151"/>
                <a:ext cx="1" cy="69"/>
              </a:xfrm>
              <a:custGeom>
                <a:avLst/>
                <a:gdLst>
                  <a:gd name="T0" fmla="*/ 0 w 2"/>
                  <a:gd name="T1" fmla="*/ 277 h 277"/>
                  <a:gd name="T2" fmla="*/ 0 w 2"/>
                  <a:gd name="T3" fmla="*/ 0 h 277"/>
                  <a:gd name="T4" fmla="*/ 2 w 2"/>
                  <a:gd name="T5" fmla="*/ 0 h 277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277"/>
                  <a:gd name="T11" fmla="*/ 2 w 2"/>
                  <a:gd name="T12" fmla="*/ 277 h 2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277">
                    <a:moveTo>
                      <a:pt x="0" y="27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8" name="Group 269"/>
            <p:cNvGrpSpPr/>
            <p:nvPr/>
          </p:nvGrpSpPr>
          <p:grpSpPr bwMode="auto">
            <a:xfrm>
              <a:off x="4610" y="6060"/>
              <a:ext cx="327" cy="405"/>
              <a:chOff x="1692" y="2151"/>
              <a:chExt cx="131" cy="162"/>
            </a:xfrm>
          </p:grpSpPr>
          <p:sp>
            <p:nvSpPr>
              <p:cNvPr id="180" name="Freeform 270"/>
              <p:cNvSpPr/>
              <p:nvPr/>
            </p:nvSpPr>
            <p:spPr bwMode="auto">
              <a:xfrm>
                <a:off x="1822" y="2243"/>
                <a:ext cx="1" cy="70"/>
              </a:xfrm>
              <a:custGeom>
                <a:avLst/>
                <a:gdLst>
                  <a:gd name="T0" fmla="*/ 0 w 2"/>
                  <a:gd name="T1" fmla="*/ 278 h 278"/>
                  <a:gd name="T2" fmla="*/ 0 w 2"/>
                  <a:gd name="T3" fmla="*/ 0 h 278"/>
                  <a:gd name="T4" fmla="*/ 2 w 2"/>
                  <a:gd name="T5" fmla="*/ 0 h 278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278"/>
                  <a:gd name="T11" fmla="*/ 2 w 2"/>
                  <a:gd name="T12" fmla="*/ 278 h 2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278">
                    <a:moveTo>
                      <a:pt x="0" y="27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Freeform 271"/>
              <p:cNvSpPr/>
              <p:nvPr/>
            </p:nvSpPr>
            <p:spPr bwMode="auto">
              <a:xfrm>
                <a:off x="1822" y="2151"/>
                <a:ext cx="1" cy="69"/>
              </a:xfrm>
              <a:custGeom>
                <a:avLst/>
                <a:gdLst>
                  <a:gd name="T0" fmla="*/ 0 w 2"/>
                  <a:gd name="T1" fmla="*/ 277 h 277"/>
                  <a:gd name="T2" fmla="*/ 0 w 2"/>
                  <a:gd name="T3" fmla="*/ 0 h 277"/>
                  <a:gd name="T4" fmla="*/ 2 w 2"/>
                  <a:gd name="T5" fmla="*/ 0 h 277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277"/>
                  <a:gd name="T11" fmla="*/ 2 w 2"/>
                  <a:gd name="T12" fmla="*/ 277 h 2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277">
                    <a:moveTo>
                      <a:pt x="0" y="27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2" name="Freeform 272"/>
              <p:cNvSpPr/>
              <p:nvPr/>
            </p:nvSpPr>
            <p:spPr bwMode="auto">
              <a:xfrm>
                <a:off x="1692" y="2243"/>
                <a:ext cx="1" cy="70"/>
              </a:xfrm>
              <a:custGeom>
                <a:avLst/>
                <a:gdLst>
                  <a:gd name="T0" fmla="*/ 0 w 1"/>
                  <a:gd name="T1" fmla="*/ 278 h 278"/>
                  <a:gd name="T2" fmla="*/ 0 w 1"/>
                  <a:gd name="T3" fmla="*/ 0 h 278"/>
                  <a:gd name="T4" fmla="*/ 1 w 1"/>
                  <a:gd name="T5" fmla="*/ 0 h 27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78"/>
                  <a:gd name="T11" fmla="*/ 1 w 1"/>
                  <a:gd name="T12" fmla="*/ 278 h 2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78">
                    <a:moveTo>
                      <a:pt x="0" y="27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3" name="Freeform 273"/>
              <p:cNvSpPr/>
              <p:nvPr/>
            </p:nvSpPr>
            <p:spPr bwMode="auto">
              <a:xfrm>
                <a:off x="1692" y="2151"/>
                <a:ext cx="1" cy="69"/>
              </a:xfrm>
              <a:custGeom>
                <a:avLst/>
                <a:gdLst>
                  <a:gd name="T0" fmla="*/ 0 w 1"/>
                  <a:gd name="T1" fmla="*/ 277 h 277"/>
                  <a:gd name="T2" fmla="*/ 0 w 1"/>
                  <a:gd name="T3" fmla="*/ 0 h 277"/>
                  <a:gd name="T4" fmla="*/ 1 w 1"/>
                  <a:gd name="T5" fmla="*/ 0 h 27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77"/>
                  <a:gd name="T11" fmla="*/ 1 w 1"/>
                  <a:gd name="T12" fmla="*/ 277 h 2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77">
                    <a:moveTo>
                      <a:pt x="0" y="2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9" name="Group 274"/>
            <p:cNvGrpSpPr/>
            <p:nvPr/>
          </p:nvGrpSpPr>
          <p:grpSpPr bwMode="auto">
            <a:xfrm>
              <a:off x="6304" y="3435"/>
              <a:ext cx="326" cy="405"/>
              <a:chOff x="2370" y="1101"/>
              <a:chExt cx="130" cy="162"/>
            </a:xfrm>
          </p:grpSpPr>
          <p:sp>
            <p:nvSpPr>
              <p:cNvPr id="176" name="Freeform 275"/>
              <p:cNvSpPr/>
              <p:nvPr/>
            </p:nvSpPr>
            <p:spPr bwMode="auto">
              <a:xfrm>
                <a:off x="2499" y="1194"/>
                <a:ext cx="1" cy="69"/>
              </a:xfrm>
              <a:custGeom>
                <a:avLst/>
                <a:gdLst>
                  <a:gd name="T0" fmla="*/ 0 w 1"/>
                  <a:gd name="T1" fmla="*/ 277 h 277"/>
                  <a:gd name="T2" fmla="*/ 0 w 1"/>
                  <a:gd name="T3" fmla="*/ 0 h 277"/>
                  <a:gd name="T4" fmla="*/ 1 w 1"/>
                  <a:gd name="T5" fmla="*/ 0 h 27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77"/>
                  <a:gd name="T11" fmla="*/ 1 w 1"/>
                  <a:gd name="T12" fmla="*/ 277 h 2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77">
                    <a:moveTo>
                      <a:pt x="0" y="2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7" name="Freeform 276"/>
              <p:cNvSpPr/>
              <p:nvPr/>
            </p:nvSpPr>
            <p:spPr bwMode="auto">
              <a:xfrm>
                <a:off x="2499" y="1101"/>
                <a:ext cx="1" cy="69"/>
              </a:xfrm>
              <a:custGeom>
                <a:avLst/>
                <a:gdLst>
                  <a:gd name="T0" fmla="*/ 0 w 1"/>
                  <a:gd name="T1" fmla="*/ 278 h 278"/>
                  <a:gd name="T2" fmla="*/ 0 w 1"/>
                  <a:gd name="T3" fmla="*/ 0 h 278"/>
                  <a:gd name="T4" fmla="*/ 1 w 1"/>
                  <a:gd name="T5" fmla="*/ 0 h 27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78"/>
                  <a:gd name="T11" fmla="*/ 1 w 1"/>
                  <a:gd name="T12" fmla="*/ 278 h 2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78">
                    <a:moveTo>
                      <a:pt x="0" y="27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8" name="Freeform 277"/>
              <p:cNvSpPr/>
              <p:nvPr/>
            </p:nvSpPr>
            <p:spPr bwMode="auto">
              <a:xfrm>
                <a:off x="2370" y="1194"/>
                <a:ext cx="1" cy="69"/>
              </a:xfrm>
              <a:custGeom>
                <a:avLst/>
                <a:gdLst>
                  <a:gd name="T0" fmla="*/ 0 w 2"/>
                  <a:gd name="T1" fmla="*/ 277 h 277"/>
                  <a:gd name="T2" fmla="*/ 0 w 2"/>
                  <a:gd name="T3" fmla="*/ 0 h 277"/>
                  <a:gd name="T4" fmla="*/ 2 w 2"/>
                  <a:gd name="T5" fmla="*/ 0 h 277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277"/>
                  <a:gd name="T11" fmla="*/ 2 w 2"/>
                  <a:gd name="T12" fmla="*/ 277 h 2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277">
                    <a:moveTo>
                      <a:pt x="0" y="27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9" name="Freeform 278"/>
              <p:cNvSpPr/>
              <p:nvPr/>
            </p:nvSpPr>
            <p:spPr bwMode="auto">
              <a:xfrm>
                <a:off x="2370" y="1101"/>
                <a:ext cx="1" cy="69"/>
              </a:xfrm>
              <a:custGeom>
                <a:avLst/>
                <a:gdLst>
                  <a:gd name="T0" fmla="*/ 0 w 2"/>
                  <a:gd name="T1" fmla="*/ 278 h 278"/>
                  <a:gd name="T2" fmla="*/ 0 w 2"/>
                  <a:gd name="T3" fmla="*/ 0 h 278"/>
                  <a:gd name="T4" fmla="*/ 2 w 2"/>
                  <a:gd name="T5" fmla="*/ 0 h 278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278"/>
                  <a:gd name="T11" fmla="*/ 2 w 2"/>
                  <a:gd name="T12" fmla="*/ 278 h 2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278">
                    <a:moveTo>
                      <a:pt x="0" y="27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0" name="Group 279"/>
            <p:cNvGrpSpPr/>
            <p:nvPr/>
          </p:nvGrpSpPr>
          <p:grpSpPr bwMode="auto">
            <a:xfrm>
              <a:off x="4610" y="3435"/>
              <a:ext cx="327" cy="405"/>
              <a:chOff x="1692" y="1101"/>
              <a:chExt cx="131" cy="162"/>
            </a:xfrm>
          </p:grpSpPr>
          <p:sp>
            <p:nvSpPr>
              <p:cNvPr id="172" name="Freeform 280"/>
              <p:cNvSpPr/>
              <p:nvPr/>
            </p:nvSpPr>
            <p:spPr bwMode="auto">
              <a:xfrm>
                <a:off x="1822" y="1194"/>
                <a:ext cx="1" cy="69"/>
              </a:xfrm>
              <a:custGeom>
                <a:avLst/>
                <a:gdLst>
                  <a:gd name="T0" fmla="*/ 0 w 2"/>
                  <a:gd name="T1" fmla="*/ 277 h 277"/>
                  <a:gd name="T2" fmla="*/ 0 w 2"/>
                  <a:gd name="T3" fmla="*/ 0 h 277"/>
                  <a:gd name="T4" fmla="*/ 2 w 2"/>
                  <a:gd name="T5" fmla="*/ 0 h 277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277"/>
                  <a:gd name="T11" fmla="*/ 2 w 2"/>
                  <a:gd name="T12" fmla="*/ 277 h 2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277">
                    <a:moveTo>
                      <a:pt x="0" y="27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Freeform 281"/>
              <p:cNvSpPr/>
              <p:nvPr/>
            </p:nvSpPr>
            <p:spPr bwMode="auto">
              <a:xfrm>
                <a:off x="1822" y="1101"/>
                <a:ext cx="1" cy="69"/>
              </a:xfrm>
              <a:custGeom>
                <a:avLst/>
                <a:gdLst>
                  <a:gd name="T0" fmla="*/ 0 w 2"/>
                  <a:gd name="T1" fmla="*/ 278 h 278"/>
                  <a:gd name="T2" fmla="*/ 0 w 2"/>
                  <a:gd name="T3" fmla="*/ 0 h 278"/>
                  <a:gd name="T4" fmla="*/ 2 w 2"/>
                  <a:gd name="T5" fmla="*/ 0 h 278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278"/>
                  <a:gd name="T11" fmla="*/ 2 w 2"/>
                  <a:gd name="T12" fmla="*/ 278 h 2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278">
                    <a:moveTo>
                      <a:pt x="0" y="27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" name="Freeform 282"/>
              <p:cNvSpPr/>
              <p:nvPr/>
            </p:nvSpPr>
            <p:spPr bwMode="auto">
              <a:xfrm>
                <a:off x="1692" y="1194"/>
                <a:ext cx="1" cy="69"/>
              </a:xfrm>
              <a:custGeom>
                <a:avLst/>
                <a:gdLst>
                  <a:gd name="T0" fmla="*/ 0 w 1"/>
                  <a:gd name="T1" fmla="*/ 277 h 277"/>
                  <a:gd name="T2" fmla="*/ 0 w 1"/>
                  <a:gd name="T3" fmla="*/ 0 h 277"/>
                  <a:gd name="T4" fmla="*/ 1 w 1"/>
                  <a:gd name="T5" fmla="*/ 0 h 27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77"/>
                  <a:gd name="T11" fmla="*/ 1 w 1"/>
                  <a:gd name="T12" fmla="*/ 277 h 2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77">
                    <a:moveTo>
                      <a:pt x="0" y="2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5" name="Freeform 283"/>
              <p:cNvSpPr/>
              <p:nvPr/>
            </p:nvSpPr>
            <p:spPr bwMode="auto">
              <a:xfrm>
                <a:off x="1692" y="1101"/>
                <a:ext cx="1" cy="69"/>
              </a:xfrm>
              <a:custGeom>
                <a:avLst/>
                <a:gdLst>
                  <a:gd name="T0" fmla="*/ 0 w 1"/>
                  <a:gd name="T1" fmla="*/ 278 h 278"/>
                  <a:gd name="T2" fmla="*/ 0 w 1"/>
                  <a:gd name="T3" fmla="*/ 0 h 278"/>
                  <a:gd name="T4" fmla="*/ 1 w 1"/>
                  <a:gd name="T5" fmla="*/ 0 h 27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78"/>
                  <a:gd name="T11" fmla="*/ 1 w 1"/>
                  <a:gd name="T12" fmla="*/ 278 h 2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78">
                    <a:moveTo>
                      <a:pt x="0" y="27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1" name="Freeform 284"/>
            <p:cNvSpPr/>
            <p:nvPr/>
          </p:nvSpPr>
          <p:spPr bwMode="auto">
            <a:xfrm flipH="1">
              <a:off x="4652" y="3840"/>
              <a:ext cx="162" cy="1920"/>
            </a:xfrm>
            <a:custGeom>
              <a:avLst/>
              <a:gdLst>
                <a:gd name="T0" fmla="*/ 0 w 1"/>
                <a:gd name="T1" fmla="*/ 1637 h 1637"/>
                <a:gd name="T2" fmla="*/ 0 w 1"/>
                <a:gd name="T3" fmla="*/ 0 h 1637"/>
                <a:gd name="T4" fmla="*/ 1 w 1"/>
                <a:gd name="T5" fmla="*/ 0 h 1637"/>
                <a:gd name="T6" fmla="*/ 0 60000 65536"/>
                <a:gd name="T7" fmla="*/ 0 60000 65536"/>
                <a:gd name="T8" fmla="*/ 0 60000 65536"/>
                <a:gd name="T9" fmla="*/ 0 w 1"/>
                <a:gd name="T10" fmla="*/ 0 h 1637"/>
                <a:gd name="T11" fmla="*/ 1 w 1"/>
                <a:gd name="T12" fmla="*/ 1637 h 16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637">
                  <a:moveTo>
                    <a:pt x="0" y="163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2" name="Group 285"/>
            <p:cNvGrpSpPr/>
            <p:nvPr/>
          </p:nvGrpSpPr>
          <p:grpSpPr bwMode="auto">
            <a:xfrm>
              <a:off x="5620" y="3173"/>
              <a:ext cx="2" cy="3547"/>
              <a:chOff x="2096" y="996"/>
              <a:chExt cx="1" cy="1419"/>
            </a:xfrm>
          </p:grpSpPr>
          <p:sp>
            <p:nvSpPr>
              <p:cNvPr id="167" name="Freeform 286"/>
              <p:cNvSpPr/>
              <p:nvPr/>
            </p:nvSpPr>
            <p:spPr bwMode="auto">
              <a:xfrm>
                <a:off x="2096" y="2036"/>
                <a:ext cx="1" cy="379"/>
              </a:xfrm>
              <a:custGeom>
                <a:avLst/>
                <a:gdLst>
                  <a:gd name="T0" fmla="*/ 0 w 2"/>
                  <a:gd name="T1" fmla="*/ 1517 h 1517"/>
                  <a:gd name="T2" fmla="*/ 0 w 2"/>
                  <a:gd name="T3" fmla="*/ 0 h 1517"/>
                  <a:gd name="T4" fmla="*/ 2 w 2"/>
                  <a:gd name="T5" fmla="*/ 0 h 1517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517"/>
                  <a:gd name="T11" fmla="*/ 2 w 2"/>
                  <a:gd name="T12" fmla="*/ 1517 h 15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517">
                    <a:moveTo>
                      <a:pt x="0" y="151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8" name="Freeform 287"/>
              <p:cNvSpPr/>
              <p:nvPr/>
            </p:nvSpPr>
            <p:spPr bwMode="auto">
              <a:xfrm>
                <a:off x="2096" y="1984"/>
                <a:ext cx="1" cy="15"/>
              </a:xfrm>
              <a:custGeom>
                <a:avLst/>
                <a:gdLst>
                  <a:gd name="T0" fmla="*/ 0 w 2"/>
                  <a:gd name="T1" fmla="*/ 58 h 58"/>
                  <a:gd name="T2" fmla="*/ 0 w 2"/>
                  <a:gd name="T3" fmla="*/ 0 h 58"/>
                  <a:gd name="T4" fmla="*/ 2 w 2"/>
                  <a:gd name="T5" fmla="*/ 0 h 58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58"/>
                  <a:gd name="T11" fmla="*/ 2 w 2"/>
                  <a:gd name="T12" fmla="*/ 58 h 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58">
                    <a:moveTo>
                      <a:pt x="0" y="5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Freeform 288"/>
              <p:cNvSpPr/>
              <p:nvPr/>
            </p:nvSpPr>
            <p:spPr bwMode="auto">
              <a:xfrm>
                <a:off x="2096" y="1517"/>
                <a:ext cx="1" cy="430"/>
              </a:xfrm>
              <a:custGeom>
                <a:avLst/>
                <a:gdLst>
                  <a:gd name="T0" fmla="*/ 0 w 2"/>
                  <a:gd name="T1" fmla="*/ 1720 h 1720"/>
                  <a:gd name="T2" fmla="*/ 0 w 2"/>
                  <a:gd name="T3" fmla="*/ 0 h 1720"/>
                  <a:gd name="T4" fmla="*/ 2 w 2"/>
                  <a:gd name="T5" fmla="*/ 0 h 172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720"/>
                  <a:gd name="T11" fmla="*/ 2 w 2"/>
                  <a:gd name="T12" fmla="*/ 1720 h 17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720">
                    <a:moveTo>
                      <a:pt x="0" y="172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Freeform 289"/>
              <p:cNvSpPr/>
              <p:nvPr/>
            </p:nvSpPr>
            <p:spPr bwMode="auto">
              <a:xfrm>
                <a:off x="2096" y="1465"/>
                <a:ext cx="1" cy="15"/>
              </a:xfrm>
              <a:custGeom>
                <a:avLst/>
                <a:gdLst>
                  <a:gd name="T0" fmla="*/ 0 w 2"/>
                  <a:gd name="T1" fmla="*/ 60 h 60"/>
                  <a:gd name="T2" fmla="*/ 0 w 2"/>
                  <a:gd name="T3" fmla="*/ 0 h 60"/>
                  <a:gd name="T4" fmla="*/ 2 w 2"/>
                  <a:gd name="T5" fmla="*/ 0 h 6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60"/>
                  <a:gd name="T11" fmla="*/ 2 w 2"/>
                  <a:gd name="T12" fmla="*/ 60 h 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60">
                    <a:moveTo>
                      <a:pt x="0" y="6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Freeform 290"/>
              <p:cNvSpPr/>
              <p:nvPr/>
            </p:nvSpPr>
            <p:spPr bwMode="auto">
              <a:xfrm>
                <a:off x="2096" y="996"/>
                <a:ext cx="1" cy="432"/>
              </a:xfrm>
              <a:custGeom>
                <a:avLst/>
                <a:gdLst>
                  <a:gd name="T0" fmla="*/ 0 w 2"/>
                  <a:gd name="T1" fmla="*/ 1731 h 1731"/>
                  <a:gd name="T2" fmla="*/ 0 w 2"/>
                  <a:gd name="T3" fmla="*/ 0 h 1731"/>
                  <a:gd name="T4" fmla="*/ 2 w 2"/>
                  <a:gd name="T5" fmla="*/ 0 h 173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731"/>
                  <a:gd name="T11" fmla="*/ 2 w 2"/>
                  <a:gd name="T12" fmla="*/ 1731 h 173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731">
                    <a:moveTo>
                      <a:pt x="0" y="1731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3" name="Group 291"/>
            <p:cNvGrpSpPr/>
            <p:nvPr/>
          </p:nvGrpSpPr>
          <p:grpSpPr bwMode="auto">
            <a:xfrm>
              <a:off x="5144" y="4131"/>
              <a:ext cx="996" cy="4"/>
              <a:chOff x="2261" y="1380"/>
              <a:chExt cx="346" cy="1"/>
            </a:xfrm>
          </p:grpSpPr>
          <p:sp>
            <p:nvSpPr>
              <p:cNvPr id="164" name="Freeform 292"/>
              <p:cNvSpPr/>
              <p:nvPr/>
            </p:nvSpPr>
            <p:spPr bwMode="auto">
              <a:xfrm>
                <a:off x="2261" y="1380"/>
                <a:ext cx="155" cy="1"/>
              </a:xfrm>
              <a:custGeom>
                <a:avLst/>
                <a:gdLst>
                  <a:gd name="T0" fmla="*/ 0 w 626"/>
                  <a:gd name="T1" fmla="*/ 0 h 1"/>
                  <a:gd name="T2" fmla="*/ 625 w 626"/>
                  <a:gd name="T3" fmla="*/ 0 h 1"/>
                  <a:gd name="T4" fmla="*/ 626 w 62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26"/>
                  <a:gd name="T10" fmla="*/ 0 h 1"/>
                  <a:gd name="T11" fmla="*/ 626 w 62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26" h="1">
                    <a:moveTo>
                      <a:pt x="0" y="0"/>
                    </a:moveTo>
                    <a:lnTo>
                      <a:pt x="625" y="0"/>
                    </a:lnTo>
                    <a:lnTo>
                      <a:pt x="62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5" name="Freeform 293"/>
              <p:cNvSpPr/>
              <p:nvPr/>
            </p:nvSpPr>
            <p:spPr bwMode="auto">
              <a:xfrm>
                <a:off x="2457" y="1380"/>
                <a:ext cx="17" cy="1"/>
              </a:xfrm>
              <a:custGeom>
                <a:avLst/>
                <a:gdLst>
                  <a:gd name="T0" fmla="*/ 0 w 65"/>
                  <a:gd name="T1" fmla="*/ 0 h 1"/>
                  <a:gd name="T2" fmla="*/ 64 w 65"/>
                  <a:gd name="T3" fmla="*/ 0 h 1"/>
                  <a:gd name="T4" fmla="*/ 65 w 6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5"/>
                  <a:gd name="T10" fmla="*/ 0 h 1"/>
                  <a:gd name="T11" fmla="*/ 65 w 6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5" h="1">
                    <a:moveTo>
                      <a:pt x="0" y="0"/>
                    </a:moveTo>
                    <a:lnTo>
                      <a:pt x="64" y="0"/>
                    </a:lnTo>
                    <a:lnTo>
                      <a:pt x="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6" name="Freeform 294"/>
              <p:cNvSpPr/>
              <p:nvPr/>
            </p:nvSpPr>
            <p:spPr bwMode="auto">
              <a:xfrm>
                <a:off x="2509" y="1380"/>
                <a:ext cx="98" cy="1"/>
              </a:xfrm>
              <a:custGeom>
                <a:avLst/>
                <a:gdLst>
                  <a:gd name="T0" fmla="*/ 0 w 392"/>
                  <a:gd name="T1" fmla="*/ 0 h 1"/>
                  <a:gd name="T2" fmla="*/ 391 w 392"/>
                  <a:gd name="T3" fmla="*/ 0 h 1"/>
                  <a:gd name="T4" fmla="*/ 392 w 39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92"/>
                  <a:gd name="T10" fmla="*/ 0 h 1"/>
                  <a:gd name="T11" fmla="*/ 392 w 39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2" h="1">
                    <a:moveTo>
                      <a:pt x="0" y="0"/>
                    </a:moveTo>
                    <a:lnTo>
                      <a:pt x="391" y="0"/>
                    </a:lnTo>
                    <a:lnTo>
                      <a:pt x="39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4" name="Group 295"/>
            <p:cNvGrpSpPr/>
            <p:nvPr/>
          </p:nvGrpSpPr>
          <p:grpSpPr bwMode="auto">
            <a:xfrm>
              <a:off x="4772" y="3277"/>
              <a:ext cx="2" cy="706"/>
              <a:chOff x="1757" y="1038"/>
              <a:chExt cx="1" cy="282"/>
            </a:xfrm>
          </p:grpSpPr>
          <p:sp>
            <p:nvSpPr>
              <p:cNvPr id="161" name="Freeform 296"/>
              <p:cNvSpPr/>
              <p:nvPr/>
            </p:nvSpPr>
            <p:spPr bwMode="auto">
              <a:xfrm>
                <a:off x="1757" y="1218"/>
                <a:ext cx="1" cy="102"/>
              </a:xfrm>
              <a:custGeom>
                <a:avLst/>
                <a:gdLst>
                  <a:gd name="T0" fmla="*/ 0 w 1"/>
                  <a:gd name="T1" fmla="*/ 410 h 410"/>
                  <a:gd name="T2" fmla="*/ 0 w 1"/>
                  <a:gd name="T3" fmla="*/ 0 h 410"/>
                  <a:gd name="T4" fmla="*/ 1 w 1"/>
                  <a:gd name="T5" fmla="*/ 0 h 41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10"/>
                  <a:gd name="T11" fmla="*/ 1 w 1"/>
                  <a:gd name="T12" fmla="*/ 410 h 4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10">
                    <a:moveTo>
                      <a:pt x="0" y="41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" name="Freeform 297"/>
              <p:cNvSpPr/>
              <p:nvPr/>
            </p:nvSpPr>
            <p:spPr bwMode="auto">
              <a:xfrm>
                <a:off x="1757" y="1179"/>
                <a:ext cx="1" cy="13"/>
              </a:xfrm>
              <a:custGeom>
                <a:avLst/>
                <a:gdLst>
                  <a:gd name="T0" fmla="*/ 0 w 1"/>
                  <a:gd name="T1" fmla="*/ 52 h 52"/>
                  <a:gd name="T2" fmla="*/ 0 w 1"/>
                  <a:gd name="T3" fmla="*/ 0 h 52"/>
                  <a:gd name="T4" fmla="*/ 1 w 1"/>
                  <a:gd name="T5" fmla="*/ 0 h 5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2"/>
                  <a:gd name="T11" fmla="*/ 1 w 1"/>
                  <a:gd name="T12" fmla="*/ 52 h 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2">
                    <a:moveTo>
                      <a:pt x="0" y="5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3" name="Freeform 298"/>
              <p:cNvSpPr/>
              <p:nvPr/>
            </p:nvSpPr>
            <p:spPr bwMode="auto">
              <a:xfrm>
                <a:off x="1757" y="1038"/>
                <a:ext cx="1" cy="120"/>
              </a:xfrm>
              <a:custGeom>
                <a:avLst/>
                <a:gdLst>
                  <a:gd name="T0" fmla="*/ 0 w 1"/>
                  <a:gd name="T1" fmla="*/ 480 h 480"/>
                  <a:gd name="T2" fmla="*/ 0 w 1"/>
                  <a:gd name="T3" fmla="*/ 0 h 480"/>
                  <a:gd name="T4" fmla="*/ 1 w 1"/>
                  <a:gd name="T5" fmla="*/ 0 h 48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80"/>
                  <a:gd name="T11" fmla="*/ 1 w 1"/>
                  <a:gd name="T12" fmla="*/ 480 h 48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80">
                    <a:moveTo>
                      <a:pt x="0" y="48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Group 299"/>
            <p:cNvGrpSpPr/>
            <p:nvPr/>
          </p:nvGrpSpPr>
          <p:grpSpPr bwMode="auto">
            <a:xfrm>
              <a:off x="6464" y="3277"/>
              <a:ext cx="3" cy="748"/>
              <a:chOff x="2434" y="1038"/>
              <a:chExt cx="1" cy="299"/>
            </a:xfrm>
          </p:grpSpPr>
          <p:sp>
            <p:nvSpPr>
              <p:cNvPr id="158" name="Freeform 300"/>
              <p:cNvSpPr/>
              <p:nvPr/>
            </p:nvSpPr>
            <p:spPr bwMode="auto">
              <a:xfrm>
                <a:off x="2434" y="1209"/>
                <a:ext cx="1" cy="128"/>
              </a:xfrm>
              <a:custGeom>
                <a:avLst/>
                <a:gdLst>
                  <a:gd name="T0" fmla="*/ 0 w 1"/>
                  <a:gd name="T1" fmla="*/ 513 h 513"/>
                  <a:gd name="T2" fmla="*/ 0 w 1"/>
                  <a:gd name="T3" fmla="*/ 0 h 513"/>
                  <a:gd name="T4" fmla="*/ 1 w 1"/>
                  <a:gd name="T5" fmla="*/ 0 h 51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13"/>
                  <a:gd name="T11" fmla="*/ 1 w 1"/>
                  <a:gd name="T12" fmla="*/ 513 h 5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13">
                    <a:moveTo>
                      <a:pt x="0" y="51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9" name="Freeform 301"/>
              <p:cNvSpPr/>
              <p:nvPr/>
            </p:nvSpPr>
            <p:spPr bwMode="auto">
              <a:xfrm>
                <a:off x="2434" y="1179"/>
                <a:ext cx="1" cy="13"/>
              </a:xfrm>
              <a:custGeom>
                <a:avLst/>
                <a:gdLst>
                  <a:gd name="T0" fmla="*/ 0 w 1"/>
                  <a:gd name="T1" fmla="*/ 52 h 52"/>
                  <a:gd name="T2" fmla="*/ 0 w 1"/>
                  <a:gd name="T3" fmla="*/ 0 h 52"/>
                  <a:gd name="T4" fmla="*/ 1 w 1"/>
                  <a:gd name="T5" fmla="*/ 0 h 5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2"/>
                  <a:gd name="T11" fmla="*/ 1 w 1"/>
                  <a:gd name="T12" fmla="*/ 52 h 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2">
                    <a:moveTo>
                      <a:pt x="0" y="5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0" name="Freeform 302"/>
              <p:cNvSpPr/>
              <p:nvPr/>
            </p:nvSpPr>
            <p:spPr bwMode="auto">
              <a:xfrm>
                <a:off x="2434" y="1038"/>
                <a:ext cx="1" cy="124"/>
              </a:xfrm>
              <a:custGeom>
                <a:avLst/>
                <a:gdLst>
                  <a:gd name="T0" fmla="*/ 0 w 1"/>
                  <a:gd name="T1" fmla="*/ 497 h 497"/>
                  <a:gd name="T2" fmla="*/ 0 w 1"/>
                  <a:gd name="T3" fmla="*/ 0 h 497"/>
                  <a:gd name="T4" fmla="*/ 1 w 1"/>
                  <a:gd name="T5" fmla="*/ 0 h 49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97"/>
                  <a:gd name="T11" fmla="*/ 1 w 1"/>
                  <a:gd name="T12" fmla="*/ 497 h 49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97">
                    <a:moveTo>
                      <a:pt x="0" y="49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6" name="Group 303"/>
            <p:cNvGrpSpPr/>
            <p:nvPr/>
          </p:nvGrpSpPr>
          <p:grpSpPr bwMode="auto">
            <a:xfrm>
              <a:off x="6464" y="5920"/>
              <a:ext cx="3" cy="715"/>
              <a:chOff x="2434" y="2095"/>
              <a:chExt cx="1" cy="286"/>
            </a:xfrm>
          </p:grpSpPr>
          <p:sp>
            <p:nvSpPr>
              <p:cNvPr id="155" name="Freeform 304"/>
              <p:cNvSpPr/>
              <p:nvPr/>
            </p:nvSpPr>
            <p:spPr bwMode="auto">
              <a:xfrm>
                <a:off x="2434" y="2266"/>
                <a:ext cx="1" cy="115"/>
              </a:xfrm>
              <a:custGeom>
                <a:avLst/>
                <a:gdLst>
                  <a:gd name="T0" fmla="*/ 0 w 1"/>
                  <a:gd name="T1" fmla="*/ 462 h 462"/>
                  <a:gd name="T2" fmla="*/ 0 w 1"/>
                  <a:gd name="T3" fmla="*/ 0 h 462"/>
                  <a:gd name="T4" fmla="*/ 1 w 1"/>
                  <a:gd name="T5" fmla="*/ 0 h 46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62"/>
                  <a:gd name="T11" fmla="*/ 1 w 1"/>
                  <a:gd name="T12" fmla="*/ 462 h 4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62">
                    <a:moveTo>
                      <a:pt x="0" y="46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6" name="Freeform 305"/>
              <p:cNvSpPr/>
              <p:nvPr/>
            </p:nvSpPr>
            <p:spPr bwMode="auto">
              <a:xfrm>
                <a:off x="2434" y="2236"/>
                <a:ext cx="1" cy="13"/>
              </a:xfrm>
              <a:custGeom>
                <a:avLst/>
                <a:gdLst>
                  <a:gd name="T0" fmla="*/ 0 w 1"/>
                  <a:gd name="T1" fmla="*/ 50 h 50"/>
                  <a:gd name="T2" fmla="*/ 0 w 1"/>
                  <a:gd name="T3" fmla="*/ 0 h 50"/>
                  <a:gd name="T4" fmla="*/ 1 w 1"/>
                  <a:gd name="T5" fmla="*/ 0 h 5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0"/>
                  <a:gd name="T11" fmla="*/ 1 w 1"/>
                  <a:gd name="T12" fmla="*/ 50 h 5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0">
                    <a:moveTo>
                      <a:pt x="0" y="5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7" name="Freeform 306"/>
              <p:cNvSpPr/>
              <p:nvPr/>
            </p:nvSpPr>
            <p:spPr bwMode="auto">
              <a:xfrm>
                <a:off x="2434" y="2095"/>
                <a:ext cx="1" cy="124"/>
              </a:xfrm>
              <a:custGeom>
                <a:avLst/>
                <a:gdLst>
                  <a:gd name="T0" fmla="*/ 0 w 1"/>
                  <a:gd name="T1" fmla="*/ 495 h 495"/>
                  <a:gd name="T2" fmla="*/ 0 w 1"/>
                  <a:gd name="T3" fmla="*/ 0 h 495"/>
                  <a:gd name="T4" fmla="*/ 1 w 1"/>
                  <a:gd name="T5" fmla="*/ 0 h 49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95"/>
                  <a:gd name="T11" fmla="*/ 1 w 1"/>
                  <a:gd name="T12" fmla="*/ 495 h 49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95">
                    <a:moveTo>
                      <a:pt x="0" y="49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7" name="Group 307"/>
            <p:cNvGrpSpPr/>
            <p:nvPr/>
          </p:nvGrpSpPr>
          <p:grpSpPr bwMode="auto">
            <a:xfrm>
              <a:off x="4772" y="5898"/>
              <a:ext cx="2" cy="737"/>
              <a:chOff x="1757" y="2086"/>
              <a:chExt cx="1" cy="295"/>
            </a:xfrm>
          </p:grpSpPr>
          <p:sp>
            <p:nvSpPr>
              <p:cNvPr id="152" name="Freeform 308"/>
              <p:cNvSpPr/>
              <p:nvPr/>
            </p:nvSpPr>
            <p:spPr bwMode="auto">
              <a:xfrm>
                <a:off x="1757" y="2266"/>
                <a:ext cx="1" cy="115"/>
              </a:xfrm>
              <a:custGeom>
                <a:avLst/>
                <a:gdLst>
                  <a:gd name="T0" fmla="*/ 0 w 1"/>
                  <a:gd name="T1" fmla="*/ 462 h 462"/>
                  <a:gd name="T2" fmla="*/ 0 w 1"/>
                  <a:gd name="T3" fmla="*/ 0 h 462"/>
                  <a:gd name="T4" fmla="*/ 1 w 1"/>
                  <a:gd name="T5" fmla="*/ 0 h 46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62"/>
                  <a:gd name="T11" fmla="*/ 1 w 1"/>
                  <a:gd name="T12" fmla="*/ 462 h 4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62">
                    <a:moveTo>
                      <a:pt x="0" y="46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3" name="Freeform 309"/>
              <p:cNvSpPr/>
              <p:nvPr/>
            </p:nvSpPr>
            <p:spPr bwMode="auto">
              <a:xfrm>
                <a:off x="1757" y="2231"/>
                <a:ext cx="1" cy="13"/>
              </a:xfrm>
              <a:custGeom>
                <a:avLst/>
                <a:gdLst>
                  <a:gd name="T0" fmla="*/ 0 w 1"/>
                  <a:gd name="T1" fmla="*/ 51 h 51"/>
                  <a:gd name="T2" fmla="*/ 0 w 1"/>
                  <a:gd name="T3" fmla="*/ 0 h 51"/>
                  <a:gd name="T4" fmla="*/ 1 w 1"/>
                  <a:gd name="T5" fmla="*/ 0 h 5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1"/>
                  <a:gd name="T11" fmla="*/ 1 w 1"/>
                  <a:gd name="T12" fmla="*/ 51 h 5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1">
                    <a:moveTo>
                      <a:pt x="0" y="5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4" name="Freeform 310"/>
              <p:cNvSpPr/>
              <p:nvPr/>
            </p:nvSpPr>
            <p:spPr bwMode="auto">
              <a:xfrm>
                <a:off x="1757" y="2086"/>
                <a:ext cx="1" cy="124"/>
              </a:xfrm>
              <a:custGeom>
                <a:avLst/>
                <a:gdLst>
                  <a:gd name="T0" fmla="*/ 0 w 1"/>
                  <a:gd name="T1" fmla="*/ 497 h 497"/>
                  <a:gd name="T2" fmla="*/ 0 w 1"/>
                  <a:gd name="T3" fmla="*/ 0 h 497"/>
                  <a:gd name="T4" fmla="*/ 1 w 1"/>
                  <a:gd name="T5" fmla="*/ 0 h 49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97"/>
                  <a:gd name="T11" fmla="*/ 1 w 1"/>
                  <a:gd name="T12" fmla="*/ 497 h 49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97">
                    <a:moveTo>
                      <a:pt x="0" y="49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8" name="Line 311"/>
            <p:cNvSpPr>
              <a:spLocks noChangeShapeType="1"/>
            </p:cNvSpPr>
            <p:nvPr/>
          </p:nvSpPr>
          <p:spPr bwMode="auto">
            <a:xfrm flipH="1">
              <a:off x="6777" y="3438"/>
              <a:ext cx="15" cy="4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9" name="Group 312"/>
            <p:cNvGrpSpPr/>
            <p:nvPr/>
          </p:nvGrpSpPr>
          <p:grpSpPr bwMode="auto">
            <a:xfrm>
              <a:off x="6174" y="3450"/>
              <a:ext cx="3" cy="3030"/>
              <a:chOff x="3696" y="2448"/>
              <a:chExt cx="1" cy="1212"/>
            </a:xfrm>
          </p:grpSpPr>
          <p:sp>
            <p:nvSpPr>
              <p:cNvPr id="141" name="Freeform 313"/>
              <p:cNvSpPr/>
              <p:nvPr/>
            </p:nvSpPr>
            <p:spPr bwMode="auto">
              <a:xfrm>
                <a:off x="3696" y="3596"/>
                <a:ext cx="1" cy="64"/>
              </a:xfrm>
              <a:custGeom>
                <a:avLst/>
                <a:gdLst>
                  <a:gd name="T0" fmla="*/ 0 w 1"/>
                  <a:gd name="T1" fmla="*/ 255 h 255"/>
                  <a:gd name="T2" fmla="*/ 0 w 1"/>
                  <a:gd name="T3" fmla="*/ 0 h 255"/>
                  <a:gd name="T4" fmla="*/ 1 w 1"/>
                  <a:gd name="T5" fmla="*/ 0 h 25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55"/>
                  <a:gd name="T11" fmla="*/ 1 w 1"/>
                  <a:gd name="T12" fmla="*/ 255 h 2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55">
                    <a:moveTo>
                      <a:pt x="0" y="25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2" name="Freeform 314"/>
              <p:cNvSpPr/>
              <p:nvPr/>
            </p:nvSpPr>
            <p:spPr bwMode="auto">
              <a:xfrm>
                <a:off x="3696" y="3479"/>
                <a:ext cx="1" cy="94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4"/>
                  <a:gd name="T11" fmla="*/ 1 w 1"/>
                  <a:gd name="T12" fmla="*/ 374 h 3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3" name="Freeform 315"/>
              <p:cNvSpPr/>
              <p:nvPr/>
            </p:nvSpPr>
            <p:spPr bwMode="auto">
              <a:xfrm>
                <a:off x="3696" y="3362"/>
                <a:ext cx="1" cy="94"/>
              </a:xfrm>
              <a:custGeom>
                <a:avLst/>
                <a:gdLst>
                  <a:gd name="T0" fmla="*/ 0 w 1"/>
                  <a:gd name="T1" fmla="*/ 375 h 375"/>
                  <a:gd name="T2" fmla="*/ 0 w 1"/>
                  <a:gd name="T3" fmla="*/ 0 h 375"/>
                  <a:gd name="T4" fmla="*/ 1 w 1"/>
                  <a:gd name="T5" fmla="*/ 0 h 37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5"/>
                  <a:gd name="T11" fmla="*/ 1 w 1"/>
                  <a:gd name="T12" fmla="*/ 375 h 37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5">
                    <a:moveTo>
                      <a:pt x="0" y="37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4" name="Freeform 316"/>
              <p:cNvSpPr/>
              <p:nvPr/>
            </p:nvSpPr>
            <p:spPr bwMode="auto">
              <a:xfrm>
                <a:off x="3696" y="3246"/>
                <a:ext cx="1" cy="93"/>
              </a:xfrm>
              <a:custGeom>
                <a:avLst/>
                <a:gdLst>
                  <a:gd name="T0" fmla="*/ 0 w 1"/>
                  <a:gd name="T1" fmla="*/ 373 h 373"/>
                  <a:gd name="T2" fmla="*/ 0 w 1"/>
                  <a:gd name="T3" fmla="*/ 0 h 373"/>
                  <a:gd name="T4" fmla="*/ 1 w 1"/>
                  <a:gd name="T5" fmla="*/ 0 h 37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3"/>
                  <a:gd name="T11" fmla="*/ 1 w 1"/>
                  <a:gd name="T12" fmla="*/ 373 h 3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3">
                    <a:moveTo>
                      <a:pt x="0" y="37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5" name="Freeform 317"/>
              <p:cNvSpPr/>
              <p:nvPr/>
            </p:nvSpPr>
            <p:spPr bwMode="auto">
              <a:xfrm>
                <a:off x="3696" y="3129"/>
                <a:ext cx="1" cy="93"/>
              </a:xfrm>
              <a:custGeom>
                <a:avLst/>
                <a:gdLst>
                  <a:gd name="T0" fmla="*/ 0 w 1"/>
                  <a:gd name="T1" fmla="*/ 375 h 375"/>
                  <a:gd name="T2" fmla="*/ 0 w 1"/>
                  <a:gd name="T3" fmla="*/ 0 h 375"/>
                  <a:gd name="T4" fmla="*/ 1 w 1"/>
                  <a:gd name="T5" fmla="*/ 0 h 37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5"/>
                  <a:gd name="T11" fmla="*/ 1 w 1"/>
                  <a:gd name="T12" fmla="*/ 375 h 37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5">
                    <a:moveTo>
                      <a:pt x="0" y="37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6" name="Freeform 318"/>
              <p:cNvSpPr/>
              <p:nvPr/>
            </p:nvSpPr>
            <p:spPr bwMode="auto">
              <a:xfrm>
                <a:off x="3696" y="3012"/>
                <a:ext cx="1" cy="93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4"/>
                  <a:gd name="T11" fmla="*/ 1 w 1"/>
                  <a:gd name="T12" fmla="*/ 374 h 3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7" name="Freeform 319"/>
              <p:cNvSpPr/>
              <p:nvPr/>
            </p:nvSpPr>
            <p:spPr bwMode="auto">
              <a:xfrm>
                <a:off x="3696" y="2895"/>
                <a:ext cx="1" cy="94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4"/>
                  <a:gd name="T11" fmla="*/ 1 w 1"/>
                  <a:gd name="T12" fmla="*/ 374 h 3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8" name="Freeform 320"/>
              <p:cNvSpPr/>
              <p:nvPr/>
            </p:nvSpPr>
            <p:spPr bwMode="auto">
              <a:xfrm>
                <a:off x="3696" y="2808"/>
                <a:ext cx="1" cy="64"/>
              </a:xfrm>
              <a:custGeom>
                <a:avLst/>
                <a:gdLst>
                  <a:gd name="T0" fmla="*/ 0 w 1"/>
                  <a:gd name="T1" fmla="*/ 256 h 256"/>
                  <a:gd name="T2" fmla="*/ 0 w 1"/>
                  <a:gd name="T3" fmla="*/ 0 h 256"/>
                  <a:gd name="T4" fmla="*/ 1 w 1"/>
                  <a:gd name="T5" fmla="*/ 0 h 25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56"/>
                  <a:gd name="T11" fmla="*/ 1 w 1"/>
                  <a:gd name="T12" fmla="*/ 256 h 25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56">
                    <a:moveTo>
                      <a:pt x="0" y="25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9" name="Freeform 321"/>
              <p:cNvSpPr/>
              <p:nvPr/>
            </p:nvSpPr>
            <p:spPr bwMode="auto">
              <a:xfrm>
                <a:off x="3696" y="2558"/>
                <a:ext cx="1" cy="88"/>
              </a:xfrm>
              <a:custGeom>
                <a:avLst/>
                <a:gdLst>
                  <a:gd name="T0" fmla="*/ 0 w 1"/>
                  <a:gd name="T1" fmla="*/ 349 h 349"/>
                  <a:gd name="T2" fmla="*/ 0 w 1"/>
                  <a:gd name="T3" fmla="*/ 0 h 349"/>
                  <a:gd name="T4" fmla="*/ 1 w 1"/>
                  <a:gd name="T5" fmla="*/ 0 h 34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49"/>
                  <a:gd name="T11" fmla="*/ 1 w 1"/>
                  <a:gd name="T12" fmla="*/ 349 h 34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49">
                    <a:moveTo>
                      <a:pt x="0" y="34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0" name="Freeform 322"/>
              <p:cNvSpPr/>
              <p:nvPr/>
            </p:nvSpPr>
            <p:spPr bwMode="auto">
              <a:xfrm>
                <a:off x="3696" y="2448"/>
                <a:ext cx="1" cy="87"/>
              </a:xfrm>
              <a:custGeom>
                <a:avLst/>
                <a:gdLst>
                  <a:gd name="T0" fmla="*/ 0 w 1"/>
                  <a:gd name="T1" fmla="*/ 349 h 349"/>
                  <a:gd name="T2" fmla="*/ 0 w 1"/>
                  <a:gd name="T3" fmla="*/ 0 h 349"/>
                  <a:gd name="T4" fmla="*/ 1 w 1"/>
                  <a:gd name="T5" fmla="*/ 0 h 34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49"/>
                  <a:gd name="T11" fmla="*/ 1 w 1"/>
                  <a:gd name="T12" fmla="*/ 349 h 34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49">
                    <a:moveTo>
                      <a:pt x="0" y="34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1" name="Freeform 323"/>
              <p:cNvSpPr/>
              <p:nvPr/>
            </p:nvSpPr>
            <p:spPr bwMode="auto">
              <a:xfrm>
                <a:off x="3696" y="2696"/>
                <a:ext cx="1" cy="88"/>
              </a:xfrm>
              <a:custGeom>
                <a:avLst/>
                <a:gdLst>
                  <a:gd name="T0" fmla="*/ 0 w 1"/>
                  <a:gd name="T1" fmla="*/ 349 h 349"/>
                  <a:gd name="T2" fmla="*/ 0 w 1"/>
                  <a:gd name="T3" fmla="*/ 0 h 349"/>
                  <a:gd name="T4" fmla="*/ 1 w 1"/>
                  <a:gd name="T5" fmla="*/ 0 h 34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49"/>
                  <a:gd name="T11" fmla="*/ 1 w 1"/>
                  <a:gd name="T12" fmla="*/ 349 h 34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49">
                    <a:moveTo>
                      <a:pt x="0" y="34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0" name="Group 324"/>
            <p:cNvGrpSpPr/>
            <p:nvPr/>
          </p:nvGrpSpPr>
          <p:grpSpPr bwMode="auto">
            <a:xfrm>
              <a:off x="5069" y="3450"/>
              <a:ext cx="3" cy="3030"/>
              <a:chOff x="3696" y="2448"/>
              <a:chExt cx="1" cy="1212"/>
            </a:xfrm>
          </p:grpSpPr>
          <p:sp>
            <p:nvSpPr>
              <p:cNvPr id="130" name="Freeform 325"/>
              <p:cNvSpPr/>
              <p:nvPr/>
            </p:nvSpPr>
            <p:spPr bwMode="auto">
              <a:xfrm>
                <a:off x="3696" y="3596"/>
                <a:ext cx="1" cy="64"/>
              </a:xfrm>
              <a:custGeom>
                <a:avLst/>
                <a:gdLst>
                  <a:gd name="T0" fmla="*/ 0 w 1"/>
                  <a:gd name="T1" fmla="*/ 255 h 255"/>
                  <a:gd name="T2" fmla="*/ 0 w 1"/>
                  <a:gd name="T3" fmla="*/ 0 h 255"/>
                  <a:gd name="T4" fmla="*/ 1 w 1"/>
                  <a:gd name="T5" fmla="*/ 0 h 25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55"/>
                  <a:gd name="T11" fmla="*/ 1 w 1"/>
                  <a:gd name="T12" fmla="*/ 255 h 2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55">
                    <a:moveTo>
                      <a:pt x="0" y="25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1" name="Freeform 326"/>
              <p:cNvSpPr/>
              <p:nvPr/>
            </p:nvSpPr>
            <p:spPr bwMode="auto">
              <a:xfrm>
                <a:off x="3696" y="3479"/>
                <a:ext cx="1" cy="94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4"/>
                  <a:gd name="T11" fmla="*/ 1 w 1"/>
                  <a:gd name="T12" fmla="*/ 374 h 3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Freeform 327"/>
              <p:cNvSpPr/>
              <p:nvPr/>
            </p:nvSpPr>
            <p:spPr bwMode="auto">
              <a:xfrm>
                <a:off x="3696" y="3362"/>
                <a:ext cx="1" cy="94"/>
              </a:xfrm>
              <a:custGeom>
                <a:avLst/>
                <a:gdLst>
                  <a:gd name="T0" fmla="*/ 0 w 1"/>
                  <a:gd name="T1" fmla="*/ 375 h 375"/>
                  <a:gd name="T2" fmla="*/ 0 w 1"/>
                  <a:gd name="T3" fmla="*/ 0 h 375"/>
                  <a:gd name="T4" fmla="*/ 1 w 1"/>
                  <a:gd name="T5" fmla="*/ 0 h 37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5"/>
                  <a:gd name="T11" fmla="*/ 1 w 1"/>
                  <a:gd name="T12" fmla="*/ 375 h 37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5">
                    <a:moveTo>
                      <a:pt x="0" y="37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Freeform 328"/>
              <p:cNvSpPr/>
              <p:nvPr/>
            </p:nvSpPr>
            <p:spPr bwMode="auto">
              <a:xfrm>
                <a:off x="3696" y="3246"/>
                <a:ext cx="1" cy="93"/>
              </a:xfrm>
              <a:custGeom>
                <a:avLst/>
                <a:gdLst>
                  <a:gd name="T0" fmla="*/ 0 w 1"/>
                  <a:gd name="T1" fmla="*/ 373 h 373"/>
                  <a:gd name="T2" fmla="*/ 0 w 1"/>
                  <a:gd name="T3" fmla="*/ 0 h 373"/>
                  <a:gd name="T4" fmla="*/ 1 w 1"/>
                  <a:gd name="T5" fmla="*/ 0 h 37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3"/>
                  <a:gd name="T11" fmla="*/ 1 w 1"/>
                  <a:gd name="T12" fmla="*/ 373 h 3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3">
                    <a:moveTo>
                      <a:pt x="0" y="37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Freeform 329"/>
              <p:cNvSpPr/>
              <p:nvPr/>
            </p:nvSpPr>
            <p:spPr bwMode="auto">
              <a:xfrm>
                <a:off x="3696" y="3129"/>
                <a:ext cx="1" cy="93"/>
              </a:xfrm>
              <a:custGeom>
                <a:avLst/>
                <a:gdLst>
                  <a:gd name="T0" fmla="*/ 0 w 1"/>
                  <a:gd name="T1" fmla="*/ 375 h 375"/>
                  <a:gd name="T2" fmla="*/ 0 w 1"/>
                  <a:gd name="T3" fmla="*/ 0 h 375"/>
                  <a:gd name="T4" fmla="*/ 1 w 1"/>
                  <a:gd name="T5" fmla="*/ 0 h 37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5"/>
                  <a:gd name="T11" fmla="*/ 1 w 1"/>
                  <a:gd name="T12" fmla="*/ 375 h 37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5">
                    <a:moveTo>
                      <a:pt x="0" y="37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Freeform 330"/>
              <p:cNvSpPr/>
              <p:nvPr/>
            </p:nvSpPr>
            <p:spPr bwMode="auto">
              <a:xfrm>
                <a:off x="3696" y="3012"/>
                <a:ext cx="1" cy="93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4"/>
                  <a:gd name="T11" fmla="*/ 1 w 1"/>
                  <a:gd name="T12" fmla="*/ 374 h 3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6" name="Freeform 331"/>
              <p:cNvSpPr/>
              <p:nvPr/>
            </p:nvSpPr>
            <p:spPr bwMode="auto">
              <a:xfrm>
                <a:off x="3696" y="2895"/>
                <a:ext cx="1" cy="94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4"/>
                  <a:gd name="T11" fmla="*/ 1 w 1"/>
                  <a:gd name="T12" fmla="*/ 374 h 3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7" name="Freeform 332"/>
              <p:cNvSpPr/>
              <p:nvPr/>
            </p:nvSpPr>
            <p:spPr bwMode="auto">
              <a:xfrm>
                <a:off x="3696" y="2808"/>
                <a:ext cx="1" cy="64"/>
              </a:xfrm>
              <a:custGeom>
                <a:avLst/>
                <a:gdLst>
                  <a:gd name="T0" fmla="*/ 0 w 1"/>
                  <a:gd name="T1" fmla="*/ 256 h 256"/>
                  <a:gd name="T2" fmla="*/ 0 w 1"/>
                  <a:gd name="T3" fmla="*/ 0 h 256"/>
                  <a:gd name="T4" fmla="*/ 1 w 1"/>
                  <a:gd name="T5" fmla="*/ 0 h 25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56"/>
                  <a:gd name="T11" fmla="*/ 1 w 1"/>
                  <a:gd name="T12" fmla="*/ 256 h 25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56">
                    <a:moveTo>
                      <a:pt x="0" y="25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8" name="Freeform 333"/>
              <p:cNvSpPr/>
              <p:nvPr/>
            </p:nvSpPr>
            <p:spPr bwMode="auto">
              <a:xfrm>
                <a:off x="3696" y="2558"/>
                <a:ext cx="1" cy="88"/>
              </a:xfrm>
              <a:custGeom>
                <a:avLst/>
                <a:gdLst>
                  <a:gd name="T0" fmla="*/ 0 w 1"/>
                  <a:gd name="T1" fmla="*/ 349 h 349"/>
                  <a:gd name="T2" fmla="*/ 0 w 1"/>
                  <a:gd name="T3" fmla="*/ 0 h 349"/>
                  <a:gd name="T4" fmla="*/ 1 w 1"/>
                  <a:gd name="T5" fmla="*/ 0 h 34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49"/>
                  <a:gd name="T11" fmla="*/ 1 w 1"/>
                  <a:gd name="T12" fmla="*/ 349 h 34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49">
                    <a:moveTo>
                      <a:pt x="0" y="34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9" name="Freeform 334"/>
              <p:cNvSpPr/>
              <p:nvPr/>
            </p:nvSpPr>
            <p:spPr bwMode="auto">
              <a:xfrm>
                <a:off x="3696" y="2448"/>
                <a:ext cx="1" cy="87"/>
              </a:xfrm>
              <a:custGeom>
                <a:avLst/>
                <a:gdLst>
                  <a:gd name="T0" fmla="*/ 0 w 1"/>
                  <a:gd name="T1" fmla="*/ 349 h 349"/>
                  <a:gd name="T2" fmla="*/ 0 w 1"/>
                  <a:gd name="T3" fmla="*/ 0 h 349"/>
                  <a:gd name="T4" fmla="*/ 1 w 1"/>
                  <a:gd name="T5" fmla="*/ 0 h 34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49"/>
                  <a:gd name="T11" fmla="*/ 1 w 1"/>
                  <a:gd name="T12" fmla="*/ 349 h 34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49">
                    <a:moveTo>
                      <a:pt x="0" y="34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0" name="Freeform 335"/>
              <p:cNvSpPr/>
              <p:nvPr/>
            </p:nvSpPr>
            <p:spPr bwMode="auto">
              <a:xfrm>
                <a:off x="3696" y="2696"/>
                <a:ext cx="1" cy="88"/>
              </a:xfrm>
              <a:custGeom>
                <a:avLst/>
                <a:gdLst>
                  <a:gd name="T0" fmla="*/ 0 w 1"/>
                  <a:gd name="T1" fmla="*/ 349 h 349"/>
                  <a:gd name="T2" fmla="*/ 0 w 1"/>
                  <a:gd name="T3" fmla="*/ 0 h 349"/>
                  <a:gd name="T4" fmla="*/ 1 w 1"/>
                  <a:gd name="T5" fmla="*/ 0 h 34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49"/>
                  <a:gd name="T11" fmla="*/ 1 w 1"/>
                  <a:gd name="T12" fmla="*/ 349 h 34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49">
                    <a:moveTo>
                      <a:pt x="0" y="34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1" name="AutoShape 336"/>
            <p:cNvSpPr>
              <a:spLocks noChangeArrowheads="1"/>
            </p:cNvSpPr>
            <p:nvPr/>
          </p:nvSpPr>
          <p:spPr bwMode="auto">
            <a:xfrm rot="-1755160">
              <a:off x="4755" y="5008"/>
              <a:ext cx="112" cy="97"/>
            </a:xfrm>
            <a:prstGeom prst="parallelogram">
              <a:avLst>
                <a:gd name="adj" fmla="val 12070"/>
              </a:avLst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AutoShape 337"/>
            <p:cNvSpPr>
              <a:spLocks noChangeArrowheads="1"/>
            </p:cNvSpPr>
            <p:nvPr/>
          </p:nvSpPr>
          <p:spPr bwMode="auto">
            <a:xfrm rot="-1755160">
              <a:off x="6347" y="5400"/>
              <a:ext cx="137" cy="98"/>
            </a:xfrm>
            <a:prstGeom prst="parallelogram">
              <a:avLst>
                <a:gd name="adj" fmla="val 14657"/>
              </a:avLst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AutoShape 338"/>
            <p:cNvSpPr>
              <a:spLocks noChangeArrowheads="1"/>
            </p:cNvSpPr>
            <p:nvPr/>
          </p:nvSpPr>
          <p:spPr bwMode="auto">
            <a:xfrm rot="6172083">
              <a:off x="4776" y="5407"/>
              <a:ext cx="95" cy="97"/>
            </a:xfrm>
            <a:prstGeom prst="parallelogram">
              <a:avLst>
                <a:gd name="adj" fmla="val 10454"/>
              </a:avLst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AutoShape 339"/>
            <p:cNvSpPr>
              <a:spLocks noChangeArrowheads="1"/>
            </p:cNvSpPr>
            <p:nvPr/>
          </p:nvSpPr>
          <p:spPr bwMode="auto">
            <a:xfrm rot="6172083">
              <a:off x="6356" y="5022"/>
              <a:ext cx="130" cy="97"/>
            </a:xfrm>
            <a:prstGeom prst="parallelogram">
              <a:avLst>
                <a:gd name="adj" fmla="val 42031"/>
              </a:avLst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5" name="Group 340"/>
            <p:cNvGrpSpPr/>
            <p:nvPr/>
          </p:nvGrpSpPr>
          <p:grpSpPr bwMode="auto">
            <a:xfrm>
              <a:off x="5203" y="3843"/>
              <a:ext cx="835" cy="673"/>
              <a:chOff x="8222" y="4850"/>
              <a:chExt cx="835" cy="673"/>
            </a:xfrm>
          </p:grpSpPr>
          <p:sp>
            <p:nvSpPr>
              <p:cNvPr id="126" name="Arc 341"/>
              <p:cNvSpPr/>
              <p:nvPr/>
            </p:nvSpPr>
            <p:spPr bwMode="auto">
              <a:xfrm flipV="1">
                <a:off x="8221" y="5105"/>
                <a:ext cx="835" cy="417"/>
              </a:xfrm>
              <a:custGeom>
                <a:avLst/>
                <a:gdLst>
                  <a:gd name="T0" fmla="*/ 0 w 43149"/>
                  <a:gd name="T1" fmla="*/ 389 h 21600"/>
                  <a:gd name="T2" fmla="*/ 835 w 43149"/>
                  <a:gd name="T3" fmla="*/ 418 h 21600"/>
                  <a:gd name="T4" fmla="*/ 417 w 43149"/>
                  <a:gd name="T5" fmla="*/ 418 h 21600"/>
                  <a:gd name="T6" fmla="*/ 0 60000 65536"/>
                  <a:gd name="T7" fmla="*/ 0 60000 65536"/>
                  <a:gd name="T8" fmla="*/ 0 60000 65536"/>
                  <a:gd name="T9" fmla="*/ 0 w 43149"/>
                  <a:gd name="T10" fmla="*/ 0 h 21600"/>
                  <a:gd name="T11" fmla="*/ 43149 w 4314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49" h="21600" fill="none" extrusionOk="0">
                    <a:moveTo>
                      <a:pt x="0" y="20113"/>
                    </a:moveTo>
                    <a:cubicBezTo>
                      <a:pt x="781" y="8787"/>
                      <a:pt x="10196" y="-1"/>
                      <a:pt x="21549" y="0"/>
                    </a:cubicBezTo>
                    <a:cubicBezTo>
                      <a:pt x="33478" y="0"/>
                      <a:pt x="43149" y="9670"/>
                      <a:pt x="43149" y="21600"/>
                    </a:cubicBezTo>
                  </a:path>
                  <a:path w="43149" h="21600" stroke="0" extrusionOk="0">
                    <a:moveTo>
                      <a:pt x="0" y="20113"/>
                    </a:moveTo>
                    <a:cubicBezTo>
                      <a:pt x="781" y="8787"/>
                      <a:pt x="10196" y="-1"/>
                      <a:pt x="21549" y="0"/>
                    </a:cubicBezTo>
                    <a:cubicBezTo>
                      <a:pt x="33478" y="0"/>
                      <a:pt x="43149" y="9670"/>
                      <a:pt x="43149" y="21600"/>
                    </a:cubicBezTo>
                    <a:lnTo>
                      <a:pt x="21549" y="2160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prstDash val="lgDash"/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Freeform 342"/>
              <p:cNvSpPr/>
              <p:nvPr/>
            </p:nvSpPr>
            <p:spPr bwMode="auto">
              <a:xfrm>
                <a:off x="8434" y="4940"/>
                <a:ext cx="405" cy="405"/>
              </a:xfrm>
              <a:custGeom>
                <a:avLst/>
                <a:gdLst>
                  <a:gd name="T0" fmla="*/ 648 w 650"/>
                  <a:gd name="T1" fmla="*/ 324 h 649"/>
                  <a:gd name="T2" fmla="*/ 554 w 650"/>
                  <a:gd name="T3" fmla="*/ 95 h 649"/>
                  <a:gd name="T4" fmla="*/ 325 w 650"/>
                  <a:gd name="T5" fmla="*/ 0 h 649"/>
                  <a:gd name="T6" fmla="*/ 96 w 650"/>
                  <a:gd name="T7" fmla="*/ 95 h 649"/>
                  <a:gd name="T8" fmla="*/ 0 w 650"/>
                  <a:gd name="T9" fmla="*/ 324 h 649"/>
                  <a:gd name="T10" fmla="*/ 96 w 650"/>
                  <a:gd name="T11" fmla="*/ 554 h 649"/>
                  <a:gd name="T12" fmla="*/ 325 w 650"/>
                  <a:gd name="T13" fmla="*/ 649 h 649"/>
                  <a:gd name="T14" fmla="*/ 554 w 650"/>
                  <a:gd name="T15" fmla="*/ 554 h 649"/>
                  <a:gd name="T16" fmla="*/ 648 w 650"/>
                  <a:gd name="T17" fmla="*/ 324 h 649"/>
                  <a:gd name="T18" fmla="*/ 650 w 650"/>
                  <a:gd name="T19" fmla="*/ 324 h 64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650"/>
                  <a:gd name="T31" fmla="*/ 0 h 649"/>
                  <a:gd name="T32" fmla="*/ 650 w 650"/>
                  <a:gd name="T33" fmla="*/ 649 h 64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650" h="649">
                    <a:moveTo>
                      <a:pt x="648" y="324"/>
                    </a:moveTo>
                    <a:lnTo>
                      <a:pt x="554" y="95"/>
                    </a:lnTo>
                    <a:lnTo>
                      <a:pt x="325" y="0"/>
                    </a:lnTo>
                    <a:lnTo>
                      <a:pt x="96" y="95"/>
                    </a:lnTo>
                    <a:lnTo>
                      <a:pt x="0" y="324"/>
                    </a:lnTo>
                    <a:lnTo>
                      <a:pt x="96" y="554"/>
                    </a:lnTo>
                    <a:lnTo>
                      <a:pt x="325" y="649"/>
                    </a:lnTo>
                    <a:lnTo>
                      <a:pt x="554" y="554"/>
                    </a:lnTo>
                    <a:lnTo>
                      <a:pt x="648" y="324"/>
                    </a:lnTo>
                    <a:lnTo>
                      <a:pt x="650" y="324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prstDash val="lgDash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8" name="Freeform 343"/>
              <p:cNvSpPr/>
              <p:nvPr/>
            </p:nvSpPr>
            <p:spPr bwMode="auto">
              <a:xfrm>
                <a:off x="8231" y="4850"/>
                <a:ext cx="2" cy="225"/>
              </a:xfrm>
              <a:custGeom>
                <a:avLst/>
                <a:gdLst>
                  <a:gd name="T0" fmla="*/ 0 w 1"/>
                  <a:gd name="T1" fmla="*/ 466 h 466"/>
                  <a:gd name="T2" fmla="*/ 0 w 1"/>
                  <a:gd name="T3" fmla="*/ 0 h 466"/>
                  <a:gd name="T4" fmla="*/ 1 w 1"/>
                  <a:gd name="T5" fmla="*/ 0 h 46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66"/>
                  <a:gd name="T11" fmla="*/ 1 w 1"/>
                  <a:gd name="T12" fmla="*/ 466 h 4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66">
                    <a:moveTo>
                      <a:pt x="0" y="46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9" name="Freeform 344"/>
              <p:cNvSpPr/>
              <p:nvPr/>
            </p:nvSpPr>
            <p:spPr bwMode="auto">
              <a:xfrm>
                <a:off x="9049" y="4862"/>
                <a:ext cx="3" cy="228"/>
              </a:xfrm>
              <a:custGeom>
                <a:avLst/>
                <a:gdLst>
                  <a:gd name="T0" fmla="*/ 0 w 1"/>
                  <a:gd name="T1" fmla="*/ 466 h 466"/>
                  <a:gd name="T2" fmla="*/ 0 w 1"/>
                  <a:gd name="T3" fmla="*/ 0 h 466"/>
                  <a:gd name="T4" fmla="*/ 1 w 1"/>
                  <a:gd name="T5" fmla="*/ 0 h 46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66"/>
                  <a:gd name="T11" fmla="*/ 1 w 1"/>
                  <a:gd name="T12" fmla="*/ 466 h 4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66">
                    <a:moveTo>
                      <a:pt x="0" y="46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182614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内容回顾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284"/>
          <p:cNvSpPr txBox="1">
            <a:spLocks noChangeArrowheads="1"/>
          </p:cNvSpPr>
          <p:nvPr/>
        </p:nvSpPr>
        <p:spPr bwMode="auto">
          <a:xfrm>
            <a:off x="892646" y="1786348"/>
            <a:ext cx="2698175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457200" indent="-4572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存在什么问题？</a:t>
            </a:r>
            <a:endParaRPr kumimoji="1"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286"/>
          <p:cNvSpPr txBox="1">
            <a:spLocks noChangeArrowheads="1"/>
          </p:cNvSpPr>
          <p:nvPr/>
        </p:nvSpPr>
        <p:spPr bwMode="auto">
          <a:xfrm>
            <a:off x="885528" y="2457807"/>
            <a:ext cx="360868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457200" indent="-4572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虚线较多，不利于理解</a:t>
            </a:r>
            <a:endParaRPr kumimoji="1" lang="zh-CN" altLang="en-US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347"/>
          <p:cNvSpPr txBox="1">
            <a:spLocks noChangeArrowheads="1"/>
          </p:cNvSpPr>
          <p:nvPr/>
        </p:nvSpPr>
        <p:spPr bwMode="auto">
          <a:xfrm>
            <a:off x="899418" y="3049407"/>
            <a:ext cx="360868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有些部分没有反映实形</a:t>
            </a:r>
            <a:endParaRPr kumimoji="1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384799" y="1781174"/>
            <a:ext cx="5893121" cy="3495676"/>
            <a:chOff x="5384799" y="1781174"/>
            <a:chExt cx="5893121" cy="3495676"/>
          </a:xfrm>
        </p:grpSpPr>
        <p:grpSp>
          <p:nvGrpSpPr>
            <p:cNvPr id="6" name="Group 288"/>
            <p:cNvGrpSpPr/>
            <p:nvPr/>
          </p:nvGrpSpPr>
          <p:grpSpPr bwMode="auto">
            <a:xfrm>
              <a:off x="8893426" y="3839605"/>
              <a:ext cx="2384494" cy="1338639"/>
              <a:chOff x="3888" y="2016"/>
              <a:chExt cx="1503" cy="792"/>
            </a:xfrm>
          </p:grpSpPr>
          <p:sp>
            <p:nvSpPr>
              <p:cNvPr id="55" name="Freeform 289"/>
              <p:cNvSpPr/>
              <p:nvPr/>
            </p:nvSpPr>
            <p:spPr bwMode="auto">
              <a:xfrm>
                <a:off x="4160" y="2048"/>
                <a:ext cx="1231" cy="760"/>
              </a:xfrm>
              <a:custGeom>
                <a:avLst/>
                <a:gdLst>
                  <a:gd name="T0" fmla="*/ 0 w 1231"/>
                  <a:gd name="T1" fmla="*/ 568 h 760"/>
                  <a:gd name="T2" fmla="*/ 0 w 1231"/>
                  <a:gd name="T3" fmla="*/ 760 h 760"/>
                  <a:gd name="T4" fmla="*/ 847 w 1231"/>
                  <a:gd name="T5" fmla="*/ 753 h 760"/>
                  <a:gd name="T6" fmla="*/ 1167 w 1231"/>
                  <a:gd name="T7" fmla="*/ 433 h 760"/>
                  <a:gd name="T8" fmla="*/ 1207 w 1231"/>
                  <a:gd name="T9" fmla="*/ 353 h 760"/>
                  <a:gd name="T10" fmla="*/ 1231 w 1231"/>
                  <a:gd name="T11" fmla="*/ 265 h 760"/>
                  <a:gd name="T12" fmla="*/ 1231 w 1231"/>
                  <a:gd name="T13" fmla="*/ 185 h 760"/>
                  <a:gd name="T14" fmla="*/ 1223 w 1231"/>
                  <a:gd name="T15" fmla="*/ 129 h 760"/>
                  <a:gd name="T16" fmla="*/ 1088 w 1231"/>
                  <a:gd name="T17" fmla="*/ 0 h 760"/>
                  <a:gd name="T18" fmla="*/ 1064 w 1231"/>
                  <a:gd name="T19" fmla="*/ 72 h 760"/>
                  <a:gd name="T20" fmla="*/ 1112 w 1231"/>
                  <a:gd name="T21" fmla="*/ 128 h 760"/>
                  <a:gd name="T22" fmla="*/ 1096 w 1231"/>
                  <a:gd name="T23" fmla="*/ 184 h 760"/>
                  <a:gd name="T24" fmla="*/ 1056 w 1231"/>
                  <a:gd name="T25" fmla="*/ 248 h 760"/>
                  <a:gd name="T26" fmla="*/ 1024 w 1231"/>
                  <a:gd name="T27" fmla="*/ 320 h 760"/>
                  <a:gd name="T28" fmla="*/ 768 w 1231"/>
                  <a:gd name="T29" fmla="*/ 576 h 760"/>
                  <a:gd name="T30" fmla="*/ 0 w 1231"/>
                  <a:gd name="T31" fmla="*/ 568 h 76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231"/>
                  <a:gd name="T49" fmla="*/ 0 h 760"/>
                  <a:gd name="T50" fmla="*/ 1231 w 1231"/>
                  <a:gd name="T51" fmla="*/ 760 h 76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231" h="760">
                    <a:moveTo>
                      <a:pt x="0" y="568"/>
                    </a:moveTo>
                    <a:lnTo>
                      <a:pt x="0" y="760"/>
                    </a:lnTo>
                    <a:lnTo>
                      <a:pt x="847" y="753"/>
                    </a:lnTo>
                    <a:lnTo>
                      <a:pt x="1167" y="433"/>
                    </a:lnTo>
                    <a:lnTo>
                      <a:pt x="1207" y="353"/>
                    </a:lnTo>
                    <a:lnTo>
                      <a:pt x="1231" y="265"/>
                    </a:lnTo>
                    <a:lnTo>
                      <a:pt x="1231" y="185"/>
                    </a:lnTo>
                    <a:lnTo>
                      <a:pt x="1223" y="129"/>
                    </a:lnTo>
                    <a:lnTo>
                      <a:pt x="1088" y="0"/>
                    </a:lnTo>
                    <a:lnTo>
                      <a:pt x="1064" y="72"/>
                    </a:lnTo>
                    <a:lnTo>
                      <a:pt x="1112" y="128"/>
                    </a:lnTo>
                    <a:lnTo>
                      <a:pt x="1096" y="184"/>
                    </a:lnTo>
                    <a:lnTo>
                      <a:pt x="1056" y="248"/>
                    </a:lnTo>
                    <a:lnTo>
                      <a:pt x="1024" y="320"/>
                    </a:lnTo>
                    <a:lnTo>
                      <a:pt x="768" y="576"/>
                    </a:lnTo>
                    <a:lnTo>
                      <a:pt x="0" y="56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CC99"/>
                  </a:gs>
                  <a:gs pos="100000">
                    <a:srgbClr val="005E47"/>
                  </a:gs>
                </a:gsLst>
                <a:lin ang="189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6" name="Freeform 290"/>
              <p:cNvSpPr/>
              <p:nvPr/>
            </p:nvSpPr>
            <p:spPr bwMode="auto">
              <a:xfrm>
                <a:off x="4648" y="2016"/>
                <a:ext cx="633" cy="616"/>
              </a:xfrm>
              <a:custGeom>
                <a:avLst/>
                <a:gdLst>
                  <a:gd name="T0" fmla="*/ 0 w 632"/>
                  <a:gd name="T1" fmla="*/ 336 h 616"/>
                  <a:gd name="T2" fmla="*/ 208 w 632"/>
                  <a:gd name="T3" fmla="*/ 128 h 616"/>
                  <a:gd name="T4" fmla="*/ 272 w 632"/>
                  <a:gd name="T5" fmla="*/ 72 h 616"/>
                  <a:gd name="T6" fmla="*/ 344 w 632"/>
                  <a:gd name="T7" fmla="*/ 24 h 616"/>
                  <a:gd name="T8" fmla="*/ 416 w 632"/>
                  <a:gd name="T9" fmla="*/ 0 h 616"/>
                  <a:gd name="T10" fmla="*/ 504 w 632"/>
                  <a:gd name="T11" fmla="*/ 0 h 616"/>
                  <a:gd name="T12" fmla="*/ 592 w 632"/>
                  <a:gd name="T13" fmla="*/ 32 h 616"/>
                  <a:gd name="T14" fmla="*/ 632 w 632"/>
                  <a:gd name="T15" fmla="*/ 112 h 616"/>
                  <a:gd name="T16" fmla="*/ 624 w 632"/>
                  <a:gd name="T17" fmla="*/ 192 h 616"/>
                  <a:gd name="T18" fmla="*/ 592 w 632"/>
                  <a:gd name="T19" fmla="*/ 264 h 616"/>
                  <a:gd name="T20" fmla="*/ 552 w 632"/>
                  <a:gd name="T21" fmla="*/ 336 h 616"/>
                  <a:gd name="T22" fmla="*/ 528 w 632"/>
                  <a:gd name="T23" fmla="*/ 376 h 616"/>
                  <a:gd name="T24" fmla="*/ 288 w 632"/>
                  <a:gd name="T25" fmla="*/ 616 h 616"/>
                  <a:gd name="T26" fmla="*/ 0 w 632"/>
                  <a:gd name="T27" fmla="*/ 336 h 61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632"/>
                  <a:gd name="T43" fmla="*/ 0 h 616"/>
                  <a:gd name="T44" fmla="*/ 632 w 632"/>
                  <a:gd name="T45" fmla="*/ 616 h 61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632" h="616">
                    <a:moveTo>
                      <a:pt x="0" y="336"/>
                    </a:moveTo>
                    <a:lnTo>
                      <a:pt x="208" y="128"/>
                    </a:lnTo>
                    <a:lnTo>
                      <a:pt x="272" y="72"/>
                    </a:lnTo>
                    <a:lnTo>
                      <a:pt x="344" y="24"/>
                    </a:lnTo>
                    <a:lnTo>
                      <a:pt x="416" y="0"/>
                    </a:lnTo>
                    <a:lnTo>
                      <a:pt x="504" y="0"/>
                    </a:lnTo>
                    <a:lnTo>
                      <a:pt x="592" y="32"/>
                    </a:lnTo>
                    <a:lnTo>
                      <a:pt x="632" y="112"/>
                    </a:lnTo>
                    <a:lnTo>
                      <a:pt x="624" y="192"/>
                    </a:lnTo>
                    <a:lnTo>
                      <a:pt x="592" y="264"/>
                    </a:lnTo>
                    <a:lnTo>
                      <a:pt x="552" y="336"/>
                    </a:lnTo>
                    <a:lnTo>
                      <a:pt x="528" y="376"/>
                    </a:lnTo>
                    <a:lnTo>
                      <a:pt x="288" y="616"/>
                    </a:lnTo>
                    <a:lnTo>
                      <a:pt x="0" y="33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5E00"/>
                  </a:gs>
                  <a:gs pos="100000">
                    <a:srgbClr val="00CC00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7" name="Freeform 291"/>
              <p:cNvSpPr/>
              <p:nvPr/>
            </p:nvSpPr>
            <p:spPr bwMode="auto">
              <a:xfrm>
                <a:off x="3888" y="2352"/>
                <a:ext cx="1048" cy="280"/>
              </a:xfrm>
              <a:custGeom>
                <a:avLst/>
                <a:gdLst>
                  <a:gd name="T0" fmla="*/ 0 w 1048"/>
                  <a:gd name="T1" fmla="*/ 0 h 280"/>
                  <a:gd name="T2" fmla="*/ 768 w 1048"/>
                  <a:gd name="T3" fmla="*/ 0 h 280"/>
                  <a:gd name="T4" fmla="*/ 1048 w 1048"/>
                  <a:gd name="T5" fmla="*/ 280 h 280"/>
                  <a:gd name="T6" fmla="*/ 272 w 1048"/>
                  <a:gd name="T7" fmla="*/ 280 h 280"/>
                  <a:gd name="T8" fmla="*/ 0 w 1048"/>
                  <a:gd name="T9" fmla="*/ 0 h 2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8"/>
                  <a:gd name="T16" fmla="*/ 0 h 280"/>
                  <a:gd name="T17" fmla="*/ 1048 w 1048"/>
                  <a:gd name="T18" fmla="*/ 280 h 2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8" h="280">
                    <a:moveTo>
                      <a:pt x="0" y="0"/>
                    </a:moveTo>
                    <a:lnTo>
                      <a:pt x="768" y="0"/>
                    </a:lnTo>
                    <a:lnTo>
                      <a:pt x="1048" y="280"/>
                    </a:lnTo>
                    <a:lnTo>
                      <a:pt x="272" y="28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CC00"/>
                  </a:gs>
                  <a:gs pos="100000">
                    <a:srgbClr val="005E00"/>
                  </a:gs>
                </a:gsLst>
                <a:lin ang="189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8" name="Freeform 292"/>
              <p:cNvSpPr/>
              <p:nvPr/>
            </p:nvSpPr>
            <p:spPr bwMode="auto">
              <a:xfrm>
                <a:off x="4177" y="2414"/>
                <a:ext cx="487" cy="162"/>
              </a:xfrm>
              <a:custGeom>
                <a:avLst/>
                <a:gdLst>
                  <a:gd name="T0" fmla="*/ 0 w 1460"/>
                  <a:gd name="T1" fmla="*/ 155 h 487"/>
                  <a:gd name="T2" fmla="*/ 8 w 1460"/>
                  <a:gd name="T3" fmla="*/ 198 h 487"/>
                  <a:gd name="T4" fmla="*/ 41 w 1460"/>
                  <a:gd name="T5" fmla="*/ 245 h 487"/>
                  <a:gd name="T6" fmla="*/ 101 w 1460"/>
                  <a:gd name="T7" fmla="*/ 291 h 487"/>
                  <a:gd name="T8" fmla="*/ 182 w 1460"/>
                  <a:gd name="T9" fmla="*/ 335 h 487"/>
                  <a:gd name="T10" fmla="*/ 283 w 1460"/>
                  <a:gd name="T11" fmla="*/ 377 h 487"/>
                  <a:gd name="T12" fmla="*/ 402 w 1460"/>
                  <a:gd name="T13" fmla="*/ 412 h 487"/>
                  <a:gd name="T14" fmla="*/ 531 w 1460"/>
                  <a:gd name="T15" fmla="*/ 443 h 487"/>
                  <a:gd name="T16" fmla="*/ 668 w 1460"/>
                  <a:gd name="T17" fmla="*/ 466 h 487"/>
                  <a:gd name="T18" fmla="*/ 807 w 1460"/>
                  <a:gd name="T19" fmla="*/ 482 h 487"/>
                  <a:gd name="T20" fmla="*/ 943 w 1460"/>
                  <a:gd name="T21" fmla="*/ 487 h 487"/>
                  <a:gd name="T22" fmla="*/ 1072 w 1460"/>
                  <a:gd name="T23" fmla="*/ 486 h 487"/>
                  <a:gd name="T24" fmla="*/ 1187 w 1460"/>
                  <a:gd name="T25" fmla="*/ 474 h 487"/>
                  <a:gd name="T26" fmla="*/ 1287 w 1460"/>
                  <a:gd name="T27" fmla="*/ 455 h 487"/>
                  <a:gd name="T28" fmla="*/ 1367 w 1460"/>
                  <a:gd name="T29" fmla="*/ 427 h 487"/>
                  <a:gd name="T30" fmla="*/ 1423 w 1460"/>
                  <a:gd name="T31" fmla="*/ 394 h 487"/>
                  <a:gd name="T32" fmla="*/ 1455 w 1460"/>
                  <a:gd name="T33" fmla="*/ 355 h 487"/>
                  <a:gd name="T34" fmla="*/ 1460 w 1460"/>
                  <a:gd name="T35" fmla="*/ 311 h 487"/>
                  <a:gd name="T36" fmla="*/ 1439 w 1460"/>
                  <a:gd name="T37" fmla="*/ 266 h 487"/>
                  <a:gd name="T38" fmla="*/ 1392 w 1460"/>
                  <a:gd name="T39" fmla="*/ 220 h 487"/>
                  <a:gd name="T40" fmla="*/ 1322 w 1460"/>
                  <a:gd name="T41" fmla="*/ 174 h 487"/>
                  <a:gd name="T42" fmla="*/ 1230 w 1460"/>
                  <a:gd name="T43" fmla="*/ 131 h 487"/>
                  <a:gd name="T44" fmla="*/ 1120 w 1460"/>
                  <a:gd name="T45" fmla="*/ 92 h 487"/>
                  <a:gd name="T46" fmla="*/ 996 w 1460"/>
                  <a:gd name="T47" fmla="*/ 59 h 487"/>
                  <a:gd name="T48" fmla="*/ 862 w 1460"/>
                  <a:gd name="T49" fmla="*/ 32 h 487"/>
                  <a:gd name="T50" fmla="*/ 723 w 1460"/>
                  <a:gd name="T51" fmla="*/ 14 h 487"/>
                  <a:gd name="T52" fmla="*/ 585 w 1460"/>
                  <a:gd name="T53" fmla="*/ 2 h 487"/>
                  <a:gd name="T54" fmla="*/ 452 w 1460"/>
                  <a:gd name="T55" fmla="*/ 0 h 487"/>
                  <a:gd name="T56" fmla="*/ 330 w 1460"/>
                  <a:gd name="T57" fmla="*/ 7 h 487"/>
                  <a:gd name="T58" fmla="*/ 221 w 1460"/>
                  <a:gd name="T59" fmla="*/ 23 h 487"/>
                  <a:gd name="T60" fmla="*/ 130 w 1460"/>
                  <a:gd name="T61" fmla="*/ 46 h 487"/>
                  <a:gd name="T62" fmla="*/ 63 w 1460"/>
                  <a:gd name="T63" fmla="*/ 76 h 487"/>
                  <a:gd name="T64" fmla="*/ 19 w 1460"/>
                  <a:gd name="T65" fmla="*/ 113 h 487"/>
                  <a:gd name="T66" fmla="*/ 0 w 1460"/>
                  <a:gd name="T67" fmla="*/ 155 h 487"/>
                  <a:gd name="T68" fmla="*/ 1 w 1460"/>
                  <a:gd name="T69" fmla="*/ 155 h 487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1460"/>
                  <a:gd name="T106" fmla="*/ 0 h 487"/>
                  <a:gd name="T107" fmla="*/ 1460 w 1460"/>
                  <a:gd name="T108" fmla="*/ 487 h 487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1460" h="487">
                    <a:moveTo>
                      <a:pt x="0" y="155"/>
                    </a:moveTo>
                    <a:lnTo>
                      <a:pt x="8" y="198"/>
                    </a:lnTo>
                    <a:lnTo>
                      <a:pt x="41" y="245"/>
                    </a:lnTo>
                    <a:lnTo>
                      <a:pt x="101" y="291"/>
                    </a:lnTo>
                    <a:lnTo>
                      <a:pt x="182" y="335"/>
                    </a:lnTo>
                    <a:lnTo>
                      <a:pt x="283" y="377"/>
                    </a:lnTo>
                    <a:lnTo>
                      <a:pt x="402" y="412"/>
                    </a:lnTo>
                    <a:lnTo>
                      <a:pt x="531" y="443"/>
                    </a:lnTo>
                    <a:lnTo>
                      <a:pt x="668" y="466"/>
                    </a:lnTo>
                    <a:lnTo>
                      <a:pt x="807" y="482"/>
                    </a:lnTo>
                    <a:lnTo>
                      <a:pt x="943" y="487"/>
                    </a:lnTo>
                    <a:lnTo>
                      <a:pt x="1072" y="486"/>
                    </a:lnTo>
                    <a:lnTo>
                      <a:pt x="1187" y="474"/>
                    </a:lnTo>
                    <a:lnTo>
                      <a:pt x="1287" y="455"/>
                    </a:lnTo>
                    <a:lnTo>
                      <a:pt x="1367" y="427"/>
                    </a:lnTo>
                    <a:lnTo>
                      <a:pt x="1423" y="394"/>
                    </a:lnTo>
                    <a:lnTo>
                      <a:pt x="1455" y="355"/>
                    </a:lnTo>
                    <a:lnTo>
                      <a:pt x="1460" y="311"/>
                    </a:lnTo>
                    <a:lnTo>
                      <a:pt x="1439" y="266"/>
                    </a:lnTo>
                    <a:lnTo>
                      <a:pt x="1392" y="220"/>
                    </a:lnTo>
                    <a:lnTo>
                      <a:pt x="1322" y="174"/>
                    </a:lnTo>
                    <a:lnTo>
                      <a:pt x="1230" y="131"/>
                    </a:lnTo>
                    <a:lnTo>
                      <a:pt x="1120" y="92"/>
                    </a:lnTo>
                    <a:lnTo>
                      <a:pt x="996" y="59"/>
                    </a:lnTo>
                    <a:lnTo>
                      <a:pt x="862" y="32"/>
                    </a:lnTo>
                    <a:lnTo>
                      <a:pt x="723" y="14"/>
                    </a:lnTo>
                    <a:lnTo>
                      <a:pt x="585" y="2"/>
                    </a:lnTo>
                    <a:lnTo>
                      <a:pt x="452" y="0"/>
                    </a:lnTo>
                    <a:lnTo>
                      <a:pt x="330" y="7"/>
                    </a:lnTo>
                    <a:lnTo>
                      <a:pt x="221" y="23"/>
                    </a:lnTo>
                    <a:lnTo>
                      <a:pt x="130" y="46"/>
                    </a:lnTo>
                    <a:lnTo>
                      <a:pt x="63" y="76"/>
                    </a:lnTo>
                    <a:lnTo>
                      <a:pt x="19" y="113"/>
                    </a:lnTo>
                    <a:lnTo>
                      <a:pt x="0" y="155"/>
                    </a:lnTo>
                    <a:lnTo>
                      <a:pt x="1" y="155"/>
                    </a:lnTo>
                  </a:path>
                </a:pathLst>
              </a:custGeom>
              <a:gradFill rotWithShape="0">
                <a:gsLst>
                  <a:gs pos="0">
                    <a:srgbClr val="765E00"/>
                  </a:gs>
                  <a:gs pos="50000">
                    <a:srgbClr val="FFCC00"/>
                  </a:gs>
                  <a:gs pos="100000">
                    <a:srgbClr val="765E00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9" name="Freeform 293"/>
              <p:cNvSpPr/>
              <p:nvPr/>
            </p:nvSpPr>
            <p:spPr bwMode="auto">
              <a:xfrm>
                <a:off x="4840" y="2129"/>
                <a:ext cx="317" cy="318"/>
              </a:xfrm>
              <a:custGeom>
                <a:avLst/>
                <a:gdLst>
                  <a:gd name="T0" fmla="*/ 877 w 952"/>
                  <a:gd name="T1" fmla="*/ 75 h 953"/>
                  <a:gd name="T2" fmla="*/ 822 w 952"/>
                  <a:gd name="T3" fmla="*/ 34 h 953"/>
                  <a:gd name="T4" fmla="*/ 752 w 952"/>
                  <a:gd name="T5" fmla="*/ 9 h 953"/>
                  <a:gd name="T6" fmla="*/ 674 w 952"/>
                  <a:gd name="T7" fmla="*/ 0 h 953"/>
                  <a:gd name="T8" fmla="*/ 589 w 952"/>
                  <a:gd name="T9" fmla="*/ 9 h 953"/>
                  <a:gd name="T10" fmla="*/ 499 w 952"/>
                  <a:gd name="T11" fmla="*/ 34 h 953"/>
                  <a:gd name="T12" fmla="*/ 408 w 952"/>
                  <a:gd name="T13" fmla="*/ 77 h 953"/>
                  <a:gd name="T14" fmla="*/ 320 w 952"/>
                  <a:gd name="T15" fmla="*/ 132 h 953"/>
                  <a:gd name="T16" fmla="*/ 238 w 952"/>
                  <a:gd name="T17" fmla="*/ 202 h 953"/>
                  <a:gd name="T18" fmla="*/ 164 w 952"/>
                  <a:gd name="T19" fmla="*/ 280 h 953"/>
                  <a:gd name="T20" fmla="*/ 101 w 952"/>
                  <a:gd name="T21" fmla="*/ 366 h 953"/>
                  <a:gd name="T22" fmla="*/ 52 w 952"/>
                  <a:gd name="T23" fmla="*/ 456 h 953"/>
                  <a:gd name="T24" fmla="*/ 17 w 952"/>
                  <a:gd name="T25" fmla="*/ 546 h 953"/>
                  <a:gd name="T26" fmla="*/ 0 w 952"/>
                  <a:gd name="T27" fmla="*/ 635 h 953"/>
                  <a:gd name="T28" fmla="*/ 0 w 952"/>
                  <a:gd name="T29" fmla="*/ 717 h 953"/>
                  <a:gd name="T30" fmla="*/ 17 w 952"/>
                  <a:gd name="T31" fmla="*/ 791 h 953"/>
                  <a:gd name="T32" fmla="*/ 51 w 952"/>
                  <a:gd name="T33" fmla="*/ 853 h 953"/>
                  <a:gd name="T34" fmla="*/ 100 w 952"/>
                  <a:gd name="T35" fmla="*/ 902 h 953"/>
                  <a:gd name="T36" fmla="*/ 162 w 952"/>
                  <a:gd name="T37" fmla="*/ 935 h 953"/>
                  <a:gd name="T38" fmla="*/ 235 w 952"/>
                  <a:gd name="T39" fmla="*/ 953 h 953"/>
                  <a:gd name="T40" fmla="*/ 318 w 952"/>
                  <a:gd name="T41" fmla="*/ 953 h 953"/>
                  <a:gd name="T42" fmla="*/ 407 w 952"/>
                  <a:gd name="T43" fmla="*/ 935 h 953"/>
                  <a:gd name="T44" fmla="*/ 497 w 952"/>
                  <a:gd name="T45" fmla="*/ 902 h 953"/>
                  <a:gd name="T46" fmla="*/ 586 w 952"/>
                  <a:gd name="T47" fmla="*/ 852 h 953"/>
                  <a:gd name="T48" fmla="*/ 673 w 952"/>
                  <a:gd name="T49" fmla="*/ 789 h 953"/>
                  <a:gd name="T50" fmla="*/ 751 w 952"/>
                  <a:gd name="T51" fmla="*/ 716 h 953"/>
                  <a:gd name="T52" fmla="*/ 820 w 952"/>
                  <a:gd name="T53" fmla="*/ 632 h 953"/>
                  <a:gd name="T54" fmla="*/ 876 w 952"/>
                  <a:gd name="T55" fmla="*/ 545 h 953"/>
                  <a:gd name="T56" fmla="*/ 917 w 952"/>
                  <a:gd name="T57" fmla="*/ 454 h 953"/>
                  <a:gd name="T58" fmla="*/ 944 w 952"/>
                  <a:gd name="T59" fmla="*/ 364 h 953"/>
                  <a:gd name="T60" fmla="*/ 952 w 952"/>
                  <a:gd name="T61" fmla="*/ 279 h 953"/>
                  <a:gd name="T62" fmla="*/ 944 w 952"/>
                  <a:gd name="T63" fmla="*/ 200 h 953"/>
                  <a:gd name="T64" fmla="*/ 919 w 952"/>
                  <a:gd name="T65" fmla="*/ 131 h 953"/>
                  <a:gd name="T66" fmla="*/ 877 w 952"/>
                  <a:gd name="T67" fmla="*/ 75 h 953"/>
                  <a:gd name="T68" fmla="*/ 879 w 952"/>
                  <a:gd name="T69" fmla="*/ 75 h 953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952"/>
                  <a:gd name="T106" fmla="*/ 0 h 953"/>
                  <a:gd name="T107" fmla="*/ 952 w 952"/>
                  <a:gd name="T108" fmla="*/ 953 h 953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952" h="953">
                    <a:moveTo>
                      <a:pt x="877" y="75"/>
                    </a:moveTo>
                    <a:lnTo>
                      <a:pt x="822" y="34"/>
                    </a:lnTo>
                    <a:lnTo>
                      <a:pt x="752" y="9"/>
                    </a:lnTo>
                    <a:lnTo>
                      <a:pt x="674" y="0"/>
                    </a:lnTo>
                    <a:lnTo>
                      <a:pt x="589" y="9"/>
                    </a:lnTo>
                    <a:lnTo>
                      <a:pt x="499" y="34"/>
                    </a:lnTo>
                    <a:lnTo>
                      <a:pt x="408" y="77"/>
                    </a:lnTo>
                    <a:lnTo>
                      <a:pt x="320" y="132"/>
                    </a:lnTo>
                    <a:lnTo>
                      <a:pt x="238" y="202"/>
                    </a:lnTo>
                    <a:lnTo>
                      <a:pt x="164" y="280"/>
                    </a:lnTo>
                    <a:lnTo>
                      <a:pt x="101" y="366"/>
                    </a:lnTo>
                    <a:lnTo>
                      <a:pt x="52" y="456"/>
                    </a:lnTo>
                    <a:lnTo>
                      <a:pt x="17" y="546"/>
                    </a:lnTo>
                    <a:lnTo>
                      <a:pt x="0" y="635"/>
                    </a:lnTo>
                    <a:lnTo>
                      <a:pt x="0" y="717"/>
                    </a:lnTo>
                    <a:lnTo>
                      <a:pt x="17" y="791"/>
                    </a:lnTo>
                    <a:lnTo>
                      <a:pt x="51" y="853"/>
                    </a:lnTo>
                    <a:lnTo>
                      <a:pt x="100" y="902"/>
                    </a:lnTo>
                    <a:lnTo>
                      <a:pt x="162" y="935"/>
                    </a:lnTo>
                    <a:lnTo>
                      <a:pt x="235" y="953"/>
                    </a:lnTo>
                    <a:lnTo>
                      <a:pt x="318" y="953"/>
                    </a:lnTo>
                    <a:lnTo>
                      <a:pt x="407" y="935"/>
                    </a:lnTo>
                    <a:lnTo>
                      <a:pt x="497" y="902"/>
                    </a:lnTo>
                    <a:lnTo>
                      <a:pt x="586" y="852"/>
                    </a:lnTo>
                    <a:lnTo>
                      <a:pt x="673" y="789"/>
                    </a:lnTo>
                    <a:lnTo>
                      <a:pt x="751" y="716"/>
                    </a:lnTo>
                    <a:lnTo>
                      <a:pt x="820" y="632"/>
                    </a:lnTo>
                    <a:lnTo>
                      <a:pt x="876" y="545"/>
                    </a:lnTo>
                    <a:lnTo>
                      <a:pt x="917" y="454"/>
                    </a:lnTo>
                    <a:lnTo>
                      <a:pt x="944" y="364"/>
                    </a:lnTo>
                    <a:lnTo>
                      <a:pt x="952" y="279"/>
                    </a:lnTo>
                    <a:lnTo>
                      <a:pt x="944" y="200"/>
                    </a:lnTo>
                    <a:lnTo>
                      <a:pt x="919" y="131"/>
                    </a:lnTo>
                    <a:lnTo>
                      <a:pt x="877" y="75"/>
                    </a:lnTo>
                    <a:lnTo>
                      <a:pt x="879" y="75"/>
                    </a:lnTo>
                  </a:path>
                </a:pathLst>
              </a:custGeom>
              <a:gradFill rotWithShape="0">
                <a:gsLst>
                  <a:gs pos="0">
                    <a:srgbClr val="765E00"/>
                  </a:gs>
                  <a:gs pos="50000">
                    <a:srgbClr val="FFCC00"/>
                  </a:gs>
                  <a:gs pos="100000">
                    <a:srgbClr val="765E00"/>
                  </a:gs>
                </a:gsLst>
                <a:lin ang="18900000" scaled="1"/>
              </a:gradFill>
              <a:ln>
                <a:noFill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0" name="Freeform 294"/>
              <p:cNvSpPr/>
              <p:nvPr/>
            </p:nvSpPr>
            <p:spPr bwMode="auto">
              <a:xfrm>
                <a:off x="4316" y="2548"/>
                <a:ext cx="196" cy="32"/>
              </a:xfrm>
              <a:custGeom>
                <a:avLst/>
                <a:gdLst>
                  <a:gd name="T0" fmla="*/ 0 w 196"/>
                  <a:gd name="T1" fmla="*/ 4 h 32"/>
                  <a:gd name="T2" fmla="*/ 52 w 196"/>
                  <a:gd name="T3" fmla="*/ 0 h 32"/>
                  <a:gd name="T4" fmla="*/ 92 w 196"/>
                  <a:gd name="T5" fmla="*/ 4 h 32"/>
                  <a:gd name="T6" fmla="*/ 152 w 196"/>
                  <a:gd name="T7" fmla="*/ 16 h 32"/>
                  <a:gd name="T8" fmla="*/ 196 w 196"/>
                  <a:gd name="T9" fmla="*/ 28 h 32"/>
                  <a:gd name="T10" fmla="*/ 156 w 196"/>
                  <a:gd name="T11" fmla="*/ 32 h 32"/>
                  <a:gd name="T12" fmla="*/ 116 w 196"/>
                  <a:gd name="T13" fmla="*/ 28 h 32"/>
                  <a:gd name="T14" fmla="*/ 80 w 196"/>
                  <a:gd name="T15" fmla="*/ 20 h 32"/>
                  <a:gd name="T16" fmla="*/ 32 w 196"/>
                  <a:gd name="T17" fmla="*/ 16 h 32"/>
                  <a:gd name="T18" fmla="*/ 0 w 196"/>
                  <a:gd name="T19" fmla="*/ 4 h 3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96"/>
                  <a:gd name="T31" fmla="*/ 0 h 32"/>
                  <a:gd name="T32" fmla="*/ 196 w 196"/>
                  <a:gd name="T33" fmla="*/ 32 h 3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96" h="32">
                    <a:moveTo>
                      <a:pt x="0" y="4"/>
                    </a:moveTo>
                    <a:lnTo>
                      <a:pt x="52" y="0"/>
                    </a:lnTo>
                    <a:lnTo>
                      <a:pt x="92" y="4"/>
                    </a:lnTo>
                    <a:lnTo>
                      <a:pt x="152" y="16"/>
                    </a:lnTo>
                    <a:lnTo>
                      <a:pt x="196" y="28"/>
                    </a:lnTo>
                    <a:lnTo>
                      <a:pt x="156" y="32"/>
                    </a:lnTo>
                    <a:lnTo>
                      <a:pt x="116" y="28"/>
                    </a:lnTo>
                    <a:lnTo>
                      <a:pt x="80" y="20"/>
                    </a:lnTo>
                    <a:lnTo>
                      <a:pt x="32" y="16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1" name="Freeform 295"/>
              <p:cNvSpPr/>
              <p:nvPr/>
            </p:nvSpPr>
            <p:spPr bwMode="auto">
              <a:xfrm>
                <a:off x="4920" y="2208"/>
                <a:ext cx="233" cy="240"/>
              </a:xfrm>
              <a:custGeom>
                <a:avLst/>
                <a:gdLst>
                  <a:gd name="T0" fmla="*/ 232 w 232"/>
                  <a:gd name="T1" fmla="*/ 0 h 240"/>
                  <a:gd name="T2" fmla="*/ 184 w 232"/>
                  <a:gd name="T3" fmla="*/ 0 h 240"/>
                  <a:gd name="T4" fmla="*/ 104 w 232"/>
                  <a:gd name="T5" fmla="*/ 32 h 240"/>
                  <a:gd name="T6" fmla="*/ 40 w 232"/>
                  <a:gd name="T7" fmla="*/ 96 h 240"/>
                  <a:gd name="T8" fmla="*/ 0 w 232"/>
                  <a:gd name="T9" fmla="*/ 168 h 240"/>
                  <a:gd name="T10" fmla="*/ 0 w 232"/>
                  <a:gd name="T11" fmla="*/ 240 h 240"/>
                  <a:gd name="T12" fmla="*/ 64 w 232"/>
                  <a:gd name="T13" fmla="*/ 232 h 240"/>
                  <a:gd name="T14" fmla="*/ 128 w 232"/>
                  <a:gd name="T15" fmla="*/ 200 h 240"/>
                  <a:gd name="T16" fmla="*/ 184 w 232"/>
                  <a:gd name="T17" fmla="*/ 144 h 240"/>
                  <a:gd name="T18" fmla="*/ 232 w 232"/>
                  <a:gd name="T19" fmla="*/ 64 h 240"/>
                  <a:gd name="T20" fmla="*/ 232 w 232"/>
                  <a:gd name="T21" fmla="*/ 0 h 24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32"/>
                  <a:gd name="T34" fmla="*/ 0 h 240"/>
                  <a:gd name="T35" fmla="*/ 232 w 232"/>
                  <a:gd name="T36" fmla="*/ 240 h 24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32" h="240">
                    <a:moveTo>
                      <a:pt x="232" y="0"/>
                    </a:moveTo>
                    <a:lnTo>
                      <a:pt x="184" y="0"/>
                    </a:lnTo>
                    <a:lnTo>
                      <a:pt x="104" y="32"/>
                    </a:lnTo>
                    <a:lnTo>
                      <a:pt x="40" y="96"/>
                    </a:lnTo>
                    <a:lnTo>
                      <a:pt x="0" y="168"/>
                    </a:lnTo>
                    <a:lnTo>
                      <a:pt x="0" y="240"/>
                    </a:lnTo>
                    <a:lnTo>
                      <a:pt x="64" y="232"/>
                    </a:lnTo>
                    <a:lnTo>
                      <a:pt x="128" y="200"/>
                    </a:lnTo>
                    <a:lnTo>
                      <a:pt x="184" y="144"/>
                    </a:lnTo>
                    <a:lnTo>
                      <a:pt x="232" y="64"/>
                    </a:lnTo>
                    <a:lnTo>
                      <a:pt x="2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2" name="Freeform 296"/>
              <p:cNvSpPr/>
              <p:nvPr/>
            </p:nvSpPr>
            <p:spPr bwMode="auto">
              <a:xfrm>
                <a:off x="3888" y="2352"/>
                <a:ext cx="280" cy="456"/>
              </a:xfrm>
              <a:custGeom>
                <a:avLst/>
                <a:gdLst>
                  <a:gd name="T0" fmla="*/ 0 w 280"/>
                  <a:gd name="T1" fmla="*/ 0 h 456"/>
                  <a:gd name="T2" fmla="*/ 280 w 280"/>
                  <a:gd name="T3" fmla="*/ 272 h 456"/>
                  <a:gd name="T4" fmla="*/ 280 w 280"/>
                  <a:gd name="T5" fmla="*/ 456 h 456"/>
                  <a:gd name="T6" fmla="*/ 0 w 280"/>
                  <a:gd name="T7" fmla="*/ 176 h 456"/>
                  <a:gd name="T8" fmla="*/ 0 w 280"/>
                  <a:gd name="T9" fmla="*/ 0 h 4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0"/>
                  <a:gd name="T16" fmla="*/ 0 h 456"/>
                  <a:gd name="T17" fmla="*/ 280 w 280"/>
                  <a:gd name="T18" fmla="*/ 456 h 4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0" h="456">
                    <a:moveTo>
                      <a:pt x="0" y="0"/>
                    </a:moveTo>
                    <a:lnTo>
                      <a:pt x="280" y="272"/>
                    </a:lnTo>
                    <a:lnTo>
                      <a:pt x="280" y="456"/>
                    </a:lnTo>
                    <a:lnTo>
                      <a:pt x="0" y="1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5E47"/>
                  </a:gs>
                  <a:gs pos="100000">
                    <a:srgbClr val="00CC99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" name="Line 297"/>
            <p:cNvSpPr>
              <a:spLocks noChangeAspect="1" noChangeShapeType="1"/>
            </p:cNvSpPr>
            <p:nvPr/>
          </p:nvSpPr>
          <p:spPr bwMode="auto">
            <a:xfrm>
              <a:off x="7702801" y="2028645"/>
              <a:ext cx="236537" cy="2349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" name="Line 298"/>
            <p:cNvSpPr>
              <a:spLocks noChangeAspect="1" noChangeShapeType="1"/>
            </p:cNvSpPr>
            <p:nvPr/>
          </p:nvSpPr>
          <p:spPr bwMode="auto">
            <a:xfrm>
              <a:off x="7163051" y="2568395"/>
              <a:ext cx="233362" cy="2333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" name="Line 299"/>
            <p:cNvSpPr>
              <a:spLocks noChangeAspect="1" noChangeShapeType="1"/>
            </p:cNvSpPr>
            <p:nvPr/>
          </p:nvSpPr>
          <p:spPr bwMode="auto">
            <a:xfrm>
              <a:off x="5761288" y="2709682"/>
              <a:ext cx="0" cy="3190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" name="Line 300"/>
            <p:cNvSpPr>
              <a:spLocks noChangeAspect="1" noChangeShapeType="1"/>
            </p:cNvSpPr>
            <p:nvPr/>
          </p:nvSpPr>
          <p:spPr bwMode="auto">
            <a:xfrm>
              <a:off x="6794751" y="2709682"/>
              <a:ext cx="0" cy="3571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" name="Line 301"/>
            <p:cNvSpPr>
              <a:spLocks noChangeAspect="1" noChangeShapeType="1"/>
            </p:cNvSpPr>
            <p:nvPr/>
          </p:nvSpPr>
          <p:spPr bwMode="auto">
            <a:xfrm>
              <a:off x="5515226" y="2717620"/>
              <a:ext cx="15160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" name="Freeform 302"/>
            <p:cNvSpPr>
              <a:spLocks noChangeAspect="1"/>
            </p:cNvSpPr>
            <p:nvPr/>
          </p:nvSpPr>
          <p:spPr bwMode="auto">
            <a:xfrm>
              <a:off x="7020176" y="1823857"/>
              <a:ext cx="896937" cy="896938"/>
            </a:xfrm>
            <a:custGeom>
              <a:avLst/>
              <a:gdLst>
                <a:gd name="T0" fmla="*/ 0 w 489"/>
                <a:gd name="T1" fmla="*/ 489 h 489"/>
                <a:gd name="T2" fmla="*/ 489 w 489"/>
                <a:gd name="T3" fmla="*/ 0 h 489"/>
                <a:gd name="T4" fmla="*/ 0 60000 65536"/>
                <a:gd name="T5" fmla="*/ 0 60000 65536"/>
                <a:gd name="T6" fmla="*/ 0 w 489"/>
                <a:gd name="T7" fmla="*/ 0 h 489"/>
                <a:gd name="T8" fmla="*/ 489 w 489"/>
                <a:gd name="T9" fmla="*/ 489 h 4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89" h="489">
                  <a:moveTo>
                    <a:pt x="0" y="489"/>
                  </a:moveTo>
                  <a:lnTo>
                    <a:pt x="489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" name="Freeform 303"/>
            <p:cNvSpPr>
              <a:spLocks noChangeAspect="1"/>
            </p:cNvSpPr>
            <p:nvPr/>
          </p:nvSpPr>
          <p:spPr bwMode="auto">
            <a:xfrm>
              <a:off x="7917113" y="1823857"/>
              <a:ext cx="242888" cy="244475"/>
            </a:xfrm>
            <a:custGeom>
              <a:avLst/>
              <a:gdLst>
                <a:gd name="T0" fmla="*/ 0 w 133"/>
                <a:gd name="T1" fmla="*/ 0 h 133"/>
                <a:gd name="T2" fmla="*/ 133 w 133"/>
                <a:gd name="T3" fmla="*/ 133 h 133"/>
                <a:gd name="T4" fmla="*/ 0 60000 65536"/>
                <a:gd name="T5" fmla="*/ 0 60000 65536"/>
                <a:gd name="T6" fmla="*/ 0 w 133"/>
                <a:gd name="T7" fmla="*/ 0 h 133"/>
                <a:gd name="T8" fmla="*/ 133 w 133"/>
                <a:gd name="T9" fmla="*/ 133 h 13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33" h="133">
                  <a:moveTo>
                    <a:pt x="0" y="0"/>
                  </a:moveTo>
                  <a:lnTo>
                    <a:pt x="133" y="13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" name="Freeform 304"/>
            <p:cNvSpPr>
              <a:spLocks noChangeAspect="1"/>
            </p:cNvSpPr>
            <p:nvPr/>
          </p:nvSpPr>
          <p:spPr bwMode="auto">
            <a:xfrm>
              <a:off x="7183688" y="2068332"/>
              <a:ext cx="976313" cy="974725"/>
            </a:xfrm>
            <a:custGeom>
              <a:avLst/>
              <a:gdLst>
                <a:gd name="T0" fmla="*/ 0 w 533"/>
                <a:gd name="T1" fmla="*/ 533 h 533"/>
                <a:gd name="T2" fmla="*/ 533 w 533"/>
                <a:gd name="T3" fmla="*/ 0 h 533"/>
                <a:gd name="T4" fmla="*/ 0 60000 65536"/>
                <a:gd name="T5" fmla="*/ 0 60000 65536"/>
                <a:gd name="T6" fmla="*/ 0 w 533"/>
                <a:gd name="T7" fmla="*/ 0 h 533"/>
                <a:gd name="T8" fmla="*/ 533 w 533"/>
                <a:gd name="T9" fmla="*/ 533 h 53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33" h="533">
                  <a:moveTo>
                    <a:pt x="0" y="533"/>
                  </a:moveTo>
                  <a:lnTo>
                    <a:pt x="533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" name="Line 305"/>
            <p:cNvSpPr>
              <a:spLocks noChangeAspect="1" noChangeShapeType="1"/>
            </p:cNvSpPr>
            <p:nvPr/>
          </p:nvSpPr>
          <p:spPr bwMode="auto">
            <a:xfrm flipH="1">
              <a:off x="5488238" y="3049407"/>
              <a:ext cx="169703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7" name="Freeform 306"/>
            <p:cNvSpPr>
              <a:spLocks noChangeAspect="1"/>
            </p:cNvSpPr>
            <p:nvPr/>
          </p:nvSpPr>
          <p:spPr bwMode="auto">
            <a:xfrm>
              <a:off x="5488238" y="2720795"/>
              <a:ext cx="6350" cy="346075"/>
            </a:xfrm>
            <a:custGeom>
              <a:avLst/>
              <a:gdLst>
                <a:gd name="T0" fmla="*/ 0 w 4"/>
                <a:gd name="T1" fmla="*/ 189 h 189"/>
                <a:gd name="T2" fmla="*/ 4 w 4"/>
                <a:gd name="T3" fmla="*/ 0 h 189"/>
                <a:gd name="T4" fmla="*/ 0 60000 65536"/>
                <a:gd name="T5" fmla="*/ 0 60000 65536"/>
                <a:gd name="T6" fmla="*/ 0 w 4"/>
                <a:gd name="T7" fmla="*/ 0 h 189"/>
                <a:gd name="T8" fmla="*/ 4 w 4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" h="189">
                  <a:moveTo>
                    <a:pt x="0" y="189"/>
                  </a:moveTo>
                  <a:lnTo>
                    <a:pt x="4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" name="Oval 309"/>
            <p:cNvSpPr>
              <a:spLocks noChangeAspect="1" noChangeArrowheads="1"/>
            </p:cNvSpPr>
            <p:nvPr/>
          </p:nvSpPr>
          <p:spPr bwMode="auto">
            <a:xfrm>
              <a:off x="5761288" y="3943170"/>
              <a:ext cx="1033463" cy="993775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" name="Freeform 310"/>
            <p:cNvSpPr>
              <a:spLocks noChangeAspect="1"/>
            </p:cNvSpPr>
            <p:nvPr/>
          </p:nvSpPr>
          <p:spPr bwMode="auto">
            <a:xfrm>
              <a:off x="5485063" y="5148083"/>
              <a:ext cx="2205038" cy="0"/>
            </a:xfrm>
            <a:custGeom>
              <a:avLst/>
              <a:gdLst>
                <a:gd name="T0" fmla="*/ 0 w 1933"/>
                <a:gd name="T1" fmla="*/ 1932 w 1933"/>
                <a:gd name="T2" fmla="*/ 1933 w 1933"/>
                <a:gd name="T3" fmla="*/ 0 60000 65536"/>
                <a:gd name="T4" fmla="*/ 0 60000 65536"/>
                <a:gd name="T5" fmla="*/ 0 60000 65536"/>
                <a:gd name="T6" fmla="*/ 0 w 1933"/>
                <a:gd name="T7" fmla="*/ 1933 w 1933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1933">
                  <a:moveTo>
                    <a:pt x="0" y="0"/>
                  </a:moveTo>
                  <a:lnTo>
                    <a:pt x="1932" y="0"/>
                  </a:lnTo>
                  <a:lnTo>
                    <a:pt x="1933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" name="Freeform 311"/>
            <p:cNvSpPr>
              <a:spLocks noChangeAspect="1"/>
            </p:cNvSpPr>
            <p:nvPr/>
          </p:nvSpPr>
          <p:spPr bwMode="auto">
            <a:xfrm>
              <a:off x="5488238" y="3703458"/>
              <a:ext cx="6350" cy="1441450"/>
            </a:xfrm>
            <a:custGeom>
              <a:avLst/>
              <a:gdLst>
                <a:gd name="T0" fmla="*/ 0 w 1"/>
                <a:gd name="T1" fmla="*/ 1545 h 1545"/>
                <a:gd name="T2" fmla="*/ 0 w 1"/>
                <a:gd name="T3" fmla="*/ 0 h 1545"/>
                <a:gd name="T4" fmla="*/ 1 w 1"/>
                <a:gd name="T5" fmla="*/ 0 h 1545"/>
                <a:gd name="T6" fmla="*/ 0 60000 65536"/>
                <a:gd name="T7" fmla="*/ 0 60000 65536"/>
                <a:gd name="T8" fmla="*/ 0 60000 65536"/>
                <a:gd name="T9" fmla="*/ 0 w 1"/>
                <a:gd name="T10" fmla="*/ 0 h 1545"/>
                <a:gd name="T11" fmla="*/ 1 w 1"/>
                <a:gd name="T12" fmla="*/ 1545 h 15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45">
                  <a:moveTo>
                    <a:pt x="0" y="154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" name="Freeform 312"/>
            <p:cNvSpPr>
              <a:spLocks noChangeAspect="1"/>
            </p:cNvSpPr>
            <p:nvPr/>
          </p:nvSpPr>
          <p:spPr bwMode="auto">
            <a:xfrm>
              <a:off x="7061451" y="3703458"/>
              <a:ext cx="7937" cy="1441450"/>
            </a:xfrm>
            <a:custGeom>
              <a:avLst/>
              <a:gdLst>
                <a:gd name="T0" fmla="*/ 0 w 1"/>
                <a:gd name="T1" fmla="*/ 1545 h 1545"/>
                <a:gd name="T2" fmla="*/ 0 w 1"/>
                <a:gd name="T3" fmla="*/ 0 h 1545"/>
                <a:gd name="T4" fmla="*/ 1 w 1"/>
                <a:gd name="T5" fmla="*/ 0 h 1545"/>
                <a:gd name="T6" fmla="*/ 0 60000 65536"/>
                <a:gd name="T7" fmla="*/ 0 60000 65536"/>
                <a:gd name="T8" fmla="*/ 0 60000 65536"/>
                <a:gd name="T9" fmla="*/ 0 w 1"/>
                <a:gd name="T10" fmla="*/ 0 h 1545"/>
                <a:gd name="T11" fmla="*/ 1 w 1"/>
                <a:gd name="T12" fmla="*/ 1545 h 15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45">
                  <a:moveTo>
                    <a:pt x="0" y="154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" name="Oval 319"/>
            <p:cNvSpPr>
              <a:spLocks noChangeAspect="1" noChangeArrowheads="1"/>
            </p:cNvSpPr>
            <p:nvPr/>
          </p:nvSpPr>
          <p:spPr bwMode="auto">
            <a:xfrm>
              <a:off x="7196388" y="3922533"/>
              <a:ext cx="487363" cy="993775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" name="Oval 320"/>
            <p:cNvSpPr>
              <a:spLocks noChangeAspect="1" noChangeArrowheads="1"/>
            </p:cNvSpPr>
            <p:nvPr/>
          </p:nvSpPr>
          <p:spPr bwMode="auto">
            <a:xfrm>
              <a:off x="7434513" y="3917770"/>
              <a:ext cx="488950" cy="993775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" name="Line 321"/>
            <p:cNvSpPr>
              <a:spLocks noChangeAspect="1" noChangeShapeType="1"/>
            </p:cNvSpPr>
            <p:nvPr/>
          </p:nvSpPr>
          <p:spPr bwMode="auto">
            <a:xfrm>
              <a:off x="7437688" y="3919358"/>
              <a:ext cx="2413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" name="Line 322"/>
            <p:cNvSpPr>
              <a:spLocks noChangeAspect="1" noChangeShapeType="1"/>
            </p:cNvSpPr>
            <p:nvPr/>
          </p:nvSpPr>
          <p:spPr bwMode="auto">
            <a:xfrm>
              <a:off x="7471026" y="4911545"/>
              <a:ext cx="2270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6" name="Freeform 323"/>
            <p:cNvSpPr>
              <a:spLocks noChangeAspect="1"/>
            </p:cNvSpPr>
            <p:nvPr/>
          </p:nvSpPr>
          <p:spPr bwMode="auto">
            <a:xfrm>
              <a:off x="7190038" y="3684408"/>
              <a:ext cx="7938" cy="1441450"/>
            </a:xfrm>
            <a:custGeom>
              <a:avLst/>
              <a:gdLst>
                <a:gd name="T0" fmla="*/ 0 w 1"/>
                <a:gd name="T1" fmla="*/ 1545 h 1545"/>
                <a:gd name="T2" fmla="*/ 0 w 1"/>
                <a:gd name="T3" fmla="*/ 0 h 1545"/>
                <a:gd name="T4" fmla="*/ 1 w 1"/>
                <a:gd name="T5" fmla="*/ 0 h 1545"/>
                <a:gd name="T6" fmla="*/ 0 60000 65536"/>
                <a:gd name="T7" fmla="*/ 0 60000 65536"/>
                <a:gd name="T8" fmla="*/ 0 60000 65536"/>
                <a:gd name="T9" fmla="*/ 0 w 1"/>
                <a:gd name="T10" fmla="*/ 0 h 1545"/>
                <a:gd name="T11" fmla="*/ 1 w 1"/>
                <a:gd name="T12" fmla="*/ 1545 h 15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45">
                  <a:moveTo>
                    <a:pt x="0" y="154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" name="Line 324"/>
            <p:cNvSpPr>
              <a:spLocks noChangeAspect="1" noChangeShapeType="1"/>
            </p:cNvSpPr>
            <p:nvPr/>
          </p:nvSpPr>
          <p:spPr bwMode="auto">
            <a:xfrm rot="10800000">
              <a:off x="10485937" y="2731907"/>
              <a:ext cx="0" cy="3206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8" name="Line 325"/>
            <p:cNvSpPr>
              <a:spLocks noChangeAspect="1" noChangeShapeType="1"/>
            </p:cNvSpPr>
            <p:nvPr/>
          </p:nvSpPr>
          <p:spPr bwMode="auto">
            <a:xfrm rot="10800000">
              <a:off x="9454062" y="2695395"/>
              <a:ext cx="0" cy="3571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" name="Line 326"/>
            <p:cNvSpPr>
              <a:spLocks noChangeAspect="1" noChangeShapeType="1"/>
            </p:cNvSpPr>
            <p:nvPr/>
          </p:nvSpPr>
          <p:spPr bwMode="auto">
            <a:xfrm rot="10800000">
              <a:off x="9247687" y="3044645"/>
              <a:ext cx="142875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" name="Line 327"/>
            <p:cNvSpPr>
              <a:spLocks noChangeAspect="1" noChangeShapeType="1"/>
            </p:cNvSpPr>
            <p:nvPr/>
          </p:nvSpPr>
          <p:spPr bwMode="auto">
            <a:xfrm rot="10800000" flipH="1">
              <a:off x="9236575" y="2714445"/>
              <a:ext cx="1468437" cy="635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" name="Oval 328"/>
            <p:cNvSpPr>
              <a:spLocks noChangeAspect="1" noChangeArrowheads="1"/>
            </p:cNvSpPr>
            <p:nvPr/>
          </p:nvSpPr>
          <p:spPr bwMode="auto">
            <a:xfrm rot="16200000">
              <a:off x="9727907" y="2048488"/>
              <a:ext cx="487362" cy="993775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" name="Oval 329"/>
            <p:cNvSpPr>
              <a:spLocks noChangeAspect="1" noChangeArrowheads="1"/>
            </p:cNvSpPr>
            <p:nvPr/>
          </p:nvSpPr>
          <p:spPr bwMode="auto">
            <a:xfrm rot="16200000">
              <a:off x="9723144" y="1808776"/>
              <a:ext cx="490537" cy="993775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" name="Line 330"/>
            <p:cNvSpPr>
              <a:spLocks noChangeAspect="1" noChangeShapeType="1"/>
            </p:cNvSpPr>
            <p:nvPr/>
          </p:nvSpPr>
          <p:spPr bwMode="auto">
            <a:xfrm rot="16200000">
              <a:off x="9350875" y="2408057"/>
              <a:ext cx="2413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" name="Line 331"/>
            <p:cNvSpPr>
              <a:spLocks noChangeAspect="1" noChangeShapeType="1"/>
            </p:cNvSpPr>
            <p:nvPr/>
          </p:nvSpPr>
          <p:spPr bwMode="auto">
            <a:xfrm rot="16200000">
              <a:off x="10349412" y="2401707"/>
              <a:ext cx="2413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5" name="Freeform 333"/>
            <p:cNvSpPr>
              <a:spLocks noChangeAspect="1"/>
            </p:cNvSpPr>
            <p:nvPr/>
          </p:nvSpPr>
          <p:spPr bwMode="auto">
            <a:xfrm rot="10800000" flipH="1">
              <a:off x="10687550" y="2306457"/>
              <a:ext cx="0" cy="742950"/>
            </a:xfrm>
            <a:custGeom>
              <a:avLst/>
              <a:gdLst>
                <a:gd name="T0" fmla="*/ 0 w 4"/>
                <a:gd name="T1" fmla="*/ 189 h 189"/>
                <a:gd name="T2" fmla="*/ 4 w 4"/>
                <a:gd name="T3" fmla="*/ 0 h 189"/>
                <a:gd name="T4" fmla="*/ 0 60000 65536"/>
                <a:gd name="T5" fmla="*/ 0 60000 65536"/>
                <a:gd name="T6" fmla="*/ 0 w 4"/>
                <a:gd name="T7" fmla="*/ 0 h 189"/>
                <a:gd name="T8" fmla="*/ 0 w 4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" h="189">
                  <a:moveTo>
                    <a:pt x="0" y="189"/>
                  </a:moveTo>
                  <a:lnTo>
                    <a:pt x="4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" name="Freeform 335"/>
            <p:cNvSpPr>
              <a:spLocks noChangeAspect="1"/>
            </p:cNvSpPr>
            <p:nvPr/>
          </p:nvSpPr>
          <p:spPr bwMode="auto">
            <a:xfrm>
              <a:off x="5472363" y="3693933"/>
              <a:ext cx="2205038" cy="1587"/>
            </a:xfrm>
            <a:custGeom>
              <a:avLst/>
              <a:gdLst>
                <a:gd name="T0" fmla="*/ 0 w 1933"/>
                <a:gd name="T1" fmla="*/ 0 h 1588"/>
                <a:gd name="T2" fmla="*/ 1932 w 1933"/>
                <a:gd name="T3" fmla="*/ 0 h 1588"/>
                <a:gd name="T4" fmla="*/ 1933 w 1933"/>
                <a:gd name="T5" fmla="*/ 0 h 1588"/>
                <a:gd name="T6" fmla="*/ 0 60000 65536"/>
                <a:gd name="T7" fmla="*/ 0 60000 65536"/>
                <a:gd name="T8" fmla="*/ 0 60000 65536"/>
                <a:gd name="T9" fmla="*/ 0 w 1933"/>
                <a:gd name="T10" fmla="*/ 0 h 1588"/>
                <a:gd name="T11" fmla="*/ 1933 w 1933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33" h="1588">
                  <a:moveTo>
                    <a:pt x="0" y="0"/>
                  </a:moveTo>
                  <a:lnTo>
                    <a:pt x="1932" y="0"/>
                  </a:lnTo>
                  <a:lnTo>
                    <a:pt x="1933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" name="Arc 337"/>
            <p:cNvSpPr>
              <a:spLocks noChangeAspect="1"/>
            </p:cNvSpPr>
            <p:nvPr/>
          </p:nvSpPr>
          <p:spPr bwMode="auto">
            <a:xfrm>
              <a:off x="7444038" y="3698695"/>
              <a:ext cx="457200" cy="1443038"/>
            </a:xfrm>
            <a:custGeom>
              <a:avLst/>
              <a:gdLst>
                <a:gd name="T0" fmla="*/ 22615 w 22724"/>
                <a:gd name="T1" fmla="*/ 0 h 43200"/>
                <a:gd name="T2" fmla="*/ 0 w 22724"/>
                <a:gd name="T3" fmla="*/ 1442068 h 43200"/>
                <a:gd name="T4" fmla="*/ 22615 w 22724"/>
                <a:gd name="T5" fmla="*/ 721519 h 43200"/>
                <a:gd name="T6" fmla="*/ 0 60000 65536"/>
                <a:gd name="T7" fmla="*/ 0 60000 65536"/>
                <a:gd name="T8" fmla="*/ 0 60000 65536"/>
                <a:gd name="T9" fmla="*/ 0 w 22724"/>
                <a:gd name="T10" fmla="*/ 0 h 43200"/>
                <a:gd name="T11" fmla="*/ 22724 w 22724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724" h="43200" fill="none" extrusionOk="0">
                  <a:moveTo>
                    <a:pt x="1123" y="0"/>
                  </a:moveTo>
                  <a:cubicBezTo>
                    <a:pt x="13053" y="0"/>
                    <a:pt x="22724" y="9670"/>
                    <a:pt x="22724" y="21600"/>
                  </a:cubicBezTo>
                  <a:cubicBezTo>
                    <a:pt x="22724" y="33529"/>
                    <a:pt x="13053" y="43200"/>
                    <a:pt x="1124" y="43200"/>
                  </a:cubicBezTo>
                  <a:cubicBezTo>
                    <a:pt x="749" y="43200"/>
                    <a:pt x="374" y="43190"/>
                    <a:pt x="0" y="43170"/>
                  </a:cubicBezTo>
                </a:path>
                <a:path w="22724" h="43200" stroke="0" extrusionOk="0">
                  <a:moveTo>
                    <a:pt x="1123" y="0"/>
                  </a:moveTo>
                  <a:cubicBezTo>
                    <a:pt x="13053" y="0"/>
                    <a:pt x="22724" y="9670"/>
                    <a:pt x="22724" y="21600"/>
                  </a:cubicBezTo>
                  <a:cubicBezTo>
                    <a:pt x="22724" y="33529"/>
                    <a:pt x="13053" y="43200"/>
                    <a:pt x="1124" y="43200"/>
                  </a:cubicBezTo>
                  <a:cubicBezTo>
                    <a:pt x="749" y="43200"/>
                    <a:pt x="374" y="43190"/>
                    <a:pt x="0" y="43170"/>
                  </a:cubicBezTo>
                  <a:lnTo>
                    <a:pt x="1124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9" name="Arc 338"/>
            <p:cNvSpPr>
              <a:spLocks noChangeAspect="1"/>
            </p:cNvSpPr>
            <p:nvPr/>
          </p:nvSpPr>
          <p:spPr bwMode="auto">
            <a:xfrm>
              <a:off x="7682163" y="3706633"/>
              <a:ext cx="455613" cy="1441450"/>
            </a:xfrm>
            <a:custGeom>
              <a:avLst/>
              <a:gdLst>
                <a:gd name="T0" fmla="*/ 22536 w 22724"/>
                <a:gd name="T1" fmla="*/ 0 h 43200"/>
                <a:gd name="T2" fmla="*/ 0 w 22724"/>
                <a:gd name="T3" fmla="*/ 1440482 h 43200"/>
                <a:gd name="T4" fmla="*/ 22536 w 22724"/>
                <a:gd name="T5" fmla="*/ 720725 h 43200"/>
                <a:gd name="T6" fmla="*/ 0 60000 65536"/>
                <a:gd name="T7" fmla="*/ 0 60000 65536"/>
                <a:gd name="T8" fmla="*/ 0 60000 65536"/>
                <a:gd name="T9" fmla="*/ 0 w 22724"/>
                <a:gd name="T10" fmla="*/ 0 h 43200"/>
                <a:gd name="T11" fmla="*/ 22724 w 22724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724" h="43200" fill="none" extrusionOk="0">
                  <a:moveTo>
                    <a:pt x="1123" y="0"/>
                  </a:moveTo>
                  <a:cubicBezTo>
                    <a:pt x="13053" y="0"/>
                    <a:pt x="22724" y="9670"/>
                    <a:pt x="22724" y="21600"/>
                  </a:cubicBezTo>
                  <a:cubicBezTo>
                    <a:pt x="22724" y="33529"/>
                    <a:pt x="13053" y="43200"/>
                    <a:pt x="1124" y="43200"/>
                  </a:cubicBezTo>
                  <a:cubicBezTo>
                    <a:pt x="749" y="43200"/>
                    <a:pt x="374" y="43190"/>
                    <a:pt x="0" y="43170"/>
                  </a:cubicBezTo>
                </a:path>
                <a:path w="22724" h="43200" stroke="0" extrusionOk="0">
                  <a:moveTo>
                    <a:pt x="1123" y="0"/>
                  </a:moveTo>
                  <a:cubicBezTo>
                    <a:pt x="13053" y="0"/>
                    <a:pt x="22724" y="9670"/>
                    <a:pt x="22724" y="21600"/>
                  </a:cubicBezTo>
                  <a:cubicBezTo>
                    <a:pt x="22724" y="33529"/>
                    <a:pt x="13053" y="43200"/>
                    <a:pt x="1124" y="43200"/>
                  </a:cubicBezTo>
                  <a:cubicBezTo>
                    <a:pt x="749" y="43200"/>
                    <a:pt x="374" y="43190"/>
                    <a:pt x="0" y="43170"/>
                  </a:cubicBezTo>
                  <a:lnTo>
                    <a:pt x="1124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40" name="Group 339"/>
            <p:cNvGrpSpPr>
              <a:grpSpLocks noChangeAspect="1"/>
            </p:cNvGrpSpPr>
            <p:nvPr/>
          </p:nvGrpSpPr>
          <p:grpSpPr bwMode="auto">
            <a:xfrm rot="-5400000">
              <a:off x="9608843" y="1491277"/>
              <a:ext cx="695325" cy="1452562"/>
              <a:chOff x="6588" y="4269"/>
              <a:chExt cx="951" cy="1983"/>
            </a:xfrm>
          </p:grpSpPr>
          <p:sp>
            <p:nvSpPr>
              <p:cNvPr id="53" name="Arc 340"/>
              <p:cNvSpPr>
                <a:spLocks noChangeAspect="1"/>
              </p:cNvSpPr>
              <p:nvPr/>
            </p:nvSpPr>
            <p:spPr bwMode="auto">
              <a:xfrm>
                <a:off x="6595" y="4269"/>
                <a:ext cx="623" cy="1970"/>
              </a:xfrm>
              <a:custGeom>
                <a:avLst/>
                <a:gdLst>
                  <a:gd name="T0" fmla="*/ 31 w 22724"/>
                  <a:gd name="T1" fmla="*/ 0 h 43200"/>
                  <a:gd name="T2" fmla="*/ 0 w 22724"/>
                  <a:gd name="T3" fmla="*/ 1969 h 43200"/>
                  <a:gd name="T4" fmla="*/ 31 w 22724"/>
                  <a:gd name="T5" fmla="*/ 985 h 43200"/>
                  <a:gd name="T6" fmla="*/ 0 60000 65536"/>
                  <a:gd name="T7" fmla="*/ 0 60000 65536"/>
                  <a:gd name="T8" fmla="*/ 0 60000 65536"/>
                  <a:gd name="T9" fmla="*/ 0 w 22724"/>
                  <a:gd name="T10" fmla="*/ 0 h 43200"/>
                  <a:gd name="T11" fmla="*/ 22724 w 22724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724" h="43200" fill="none" extrusionOk="0">
                    <a:moveTo>
                      <a:pt x="1123" y="0"/>
                    </a:moveTo>
                    <a:cubicBezTo>
                      <a:pt x="13053" y="0"/>
                      <a:pt x="22724" y="9670"/>
                      <a:pt x="22724" y="21600"/>
                    </a:cubicBezTo>
                    <a:cubicBezTo>
                      <a:pt x="22724" y="33529"/>
                      <a:pt x="13053" y="43200"/>
                      <a:pt x="1124" y="43200"/>
                    </a:cubicBezTo>
                    <a:cubicBezTo>
                      <a:pt x="749" y="43200"/>
                      <a:pt x="374" y="43190"/>
                      <a:pt x="0" y="43170"/>
                    </a:cubicBezTo>
                  </a:path>
                  <a:path w="22724" h="43200" stroke="0" extrusionOk="0">
                    <a:moveTo>
                      <a:pt x="1123" y="0"/>
                    </a:moveTo>
                    <a:cubicBezTo>
                      <a:pt x="13053" y="0"/>
                      <a:pt x="22724" y="9670"/>
                      <a:pt x="22724" y="21600"/>
                    </a:cubicBezTo>
                    <a:cubicBezTo>
                      <a:pt x="22724" y="33529"/>
                      <a:pt x="13053" y="43200"/>
                      <a:pt x="1124" y="43200"/>
                    </a:cubicBezTo>
                    <a:cubicBezTo>
                      <a:pt x="749" y="43200"/>
                      <a:pt x="374" y="43190"/>
                      <a:pt x="0" y="43170"/>
                    </a:cubicBezTo>
                    <a:lnTo>
                      <a:pt x="1124" y="2160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prstDash val="dash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4" name="Arc 341"/>
              <p:cNvSpPr>
                <a:spLocks noChangeAspect="1"/>
              </p:cNvSpPr>
              <p:nvPr/>
            </p:nvSpPr>
            <p:spPr bwMode="auto">
              <a:xfrm>
                <a:off x="6922" y="4284"/>
                <a:ext cx="623" cy="1968"/>
              </a:xfrm>
              <a:custGeom>
                <a:avLst/>
                <a:gdLst>
                  <a:gd name="T0" fmla="*/ 31 w 22724"/>
                  <a:gd name="T1" fmla="*/ 0 h 43200"/>
                  <a:gd name="T2" fmla="*/ 0 w 22724"/>
                  <a:gd name="T3" fmla="*/ 1967 h 43200"/>
                  <a:gd name="T4" fmla="*/ 31 w 22724"/>
                  <a:gd name="T5" fmla="*/ 984 h 43200"/>
                  <a:gd name="T6" fmla="*/ 0 60000 65536"/>
                  <a:gd name="T7" fmla="*/ 0 60000 65536"/>
                  <a:gd name="T8" fmla="*/ 0 60000 65536"/>
                  <a:gd name="T9" fmla="*/ 0 w 22724"/>
                  <a:gd name="T10" fmla="*/ 0 h 43200"/>
                  <a:gd name="T11" fmla="*/ 22724 w 22724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724" h="43200" fill="none" extrusionOk="0">
                    <a:moveTo>
                      <a:pt x="1123" y="0"/>
                    </a:moveTo>
                    <a:cubicBezTo>
                      <a:pt x="13053" y="0"/>
                      <a:pt x="22724" y="9670"/>
                      <a:pt x="22724" y="21600"/>
                    </a:cubicBezTo>
                    <a:cubicBezTo>
                      <a:pt x="22724" y="33529"/>
                      <a:pt x="13053" y="43200"/>
                      <a:pt x="1124" y="43200"/>
                    </a:cubicBezTo>
                    <a:cubicBezTo>
                      <a:pt x="749" y="43200"/>
                      <a:pt x="374" y="43190"/>
                      <a:pt x="0" y="43170"/>
                    </a:cubicBezTo>
                  </a:path>
                  <a:path w="22724" h="43200" stroke="0" extrusionOk="0">
                    <a:moveTo>
                      <a:pt x="1123" y="0"/>
                    </a:moveTo>
                    <a:cubicBezTo>
                      <a:pt x="13053" y="0"/>
                      <a:pt x="22724" y="9670"/>
                      <a:pt x="22724" y="21600"/>
                    </a:cubicBezTo>
                    <a:cubicBezTo>
                      <a:pt x="22724" y="33529"/>
                      <a:pt x="13053" y="43200"/>
                      <a:pt x="1124" y="43200"/>
                    </a:cubicBezTo>
                    <a:cubicBezTo>
                      <a:pt x="749" y="43200"/>
                      <a:pt x="374" y="43190"/>
                      <a:pt x="0" y="43170"/>
                    </a:cubicBezTo>
                    <a:lnTo>
                      <a:pt x="1124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1" name="Freeform 344"/>
            <p:cNvSpPr>
              <a:spLocks noChangeAspect="1"/>
            </p:cNvSpPr>
            <p:nvPr/>
          </p:nvSpPr>
          <p:spPr bwMode="auto">
            <a:xfrm rot="10800000" flipH="1">
              <a:off x="9241337" y="2306457"/>
              <a:ext cx="1588" cy="742950"/>
            </a:xfrm>
            <a:custGeom>
              <a:avLst/>
              <a:gdLst>
                <a:gd name="T0" fmla="*/ 0 w 4"/>
                <a:gd name="T1" fmla="*/ 189 h 189"/>
                <a:gd name="T2" fmla="*/ 4 w 4"/>
                <a:gd name="T3" fmla="*/ 0 h 189"/>
                <a:gd name="T4" fmla="*/ 0 60000 65536"/>
                <a:gd name="T5" fmla="*/ 0 60000 65536"/>
                <a:gd name="T6" fmla="*/ 0 w 4"/>
                <a:gd name="T7" fmla="*/ 0 h 189"/>
                <a:gd name="T8" fmla="*/ 4 w 4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" h="189">
                  <a:moveTo>
                    <a:pt x="0" y="189"/>
                  </a:moveTo>
                  <a:lnTo>
                    <a:pt x="4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2" name="Arc 345"/>
            <p:cNvSpPr/>
            <p:nvPr/>
          </p:nvSpPr>
          <p:spPr bwMode="auto">
            <a:xfrm>
              <a:off x="9550900" y="2293757"/>
              <a:ext cx="846137" cy="271463"/>
            </a:xfrm>
            <a:custGeom>
              <a:avLst/>
              <a:gdLst>
                <a:gd name="T0" fmla="*/ 0 w 37071"/>
                <a:gd name="T1" fmla="*/ 132702 h 21600"/>
                <a:gd name="T2" fmla="*/ 846137 w 37071"/>
                <a:gd name="T3" fmla="*/ 131471 h 21600"/>
                <a:gd name="T4" fmla="*/ 423742 w 37071"/>
                <a:gd name="T5" fmla="*/ 271462 h 21600"/>
                <a:gd name="T6" fmla="*/ 0 60000 65536"/>
                <a:gd name="T7" fmla="*/ 0 60000 65536"/>
                <a:gd name="T8" fmla="*/ 0 60000 65536"/>
                <a:gd name="T9" fmla="*/ 0 w 37071"/>
                <a:gd name="T10" fmla="*/ 0 h 21600"/>
                <a:gd name="T11" fmla="*/ 37071 w 3707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071" h="21600" fill="none" extrusionOk="0">
                  <a:moveTo>
                    <a:pt x="0" y="10559"/>
                  </a:moveTo>
                  <a:cubicBezTo>
                    <a:pt x="3893" y="4012"/>
                    <a:pt x="10947" y="-1"/>
                    <a:pt x="18565" y="0"/>
                  </a:cubicBezTo>
                  <a:cubicBezTo>
                    <a:pt x="26141" y="0"/>
                    <a:pt x="33164" y="3969"/>
                    <a:pt x="37071" y="10460"/>
                  </a:cubicBezTo>
                </a:path>
                <a:path w="37071" h="21600" stroke="0" extrusionOk="0">
                  <a:moveTo>
                    <a:pt x="0" y="10559"/>
                  </a:moveTo>
                  <a:cubicBezTo>
                    <a:pt x="3893" y="4012"/>
                    <a:pt x="10947" y="-1"/>
                    <a:pt x="18565" y="0"/>
                  </a:cubicBezTo>
                  <a:cubicBezTo>
                    <a:pt x="26141" y="0"/>
                    <a:pt x="33164" y="3969"/>
                    <a:pt x="37071" y="10460"/>
                  </a:cubicBezTo>
                  <a:lnTo>
                    <a:pt x="18565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3" name="Arc 346"/>
            <p:cNvSpPr/>
            <p:nvPr/>
          </p:nvSpPr>
          <p:spPr bwMode="auto">
            <a:xfrm rot="16200000">
              <a:off x="7140826" y="4276545"/>
              <a:ext cx="846137" cy="271463"/>
            </a:xfrm>
            <a:custGeom>
              <a:avLst/>
              <a:gdLst>
                <a:gd name="T0" fmla="*/ 0 w 37071"/>
                <a:gd name="T1" fmla="*/ 132703 h 21600"/>
                <a:gd name="T2" fmla="*/ 846138 w 37071"/>
                <a:gd name="T3" fmla="*/ 131471 h 21600"/>
                <a:gd name="T4" fmla="*/ 423742 w 37071"/>
                <a:gd name="T5" fmla="*/ 271463 h 21600"/>
                <a:gd name="T6" fmla="*/ 0 60000 65536"/>
                <a:gd name="T7" fmla="*/ 0 60000 65536"/>
                <a:gd name="T8" fmla="*/ 0 60000 65536"/>
                <a:gd name="T9" fmla="*/ 0 w 37071"/>
                <a:gd name="T10" fmla="*/ 0 h 21600"/>
                <a:gd name="T11" fmla="*/ 37071 w 3707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071" h="21600" fill="none" extrusionOk="0">
                  <a:moveTo>
                    <a:pt x="0" y="10559"/>
                  </a:moveTo>
                  <a:cubicBezTo>
                    <a:pt x="3893" y="4012"/>
                    <a:pt x="10947" y="-1"/>
                    <a:pt x="18565" y="0"/>
                  </a:cubicBezTo>
                  <a:cubicBezTo>
                    <a:pt x="26141" y="0"/>
                    <a:pt x="33164" y="3969"/>
                    <a:pt x="37071" y="10460"/>
                  </a:cubicBezTo>
                </a:path>
                <a:path w="37071" h="21600" stroke="0" extrusionOk="0">
                  <a:moveTo>
                    <a:pt x="0" y="10559"/>
                  </a:moveTo>
                  <a:cubicBezTo>
                    <a:pt x="3893" y="4012"/>
                    <a:pt x="10947" y="-1"/>
                    <a:pt x="18565" y="0"/>
                  </a:cubicBezTo>
                  <a:cubicBezTo>
                    <a:pt x="26141" y="0"/>
                    <a:pt x="33164" y="3969"/>
                    <a:pt x="37071" y="10460"/>
                  </a:cubicBezTo>
                  <a:lnTo>
                    <a:pt x="18565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pic>
          <p:nvPicPr>
            <p:cNvPr id="44" name="图片 43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573" t="16145" r="48696" b="-3"/>
            <a:stretch>
              <a:fillRect/>
            </a:stretch>
          </p:blipFill>
          <p:spPr>
            <a:xfrm rot="5400000">
              <a:off x="6025669" y="2730021"/>
              <a:ext cx="495302" cy="283535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32" t="1591" r="47049" b="10141"/>
            <a:stretch>
              <a:fillRect/>
            </a:stretch>
          </p:blipFill>
          <p:spPr>
            <a:xfrm rot="5400000">
              <a:off x="5467348" y="4279902"/>
              <a:ext cx="1695447" cy="298449"/>
            </a:xfrm>
            <a:prstGeom prst="rect">
              <a:avLst/>
            </a:prstGeom>
          </p:spPr>
        </p:pic>
        <p:pic>
          <p:nvPicPr>
            <p:cNvPr id="46" name="图片 45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22" t="31224" r="45312" b="-6616"/>
            <a:stretch>
              <a:fillRect/>
            </a:stretch>
          </p:blipFill>
          <p:spPr>
            <a:xfrm rot="10800000">
              <a:off x="5384799" y="4260850"/>
              <a:ext cx="2863851" cy="254910"/>
            </a:xfrm>
            <a:prstGeom prst="rect">
              <a:avLst/>
            </a:prstGeom>
          </p:spPr>
        </p:pic>
        <p:pic>
          <p:nvPicPr>
            <p:cNvPr id="47" name="图片 46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497" t="31223" r="55805"/>
            <a:stretch>
              <a:fillRect/>
            </a:stretch>
          </p:blipFill>
          <p:spPr>
            <a:xfrm rot="10800000">
              <a:off x="9144000" y="2149884"/>
              <a:ext cx="1657350" cy="232548"/>
            </a:xfrm>
            <a:prstGeom prst="rect">
              <a:avLst/>
            </a:prstGeom>
          </p:spPr>
        </p:pic>
        <p:pic>
          <p:nvPicPr>
            <p:cNvPr id="48" name="图片 47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497" t="31223" r="55805"/>
            <a:stretch>
              <a:fillRect/>
            </a:stretch>
          </p:blipFill>
          <p:spPr>
            <a:xfrm rot="10800000">
              <a:off x="9144000" y="2406108"/>
              <a:ext cx="1657350" cy="232548"/>
            </a:xfrm>
            <a:prstGeom prst="rect">
              <a:avLst/>
            </a:prstGeom>
          </p:spPr>
        </p:pic>
        <p:pic>
          <p:nvPicPr>
            <p:cNvPr id="49" name="图片 4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059" t="31223" r="49450"/>
            <a:stretch>
              <a:fillRect/>
            </a:stretch>
          </p:blipFill>
          <p:spPr>
            <a:xfrm rot="16200000">
              <a:off x="9323151" y="2334032"/>
              <a:ext cx="1338263" cy="232548"/>
            </a:xfrm>
            <a:prstGeom prst="rect">
              <a:avLst/>
            </a:prstGeom>
          </p:spPr>
        </p:pic>
        <p:pic>
          <p:nvPicPr>
            <p:cNvPr id="50" name="图片 49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32" t="1591" r="47049" b="10141"/>
            <a:stretch>
              <a:fillRect/>
            </a:stretch>
          </p:blipFill>
          <p:spPr>
            <a:xfrm rot="5400000">
              <a:off x="6608246" y="4279902"/>
              <a:ext cx="1695447" cy="298449"/>
            </a:xfrm>
            <a:prstGeom prst="rect">
              <a:avLst/>
            </a:prstGeom>
          </p:spPr>
        </p:pic>
        <p:pic>
          <p:nvPicPr>
            <p:cNvPr id="51" name="图片 50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32" t="1591" r="47049" b="10141"/>
            <a:stretch>
              <a:fillRect/>
            </a:stretch>
          </p:blipFill>
          <p:spPr>
            <a:xfrm rot="5400000">
              <a:off x="6882065" y="4279902"/>
              <a:ext cx="1695447" cy="298449"/>
            </a:xfrm>
            <a:prstGeom prst="rect">
              <a:avLst/>
            </a:prstGeom>
          </p:spPr>
        </p:pic>
        <p:pic>
          <p:nvPicPr>
            <p:cNvPr id="52" name="图片 51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573" t="16145" r="48696" b="-3"/>
            <a:stretch>
              <a:fillRect/>
            </a:stretch>
          </p:blipFill>
          <p:spPr>
            <a:xfrm rot="2700000">
              <a:off x="7310686" y="2277133"/>
              <a:ext cx="495302" cy="28353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182614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内容回顾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3" name="图片 10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451" t="8120"/>
          <a:stretch>
            <a:fillRect/>
          </a:stretch>
        </p:blipFill>
        <p:spPr bwMode="auto">
          <a:xfrm>
            <a:off x="7320136" y="1844824"/>
            <a:ext cx="3819964" cy="3824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11"/>
          <p:cNvSpPr>
            <a:spLocks noChangeArrowheads="1"/>
          </p:cNvSpPr>
          <p:nvPr/>
        </p:nvSpPr>
        <p:spPr bwMode="auto">
          <a:xfrm>
            <a:off x="7900587" y="5716873"/>
            <a:ext cx="2659062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汽车的转向器壳体</a:t>
            </a:r>
            <a:endParaRPr kumimoji="1" lang="zh-CN" altLang="en-US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12"/>
          <p:cNvSpPr>
            <a:spLocks noChangeArrowheads="1"/>
          </p:cNvSpPr>
          <p:nvPr/>
        </p:nvSpPr>
        <p:spPr bwMode="auto">
          <a:xfrm>
            <a:off x="2999656" y="5716873"/>
            <a:ext cx="111280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轴承座</a:t>
            </a:r>
            <a:endParaRPr kumimoji="1" lang="zh-CN" altLang="en-US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64"/>
          <p:cNvSpPr txBox="1">
            <a:spLocks noChangeArrowheads="1"/>
          </p:cNvSpPr>
          <p:nvPr/>
        </p:nvSpPr>
        <p:spPr bwMode="auto">
          <a:xfrm>
            <a:off x="590825" y="1170488"/>
            <a:ext cx="3791423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如何表达这样的机件？</a:t>
            </a:r>
            <a:endParaRPr kumimoji="1"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37" descr="H:\助教任务\捕获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760" y="1700808"/>
            <a:ext cx="3012244" cy="4016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182614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内容回顾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2" name="Picture 2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800" y="1196752"/>
            <a:ext cx="7020618" cy="496855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Text Box 64"/>
          <p:cNvSpPr txBox="1">
            <a:spLocks noChangeArrowheads="1"/>
          </p:cNvSpPr>
          <p:nvPr/>
        </p:nvSpPr>
        <p:spPr bwMode="auto">
          <a:xfrm>
            <a:off x="649317" y="1196752"/>
            <a:ext cx="3057247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境界</a:t>
            </a:r>
            <a:r>
              <a:rPr lang="en-US" altLang="zh-CN" sz="2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Ⅰ</a:t>
            </a:r>
            <a:r>
              <a:rPr lang="zh-CN" altLang="en-US" sz="2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：如何表达</a:t>
            </a:r>
            <a:endParaRPr lang="zh-CN" altLang="en-US" sz="28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7" descr="H:\助教任务\捕获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48" y="2398716"/>
            <a:ext cx="2032107" cy="2709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182614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内容回顾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2" name="Picture 21"/>
          <p:cNvPicPr>
            <a:picLocks noChangeAspect="1" noChangeArrowheads="1"/>
          </p:cNvPicPr>
          <p:nvPr/>
        </p:nvPicPr>
        <p:blipFill>
          <a:blip r:embed="rId1"/>
          <a:srcRect b="-1314"/>
          <a:stretch>
            <a:fillRect/>
          </a:stretch>
        </p:blipFill>
        <p:spPr bwMode="auto">
          <a:xfrm>
            <a:off x="2379947" y="1515710"/>
            <a:ext cx="6413428" cy="4314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22"/>
          <p:cNvSpPr txBox="1">
            <a:spLocks noChangeArrowheads="1"/>
          </p:cNvSpPr>
          <p:nvPr/>
        </p:nvSpPr>
        <p:spPr bwMode="auto">
          <a:xfrm>
            <a:off x="4300523" y="5829329"/>
            <a:ext cx="2106965" cy="40229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 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初步</a:t>
            </a:r>
            <a:r>
              <a:rPr lang="zh-CN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zh-CN" altLang="en-US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38050" y="908720"/>
            <a:ext cx="5890598" cy="4776397"/>
          </a:xfrm>
          <a:prstGeom prst="rect">
            <a:avLst/>
          </a:prstGeom>
          <a:ln w="38100">
            <a:solidFill>
              <a:srgbClr val="9933FF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 Box 64"/>
          <p:cNvSpPr txBox="1">
            <a:spLocks noChangeArrowheads="1"/>
          </p:cNvSpPr>
          <p:nvPr/>
        </p:nvSpPr>
        <p:spPr bwMode="auto">
          <a:xfrm>
            <a:off x="335360" y="1080721"/>
            <a:ext cx="3057247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境界</a:t>
            </a:r>
            <a:r>
              <a:rPr lang="en-US" altLang="zh-CN" sz="2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Ⅱ</a:t>
            </a:r>
            <a:r>
              <a:rPr lang="zh-CN" altLang="en-US" sz="2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：合理表达</a:t>
            </a:r>
            <a:endParaRPr lang="zh-CN" altLang="en-US" sz="28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3352" y="2924944"/>
            <a:ext cx="1893332" cy="1950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7975124" y="5829329"/>
            <a:ext cx="2385887" cy="40229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(b) </a:t>
            </a:r>
            <a:r>
              <a:rPr lang="zh-CN" altLang="en-US" sz="20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调整后</a:t>
            </a:r>
            <a:r>
              <a:rPr lang="zh-CN" altLang="zh-CN" sz="20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</a:t>
            </a:r>
            <a:r>
              <a:rPr lang="zh-CN" altLang="en-US" sz="20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zh-CN" altLang="en-US" sz="200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182614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内容回顾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135560" y="2570225"/>
            <a:ext cx="6431569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在三视图的基础上，需要更丰富的表达手段。</a:t>
            </a:r>
            <a:endParaRPr kumimoji="1" lang="zh-CN" altLang="en-US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65"/>
          <p:cNvSpPr txBox="1">
            <a:spLocks noChangeArrowheads="1"/>
          </p:cNvSpPr>
          <p:nvPr/>
        </p:nvSpPr>
        <p:spPr bwMode="auto">
          <a:xfrm>
            <a:off x="2190153" y="3032886"/>
            <a:ext cx="2983509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外形 </a:t>
            </a:r>
            <a:r>
              <a:rPr lang="en-US" altLang="zh-CN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多个视图</a:t>
            </a:r>
            <a:endParaRPr lang="zh-CN" altLang="en-US" b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66"/>
          <p:cNvSpPr txBox="1">
            <a:spLocks noChangeArrowheads="1"/>
          </p:cNvSpPr>
          <p:nvPr/>
        </p:nvSpPr>
        <p:spPr bwMode="auto">
          <a:xfrm>
            <a:off x="2190153" y="3495547"/>
            <a:ext cx="2675732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  <a:defRPr/>
            </a:pPr>
            <a:r>
              <a:rPr lang="en-US" altLang="zh-CN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内形 </a:t>
            </a:r>
            <a:r>
              <a:rPr lang="en-US" altLang="zh-CN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b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67"/>
          <p:cNvSpPr txBox="1">
            <a:spLocks noChangeArrowheads="1"/>
          </p:cNvSpPr>
          <p:nvPr/>
        </p:nvSpPr>
        <p:spPr bwMode="auto">
          <a:xfrm>
            <a:off x="2190153" y="3958208"/>
            <a:ext cx="3382657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  <a:defRPr/>
            </a:pPr>
            <a:r>
              <a:rPr lang="en-US" altLang="zh-CN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断面形状  </a:t>
            </a:r>
            <a:r>
              <a:rPr lang="en-US" altLang="zh-CN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</a:t>
            </a:r>
            <a:endParaRPr lang="zh-CN" altLang="en-US" b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68"/>
          <p:cNvSpPr txBox="1">
            <a:spLocks noChangeArrowheads="1"/>
          </p:cNvSpPr>
          <p:nvPr/>
        </p:nvSpPr>
        <p:spPr bwMode="auto">
          <a:xfrm>
            <a:off x="1847528" y="1988840"/>
            <a:ext cx="4474302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wrap="none">
            <a:spAutoFit/>
          </a:bodyPr>
          <a:lstStyle>
            <a:lvl1pPr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、二维视图（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2D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）的表达方法</a:t>
            </a: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69"/>
          <p:cNvSpPr txBox="1">
            <a:spLocks noChangeArrowheads="1"/>
          </p:cNvSpPr>
          <p:nvPr/>
        </p:nvSpPr>
        <p:spPr bwMode="auto">
          <a:xfrm>
            <a:off x="1847528" y="4655437"/>
            <a:ext cx="5089855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wrap="none">
            <a:spAutoFit/>
          </a:bodyPr>
          <a:lstStyle>
            <a:lvl1pPr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、三维几何模型（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）的表达方法</a:t>
            </a: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70"/>
          <p:cNvSpPr txBox="1">
            <a:spLocks noChangeArrowheads="1"/>
          </p:cNvSpPr>
          <p:nvPr/>
        </p:nvSpPr>
        <p:spPr bwMode="auto">
          <a:xfrm>
            <a:off x="2190153" y="5139449"/>
            <a:ext cx="3353803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计算机三维几何造型。</a:t>
            </a:r>
            <a:endParaRPr kumimoji="1" lang="zh-CN" altLang="en-US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71"/>
          <p:cNvSpPr txBox="1">
            <a:spLocks noChangeArrowheads="1"/>
          </p:cNvSpPr>
          <p:nvPr/>
        </p:nvSpPr>
        <p:spPr bwMode="auto">
          <a:xfrm>
            <a:off x="3541455" y="5786577"/>
            <a:ext cx="5109091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wrap="none">
            <a:spAutoFit/>
          </a:bodyPr>
          <a:lstStyle>
            <a:lvl1pPr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目的：准确、简洁、清晰地表达机件</a:t>
            </a:r>
            <a:endParaRPr kumimoji="1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74"/>
          <p:cNvSpPr>
            <a:spLocks noChangeArrowheads="1"/>
          </p:cNvSpPr>
          <p:nvPr/>
        </p:nvSpPr>
        <p:spPr bwMode="auto">
          <a:xfrm>
            <a:off x="6888088" y="1561763"/>
            <a:ext cx="882650" cy="889000"/>
          </a:xfrm>
          <a:prstGeom prst="wedgeRoundRectCallout">
            <a:avLst>
              <a:gd name="adj1" fmla="val -108293"/>
              <a:gd name="adj2" fmla="val 2953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课堂</a:t>
            </a:r>
            <a:r>
              <a:rPr kumimoji="1" lang="zh-CN" altLang="en-US" sz="2400" kern="0" noProof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讲授</a:t>
            </a:r>
            <a:endParaRPr kumimoji="1" lang="zh-CN" altLang="en-US" sz="2400" i="0" u="none" strike="noStrike" kern="0" cap="none" spc="0" normalizeH="0" baseline="0" noProof="0" dirty="0">
              <a:ln>
                <a:noFill/>
              </a:ln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36"/>
          <p:cNvSpPr txBox="1">
            <a:spLocks noChangeArrowheads="1"/>
          </p:cNvSpPr>
          <p:nvPr/>
        </p:nvSpPr>
        <p:spPr bwMode="auto">
          <a:xfrm>
            <a:off x="335360" y="1235232"/>
            <a:ext cx="4493538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如何表达更加复杂的形体？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nimBg="1"/>
      <p:bldP spid="7" grpId="0" animBg="1"/>
      <p:bldP spid="8" grpId="0"/>
      <p:bldP spid="9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/>
          <p:cNvSpPr txBox="1"/>
          <p:nvPr/>
        </p:nvSpPr>
        <p:spPr bwMode="auto">
          <a:xfrm>
            <a:off x="4511824" y="2132856"/>
            <a:ext cx="4238661" cy="260154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none" lIns="91440" tIns="45720" rIns="91440" bIns="45720" numCol="1" anchor="t" anchorCtr="0" compatLnSpc="1">
            <a:spAutoFit/>
          </a:bodyPr>
          <a:lstStyle/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10.1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视图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10.2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剖视图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10.3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断面图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10.4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规定画法和简化画法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8" name="Title 6"/>
          <p:cNvSpPr txBox="1"/>
          <p:nvPr/>
        </p:nvSpPr>
        <p:spPr bwMode="auto">
          <a:xfrm>
            <a:off x="5202166" y="454425"/>
            <a:ext cx="1787669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algn="ctr">
              <a:defRPr/>
            </a:pPr>
            <a:r>
              <a:rPr lang="zh-CN" altLang="en-US" sz="44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内   容</a:t>
            </a:r>
            <a:endParaRPr lang="zh-CN" altLang="en-US" sz="4400" b="1" dirty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" name="组合 12"/>
          <p:cNvGrpSpPr/>
          <p:nvPr/>
        </p:nvGrpSpPr>
        <p:grpSpPr>
          <a:xfrm flipV="1">
            <a:off x="191344" y="1412776"/>
            <a:ext cx="11809312" cy="288032"/>
            <a:chOff x="-40060" y="4227605"/>
            <a:chExt cx="15641884" cy="367574"/>
          </a:xfr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0" name="组合 13"/>
            <p:cNvGrpSpPr/>
            <p:nvPr/>
          </p:nvGrpSpPr>
          <p:grpSpPr>
            <a:xfrm>
              <a:off x="-40060" y="4227605"/>
              <a:ext cx="7820942" cy="364510"/>
              <a:chOff x="4635815" y="4227605"/>
              <a:chExt cx="7820942" cy="364510"/>
            </a:xfrm>
            <a:grpFill/>
          </p:grpSpPr>
          <p:sp>
            <p:nvSpPr>
              <p:cNvPr id="16" name="矩形 18"/>
              <p:cNvSpPr/>
              <p:nvPr/>
            </p:nvSpPr>
            <p:spPr>
              <a:xfrm>
                <a:off x="6786027" y="4320679"/>
                <a:ext cx="567073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7" name="矩形 19"/>
              <p:cNvSpPr/>
              <p:nvPr/>
            </p:nvSpPr>
            <p:spPr>
              <a:xfrm>
                <a:off x="4635815" y="4227605"/>
                <a:ext cx="180000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8" name="矩形 4"/>
              <p:cNvSpPr/>
              <p:nvPr/>
            </p:nvSpPr>
            <p:spPr>
              <a:xfrm>
                <a:off x="6426510" y="4227606"/>
                <a:ext cx="368581" cy="364509"/>
              </a:xfrm>
              <a:custGeom>
                <a:avLst/>
                <a:gdLst>
                  <a:gd name="connsiteX0" fmla="*/ 0 w 360000"/>
                  <a:gd name="connsiteY0" fmla="*/ 0 h 270030"/>
                  <a:gd name="connsiteX1" fmla="*/ 360000 w 360000"/>
                  <a:gd name="connsiteY1" fmla="*/ 0 h 270030"/>
                  <a:gd name="connsiteX2" fmla="*/ 360000 w 360000"/>
                  <a:gd name="connsiteY2" fmla="*/ 270030 h 270030"/>
                  <a:gd name="connsiteX3" fmla="*/ 0 w 360000"/>
                  <a:gd name="connsiteY3" fmla="*/ 270030 h 270030"/>
                  <a:gd name="connsiteX4" fmla="*/ 0 w 360000"/>
                  <a:gd name="connsiteY4" fmla="*/ 0 h 270030"/>
                  <a:gd name="connsiteX0-1" fmla="*/ 0 w 364864"/>
                  <a:gd name="connsiteY0-2" fmla="*/ 0 h 270030"/>
                  <a:gd name="connsiteX1-3" fmla="*/ 364864 w 364864"/>
                  <a:gd name="connsiteY1-4" fmla="*/ 72957 h 270030"/>
                  <a:gd name="connsiteX2-5" fmla="*/ 360000 w 364864"/>
                  <a:gd name="connsiteY2-6" fmla="*/ 270030 h 270030"/>
                  <a:gd name="connsiteX3-7" fmla="*/ 0 w 364864"/>
                  <a:gd name="connsiteY3-8" fmla="*/ 270030 h 270030"/>
                  <a:gd name="connsiteX4-9" fmla="*/ 0 w 364864"/>
                  <a:gd name="connsiteY4-10" fmla="*/ 0 h 270030"/>
                  <a:gd name="connsiteX0-11" fmla="*/ 0 w 364864"/>
                  <a:gd name="connsiteY0-12" fmla="*/ 0 h 294349"/>
                  <a:gd name="connsiteX1-13" fmla="*/ 364864 w 364864"/>
                  <a:gd name="connsiteY1-14" fmla="*/ 72957 h 294349"/>
                  <a:gd name="connsiteX2-15" fmla="*/ 364864 w 364864"/>
                  <a:gd name="connsiteY2-16" fmla="*/ 294349 h 294349"/>
                  <a:gd name="connsiteX3-17" fmla="*/ 0 w 364864"/>
                  <a:gd name="connsiteY3-18" fmla="*/ 270030 h 294349"/>
                  <a:gd name="connsiteX4-19" fmla="*/ 0 w 364864"/>
                  <a:gd name="connsiteY4-20" fmla="*/ 0 h 294349"/>
                  <a:gd name="connsiteX0-21" fmla="*/ 0 w 364864"/>
                  <a:gd name="connsiteY0-22" fmla="*/ 0 h 290893"/>
                  <a:gd name="connsiteX1-23" fmla="*/ 364864 w 364864"/>
                  <a:gd name="connsiteY1-24" fmla="*/ 72957 h 290893"/>
                  <a:gd name="connsiteX2-25" fmla="*/ 363396 w 364864"/>
                  <a:gd name="connsiteY2-26" fmla="*/ 290893 h 290893"/>
                  <a:gd name="connsiteX3-27" fmla="*/ 358533 w 364864"/>
                  <a:gd name="connsiteY3-28" fmla="*/ 266574 h 290893"/>
                  <a:gd name="connsiteX4-29" fmla="*/ 0 w 364864"/>
                  <a:gd name="connsiteY4-30" fmla="*/ 270030 h 290893"/>
                  <a:gd name="connsiteX5" fmla="*/ 0 w 364864"/>
                  <a:gd name="connsiteY5" fmla="*/ 0 h 290893"/>
                  <a:gd name="connsiteX0-31" fmla="*/ 0 w 368581"/>
                  <a:gd name="connsiteY0-32" fmla="*/ 0 h 321274"/>
                  <a:gd name="connsiteX1-33" fmla="*/ 364864 w 368581"/>
                  <a:gd name="connsiteY1-34" fmla="*/ 72957 h 321274"/>
                  <a:gd name="connsiteX2-35" fmla="*/ 363396 w 368581"/>
                  <a:gd name="connsiteY2-36" fmla="*/ 290893 h 321274"/>
                  <a:gd name="connsiteX3-37" fmla="*/ 368261 w 368581"/>
                  <a:gd name="connsiteY3-38" fmla="*/ 320076 h 321274"/>
                  <a:gd name="connsiteX4-39" fmla="*/ 0 w 368581"/>
                  <a:gd name="connsiteY4-40" fmla="*/ 270030 h 321274"/>
                  <a:gd name="connsiteX5-41" fmla="*/ 0 w 368581"/>
                  <a:gd name="connsiteY5-42" fmla="*/ 0 h 321274"/>
                  <a:gd name="connsiteX0-43" fmla="*/ 0 w 368581"/>
                  <a:gd name="connsiteY0-44" fmla="*/ 0 h 321274"/>
                  <a:gd name="connsiteX1-45" fmla="*/ 364864 w 368581"/>
                  <a:gd name="connsiteY1-46" fmla="*/ 87549 h 321274"/>
                  <a:gd name="connsiteX2-47" fmla="*/ 363396 w 368581"/>
                  <a:gd name="connsiteY2-48" fmla="*/ 290893 h 321274"/>
                  <a:gd name="connsiteX3-49" fmla="*/ 368261 w 368581"/>
                  <a:gd name="connsiteY3-50" fmla="*/ 320076 h 321274"/>
                  <a:gd name="connsiteX4-51" fmla="*/ 0 w 368581"/>
                  <a:gd name="connsiteY4-52" fmla="*/ 270030 h 321274"/>
                  <a:gd name="connsiteX5-53" fmla="*/ 0 w 368581"/>
                  <a:gd name="connsiteY5-54" fmla="*/ 0 h 321274"/>
                  <a:gd name="connsiteX0-55" fmla="*/ 0 w 368581"/>
                  <a:gd name="connsiteY0-56" fmla="*/ 0 h 364509"/>
                  <a:gd name="connsiteX1-57" fmla="*/ 364864 w 368581"/>
                  <a:gd name="connsiteY1-58" fmla="*/ 87549 h 364509"/>
                  <a:gd name="connsiteX2-59" fmla="*/ 363396 w 368581"/>
                  <a:gd name="connsiteY2-60" fmla="*/ 290893 h 364509"/>
                  <a:gd name="connsiteX3-61" fmla="*/ 368261 w 368581"/>
                  <a:gd name="connsiteY3-62" fmla="*/ 363850 h 364509"/>
                  <a:gd name="connsiteX4-63" fmla="*/ 0 w 368581"/>
                  <a:gd name="connsiteY4-64" fmla="*/ 270030 h 364509"/>
                  <a:gd name="connsiteX5-65" fmla="*/ 0 w 368581"/>
                  <a:gd name="connsiteY5-66" fmla="*/ 0 h 36450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41" y="connsiteY5-42"/>
                  </a:cxn>
                </a:cxnLst>
                <a:rect l="l" t="t" r="r" b="b"/>
                <a:pathLst>
                  <a:path w="368581" h="364509">
                    <a:moveTo>
                      <a:pt x="0" y="0"/>
                    </a:moveTo>
                    <a:lnTo>
                      <a:pt x="364864" y="87549"/>
                    </a:lnTo>
                    <a:cubicBezTo>
                      <a:pt x="364375" y="160194"/>
                      <a:pt x="363885" y="218248"/>
                      <a:pt x="363396" y="290893"/>
                    </a:cubicBezTo>
                    <a:cubicBezTo>
                      <a:pt x="361286" y="281635"/>
                      <a:pt x="370371" y="373108"/>
                      <a:pt x="368261" y="363850"/>
                    </a:cubicBezTo>
                    <a:lnTo>
                      <a:pt x="0" y="270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11" name="组合 14"/>
            <p:cNvGrpSpPr/>
            <p:nvPr/>
          </p:nvGrpSpPr>
          <p:grpSpPr>
            <a:xfrm flipH="1">
              <a:off x="7780882" y="4230669"/>
              <a:ext cx="7820942" cy="364510"/>
              <a:chOff x="4635815" y="4227605"/>
              <a:chExt cx="7820942" cy="364510"/>
            </a:xfrm>
            <a:grpFill/>
          </p:grpSpPr>
          <p:sp>
            <p:nvSpPr>
              <p:cNvPr id="13" name="矩形 15"/>
              <p:cNvSpPr/>
              <p:nvPr/>
            </p:nvSpPr>
            <p:spPr>
              <a:xfrm>
                <a:off x="6786027" y="4320679"/>
                <a:ext cx="567073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4" name="矩形 16"/>
              <p:cNvSpPr/>
              <p:nvPr/>
            </p:nvSpPr>
            <p:spPr>
              <a:xfrm>
                <a:off x="4635815" y="4227605"/>
                <a:ext cx="180000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5" name="矩形 4"/>
              <p:cNvSpPr/>
              <p:nvPr/>
            </p:nvSpPr>
            <p:spPr>
              <a:xfrm>
                <a:off x="6426510" y="4227606"/>
                <a:ext cx="368581" cy="364509"/>
              </a:xfrm>
              <a:custGeom>
                <a:avLst/>
                <a:gdLst>
                  <a:gd name="connsiteX0" fmla="*/ 0 w 360000"/>
                  <a:gd name="connsiteY0" fmla="*/ 0 h 270030"/>
                  <a:gd name="connsiteX1" fmla="*/ 360000 w 360000"/>
                  <a:gd name="connsiteY1" fmla="*/ 0 h 270030"/>
                  <a:gd name="connsiteX2" fmla="*/ 360000 w 360000"/>
                  <a:gd name="connsiteY2" fmla="*/ 270030 h 270030"/>
                  <a:gd name="connsiteX3" fmla="*/ 0 w 360000"/>
                  <a:gd name="connsiteY3" fmla="*/ 270030 h 270030"/>
                  <a:gd name="connsiteX4" fmla="*/ 0 w 360000"/>
                  <a:gd name="connsiteY4" fmla="*/ 0 h 270030"/>
                  <a:gd name="connsiteX0-1" fmla="*/ 0 w 364864"/>
                  <a:gd name="connsiteY0-2" fmla="*/ 0 h 270030"/>
                  <a:gd name="connsiteX1-3" fmla="*/ 364864 w 364864"/>
                  <a:gd name="connsiteY1-4" fmla="*/ 72957 h 270030"/>
                  <a:gd name="connsiteX2-5" fmla="*/ 360000 w 364864"/>
                  <a:gd name="connsiteY2-6" fmla="*/ 270030 h 270030"/>
                  <a:gd name="connsiteX3-7" fmla="*/ 0 w 364864"/>
                  <a:gd name="connsiteY3-8" fmla="*/ 270030 h 270030"/>
                  <a:gd name="connsiteX4-9" fmla="*/ 0 w 364864"/>
                  <a:gd name="connsiteY4-10" fmla="*/ 0 h 270030"/>
                  <a:gd name="connsiteX0-11" fmla="*/ 0 w 364864"/>
                  <a:gd name="connsiteY0-12" fmla="*/ 0 h 294349"/>
                  <a:gd name="connsiteX1-13" fmla="*/ 364864 w 364864"/>
                  <a:gd name="connsiteY1-14" fmla="*/ 72957 h 294349"/>
                  <a:gd name="connsiteX2-15" fmla="*/ 364864 w 364864"/>
                  <a:gd name="connsiteY2-16" fmla="*/ 294349 h 294349"/>
                  <a:gd name="connsiteX3-17" fmla="*/ 0 w 364864"/>
                  <a:gd name="connsiteY3-18" fmla="*/ 270030 h 294349"/>
                  <a:gd name="connsiteX4-19" fmla="*/ 0 w 364864"/>
                  <a:gd name="connsiteY4-20" fmla="*/ 0 h 294349"/>
                  <a:gd name="connsiteX0-21" fmla="*/ 0 w 364864"/>
                  <a:gd name="connsiteY0-22" fmla="*/ 0 h 290893"/>
                  <a:gd name="connsiteX1-23" fmla="*/ 364864 w 364864"/>
                  <a:gd name="connsiteY1-24" fmla="*/ 72957 h 290893"/>
                  <a:gd name="connsiteX2-25" fmla="*/ 363396 w 364864"/>
                  <a:gd name="connsiteY2-26" fmla="*/ 290893 h 290893"/>
                  <a:gd name="connsiteX3-27" fmla="*/ 358533 w 364864"/>
                  <a:gd name="connsiteY3-28" fmla="*/ 266574 h 290893"/>
                  <a:gd name="connsiteX4-29" fmla="*/ 0 w 364864"/>
                  <a:gd name="connsiteY4-30" fmla="*/ 270030 h 290893"/>
                  <a:gd name="connsiteX5" fmla="*/ 0 w 364864"/>
                  <a:gd name="connsiteY5" fmla="*/ 0 h 290893"/>
                  <a:gd name="connsiteX0-31" fmla="*/ 0 w 368581"/>
                  <a:gd name="connsiteY0-32" fmla="*/ 0 h 321274"/>
                  <a:gd name="connsiteX1-33" fmla="*/ 364864 w 368581"/>
                  <a:gd name="connsiteY1-34" fmla="*/ 72957 h 321274"/>
                  <a:gd name="connsiteX2-35" fmla="*/ 363396 w 368581"/>
                  <a:gd name="connsiteY2-36" fmla="*/ 290893 h 321274"/>
                  <a:gd name="connsiteX3-37" fmla="*/ 368261 w 368581"/>
                  <a:gd name="connsiteY3-38" fmla="*/ 320076 h 321274"/>
                  <a:gd name="connsiteX4-39" fmla="*/ 0 w 368581"/>
                  <a:gd name="connsiteY4-40" fmla="*/ 270030 h 321274"/>
                  <a:gd name="connsiteX5-41" fmla="*/ 0 w 368581"/>
                  <a:gd name="connsiteY5-42" fmla="*/ 0 h 321274"/>
                  <a:gd name="connsiteX0-43" fmla="*/ 0 w 368581"/>
                  <a:gd name="connsiteY0-44" fmla="*/ 0 h 321274"/>
                  <a:gd name="connsiteX1-45" fmla="*/ 364864 w 368581"/>
                  <a:gd name="connsiteY1-46" fmla="*/ 87549 h 321274"/>
                  <a:gd name="connsiteX2-47" fmla="*/ 363396 w 368581"/>
                  <a:gd name="connsiteY2-48" fmla="*/ 290893 h 321274"/>
                  <a:gd name="connsiteX3-49" fmla="*/ 368261 w 368581"/>
                  <a:gd name="connsiteY3-50" fmla="*/ 320076 h 321274"/>
                  <a:gd name="connsiteX4-51" fmla="*/ 0 w 368581"/>
                  <a:gd name="connsiteY4-52" fmla="*/ 270030 h 321274"/>
                  <a:gd name="connsiteX5-53" fmla="*/ 0 w 368581"/>
                  <a:gd name="connsiteY5-54" fmla="*/ 0 h 321274"/>
                  <a:gd name="connsiteX0-55" fmla="*/ 0 w 368581"/>
                  <a:gd name="connsiteY0-56" fmla="*/ 0 h 364509"/>
                  <a:gd name="connsiteX1-57" fmla="*/ 364864 w 368581"/>
                  <a:gd name="connsiteY1-58" fmla="*/ 87549 h 364509"/>
                  <a:gd name="connsiteX2-59" fmla="*/ 363396 w 368581"/>
                  <a:gd name="connsiteY2-60" fmla="*/ 290893 h 364509"/>
                  <a:gd name="connsiteX3-61" fmla="*/ 368261 w 368581"/>
                  <a:gd name="connsiteY3-62" fmla="*/ 363850 h 364509"/>
                  <a:gd name="connsiteX4-63" fmla="*/ 0 w 368581"/>
                  <a:gd name="connsiteY4-64" fmla="*/ 270030 h 364509"/>
                  <a:gd name="connsiteX5-65" fmla="*/ 0 w 368581"/>
                  <a:gd name="connsiteY5-66" fmla="*/ 0 h 36450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41" y="connsiteY5-42"/>
                  </a:cxn>
                </a:cxnLst>
                <a:rect l="l" t="t" r="r" b="b"/>
                <a:pathLst>
                  <a:path w="368581" h="364509">
                    <a:moveTo>
                      <a:pt x="0" y="0"/>
                    </a:moveTo>
                    <a:lnTo>
                      <a:pt x="364864" y="87549"/>
                    </a:lnTo>
                    <a:cubicBezTo>
                      <a:pt x="364375" y="160194"/>
                      <a:pt x="363885" y="218248"/>
                      <a:pt x="363396" y="290893"/>
                    </a:cubicBezTo>
                    <a:cubicBezTo>
                      <a:pt x="361286" y="281635"/>
                      <a:pt x="370371" y="373108"/>
                      <a:pt x="368261" y="363850"/>
                    </a:cubicBezTo>
                    <a:lnTo>
                      <a:pt x="0" y="270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640616" y="6425394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4681998" y="2727903"/>
            <a:ext cx="2828017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10.1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</a:t>
            </a:r>
            <a:endParaRPr lang="zh-CN" altLang="en-US" sz="4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2697871" y="1136817"/>
            <a:ext cx="5902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A5002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1947969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31598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视图的基本概念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415480" y="2041519"/>
            <a:ext cx="9433048" cy="13088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b="0" u="sng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</a:t>
            </a:r>
            <a:r>
              <a:rPr lang="zh-CN" altLang="en-US" sz="2800" b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是指用正投影法绘制的形体的图形，是表达机件形状的基本方法之一。</a:t>
            </a:r>
            <a:endParaRPr lang="zh-CN" altLang="en-US" sz="2800" b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1415480" y="3689581"/>
            <a:ext cx="9148569" cy="66255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视图通常有</a:t>
            </a:r>
            <a:r>
              <a:rPr lang="en-US" altLang="zh-CN" sz="28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种：基本视图、向视图、局部视图和斜视图。</a:t>
            </a:r>
            <a:endParaRPr lang="zh-CN" altLang="en-US" sz="2800" b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1947969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22284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基本视图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Group 2"/>
          <p:cNvGrpSpPr/>
          <p:nvPr/>
        </p:nvGrpSpPr>
        <p:grpSpPr bwMode="auto">
          <a:xfrm>
            <a:off x="1987203" y="1879923"/>
            <a:ext cx="3344863" cy="3717925"/>
            <a:chOff x="1223" y="1030"/>
            <a:chExt cx="2107" cy="2342"/>
          </a:xfrm>
        </p:grpSpPr>
        <p:sp>
          <p:nvSpPr>
            <p:cNvPr id="4" name="Line 3"/>
            <p:cNvSpPr>
              <a:spLocks noChangeShapeType="1"/>
            </p:cNvSpPr>
            <p:nvPr/>
          </p:nvSpPr>
          <p:spPr bwMode="auto">
            <a:xfrm flipV="1">
              <a:off x="1223" y="1038"/>
              <a:ext cx="1073" cy="58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" name="Line 4"/>
            <p:cNvSpPr>
              <a:spLocks noChangeShapeType="1"/>
            </p:cNvSpPr>
            <p:nvPr/>
          </p:nvSpPr>
          <p:spPr bwMode="auto">
            <a:xfrm>
              <a:off x="2291" y="1030"/>
              <a:ext cx="0" cy="135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 flipH="1" flipV="1">
              <a:off x="2289" y="1041"/>
              <a:ext cx="1040" cy="41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 flipV="1">
              <a:off x="1236" y="1607"/>
              <a:ext cx="0" cy="13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V="1">
              <a:off x="1227" y="2378"/>
              <a:ext cx="1073" cy="58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 flipH="1" flipV="1">
              <a:off x="2280" y="2377"/>
              <a:ext cx="1041" cy="41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H="1" flipV="1">
              <a:off x="1238" y="2957"/>
              <a:ext cx="1040" cy="41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3326" y="1450"/>
              <a:ext cx="0" cy="135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 flipV="1">
              <a:off x="2257" y="2787"/>
              <a:ext cx="1073" cy="58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3" name="Group 12"/>
          <p:cNvGrpSpPr/>
          <p:nvPr/>
        </p:nvGrpSpPr>
        <p:grpSpPr bwMode="auto">
          <a:xfrm>
            <a:off x="2823816" y="3145161"/>
            <a:ext cx="1595437" cy="1543050"/>
            <a:chOff x="1120" y="564"/>
            <a:chExt cx="1005" cy="972"/>
          </a:xfrm>
        </p:grpSpPr>
        <p:sp>
          <p:nvSpPr>
            <p:cNvPr id="14" name="Freeform 13"/>
            <p:cNvSpPr/>
            <p:nvPr/>
          </p:nvSpPr>
          <p:spPr bwMode="auto">
            <a:xfrm>
              <a:off x="1125" y="935"/>
              <a:ext cx="988" cy="408"/>
            </a:xfrm>
            <a:custGeom>
              <a:avLst/>
              <a:gdLst>
                <a:gd name="T0" fmla="*/ 788 w 988"/>
                <a:gd name="T1" fmla="*/ 0 h 408"/>
                <a:gd name="T2" fmla="*/ 988 w 988"/>
                <a:gd name="T3" fmla="*/ 115 h 408"/>
                <a:gd name="T4" fmla="*/ 480 w 988"/>
                <a:gd name="T5" fmla="*/ 408 h 408"/>
                <a:gd name="T6" fmla="*/ 186 w 988"/>
                <a:gd name="T7" fmla="*/ 408 h 408"/>
                <a:gd name="T8" fmla="*/ 0 w 988"/>
                <a:gd name="T9" fmla="*/ 301 h 408"/>
                <a:gd name="T10" fmla="*/ 276 w 988"/>
                <a:gd name="T11" fmla="*/ 142 h 408"/>
                <a:gd name="T12" fmla="*/ 395 w 988"/>
                <a:gd name="T13" fmla="*/ 211 h 408"/>
                <a:gd name="T14" fmla="*/ 788 w 988"/>
                <a:gd name="T15" fmla="*/ 0 h 4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88"/>
                <a:gd name="T25" fmla="*/ 0 h 408"/>
                <a:gd name="T26" fmla="*/ 988 w 988"/>
                <a:gd name="T27" fmla="*/ 408 h 40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88" h="408">
                  <a:moveTo>
                    <a:pt x="788" y="0"/>
                  </a:moveTo>
                  <a:lnTo>
                    <a:pt x="988" y="115"/>
                  </a:lnTo>
                  <a:lnTo>
                    <a:pt x="480" y="408"/>
                  </a:lnTo>
                  <a:lnTo>
                    <a:pt x="186" y="408"/>
                  </a:lnTo>
                  <a:lnTo>
                    <a:pt x="0" y="301"/>
                  </a:lnTo>
                  <a:lnTo>
                    <a:pt x="276" y="142"/>
                  </a:lnTo>
                  <a:lnTo>
                    <a:pt x="395" y="211"/>
                  </a:lnTo>
                  <a:lnTo>
                    <a:pt x="78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CCFF"/>
                </a:gs>
                <a:gs pos="100000">
                  <a:srgbClr val="475E76"/>
                </a:gs>
              </a:gsLst>
              <a:path path="rect">
                <a:fillToRect t="100000" r="100000"/>
              </a:path>
            </a:gra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" name="Freeform 14"/>
            <p:cNvSpPr/>
            <p:nvPr/>
          </p:nvSpPr>
          <p:spPr bwMode="auto">
            <a:xfrm>
              <a:off x="1616" y="1057"/>
              <a:ext cx="509" cy="473"/>
            </a:xfrm>
            <a:custGeom>
              <a:avLst/>
              <a:gdLst>
                <a:gd name="T0" fmla="*/ 509 w 509"/>
                <a:gd name="T1" fmla="*/ 173 h 473"/>
                <a:gd name="T2" fmla="*/ 509 w 509"/>
                <a:gd name="T3" fmla="*/ 0 h 473"/>
                <a:gd name="T4" fmla="*/ 0 w 509"/>
                <a:gd name="T5" fmla="*/ 294 h 473"/>
                <a:gd name="T6" fmla="*/ 0 w 509"/>
                <a:gd name="T7" fmla="*/ 473 h 473"/>
                <a:gd name="T8" fmla="*/ 509 w 509"/>
                <a:gd name="T9" fmla="*/ 173 h 4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09"/>
                <a:gd name="T16" fmla="*/ 0 h 473"/>
                <a:gd name="T17" fmla="*/ 509 w 509"/>
                <a:gd name="T18" fmla="*/ 473 h 4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09" h="473">
                  <a:moveTo>
                    <a:pt x="509" y="173"/>
                  </a:moveTo>
                  <a:lnTo>
                    <a:pt x="509" y="0"/>
                  </a:lnTo>
                  <a:lnTo>
                    <a:pt x="0" y="294"/>
                  </a:lnTo>
                  <a:lnTo>
                    <a:pt x="0" y="473"/>
                  </a:lnTo>
                  <a:lnTo>
                    <a:pt x="509" y="173"/>
                  </a:lnTo>
                  <a:close/>
                </a:path>
              </a:pathLst>
            </a:custGeom>
            <a:gradFill rotWithShape="0">
              <a:gsLst>
                <a:gs pos="0">
                  <a:srgbClr val="99CCFF"/>
                </a:gs>
                <a:gs pos="100000">
                  <a:srgbClr val="475E76"/>
                </a:gs>
              </a:gsLst>
              <a:lin ang="0" scaled="1"/>
            </a:gra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1306" y="1363"/>
              <a:ext cx="300" cy="173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" name="Freeform 16"/>
            <p:cNvSpPr/>
            <p:nvPr/>
          </p:nvSpPr>
          <p:spPr bwMode="auto">
            <a:xfrm>
              <a:off x="1120" y="1243"/>
              <a:ext cx="179" cy="288"/>
            </a:xfrm>
            <a:custGeom>
              <a:avLst/>
              <a:gdLst>
                <a:gd name="T0" fmla="*/ 0 w 179"/>
                <a:gd name="T1" fmla="*/ 0 h 288"/>
                <a:gd name="T2" fmla="*/ 0 w 179"/>
                <a:gd name="T3" fmla="*/ 185 h 288"/>
                <a:gd name="T4" fmla="*/ 179 w 179"/>
                <a:gd name="T5" fmla="*/ 288 h 288"/>
                <a:gd name="T6" fmla="*/ 179 w 179"/>
                <a:gd name="T7" fmla="*/ 115 h 288"/>
                <a:gd name="T8" fmla="*/ 0 w 179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9"/>
                <a:gd name="T16" fmla="*/ 0 h 288"/>
                <a:gd name="T17" fmla="*/ 179 w 179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9" h="288">
                  <a:moveTo>
                    <a:pt x="0" y="0"/>
                  </a:moveTo>
                  <a:lnTo>
                    <a:pt x="0" y="185"/>
                  </a:lnTo>
                  <a:lnTo>
                    <a:pt x="179" y="288"/>
                  </a:lnTo>
                  <a:lnTo>
                    <a:pt x="179" y="115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475E76"/>
                </a:gs>
                <a:gs pos="100000">
                  <a:srgbClr val="99CCFF"/>
                </a:gs>
              </a:gsLst>
              <a:lin ang="0" scaled="1"/>
            </a:gra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" name="Freeform 17"/>
            <p:cNvSpPr/>
            <p:nvPr/>
          </p:nvSpPr>
          <p:spPr bwMode="auto">
            <a:xfrm>
              <a:off x="1523" y="646"/>
              <a:ext cx="384" cy="510"/>
            </a:xfrm>
            <a:custGeom>
              <a:avLst/>
              <a:gdLst>
                <a:gd name="T0" fmla="*/ 384 w 384"/>
                <a:gd name="T1" fmla="*/ 0 h 510"/>
                <a:gd name="T2" fmla="*/ 384 w 384"/>
                <a:gd name="T3" fmla="*/ 288 h 510"/>
                <a:gd name="T4" fmla="*/ 0 w 384"/>
                <a:gd name="T5" fmla="*/ 510 h 510"/>
                <a:gd name="T6" fmla="*/ 0 w 384"/>
                <a:gd name="T7" fmla="*/ 218 h 510"/>
                <a:gd name="T8" fmla="*/ 121 w 384"/>
                <a:gd name="T9" fmla="*/ 148 h 510"/>
                <a:gd name="T10" fmla="*/ 121 w 384"/>
                <a:gd name="T11" fmla="*/ 301 h 510"/>
                <a:gd name="T12" fmla="*/ 254 w 384"/>
                <a:gd name="T13" fmla="*/ 224 h 510"/>
                <a:gd name="T14" fmla="*/ 254 w 384"/>
                <a:gd name="T15" fmla="*/ 71 h 510"/>
                <a:gd name="T16" fmla="*/ 384 w 384"/>
                <a:gd name="T17" fmla="*/ 0 h 5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84"/>
                <a:gd name="T28" fmla="*/ 0 h 510"/>
                <a:gd name="T29" fmla="*/ 384 w 384"/>
                <a:gd name="T30" fmla="*/ 510 h 51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84" h="510">
                  <a:moveTo>
                    <a:pt x="384" y="0"/>
                  </a:moveTo>
                  <a:lnTo>
                    <a:pt x="384" y="288"/>
                  </a:lnTo>
                  <a:lnTo>
                    <a:pt x="0" y="510"/>
                  </a:lnTo>
                  <a:lnTo>
                    <a:pt x="0" y="218"/>
                  </a:lnTo>
                  <a:lnTo>
                    <a:pt x="121" y="148"/>
                  </a:lnTo>
                  <a:lnTo>
                    <a:pt x="121" y="301"/>
                  </a:lnTo>
                  <a:lnTo>
                    <a:pt x="254" y="224"/>
                  </a:lnTo>
                  <a:lnTo>
                    <a:pt x="254" y="71"/>
                  </a:lnTo>
                  <a:lnTo>
                    <a:pt x="384" y="0"/>
                  </a:lnTo>
                  <a:close/>
                </a:path>
              </a:pathLst>
            </a:custGeom>
            <a:gradFill rotWithShape="0">
              <a:gsLst>
                <a:gs pos="0">
                  <a:srgbClr val="99CCFF"/>
                </a:gs>
                <a:gs pos="100000">
                  <a:srgbClr val="475E76"/>
                </a:gs>
              </a:gsLst>
              <a:lin ang="0" scaled="1"/>
            </a:gra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" name="Freeform 18"/>
            <p:cNvSpPr/>
            <p:nvPr/>
          </p:nvSpPr>
          <p:spPr bwMode="auto">
            <a:xfrm>
              <a:off x="1651" y="640"/>
              <a:ext cx="122" cy="230"/>
            </a:xfrm>
            <a:custGeom>
              <a:avLst/>
              <a:gdLst>
                <a:gd name="T0" fmla="*/ 0 w 122"/>
                <a:gd name="T1" fmla="*/ 0 h 230"/>
                <a:gd name="T2" fmla="*/ 122 w 122"/>
                <a:gd name="T3" fmla="*/ 70 h 230"/>
                <a:gd name="T4" fmla="*/ 122 w 122"/>
                <a:gd name="T5" fmla="*/ 230 h 230"/>
                <a:gd name="T6" fmla="*/ 1 w 122"/>
                <a:gd name="T7" fmla="*/ 160 h 230"/>
                <a:gd name="T8" fmla="*/ 0 w 122"/>
                <a:gd name="T9" fmla="*/ 0 h 2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2"/>
                <a:gd name="T16" fmla="*/ 0 h 230"/>
                <a:gd name="T17" fmla="*/ 122 w 122"/>
                <a:gd name="T18" fmla="*/ 230 h 2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2" h="230">
                  <a:moveTo>
                    <a:pt x="0" y="0"/>
                  </a:moveTo>
                  <a:lnTo>
                    <a:pt x="122" y="70"/>
                  </a:lnTo>
                  <a:lnTo>
                    <a:pt x="122" y="230"/>
                  </a:lnTo>
                  <a:lnTo>
                    <a:pt x="1" y="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" name="Freeform 19"/>
            <p:cNvSpPr/>
            <p:nvPr/>
          </p:nvSpPr>
          <p:spPr bwMode="auto">
            <a:xfrm>
              <a:off x="1397" y="813"/>
              <a:ext cx="121" cy="352"/>
            </a:xfrm>
            <a:custGeom>
              <a:avLst/>
              <a:gdLst>
                <a:gd name="T0" fmla="*/ 121 w 121"/>
                <a:gd name="T1" fmla="*/ 64 h 352"/>
                <a:gd name="T2" fmla="*/ 121 w 121"/>
                <a:gd name="T3" fmla="*/ 352 h 352"/>
                <a:gd name="T4" fmla="*/ 0 w 121"/>
                <a:gd name="T5" fmla="*/ 282 h 352"/>
                <a:gd name="T6" fmla="*/ 0 w 121"/>
                <a:gd name="T7" fmla="*/ 0 h 352"/>
                <a:gd name="T8" fmla="*/ 121 w 121"/>
                <a:gd name="T9" fmla="*/ 64 h 3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1"/>
                <a:gd name="T16" fmla="*/ 0 h 352"/>
                <a:gd name="T17" fmla="*/ 121 w 121"/>
                <a:gd name="T18" fmla="*/ 352 h 3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1" h="352">
                  <a:moveTo>
                    <a:pt x="121" y="64"/>
                  </a:moveTo>
                  <a:lnTo>
                    <a:pt x="121" y="352"/>
                  </a:lnTo>
                  <a:lnTo>
                    <a:pt x="0" y="282"/>
                  </a:lnTo>
                  <a:lnTo>
                    <a:pt x="0" y="0"/>
                  </a:lnTo>
                  <a:lnTo>
                    <a:pt x="121" y="64"/>
                  </a:lnTo>
                  <a:close/>
                </a:path>
              </a:pathLst>
            </a:custGeom>
            <a:solidFill>
              <a:srgbClr val="99CCFF"/>
            </a:soli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" name="Freeform 20"/>
            <p:cNvSpPr/>
            <p:nvPr/>
          </p:nvSpPr>
          <p:spPr bwMode="auto">
            <a:xfrm>
              <a:off x="1395" y="730"/>
              <a:ext cx="250" cy="147"/>
            </a:xfrm>
            <a:custGeom>
              <a:avLst/>
              <a:gdLst>
                <a:gd name="T0" fmla="*/ 0 w 250"/>
                <a:gd name="T1" fmla="*/ 76 h 147"/>
                <a:gd name="T2" fmla="*/ 123 w 250"/>
                <a:gd name="T3" fmla="*/ 147 h 147"/>
                <a:gd name="T4" fmla="*/ 250 w 250"/>
                <a:gd name="T5" fmla="*/ 74 h 147"/>
                <a:gd name="T6" fmla="*/ 122 w 250"/>
                <a:gd name="T7" fmla="*/ 0 h 147"/>
                <a:gd name="T8" fmla="*/ 0 w 250"/>
                <a:gd name="T9" fmla="*/ 76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0"/>
                <a:gd name="T16" fmla="*/ 0 h 147"/>
                <a:gd name="T17" fmla="*/ 250 w 250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0" h="147">
                  <a:moveTo>
                    <a:pt x="0" y="76"/>
                  </a:moveTo>
                  <a:lnTo>
                    <a:pt x="123" y="147"/>
                  </a:lnTo>
                  <a:lnTo>
                    <a:pt x="250" y="74"/>
                  </a:lnTo>
                  <a:lnTo>
                    <a:pt x="122" y="0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99CCFF"/>
            </a:soli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" name="Freeform 21"/>
            <p:cNvSpPr/>
            <p:nvPr/>
          </p:nvSpPr>
          <p:spPr bwMode="auto">
            <a:xfrm>
              <a:off x="1651" y="564"/>
              <a:ext cx="250" cy="147"/>
            </a:xfrm>
            <a:custGeom>
              <a:avLst/>
              <a:gdLst>
                <a:gd name="T0" fmla="*/ 0 w 250"/>
                <a:gd name="T1" fmla="*/ 76 h 147"/>
                <a:gd name="T2" fmla="*/ 123 w 250"/>
                <a:gd name="T3" fmla="*/ 147 h 147"/>
                <a:gd name="T4" fmla="*/ 250 w 250"/>
                <a:gd name="T5" fmla="*/ 74 h 147"/>
                <a:gd name="T6" fmla="*/ 122 w 250"/>
                <a:gd name="T7" fmla="*/ 0 h 147"/>
                <a:gd name="T8" fmla="*/ 0 w 250"/>
                <a:gd name="T9" fmla="*/ 76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0"/>
                <a:gd name="T16" fmla="*/ 0 h 147"/>
                <a:gd name="T17" fmla="*/ 250 w 250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0" h="147">
                  <a:moveTo>
                    <a:pt x="0" y="76"/>
                  </a:moveTo>
                  <a:lnTo>
                    <a:pt x="123" y="147"/>
                  </a:lnTo>
                  <a:lnTo>
                    <a:pt x="250" y="74"/>
                  </a:lnTo>
                  <a:lnTo>
                    <a:pt x="122" y="0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99CCFF"/>
            </a:soli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" name="Freeform 22"/>
            <p:cNvSpPr/>
            <p:nvPr/>
          </p:nvSpPr>
          <p:spPr bwMode="auto">
            <a:xfrm>
              <a:off x="1658" y="806"/>
              <a:ext cx="105" cy="125"/>
            </a:xfrm>
            <a:custGeom>
              <a:avLst/>
              <a:gdLst>
                <a:gd name="T0" fmla="*/ 0 w 105"/>
                <a:gd name="T1" fmla="*/ 0 h 125"/>
                <a:gd name="T2" fmla="*/ 105 w 105"/>
                <a:gd name="T3" fmla="*/ 64 h 125"/>
                <a:gd name="T4" fmla="*/ 0 w 105"/>
                <a:gd name="T5" fmla="*/ 125 h 125"/>
                <a:gd name="T6" fmla="*/ 0 w 105"/>
                <a:gd name="T7" fmla="*/ 0 h 1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5"/>
                <a:gd name="T13" fmla="*/ 0 h 125"/>
                <a:gd name="T14" fmla="*/ 105 w 105"/>
                <a:gd name="T15" fmla="*/ 125 h 1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5" h="125">
                  <a:moveTo>
                    <a:pt x="0" y="0"/>
                  </a:moveTo>
                  <a:lnTo>
                    <a:pt x="105" y="64"/>
                  </a:lnTo>
                  <a:lnTo>
                    <a:pt x="0" y="125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99CCFF"/>
                </a:gs>
                <a:gs pos="100000">
                  <a:srgbClr val="475E76"/>
                </a:gs>
              </a:gsLst>
              <a:path path="rect">
                <a:fillToRect t="100000" r="100000"/>
              </a:path>
            </a:gra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5" name="Freeform 23"/>
          <p:cNvSpPr/>
          <p:nvPr/>
        </p:nvSpPr>
        <p:spPr bwMode="auto">
          <a:xfrm>
            <a:off x="1996728" y="2816548"/>
            <a:ext cx="1641475" cy="2774950"/>
          </a:xfrm>
          <a:custGeom>
            <a:avLst/>
            <a:gdLst>
              <a:gd name="T0" fmla="*/ 2147483647 w 1034"/>
              <a:gd name="T1" fmla="*/ 0 h 1748"/>
              <a:gd name="T2" fmla="*/ 2147483647 w 1034"/>
              <a:gd name="T3" fmla="*/ 2147483647 h 1748"/>
              <a:gd name="T4" fmla="*/ 2147483647 w 1034"/>
              <a:gd name="T5" fmla="*/ 2147483647 h 1748"/>
              <a:gd name="T6" fmla="*/ 0 w 1034"/>
              <a:gd name="T7" fmla="*/ 2147483647 h 1748"/>
              <a:gd name="T8" fmla="*/ 2147483647 w 1034"/>
              <a:gd name="T9" fmla="*/ 0 h 17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34"/>
              <a:gd name="T16" fmla="*/ 0 h 1748"/>
              <a:gd name="T17" fmla="*/ 1034 w 1034"/>
              <a:gd name="T18" fmla="*/ 1748 h 17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34" h="1748">
                <a:moveTo>
                  <a:pt x="1" y="0"/>
                </a:moveTo>
                <a:lnTo>
                  <a:pt x="1034" y="448"/>
                </a:lnTo>
                <a:lnTo>
                  <a:pt x="1034" y="1748"/>
                </a:lnTo>
                <a:lnTo>
                  <a:pt x="0" y="1338"/>
                </a:lnTo>
                <a:lnTo>
                  <a:pt x="1" y="0"/>
                </a:lnTo>
                <a:close/>
              </a:path>
            </a:pathLst>
          </a:custGeom>
          <a:solidFill>
            <a:srgbClr val="FFCCFF">
              <a:alpha val="50195"/>
            </a:srgbClr>
          </a:solidFill>
          <a:ln w="28575">
            <a:solidFill>
              <a:srgbClr val="FF99FF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26" name="Freeform 24"/>
          <p:cNvSpPr/>
          <p:nvPr/>
        </p:nvSpPr>
        <p:spPr bwMode="auto">
          <a:xfrm>
            <a:off x="3647728" y="2530798"/>
            <a:ext cx="1681163" cy="3059113"/>
          </a:xfrm>
          <a:custGeom>
            <a:avLst/>
            <a:gdLst>
              <a:gd name="T0" fmla="*/ 0 w 1059"/>
              <a:gd name="T1" fmla="*/ 2147483647 h 1927"/>
              <a:gd name="T2" fmla="*/ 0 w 1059"/>
              <a:gd name="T3" fmla="*/ 2147483647 h 1927"/>
              <a:gd name="T4" fmla="*/ 2147483647 w 1059"/>
              <a:gd name="T5" fmla="*/ 2147483647 h 1927"/>
              <a:gd name="T6" fmla="*/ 2147483647 w 1059"/>
              <a:gd name="T7" fmla="*/ 0 h 1927"/>
              <a:gd name="T8" fmla="*/ 0 w 1059"/>
              <a:gd name="T9" fmla="*/ 2147483647 h 19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59"/>
              <a:gd name="T16" fmla="*/ 0 h 1927"/>
              <a:gd name="T17" fmla="*/ 1059 w 1059"/>
              <a:gd name="T18" fmla="*/ 1927 h 192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59" h="1927">
                <a:moveTo>
                  <a:pt x="0" y="616"/>
                </a:moveTo>
                <a:lnTo>
                  <a:pt x="0" y="1927"/>
                </a:lnTo>
                <a:lnTo>
                  <a:pt x="1057" y="1350"/>
                </a:lnTo>
                <a:lnTo>
                  <a:pt x="1059" y="0"/>
                </a:lnTo>
                <a:lnTo>
                  <a:pt x="0" y="616"/>
                </a:lnTo>
                <a:close/>
              </a:path>
            </a:pathLst>
          </a:custGeom>
          <a:solidFill>
            <a:srgbClr val="FFFFCC">
              <a:alpha val="50195"/>
            </a:srgbClr>
          </a:solidFill>
          <a:ln w="28575">
            <a:solidFill>
              <a:srgbClr val="FFFF99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27" name="Freeform 25"/>
          <p:cNvSpPr/>
          <p:nvPr/>
        </p:nvSpPr>
        <p:spPr bwMode="auto">
          <a:xfrm>
            <a:off x="2015778" y="1900561"/>
            <a:ext cx="3295650" cy="1606550"/>
          </a:xfrm>
          <a:custGeom>
            <a:avLst/>
            <a:gdLst>
              <a:gd name="T0" fmla="*/ 2147483647 w 2076"/>
              <a:gd name="T1" fmla="*/ 0 h 1012"/>
              <a:gd name="T2" fmla="*/ 0 w 2076"/>
              <a:gd name="T3" fmla="*/ 2147483647 h 1012"/>
              <a:gd name="T4" fmla="*/ 2147483647 w 2076"/>
              <a:gd name="T5" fmla="*/ 2147483647 h 1012"/>
              <a:gd name="T6" fmla="*/ 2147483647 w 2076"/>
              <a:gd name="T7" fmla="*/ 2147483647 h 1012"/>
              <a:gd name="T8" fmla="*/ 2147483647 w 2076"/>
              <a:gd name="T9" fmla="*/ 0 h 10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76"/>
              <a:gd name="T16" fmla="*/ 0 h 1012"/>
              <a:gd name="T17" fmla="*/ 2076 w 2076"/>
              <a:gd name="T18" fmla="*/ 1012 h 10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76" h="1012">
                <a:moveTo>
                  <a:pt x="1062" y="0"/>
                </a:moveTo>
                <a:lnTo>
                  <a:pt x="0" y="576"/>
                </a:lnTo>
                <a:lnTo>
                  <a:pt x="1016" y="1012"/>
                </a:lnTo>
                <a:lnTo>
                  <a:pt x="2076" y="414"/>
                </a:lnTo>
                <a:lnTo>
                  <a:pt x="1062" y="0"/>
                </a:lnTo>
                <a:close/>
              </a:path>
            </a:pathLst>
          </a:custGeom>
          <a:solidFill>
            <a:srgbClr val="00FFCC">
              <a:alpha val="50195"/>
            </a:srgbClr>
          </a:solidFill>
          <a:ln w="28575">
            <a:solidFill>
              <a:srgbClr val="00FFCC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6456040" y="2191054"/>
            <a:ext cx="3608075" cy="954107"/>
          </a:xfrm>
          <a:prstGeom prst="wedgeRectCallout">
            <a:avLst>
              <a:gd name="adj1" fmla="val -80594"/>
              <a:gd name="adj2" fmla="val 6051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再增加三个投影面构成六个基本投影面</a:t>
            </a:r>
            <a:endParaRPr kumimoji="1"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5643014" y="5140274"/>
            <a:ext cx="5234125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物体分别向六个基本投影面投射</a:t>
            </a:r>
            <a:endParaRPr kumimoji="1"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WordArt 30"/>
          <p:cNvSpPr>
            <a:spLocks noChangeArrowheads="1" noChangeShapeType="1" noTextEdit="1"/>
          </p:cNvSpPr>
          <p:nvPr/>
        </p:nvSpPr>
        <p:spPr bwMode="auto">
          <a:xfrm>
            <a:off x="7274133" y="3821436"/>
            <a:ext cx="1971888" cy="415924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2866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kern="10" dirty="0">
                <a:ln w="0"/>
                <a:solidFill>
                  <a:srgbClr val="FF0000"/>
                </a:solidFill>
                <a:latin typeface="+mn-ea"/>
              </a:rPr>
              <a:t>基本投影面</a:t>
            </a:r>
            <a:endParaRPr kumimoji="1" lang="zh-CN" altLang="en-US" sz="2000" kern="10" dirty="0">
              <a:ln w="0"/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/>
      <p:bldP spid="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矩形 123"/>
          <p:cNvSpPr/>
          <p:nvPr/>
        </p:nvSpPr>
        <p:spPr>
          <a:xfrm>
            <a:off x="3791744" y="0"/>
            <a:ext cx="8400256" cy="6957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1947969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22284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基本视图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Group 2"/>
          <p:cNvGrpSpPr/>
          <p:nvPr/>
        </p:nvGrpSpPr>
        <p:grpSpPr bwMode="auto">
          <a:xfrm>
            <a:off x="4871864" y="685054"/>
            <a:ext cx="5064125" cy="5029200"/>
            <a:chOff x="391" y="461"/>
            <a:chExt cx="3190" cy="3168"/>
          </a:xfrm>
        </p:grpSpPr>
        <p:sp>
          <p:nvSpPr>
            <p:cNvPr id="4" name="Line 3"/>
            <p:cNvSpPr>
              <a:spLocks noChangeShapeType="1"/>
            </p:cNvSpPr>
            <p:nvPr/>
          </p:nvSpPr>
          <p:spPr bwMode="auto">
            <a:xfrm flipV="1">
              <a:off x="1527" y="470"/>
              <a:ext cx="1081" cy="624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Line 4"/>
            <p:cNvSpPr>
              <a:spLocks noChangeShapeType="1"/>
            </p:cNvSpPr>
            <p:nvPr/>
          </p:nvSpPr>
          <p:spPr bwMode="auto">
            <a:xfrm>
              <a:off x="1949" y="1142"/>
              <a:ext cx="0" cy="1152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>
              <a:off x="854" y="1767"/>
              <a:ext cx="0" cy="1152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 flipV="1">
              <a:off x="875" y="1133"/>
              <a:ext cx="1081" cy="624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H="1">
              <a:off x="1939" y="461"/>
              <a:ext cx="691" cy="691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 flipV="1">
              <a:off x="875" y="2257"/>
              <a:ext cx="1081" cy="624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V="1">
              <a:off x="1633" y="2832"/>
              <a:ext cx="1081" cy="624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>
              <a:off x="402" y="2889"/>
              <a:ext cx="453" cy="719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 flipH="1">
              <a:off x="391" y="1755"/>
              <a:ext cx="453" cy="719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844" y="2890"/>
              <a:ext cx="797" cy="576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940" y="2275"/>
              <a:ext cx="797" cy="576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404" y="2477"/>
              <a:ext cx="0" cy="1152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2919" y="1344"/>
              <a:ext cx="0" cy="1152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1959" y="2276"/>
              <a:ext cx="951" cy="192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1958" y="1151"/>
              <a:ext cx="951" cy="192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3581" y="1997"/>
              <a:ext cx="0" cy="1152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>
              <a:off x="2918" y="1344"/>
              <a:ext cx="653" cy="653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>
              <a:off x="2919" y="2468"/>
              <a:ext cx="653" cy="653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 flipH="1">
              <a:off x="835" y="1094"/>
              <a:ext cx="691" cy="691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Group 22"/>
          <p:cNvGrpSpPr/>
          <p:nvPr/>
        </p:nvGrpSpPr>
        <p:grpSpPr bwMode="auto">
          <a:xfrm>
            <a:off x="5913264" y="2375741"/>
            <a:ext cx="1101725" cy="1357313"/>
            <a:chOff x="1047" y="1526"/>
            <a:chExt cx="694" cy="855"/>
          </a:xfrm>
        </p:grpSpPr>
        <p:sp>
          <p:nvSpPr>
            <p:cNvPr id="25" name="Line 23"/>
            <p:cNvSpPr>
              <a:spLocks noChangeShapeType="1"/>
            </p:cNvSpPr>
            <p:nvPr/>
          </p:nvSpPr>
          <p:spPr bwMode="auto">
            <a:xfrm flipV="1">
              <a:off x="1059" y="1796"/>
              <a:ext cx="682" cy="39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 flipV="1">
              <a:off x="1047" y="2008"/>
              <a:ext cx="646" cy="37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 flipV="1">
              <a:off x="1738" y="1527"/>
              <a:ext cx="0" cy="39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>
              <a:off x="1334" y="1747"/>
              <a:ext cx="0" cy="27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>
              <a:off x="1613" y="1594"/>
              <a:ext cx="0" cy="15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 flipH="1">
              <a:off x="1466" y="1746"/>
              <a:ext cx="138" cy="7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29"/>
            <p:cNvSpPr>
              <a:spLocks noChangeShapeType="1"/>
            </p:cNvSpPr>
            <p:nvPr/>
          </p:nvSpPr>
          <p:spPr bwMode="auto">
            <a:xfrm>
              <a:off x="1210" y="2093"/>
              <a:ext cx="0" cy="19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30"/>
            <p:cNvSpPr>
              <a:spLocks noChangeShapeType="1"/>
            </p:cNvSpPr>
            <p:nvPr/>
          </p:nvSpPr>
          <p:spPr bwMode="auto">
            <a:xfrm>
              <a:off x="1056" y="2190"/>
              <a:ext cx="0" cy="18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31"/>
            <p:cNvSpPr>
              <a:spLocks noChangeShapeType="1"/>
            </p:cNvSpPr>
            <p:nvPr/>
          </p:nvSpPr>
          <p:spPr bwMode="auto">
            <a:xfrm>
              <a:off x="1469" y="1681"/>
              <a:ext cx="0" cy="15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 flipH="1">
              <a:off x="1613" y="1526"/>
              <a:ext cx="125" cy="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33"/>
            <p:cNvSpPr>
              <a:spLocks noChangeShapeType="1"/>
            </p:cNvSpPr>
            <p:nvPr/>
          </p:nvSpPr>
          <p:spPr bwMode="auto">
            <a:xfrm flipH="1">
              <a:off x="1325" y="1677"/>
              <a:ext cx="144" cy="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Group 34"/>
          <p:cNvGrpSpPr/>
          <p:nvPr/>
        </p:nvGrpSpPr>
        <p:grpSpPr bwMode="auto">
          <a:xfrm>
            <a:off x="6505401" y="4066429"/>
            <a:ext cx="1519238" cy="857250"/>
            <a:chOff x="1420" y="2591"/>
            <a:chExt cx="957" cy="540"/>
          </a:xfrm>
        </p:grpSpPr>
        <p:sp>
          <p:nvSpPr>
            <p:cNvPr id="38" name="Line 35"/>
            <p:cNvSpPr>
              <a:spLocks noChangeShapeType="1"/>
            </p:cNvSpPr>
            <p:nvPr/>
          </p:nvSpPr>
          <p:spPr bwMode="auto">
            <a:xfrm flipH="1" flipV="1">
              <a:off x="2064" y="2591"/>
              <a:ext cx="307" cy="2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36"/>
            <p:cNvSpPr>
              <a:spLocks noChangeShapeType="1"/>
            </p:cNvSpPr>
            <p:nvPr/>
          </p:nvSpPr>
          <p:spPr bwMode="auto">
            <a:xfrm flipH="1" flipV="1">
              <a:off x="1428" y="2986"/>
              <a:ext cx="136" cy="11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Line 37"/>
            <p:cNvSpPr>
              <a:spLocks noChangeShapeType="1"/>
            </p:cNvSpPr>
            <p:nvPr/>
          </p:nvSpPr>
          <p:spPr bwMode="auto">
            <a:xfrm>
              <a:off x="1563" y="3100"/>
              <a:ext cx="297" cy="3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Line 38"/>
            <p:cNvSpPr>
              <a:spLocks noChangeShapeType="1"/>
            </p:cNvSpPr>
            <p:nvPr/>
          </p:nvSpPr>
          <p:spPr bwMode="auto">
            <a:xfrm flipV="1">
              <a:off x="1852" y="2813"/>
              <a:ext cx="525" cy="3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Line 39"/>
            <p:cNvSpPr>
              <a:spLocks noChangeShapeType="1"/>
            </p:cNvSpPr>
            <p:nvPr/>
          </p:nvSpPr>
          <p:spPr bwMode="auto">
            <a:xfrm flipV="1">
              <a:off x="1420" y="2612"/>
              <a:ext cx="664" cy="38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Line 40"/>
            <p:cNvSpPr>
              <a:spLocks noChangeShapeType="1"/>
            </p:cNvSpPr>
            <p:nvPr/>
          </p:nvSpPr>
          <p:spPr bwMode="auto">
            <a:xfrm>
              <a:off x="1699" y="2832"/>
              <a:ext cx="116" cy="7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Line 41"/>
            <p:cNvSpPr>
              <a:spLocks noChangeShapeType="1"/>
            </p:cNvSpPr>
            <p:nvPr/>
          </p:nvSpPr>
          <p:spPr bwMode="auto">
            <a:xfrm flipV="1">
              <a:off x="1817" y="2689"/>
              <a:ext cx="379" cy="2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Line 42"/>
            <p:cNvSpPr>
              <a:spLocks noChangeShapeType="1"/>
            </p:cNvSpPr>
            <p:nvPr/>
          </p:nvSpPr>
          <p:spPr bwMode="auto">
            <a:xfrm>
              <a:off x="1834" y="2746"/>
              <a:ext cx="116" cy="7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Line 43"/>
            <p:cNvSpPr>
              <a:spLocks noChangeShapeType="1"/>
            </p:cNvSpPr>
            <p:nvPr/>
          </p:nvSpPr>
          <p:spPr bwMode="auto">
            <a:xfrm>
              <a:off x="1978" y="2678"/>
              <a:ext cx="116" cy="7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7" name="Group 44"/>
          <p:cNvGrpSpPr/>
          <p:nvPr/>
        </p:nvGrpSpPr>
        <p:grpSpPr bwMode="auto">
          <a:xfrm>
            <a:off x="8086551" y="2328116"/>
            <a:ext cx="525463" cy="827088"/>
            <a:chOff x="2416" y="1496"/>
            <a:chExt cx="331" cy="521"/>
          </a:xfrm>
        </p:grpSpPr>
        <p:sp>
          <p:nvSpPr>
            <p:cNvPr id="48" name="Line 45"/>
            <p:cNvSpPr>
              <a:spLocks noChangeShapeType="1"/>
            </p:cNvSpPr>
            <p:nvPr/>
          </p:nvSpPr>
          <p:spPr bwMode="auto">
            <a:xfrm>
              <a:off x="2574" y="1526"/>
              <a:ext cx="0" cy="28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Line 46"/>
            <p:cNvSpPr>
              <a:spLocks noChangeShapeType="1"/>
            </p:cNvSpPr>
            <p:nvPr/>
          </p:nvSpPr>
          <p:spPr bwMode="auto">
            <a:xfrm flipV="1">
              <a:off x="2428" y="1496"/>
              <a:ext cx="0" cy="45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Line 47"/>
            <p:cNvSpPr>
              <a:spLocks noChangeShapeType="1"/>
            </p:cNvSpPr>
            <p:nvPr/>
          </p:nvSpPr>
          <p:spPr bwMode="auto">
            <a:xfrm flipH="1" flipV="1">
              <a:off x="2421" y="1497"/>
              <a:ext cx="156" cy="3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Line 48"/>
            <p:cNvSpPr>
              <a:spLocks noChangeShapeType="1"/>
            </p:cNvSpPr>
            <p:nvPr/>
          </p:nvSpPr>
          <p:spPr bwMode="auto">
            <a:xfrm>
              <a:off x="2746" y="1836"/>
              <a:ext cx="0" cy="18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Line 49"/>
            <p:cNvSpPr>
              <a:spLocks noChangeShapeType="1"/>
            </p:cNvSpPr>
            <p:nvPr/>
          </p:nvSpPr>
          <p:spPr bwMode="auto">
            <a:xfrm flipH="1" flipV="1">
              <a:off x="2417" y="1942"/>
              <a:ext cx="330" cy="7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Line 50"/>
            <p:cNvSpPr>
              <a:spLocks noChangeShapeType="1"/>
            </p:cNvSpPr>
            <p:nvPr/>
          </p:nvSpPr>
          <p:spPr bwMode="auto">
            <a:xfrm flipH="1" flipV="1">
              <a:off x="2416" y="1776"/>
              <a:ext cx="323" cy="6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Line 51"/>
            <p:cNvSpPr>
              <a:spLocks noChangeShapeType="1"/>
            </p:cNvSpPr>
            <p:nvPr/>
          </p:nvSpPr>
          <p:spPr bwMode="auto">
            <a:xfrm>
              <a:off x="2429" y="1651"/>
              <a:ext cx="144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Line 52"/>
            <p:cNvSpPr>
              <a:spLocks noChangeShapeType="1"/>
            </p:cNvSpPr>
            <p:nvPr/>
          </p:nvSpPr>
          <p:spPr bwMode="auto">
            <a:xfrm>
              <a:off x="2621" y="1814"/>
              <a:ext cx="0" cy="17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6" name="Group 53"/>
          <p:cNvGrpSpPr/>
          <p:nvPr/>
        </p:nvGrpSpPr>
        <p:grpSpPr bwMode="auto">
          <a:xfrm>
            <a:off x="9135889" y="2759916"/>
            <a:ext cx="571500" cy="1281113"/>
            <a:chOff x="3077" y="1768"/>
            <a:chExt cx="360" cy="807"/>
          </a:xfrm>
        </p:grpSpPr>
        <p:sp>
          <p:nvSpPr>
            <p:cNvPr id="57" name="Line 54"/>
            <p:cNvSpPr>
              <a:spLocks noChangeShapeType="1"/>
            </p:cNvSpPr>
            <p:nvPr/>
          </p:nvSpPr>
          <p:spPr bwMode="auto">
            <a:xfrm flipH="1" flipV="1">
              <a:off x="3077" y="2208"/>
              <a:ext cx="358" cy="36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Line 55"/>
            <p:cNvSpPr>
              <a:spLocks noChangeShapeType="1"/>
            </p:cNvSpPr>
            <p:nvPr/>
          </p:nvSpPr>
          <p:spPr bwMode="auto">
            <a:xfrm>
              <a:off x="3081" y="1768"/>
              <a:ext cx="0" cy="45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Line 56"/>
            <p:cNvSpPr>
              <a:spLocks noChangeShapeType="1"/>
            </p:cNvSpPr>
            <p:nvPr/>
          </p:nvSpPr>
          <p:spPr bwMode="auto">
            <a:xfrm>
              <a:off x="3436" y="2383"/>
              <a:ext cx="0" cy="19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Line 57"/>
            <p:cNvSpPr>
              <a:spLocks noChangeShapeType="1"/>
            </p:cNvSpPr>
            <p:nvPr/>
          </p:nvSpPr>
          <p:spPr bwMode="auto">
            <a:xfrm flipH="1" flipV="1">
              <a:off x="3079" y="2035"/>
              <a:ext cx="234" cy="2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Line 58"/>
            <p:cNvSpPr>
              <a:spLocks noChangeShapeType="1"/>
            </p:cNvSpPr>
            <p:nvPr/>
          </p:nvSpPr>
          <p:spPr bwMode="auto">
            <a:xfrm>
              <a:off x="3319" y="2006"/>
              <a:ext cx="0" cy="26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Line 59"/>
            <p:cNvSpPr>
              <a:spLocks noChangeShapeType="1"/>
            </p:cNvSpPr>
            <p:nvPr/>
          </p:nvSpPr>
          <p:spPr bwMode="auto">
            <a:xfrm>
              <a:off x="3312" y="2256"/>
              <a:ext cx="125" cy="1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Line 60"/>
            <p:cNvSpPr>
              <a:spLocks noChangeShapeType="1"/>
            </p:cNvSpPr>
            <p:nvPr/>
          </p:nvSpPr>
          <p:spPr bwMode="auto">
            <a:xfrm>
              <a:off x="3158" y="1834"/>
              <a:ext cx="0" cy="16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Line 61"/>
            <p:cNvSpPr>
              <a:spLocks noChangeShapeType="1"/>
            </p:cNvSpPr>
            <p:nvPr/>
          </p:nvSpPr>
          <p:spPr bwMode="auto">
            <a:xfrm>
              <a:off x="3245" y="1920"/>
              <a:ext cx="0" cy="16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Line 62"/>
            <p:cNvSpPr>
              <a:spLocks noChangeShapeType="1"/>
            </p:cNvSpPr>
            <p:nvPr/>
          </p:nvSpPr>
          <p:spPr bwMode="auto">
            <a:xfrm>
              <a:off x="3242" y="1922"/>
              <a:ext cx="77" cy="7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Line 63"/>
            <p:cNvSpPr>
              <a:spLocks noChangeShapeType="1"/>
            </p:cNvSpPr>
            <p:nvPr/>
          </p:nvSpPr>
          <p:spPr bwMode="auto">
            <a:xfrm>
              <a:off x="3082" y="1775"/>
              <a:ext cx="77" cy="7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Line 64"/>
            <p:cNvSpPr>
              <a:spLocks noChangeShapeType="1"/>
            </p:cNvSpPr>
            <p:nvPr/>
          </p:nvSpPr>
          <p:spPr bwMode="auto">
            <a:xfrm>
              <a:off x="3156" y="1987"/>
              <a:ext cx="87" cy="8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Line 65"/>
            <p:cNvSpPr>
              <a:spLocks noChangeShapeType="1"/>
            </p:cNvSpPr>
            <p:nvPr/>
          </p:nvSpPr>
          <p:spPr bwMode="auto">
            <a:xfrm>
              <a:off x="3341" y="2275"/>
              <a:ext cx="0" cy="2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9" name="Group 66"/>
          <p:cNvGrpSpPr/>
          <p:nvPr/>
        </p:nvGrpSpPr>
        <p:grpSpPr bwMode="auto">
          <a:xfrm>
            <a:off x="4997276" y="3655266"/>
            <a:ext cx="303213" cy="1250950"/>
            <a:chOff x="470" y="2332"/>
            <a:chExt cx="191" cy="788"/>
          </a:xfrm>
        </p:grpSpPr>
        <p:sp>
          <p:nvSpPr>
            <p:cNvPr id="70" name="Line 67"/>
            <p:cNvSpPr>
              <a:spLocks noChangeShapeType="1"/>
            </p:cNvSpPr>
            <p:nvPr/>
          </p:nvSpPr>
          <p:spPr bwMode="auto">
            <a:xfrm flipH="1">
              <a:off x="479" y="2792"/>
              <a:ext cx="182" cy="31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Line 68"/>
            <p:cNvSpPr>
              <a:spLocks noChangeShapeType="1"/>
            </p:cNvSpPr>
            <p:nvPr/>
          </p:nvSpPr>
          <p:spPr bwMode="auto">
            <a:xfrm flipV="1">
              <a:off x="660" y="2333"/>
              <a:ext cx="0" cy="48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Line 69"/>
            <p:cNvSpPr>
              <a:spLocks noChangeShapeType="1"/>
            </p:cNvSpPr>
            <p:nvPr/>
          </p:nvSpPr>
          <p:spPr bwMode="auto">
            <a:xfrm flipV="1">
              <a:off x="479" y="2937"/>
              <a:ext cx="0" cy="18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Line 70"/>
            <p:cNvSpPr>
              <a:spLocks noChangeShapeType="1"/>
            </p:cNvSpPr>
            <p:nvPr/>
          </p:nvSpPr>
          <p:spPr bwMode="auto">
            <a:xfrm flipH="1">
              <a:off x="470" y="2764"/>
              <a:ext cx="108" cy="1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Line 71"/>
            <p:cNvSpPr>
              <a:spLocks noChangeShapeType="1"/>
            </p:cNvSpPr>
            <p:nvPr/>
          </p:nvSpPr>
          <p:spPr bwMode="auto">
            <a:xfrm flipH="1">
              <a:off x="566" y="2332"/>
              <a:ext cx="87" cy="15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Line 72"/>
            <p:cNvSpPr>
              <a:spLocks noChangeShapeType="1"/>
            </p:cNvSpPr>
            <p:nvPr/>
          </p:nvSpPr>
          <p:spPr bwMode="auto">
            <a:xfrm>
              <a:off x="576" y="2486"/>
              <a:ext cx="0" cy="29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Line 73"/>
            <p:cNvSpPr>
              <a:spLocks noChangeShapeType="1"/>
            </p:cNvSpPr>
            <p:nvPr/>
          </p:nvSpPr>
          <p:spPr bwMode="auto">
            <a:xfrm flipV="1">
              <a:off x="586" y="2640"/>
              <a:ext cx="67" cy="1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Line 74"/>
            <p:cNvSpPr>
              <a:spLocks noChangeShapeType="1"/>
            </p:cNvSpPr>
            <p:nvPr/>
          </p:nvSpPr>
          <p:spPr bwMode="auto">
            <a:xfrm>
              <a:off x="547" y="2813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Line 75"/>
            <p:cNvSpPr>
              <a:spLocks noChangeShapeType="1"/>
            </p:cNvSpPr>
            <p:nvPr/>
          </p:nvSpPr>
          <p:spPr bwMode="auto">
            <a:xfrm flipV="1">
              <a:off x="566" y="2515"/>
              <a:ext cx="76" cy="13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9" name="Group 76"/>
          <p:cNvGrpSpPr/>
          <p:nvPr/>
        </p:nvGrpSpPr>
        <p:grpSpPr bwMode="auto">
          <a:xfrm>
            <a:off x="6446664" y="1094629"/>
            <a:ext cx="1420812" cy="949325"/>
            <a:chOff x="1383" y="719"/>
            <a:chExt cx="895" cy="598"/>
          </a:xfrm>
        </p:grpSpPr>
        <p:sp>
          <p:nvSpPr>
            <p:cNvPr id="80" name="Line 77"/>
            <p:cNvSpPr>
              <a:spLocks noChangeShapeType="1"/>
            </p:cNvSpPr>
            <p:nvPr/>
          </p:nvSpPr>
          <p:spPr bwMode="auto">
            <a:xfrm flipH="1">
              <a:off x="1535" y="1036"/>
              <a:ext cx="173" cy="12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Line 78"/>
            <p:cNvSpPr>
              <a:spLocks noChangeShapeType="1"/>
            </p:cNvSpPr>
            <p:nvPr/>
          </p:nvSpPr>
          <p:spPr bwMode="auto">
            <a:xfrm flipV="1">
              <a:off x="1394" y="923"/>
              <a:ext cx="682" cy="39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Line 79"/>
            <p:cNvSpPr>
              <a:spLocks noChangeShapeType="1"/>
            </p:cNvSpPr>
            <p:nvPr/>
          </p:nvSpPr>
          <p:spPr bwMode="auto">
            <a:xfrm flipV="1">
              <a:off x="1673" y="730"/>
              <a:ext cx="596" cy="3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Line 80"/>
            <p:cNvSpPr>
              <a:spLocks noChangeShapeType="1"/>
            </p:cNvSpPr>
            <p:nvPr/>
          </p:nvSpPr>
          <p:spPr bwMode="auto">
            <a:xfrm flipV="1">
              <a:off x="2074" y="719"/>
              <a:ext cx="204" cy="20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Line 81"/>
            <p:cNvSpPr>
              <a:spLocks noChangeShapeType="1"/>
            </p:cNvSpPr>
            <p:nvPr/>
          </p:nvSpPr>
          <p:spPr bwMode="auto">
            <a:xfrm flipV="1">
              <a:off x="1383" y="1142"/>
              <a:ext cx="173" cy="17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Line 82"/>
            <p:cNvSpPr>
              <a:spLocks noChangeShapeType="1"/>
            </p:cNvSpPr>
            <p:nvPr/>
          </p:nvSpPr>
          <p:spPr bwMode="auto">
            <a:xfrm flipV="1">
              <a:off x="1680" y="1037"/>
              <a:ext cx="97" cy="1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Line 83"/>
            <p:cNvSpPr>
              <a:spLocks noChangeShapeType="1"/>
            </p:cNvSpPr>
            <p:nvPr/>
          </p:nvSpPr>
          <p:spPr bwMode="auto">
            <a:xfrm flipV="1">
              <a:off x="1759" y="836"/>
              <a:ext cx="394" cy="2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Line 84"/>
            <p:cNvSpPr>
              <a:spLocks noChangeShapeType="1"/>
            </p:cNvSpPr>
            <p:nvPr/>
          </p:nvSpPr>
          <p:spPr bwMode="auto">
            <a:xfrm flipV="1">
              <a:off x="1795" y="970"/>
              <a:ext cx="97" cy="1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Line 85"/>
            <p:cNvSpPr>
              <a:spLocks noChangeShapeType="1"/>
            </p:cNvSpPr>
            <p:nvPr/>
          </p:nvSpPr>
          <p:spPr bwMode="auto">
            <a:xfrm flipV="1">
              <a:off x="1958" y="884"/>
              <a:ext cx="97" cy="1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9" name="AutoShape 86"/>
          <p:cNvSpPr>
            <a:spLocks noChangeArrowheads="1"/>
          </p:cNvSpPr>
          <p:nvPr/>
        </p:nvSpPr>
        <p:spPr bwMode="auto">
          <a:xfrm>
            <a:off x="7407101" y="1878854"/>
            <a:ext cx="304800" cy="411162"/>
          </a:xfrm>
          <a:prstGeom prst="downArrow">
            <a:avLst>
              <a:gd name="adj1" fmla="val 49130"/>
              <a:gd name="adj2" fmla="val 44272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eaVert" wrap="none" anchor="ctr"/>
          <a:lstStyle/>
          <a:p>
            <a:pPr algn="ctr">
              <a:defRPr/>
            </a:pPr>
            <a:endParaRPr lang="zh-CN" altLang="en-US" sz="280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AutoShape 87"/>
          <p:cNvSpPr>
            <a:spLocks noChangeArrowheads="1"/>
          </p:cNvSpPr>
          <p:nvPr/>
        </p:nvSpPr>
        <p:spPr bwMode="auto">
          <a:xfrm rot="1759213">
            <a:off x="8131001" y="4358529"/>
            <a:ext cx="423863" cy="368300"/>
          </a:xfrm>
          <a:prstGeom prst="leftArrow">
            <a:avLst>
              <a:gd name="adj1" fmla="val 37306"/>
              <a:gd name="adj2" fmla="val 3998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zh-CN" altLang="zh-CN" sz="2800" b="1" kern="0">
              <a:solidFill>
                <a:sysClr val="windowText" lastClr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Line 88"/>
          <p:cNvSpPr>
            <a:spLocks noChangeShapeType="1"/>
          </p:cNvSpPr>
          <p:nvPr/>
        </p:nvSpPr>
        <p:spPr bwMode="auto">
          <a:xfrm>
            <a:off x="7088014" y="4857004"/>
            <a:ext cx="393700" cy="642937"/>
          </a:xfrm>
          <a:prstGeom prst="line">
            <a:avLst/>
          </a:prstGeom>
          <a:noFill/>
          <a:ln w="28575">
            <a:solidFill>
              <a:srgbClr val="0033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280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Text Box 89" descr="棕色大理石"/>
          <p:cNvSpPr txBox="1">
            <a:spLocks noChangeArrowheads="1"/>
          </p:cNvSpPr>
          <p:nvPr/>
        </p:nvSpPr>
        <p:spPr bwMode="auto">
          <a:xfrm>
            <a:off x="7110318" y="5485210"/>
            <a:ext cx="1107996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俯视图</a:t>
            </a:r>
            <a:endParaRPr kumimoji="1" lang="zh-CN" altLang="en-US" sz="2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Line 90"/>
          <p:cNvSpPr>
            <a:spLocks noChangeShapeType="1"/>
          </p:cNvSpPr>
          <p:nvPr/>
        </p:nvSpPr>
        <p:spPr bwMode="auto">
          <a:xfrm flipH="1" flipV="1">
            <a:off x="5454476" y="2345579"/>
            <a:ext cx="898525" cy="479425"/>
          </a:xfrm>
          <a:prstGeom prst="line">
            <a:avLst/>
          </a:prstGeom>
          <a:noFill/>
          <a:ln w="28575">
            <a:solidFill>
              <a:srgbClr val="0033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280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Text Box 91" descr="棕色大理石"/>
          <p:cNvSpPr txBox="1">
            <a:spLocks noChangeArrowheads="1"/>
          </p:cNvSpPr>
          <p:nvPr/>
        </p:nvSpPr>
        <p:spPr bwMode="auto">
          <a:xfrm>
            <a:off x="4804679" y="1891156"/>
            <a:ext cx="1107996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主视图</a:t>
            </a:r>
            <a:endParaRPr kumimoji="1" lang="zh-CN" altLang="en-US" sz="2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AutoShape 92"/>
          <p:cNvSpPr>
            <a:spLocks noChangeArrowheads="1"/>
          </p:cNvSpPr>
          <p:nvPr/>
        </p:nvSpPr>
        <p:spPr bwMode="auto">
          <a:xfrm rot="19936849">
            <a:off x="5727526" y="3955304"/>
            <a:ext cx="425450" cy="390525"/>
          </a:xfrm>
          <a:prstGeom prst="rightArrow">
            <a:avLst>
              <a:gd name="adj1" fmla="val 38046"/>
              <a:gd name="adj2" fmla="val 43638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zh-CN" altLang="en-US" sz="280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Line 93"/>
          <p:cNvSpPr>
            <a:spLocks noChangeShapeType="1"/>
          </p:cNvSpPr>
          <p:nvPr/>
        </p:nvSpPr>
        <p:spPr bwMode="auto">
          <a:xfrm flipV="1">
            <a:off x="8218314" y="1412129"/>
            <a:ext cx="444500" cy="954087"/>
          </a:xfrm>
          <a:prstGeom prst="line">
            <a:avLst/>
          </a:prstGeom>
          <a:noFill/>
          <a:ln w="28575">
            <a:solidFill>
              <a:srgbClr val="0033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280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Text Box 94" descr="棕色大理石"/>
          <p:cNvSpPr txBox="1">
            <a:spLocks noChangeArrowheads="1"/>
          </p:cNvSpPr>
          <p:nvPr/>
        </p:nvSpPr>
        <p:spPr bwMode="auto">
          <a:xfrm>
            <a:off x="8418208" y="950464"/>
            <a:ext cx="1107996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左视图</a:t>
            </a:r>
            <a:endParaRPr kumimoji="1" lang="zh-CN" altLang="en-US" sz="2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AutoShape 95"/>
          <p:cNvSpPr>
            <a:spLocks noChangeArrowheads="1"/>
          </p:cNvSpPr>
          <p:nvPr/>
        </p:nvSpPr>
        <p:spPr bwMode="auto">
          <a:xfrm rot="19570020">
            <a:off x="8434214" y="2477341"/>
            <a:ext cx="419100" cy="304800"/>
          </a:xfrm>
          <a:prstGeom prst="leftArrow">
            <a:avLst>
              <a:gd name="adj1" fmla="val 50000"/>
              <a:gd name="adj2" fmla="val 34375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zh-CN" altLang="en-US" sz="280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Line 96"/>
          <p:cNvSpPr>
            <a:spLocks noChangeShapeType="1"/>
          </p:cNvSpPr>
          <p:nvPr/>
        </p:nvSpPr>
        <p:spPr bwMode="auto">
          <a:xfrm>
            <a:off x="5175602" y="4692569"/>
            <a:ext cx="558274" cy="71371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280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Text Box 97" descr="绿色大理石"/>
          <p:cNvSpPr txBox="1">
            <a:spLocks noChangeArrowheads="1"/>
          </p:cNvSpPr>
          <p:nvPr/>
        </p:nvSpPr>
        <p:spPr bwMode="auto">
          <a:xfrm>
            <a:off x="5249728" y="5407866"/>
            <a:ext cx="1107996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右视图</a:t>
            </a:r>
            <a:endParaRPr kumimoji="1" lang="zh-CN" altLang="en-US" sz="2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AutoShape 98"/>
          <p:cNvSpPr>
            <a:spLocks noChangeArrowheads="1"/>
          </p:cNvSpPr>
          <p:nvPr/>
        </p:nvSpPr>
        <p:spPr bwMode="auto">
          <a:xfrm>
            <a:off x="7375351" y="4809379"/>
            <a:ext cx="365125" cy="427037"/>
          </a:xfrm>
          <a:prstGeom prst="upArrow">
            <a:avLst>
              <a:gd name="adj1" fmla="val 40269"/>
              <a:gd name="adj2" fmla="val 49999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eaVert" wrap="none" anchor="ctr"/>
          <a:lstStyle/>
          <a:p>
            <a:pPr algn="ctr">
              <a:defRPr/>
            </a:pPr>
            <a:endParaRPr lang="zh-CN" altLang="en-US" sz="280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Line 99"/>
          <p:cNvSpPr>
            <a:spLocks noChangeShapeType="1"/>
          </p:cNvSpPr>
          <p:nvPr/>
        </p:nvSpPr>
        <p:spPr bwMode="auto">
          <a:xfrm flipH="1" flipV="1">
            <a:off x="6600651" y="1248616"/>
            <a:ext cx="365125" cy="363538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280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Text Box 100" descr="绿色大理石"/>
          <p:cNvSpPr txBox="1">
            <a:spLocks noChangeArrowheads="1"/>
          </p:cNvSpPr>
          <p:nvPr/>
        </p:nvSpPr>
        <p:spPr bwMode="auto">
          <a:xfrm>
            <a:off x="5670376" y="790572"/>
            <a:ext cx="1295400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仰视图</a:t>
            </a:r>
            <a:endParaRPr kumimoji="1" lang="zh-CN" altLang="en-US" sz="2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AutoShape 101"/>
          <p:cNvSpPr>
            <a:spLocks noChangeArrowheads="1"/>
          </p:cNvSpPr>
          <p:nvPr/>
        </p:nvSpPr>
        <p:spPr bwMode="auto">
          <a:xfrm rot="2020985">
            <a:off x="6961014" y="2066179"/>
            <a:ext cx="430212" cy="341312"/>
          </a:xfrm>
          <a:prstGeom prst="rightArrow">
            <a:avLst>
              <a:gd name="adj1" fmla="val 45463"/>
              <a:gd name="adj2" fmla="val 46736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zh-CN" altLang="en-US" sz="280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Line 102"/>
          <p:cNvSpPr>
            <a:spLocks noChangeShapeType="1"/>
          </p:cNvSpPr>
          <p:nvPr/>
        </p:nvSpPr>
        <p:spPr bwMode="auto">
          <a:xfrm flipV="1">
            <a:off x="9472439" y="2599579"/>
            <a:ext cx="630237" cy="592137"/>
          </a:xfrm>
          <a:prstGeom prst="line">
            <a:avLst/>
          </a:prstGeom>
          <a:noFill/>
          <a:ln w="28575">
            <a:solidFill>
              <a:srgbClr val="0033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280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Text Box 103" descr="棕色大理石"/>
          <p:cNvSpPr txBox="1">
            <a:spLocks noChangeArrowheads="1"/>
          </p:cNvSpPr>
          <p:nvPr/>
        </p:nvSpPr>
        <p:spPr bwMode="auto">
          <a:xfrm>
            <a:off x="9622908" y="2121988"/>
            <a:ext cx="1107996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后视图</a:t>
            </a:r>
            <a:endParaRPr kumimoji="1" lang="zh-CN" altLang="en-US" sz="2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Line 105"/>
          <p:cNvSpPr>
            <a:spLocks noChangeShapeType="1"/>
          </p:cNvSpPr>
          <p:nvPr/>
        </p:nvSpPr>
        <p:spPr bwMode="auto">
          <a:xfrm flipH="1">
            <a:off x="6576839" y="5445966"/>
            <a:ext cx="280987" cy="461963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tailEnd type="triangle" w="med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280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Line 106"/>
          <p:cNvSpPr>
            <a:spLocks noChangeShapeType="1"/>
          </p:cNvSpPr>
          <p:nvPr/>
        </p:nvSpPr>
        <p:spPr bwMode="auto">
          <a:xfrm flipH="1" flipV="1">
            <a:off x="8781876" y="1516904"/>
            <a:ext cx="80963" cy="561975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tailEnd type="triangle" w="med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280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Line 107"/>
          <p:cNvSpPr>
            <a:spLocks noChangeShapeType="1"/>
          </p:cNvSpPr>
          <p:nvPr/>
        </p:nvSpPr>
        <p:spPr bwMode="auto">
          <a:xfrm flipV="1">
            <a:off x="9945514" y="2799604"/>
            <a:ext cx="622300" cy="320675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tailEnd type="triangle" w="med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280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Line 108"/>
          <p:cNvSpPr>
            <a:spLocks noChangeShapeType="1"/>
          </p:cNvSpPr>
          <p:nvPr/>
        </p:nvSpPr>
        <p:spPr bwMode="auto">
          <a:xfrm flipH="1" flipV="1">
            <a:off x="7972251" y="350091"/>
            <a:ext cx="420688" cy="339725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tailEnd type="triangle" w="med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280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Line 109"/>
          <p:cNvSpPr>
            <a:spLocks noChangeShapeType="1"/>
          </p:cNvSpPr>
          <p:nvPr/>
        </p:nvSpPr>
        <p:spPr bwMode="auto">
          <a:xfrm flipH="1" flipV="1">
            <a:off x="4411489" y="3580654"/>
            <a:ext cx="501650" cy="282575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tailEnd type="triangle" w="med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280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Text Box 111"/>
          <p:cNvSpPr txBox="1">
            <a:spLocks noChangeArrowheads="1"/>
          </p:cNvSpPr>
          <p:nvPr/>
        </p:nvSpPr>
        <p:spPr bwMode="auto">
          <a:xfrm>
            <a:off x="5695766" y="6178131"/>
            <a:ext cx="341632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基本投影面展开方式</a:t>
            </a:r>
            <a:endParaRPr kumimoji="1"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3" name="Group 113"/>
          <p:cNvGrpSpPr/>
          <p:nvPr/>
        </p:nvGrpSpPr>
        <p:grpSpPr bwMode="auto">
          <a:xfrm>
            <a:off x="6514926" y="2678954"/>
            <a:ext cx="1576388" cy="1543050"/>
            <a:chOff x="1906" y="1970"/>
            <a:chExt cx="993" cy="972"/>
          </a:xfrm>
        </p:grpSpPr>
        <p:sp>
          <p:nvSpPr>
            <p:cNvPr id="114" name="Freeform 114"/>
            <p:cNvSpPr/>
            <p:nvPr/>
          </p:nvSpPr>
          <p:spPr bwMode="auto">
            <a:xfrm>
              <a:off x="1911" y="2341"/>
              <a:ext cx="988" cy="408"/>
            </a:xfrm>
            <a:custGeom>
              <a:avLst/>
              <a:gdLst>
                <a:gd name="T0" fmla="*/ 788 w 988"/>
                <a:gd name="T1" fmla="*/ 0 h 408"/>
                <a:gd name="T2" fmla="*/ 988 w 988"/>
                <a:gd name="T3" fmla="*/ 115 h 408"/>
                <a:gd name="T4" fmla="*/ 480 w 988"/>
                <a:gd name="T5" fmla="*/ 408 h 408"/>
                <a:gd name="T6" fmla="*/ 186 w 988"/>
                <a:gd name="T7" fmla="*/ 408 h 408"/>
                <a:gd name="T8" fmla="*/ 0 w 988"/>
                <a:gd name="T9" fmla="*/ 301 h 408"/>
                <a:gd name="T10" fmla="*/ 276 w 988"/>
                <a:gd name="T11" fmla="*/ 142 h 408"/>
                <a:gd name="T12" fmla="*/ 395 w 988"/>
                <a:gd name="T13" fmla="*/ 211 h 408"/>
                <a:gd name="T14" fmla="*/ 788 w 988"/>
                <a:gd name="T15" fmla="*/ 0 h 4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88"/>
                <a:gd name="T25" fmla="*/ 0 h 408"/>
                <a:gd name="T26" fmla="*/ 988 w 988"/>
                <a:gd name="T27" fmla="*/ 408 h 40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88" h="408">
                  <a:moveTo>
                    <a:pt x="788" y="0"/>
                  </a:moveTo>
                  <a:lnTo>
                    <a:pt x="988" y="115"/>
                  </a:lnTo>
                  <a:lnTo>
                    <a:pt x="480" y="408"/>
                  </a:lnTo>
                  <a:lnTo>
                    <a:pt x="186" y="408"/>
                  </a:lnTo>
                  <a:lnTo>
                    <a:pt x="0" y="301"/>
                  </a:lnTo>
                  <a:lnTo>
                    <a:pt x="276" y="142"/>
                  </a:lnTo>
                  <a:lnTo>
                    <a:pt x="395" y="211"/>
                  </a:lnTo>
                  <a:lnTo>
                    <a:pt x="78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CCFF"/>
                </a:gs>
                <a:gs pos="100000">
                  <a:srgbClr val="475E76"/>
                </a:gs>
              </a:gsLst>
              <a:path path="rect">
                <a:fillToRect t="100000" r="100000"/>
              </a:path>
            </a:gra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Freeform 115"/>
            <p:cNvSpPr/>
            <p:nvPr/>
          </p:nvSpPr>
          <p:spPr bwMode="auto">
            <a:xfrm>
              <a:off x="2388" y="2454"/>
              <a:ext cx="511" cy="488"/>
            </a:xfrm>
            <a:custGeom>
              <a:avLst/>
              <a:gdLst>
                <a:gd name="T0" fmla="*/ 511 w 511"/>
                <a:gd name="T1" fmla="*/ 178 h 488"/>
                <a:gd name="T2" fmla="*/ 510 w 511"/>
                <a:gd name="T3" fmla="*/ 0 h 488"/>
                <a:gd name="T4" fmla="*/ 0 w 511"/>
                <a:gd name="T5" fmla="*/ 294 h 488"/>
                <a:gd name="T6" fmla="*/ 2 w 511"/>
                <a:gd name="T7" fmla="*/ 488 h 488"/>
                <a:gd name="T8" fmla="*/ 511 w 511"/>
                <a:gd name="T9" fmla="*/ 178 h 4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1"/>
                <a:gd name="T16" fmla="*/ 0 h 488"/>
                <a:gd name="T17" fmla="*/ 511 w 511"/>
                <a:gd name="T18" fmla="*/ 488 h 4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1" h="488">
                  <a:moveTo>
                    <a:pt x="511" y="178"/>
                  </a:moveTo>
                  <a:lnTo>
                    <a:pt x="510" y="0"/>
                  </a:lnTo>
                  <a:lnTo>
                    <a:pt x="0" y="294"/>
                  </a:lnTo>
                  <a:lnTo>
                    <a:pt x="2" y="488"/>
                  </a:lnTo>
                  <a:lnTo>
                    <a:pt x="511" y="178"/>
                  </a:lnTo>
                  <a:close/>
                </a:path>
              </a:pathLst>
            </a:custGeom>
            <a:gradFill rotWithShape="0">
              <a:gsLst>
                <a:gs pos="0">
                  <a:srgbClr val="99CCFF"/>
                </a:gs>
                <a:gs pos="100000">
                  <a:srgbClr val="475E76"/>
                </a:gs>
              </a:gsLst>
              <a:lin ang="0" scaled="1"/>
            </a:gra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Rectangle 116"/>
            <p:cNvSpPr>
              <a:spLocks noChangeArrowheads="1"/>
            </p:cNvSpPr>
            <p:nvPr/>
          </p:nvSpPr>
          <p:spPr bwMode="auto">
            <a:xfrm>
              <a:off x="2100" y="2742"/>
              <a:ext cx="300" cy="200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Freeform 117"/>
            <p:cNvSpPr/>
            <p:nvPr/>
          </p:nvSpPr>
          <p:spPr bwMode="auto">
            <a:xfrm>
              <a:off x="1906" y="2634"/>
              <a:ext cx="188" cy="300"/>
            </a:xfrm>
            <a:custGeom>
              <a:avLst/>
              <a:gdLst>
                <a:gd name="T0" fmla="*/ 0 w 188"/>
                <a:gd name="T1" fmla="*/ 0 h 300"/>
                <a:gd name="T2" fmla="*/ 0 w 188"/>
                <a:gd name="T3" fmla="*/ 195 h 300"/>
                <a:gd name="T4" fmla="*/ 188 w 188"/>
                <a:gd name="T5" fmla="*/ 300 h 300"/>
                <a:gd name="T6" fmla="*/ 188 w 188"/>
                <a:gd name="T7" fmla="*/ 108 h 300"/>
                <a:gd name="T8" fmla="*/ 0 w 188"/>
                <a:gd name="T9" fmla="*/ 0 h 3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8"/>
                <a:gd name="T16" fmla="*/ 0 h 300"/>
                <a:gd name="T17" fmla="*/ 188 w 188"/>
                <a:gd name="T18" fmla="*/ 300 h 3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8" h="300">
                  <a:moveTo>
                    <a:pt x="0" y="0"/>
                  </a:moveTo>
                  <a:lnTo>
                    <a:pt x="0" y="195"/>
                  </a:lnTo>
                  <a:lnTo>
                    <a:pt x="188" y="300"/>
                  </a:lnTo>
                  <a:lnTo>
                    <a:pt x="188" y="10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475E76"/>
                </a:gs>
                <a:gs pos="100000">
                  <a:srgbClr val="99CCFF"/>
                </a:gs>
              </a:gsLst>
              <a:lin ang="0" scaled="1"/>
            </a:gra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Freeform 118"/>
            <p:cNvSpPr/>
            <p:nvPr/>
          </p:nvSpPr>
          <p:spPr bwMode="auto">
            <a:xfrm>
              <a:off x="2309" y="2052"/>
              <a:ext cx="384" cy="510"/>
            </a:xfrm>
            <a:custGeom>
              <a:avLst/>
              <a:gdLst>
                <a:gd name="T0" fmla="*/ 384 w 384"/>
                <a:gd name="T1" fmla="*/ 0 h 510"/>
                <a:gd name="T2" fmla="*/ 384 w 384"/>
                <a:gd name="T3" fmla="*/ 288 h 510"/>
                <a:gd name="T4" fmla="*/ 0 w 384"/>
                <a:gd name="T5" fmla="*/ 510 h 510"/>
                <a:gd name="T6" fmla="*/ 0 w 384"/>
                <a:gd name="T7" fmla="*/ 218 h 510"/>
                <a:gd name="T8" fmla="*/ 121 w 384"/>
                <a:gd name="T9" fmla="*/ 148 h 510"/>
                <a:gd name="T10" fmla="*/ 121 w 384"/>
                <a:gd name="T11" fmla="*/ 301 h 510"/>
                <a:gd name="T12" fmla="*/ 254 w 384"/>
                <a:gd name="T13" fmla="*/ 224 h 510"/>
                <a:gd name="T14" fmla="*/ 254 w 384"/>
                <a:gd name="T15" fmla="*/ 71 h 510"/>
                <a:gd name="T16" fmla="*/ 384 w 384"/>
                <a:gd name="T17" fmla="*/ 0 h 5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84"/>
                <a:gd name="T28" fmla="*/ 0 h 510"/>
                <a:gd name="T29" fmla="*/ 384 w 384"/>
                <a:gd name="T30" fmla="*/ 510 h 51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84" h="510">
                  <a:moveTo>
                    <a:pt x="384" y="0"/>
                  </a:moveTo>
                  <a:lnTo>
                    <a:pt x="384" y="288"/>
                  </a:lnTo>
                  <a:lnTo>
                    <a:pt x="0" y="510"/>
                  </a:lnTo>
                  <a:lnTo>
                    <a:pt x="0" y="218"/>
                  </a:lnTo>
                  <a:lnTo>
                    <a:pt x="121" y="148"/>
                  </a:lnTo>
                  <a:lnTo>
                    <a:pt x="121" y="301"/>
                  </a:lnTo>
                  <a:lnTo>
                    <a:pt x="254" y="224"/>
                  </a:lnTo>
                  <a:lnTo>
                    <a:pt x="254" y="71"/>
                  </a:lnTo>
                  <a:lnTo>
                    <a:pt x="384" y="0"/>
                  </a:lnTo>
                  <a:close/>
                </a:path>
              </a:pathLst>
            </a:custGeom>
            <a:gradFill rotWithShape="0">
              <a:gsLst>
                <a:gs pos="0">
                  <a:srgbClr val="99CCFF"/>
                </a:gs>
                <a:gs pos="100000">
                  <a:srgbClr val="475E76"/>
                </a:gs>
              </a:gsLst>
              <a:lin ang="0" scaled="1"/>
            </a:gra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Freeform 119"/>
            <p:cNvSpPr/>
            <p:nvPr/>
          </p:nvSpPr>
          <p:spPr bwMode="auto">
            <a:xfrm>
              <a:off x="2437" y="2046"/>
              <a:ext cx="122" cy="230"/>
            </a:xfrm>
            <a:custGeom>
              <a:avLst/>
              <a:gdLst>
                <a:gd name="T0" fmla="*/ 0 w 122"/>
                <a:gd name="T1" fmla="*/ 0 h 230"/>
                <a:gd name="T2" fmla="*/ 122 w 122"/>
                <a:gd name="T3" fmla="*/ 70 h 230"/>
                <a:gd name="T4" fmla="*/ 122 w 122"/>
                <a:gd name="T5" fmla="*/ 230 h 230"/>
                <a:gd name="T6" fmla="*/ 1 w 122"/>
                <a:gd name="T7" fmla="*/ 160 h 230"/>
                <a:gd name="T8" fmla="*/ 0 w 122"/>
                <a:gd name="T9" fmla="*/ 0 h 2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2"/>
                <a:gd name="T16" fmla="*/ 0 h 230"/>
                <a:gd name="T17" fmla="*/ 122 w 122"/>
                <a:gd name="T18" fmla="*/ 230 h 2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2" h="230">
                  <a:moveTo>
                    <a:pt x="0" y="0"/>
                  </a:moveTo>
                  <a:lnTo>
                    <a:pt x="122" y="70"/>
                  </a:lnTo>
                  <a:lnTo>
                    <a:pt x="122" y="230"/>
                  </a:lnTo>
                  <a:lnTo>
                    <a:pt x="1" y="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Freeform 120"/>
            <p:cNvSpPr/>
            <p:nvPr/>
          </p:nvSpPr>
          <p:spPr bwMode="auto">
            <a:xfrm>
              <a:off x="2183" y="2219"/>
              <a:ext cx="121" cy="352"/>
            </a:xfrm>
            <a:custGeom>
              <a:avLst/>
              <a:gdLst>
                <a:gd name="T0" fmla="*/ 121 w 121"/>
                <a:gd name="T1" fmla="*/ 64 h 352"/>
                <a:gd name="T2" fmla="*/ 121 w 121"/>
                <a:gd name="T3" fmla="*/ 352 h 352"/>
                <a:gd name="T4" fmla="*/ 0 w 121"/>
                <a:gd name="T5" fmla="*/ 282 h 352"/>
                <a:gd name="T6" fmla="*/ 0 w 121"/>
                <a:gd name="T7" fmla="*/ 0 h 352"/>
                <a:gd name="T8" fmla="*/ 121 w 121"/>
                <a:gd name="T9" fmla="*/ 64 h 3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1"/>
                <a:gd name="T16" fmla="*/ 0 h 352"/>
                <a:gd name="T17" fmla="*/ 121 w 121"/>
                <a:gd name="T18" fmla="*/ 352 h 3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1" h="352">
                  <a:moveTo>
                    <a:pt x="121" y="64"/>
                  </a:moveTo>
                  <a:lnTo>
                    <a:pt x="121" y="352"/>
                  </a:lnTo>
                  <a:lnTo>
                    <a:pt x="0" y="282"/>
                  </a:lnTo>
                  <a:lnTo>
                    <a:pt x="0" y="0"/>
                  </a:lnTo>
                  <a:lnTo>
                    <a:pt x="121" y="64"/>
                  </a:lnTo>
                  <a:close/>
                </a:path>
              </a:pathLst>
            </a:custGeom>
            <a:solidFill>
              <a:srgbClr val="99CCFF"/>
            </a:soli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Freeform 121"/>
            <p:cNvSpPr/>
            <p:nvPr/>
          </p:nvSpPr>
          <p:spPr bwMode="auto">
            <a:xfrm>
              <a:off x="2181" y="2136"/>
              <a:ext cx="250" cy="147"/>
            </a:xfrm>
            <a:custGeom>
              <a:avLst/>
              <a:gdLst>
                <a:gd name="T0" fmla="*/ 0 w 250"/>
                <a:gd name="T1" fmla="*/ 76 h 147"/>
                <a:gd name="T2" fmla="*/ 123 w 250"/>
                <a:gd name="T3" fmla="*/ 147 h 147"/>
                <a:gd name="T4" fmla="*/ 250 w 250"/>
                <a:gd name="T5" fmla="*/ 74 h 147"/>
                <a:gd name="T6" fmla="*/ 122 w 250"/>
                <a:gd name="T7" fmla="*/ 0 h 147"/>
                <a:gd name="T8" fmla="*/ 0 w 250"/>
                <a:gd name="T9" fmla="*/ 76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0"/>
                <a:gd name="T16" fmla="*/ 0 h 147"/>
                <a:gd name="T17" fmla="*/ 250 w 250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0" h="147">
                  <a:moveTo>
                    <a:pt x="0" y="76"/>
                  </a:moveTo>
                  <a:lnTo>
                    <a:pt x="123" y="147"/>
                  </a:lnTo>
                  <a:lnTo>
                    <a:pt x="250" y="74"/>
                  </a:lnTo>
                  <a:lnTo>
                    <a:pt x="122" y="0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99CCFF"/>
            </a:soli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Freeform 122"/>
            <p:cNvSpPr/>
            <p:nvPr/>
          </p:nvSpPr>
          <p:spPr bwMode="auto">
            <a:xfrm>
              <a:off x="2437" y="1970"/>
              <a:ext cx="250" cy="147"/>
            </a:xfrm>
            <a:custGeom>
              <a:avLst/>
              <a:gdLst>
                <a:gd name="T0" fmla="*/ 0 w 250"/>
                <a:gd name="T1" fmla="*/ 76 h 147"/>
                <a:gd name="T2" fmla="*/ 123 w 250"/>
                <a:gd name="T3" fmla="*/ 147 h 147"/>
                <a:gd name="T4" fmla="*/ 250 w 250"/>
                <a:gd name="T5" fmla="*/ 74 h 147"/>
                <a:gd name="T6" fmla="*/ 122 w 250"/>
                <a:gd name="T7" fmla="*/ 0 h 147"/>
                <a:gd name="T8" fmla="*/ 0 w 250"/>
                <a:gd name="T9" fmla="*/ 76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0"/>
                <a:gd name="T16" fmla="*/ 0 h 147"/>
                <a:gd name="T17" fmla="*/ 250 w 250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0" h="147">
                  <a:moveTo>
                    <a:pt x="0" y="76"/>
                  </a:moveTo>
                  <a:lnTo>
                    <a:pt x="123" y="147"/>
                  </a:lnTo>
                  <a:lnTo>
                    <a:pt x="250" y="74"/>
                  </a:lnTo>
                  <a:lnTo>
                    <a:pt x="122" y="0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99CCFF"/>
            </a:soli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Freeform 123"/>
            <p:cNvSpPr/>
            <p:nvPr/>
          </p:nvSpPr>
          <p:spPr bwMode="auto">
            <a:xfrm>
              <a:off x="2444" y="2212"/>
              <a:ext cx="105" cy="125"/>
            </a:xfrm>
            <a:custGeom>
              <a:avLst/>
              <a:gdLst>
                <a:gd name="T0" fmla="*/ 0 w 105"/>
                <a:gd name="T1" fmla="*/ 0 h 125"/>
                <a:gd name="T2" fmla="*/ 105 w 105"/>
                <a:gd name="T3" fmla="*/ 64 h 125"/>
                <a:gd name="T4" fmla="*/ 0 w 105"/>
                <a:gd name="T5" fmla="*/ 125 h 125"/>
                <a:gd name="T6" fmla="*/ 0 w 105"/>
                <a:gd name="T7" fmla="*/ 0 h 1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5"/>
                <a:gd name="T13" fmla="*/ 0 h 125"/>
                <a:gd name="T14" fmla="*/ 105 w 105"/>
                <a:gd name="T15" fmla="*/ 125 h 1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5" h="125">
                  <a:moveTo>
                    <a:pt x="0" y="0"/>
                  </a:moveTo>
                  <a:lnTo>
                    <a:pt x="105" y="64"/>
                  </a:lnTo>
                  <a:lnTo>
                    <a:pt x="0" y="125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99CCFF"/>
                </a:gs>
                <a:gs pos="100000">
                  <a:srgbClr val="475E76"/>
                </a:gs>
              </a:gsLst>
              <a:path path="rect">
                <a:fillToRect t="100000" r="100000"/>
              </a:path>
            </a:gra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8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 autoUpdateAnimBg="0"/>
      <p:bldP spid="92" grpId="0" animBg="1"/>
      <p:bldP spid="94" grpId="0" animBg="1"/>
      <p:bldP spid="95" grpId="0" animBg="1"/>
      <p:bldP spid="97" grpId="0" animBg="1"/>
      <p:bldP spid="98" grpId="0" animBg="1"/>
      <p:bldP spid="100" grpId="0" animBg="1"/>
      <p:bldP spid="101" grpId="0" animBg="1"/>
      <p:bldP spid="103" grpId="0" animBg="1"/>
      <p:bldP spid="104" grpId="0" animBg="1"/>
      <p:bldP spid="106" grpId="0" animBg="1"/>
      <p:bldP spid="1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1947969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22284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基本视图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580300" y="2971723"/>
            <a:ext cx="3253326" cy="9541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按规定位置配置时</a:t>
            </a:r>
            <a:endParaRPr kumimoji="1" lang="en-US" altLang="zh-CN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一律不标注</a:t>
            </a:r>
            <a:endParaRPr kumimoji="1"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Group 4"/>
          <p:cNvGrpSpPr/>
          <p:nvPr/>
        </p:nvGrpSpPr>
        <p:grpSpPr bwMode="auto">
          <a:xfrm>
            <a:off x="6623926" y="4492558"/>
            <a:ext cx="1077912" cy="714375"/>
            <a:chOff x="860" y="2479"/>
            <a:chExt cx="679" cy="450"/>
          </a:xfrm>
        </p:grpSpPr>
        <p:sp>
          <p:nvSpPr>
            <p:cNvPr id="6" name="Freeform 5"/>
            <p:cNvSpPr/>
            <p:nvPr/>
          </p:nvSpPr>
          <p:spPr bwMode="auto">
            <a:xfrm>
              <a:off x="860" y="2479"/>
              <a:ext cx="679" cy="450"/>
            </a:xfrm>
            <a:custGeom>
              <a:avLst/>
              <a:gdLst>
                <a:gd name="T0" fmla="*/ 0 w 588"/>
                <a:gd name="T1" fmla="*/ 0 h 360"/>
                <a:gd name="T2" fmla="*/ 905 w 588"/>
                <a:gd name="T3" fmla="*/ 0 h 360"/>
                <a:gd name="T4" fmla="*/ 905 w 588"/>
                <a:gd name="T5" fmla="*/ 703 h 360"/>
                <a:gd name="T6" fmla="*/ 240 w 588"/>
                <a:gd name="T7" fmla="*/ 703 h 360"/>
                <a:gd name="T8" fmla="*/ 0 w 588"/>
                <a:gd name="T9" fmla="*/ 445 h 360"/>
                <a:gd name="T10" fmla="*/ 0 w 588"/>
                <a:gd name="T11" fmla="*/ 0 h 3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88"/>
                <a:gd name="T19" fmla="*/ 0 h 360"/>
                <a:gd name="T20" fmla="*/ 588 w 588"/>
                <a:gd name="T21" fmla="*/ 360 h 36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88" h="360">
                  <a:moveTo>
                    <a:pt x="0" y="0"/>
                  </a:moveTo>
                  <a:lnTo>
                    <a:pt x="588" y="0"/>
                  </a:lnTo>
                  <a:lnTo>
                    <a:pt x="588" y="360"/>
                  </a:lnTo>
                  <a:lnTo>
                    <a:pt x="156" y="360"/>
                  </a:lnTo>
                  <a:lnTo>
                    <a:pt x="0" y="22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Freeform 6"/>
            <p:cNvSpPr/>
            <p:nvPr/>
          </p:nvSpPr>
          <p:spPr bwMode="auto">
            <a:xfrm>
              <a:off x="1137" y="2484"/>
              <a:ext cx="400" cy="185"/>
            </a:xfrm>
            <a:custGeom>
              <a:avLst/>
              <a:gdLst>
                <a:gd name="T0" fmla="*/ 0 w 340"/>
                <a:gd name="T1" fmla="*/ 0 h 148"/>
                <a:gd name="T2" fmla="*/ 0 w 340"/>
                <a:gd name="T3" fmla="*/ 289 h 148"/>
                <a:gd name="T4" fmla="*/ 554 w 340"/>
                <a:gd name="T5" fmla="*/ 289 h 148"/>
                <a:gd name="T6" fmla="*/ 0 60000 65536"/>
                <a:gd name="T7" fmla="*/ 0 60000 65536"/>
                <a:gd name="T8" fmla="*/ 0 60000 65536"/>
                <a:gd name="T9" fmla="*/ 0 w 340"/>
                <a:gd name="T10" fmla="*/ 0 h 148"/>
                <a:gd name="T11" fmla="*/ 340 w 340"/>
                <a:gd name="T12" fmla="*/ 148 h 1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0" h="148">
                  <a:moveTo>
                    <a:pt x="0" y="0"/>
                  </a:moveTo>
                  <a:lnTo>
                    <a:pt x="0" y="148"/>
                  </a:lnTo>
                  <a:lnTo>
                    <a:pt x="340" y="148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1263" y="2486"/>
              <a:ext cx="0" cy="19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1403" y="2484"/>
              <a:ext cx="0" cy="18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Group 9"/>
          <p:cNvGrpSpPr/>
          <p:nvPr/>
        </p:nvGrpSpPr>
        <p:grpSpPr bwMode="auto">
          <a:xfrm>
            <a:off x="5301538" y="3173345"/>
            <a:ext cx="658813" cy="877888"/>
            <a:chOff x="636" y="1515"/>
            <a:chExt cx="415" cy="553"/>
          </a:xfrm>
        </p:grpSpPr>
        <p:sp>
          <p:nvSpPr>
            <p:cNvPr id="11" name="Freeform 10"/>
            <p:cNvSpPr/>
            <p:nvPr/>
          </p:nvSpPr>
          <p:spPr bwMode="auto">
            <a:xfrm>
              <a:off x="640" y="1515"/>
              <a:ext cx="407" cy="545"/>
            </a:xfrm>
            <a:custGeom>
              <a:avLst/>
              <a:gdLst>
                <a:gd name="T0" fmla="*/ 0 w 352"/>
                <a:gd name="T1" fmla="*/ 844 h 436"/>
                <a:gd name="T2" fmla="*/ 0 w 352"/>
                <a:gd name="T3" fmla="*/ 524 h 436"/>
                <a:gd name="T4" fmla="*/ 297 w 352"/>
                <a:gd name="T5" fmla="*/ 524 h 436"/>
                <a:gd name="T6" fmla="*/ 297 w 352"/>
                <a:gd name="T7" fmla="*/ 0 h 436"/>
                <a:gd name="T8" fmla="*/ 545 w 352"/>
                <a:gd name="T9" fmla="*/ 0 h 436"/>
                <a:gd name="T10" fmla="*/ 545 w 352"/>
                <a:gd name="T11" fmla="*/ 851 h 4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52"/>
                <a:gd name="T19" fmla="*/ 0 h 436"/>
                <a:gd name="T20" fmla="*/ 352 w 352"/>
                <a:gd name="T21" fmla="*/ 436 h 4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52" h="436">
                  <a:moveTo>
                    <a:pt x="0" y="432"/>
                  </a:moveTo>
                  <a:lnTo>
                    <a:pt x="0" y="268"/>
                  </a:lnTo>
                  <a:lnTo>
                    <a:pt x="192" y="268"/>
                  </a:lnTo>
                  <a:lnTo>
                    <a:pt x="192" y="0"/>
                  </a:lnTo>
                  <a:lnTo>
                    <a:pt x="352" y="0"/>
                  </a:lnTo>
                  <a:lnTo>
                    <a:pt x="352" y="436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636" y="2055"/>
              <a:ext cx="41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862" y="1845"/>
              <a:ext cx="18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862" y="1697"/>
              <a:ext cx="18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797" y="1856"/>
              <a:ext cx="0" cy="2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Rectangle 15" descr="紫色网格"/>
          <p:cNvSpPr>
            <a:spLocks noChangeArrowheads="1"/>
          </p:cNvSpPr>
          <p:nvPr/>
        </p:nvSpPr>
        <p:spPr bwMode="auto">
          <a:xfrm>
            <a:off x="1055440" y="4212388"/>
            <a:ext cx="2339102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投影对应关系</a:t>
            </a:r>
            <a:endParaRPr kumimoji="0" lang="zh-CN" altLang="en-US" sz="2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1129002" y="4987817"/>
            <a:ext cx="141577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度量关系</a:t>
            </a:r>
            <a:endParaRPr kumimoji="1"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1110384" y="5508434"/>
            <a:ext cx="203132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方位对应关系</a:t>
            </a:r>
            <a:endParaRPr kumimoji="1"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8122668" y="5433202"/>
            <a:ext cx="2698175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注意后视图方位</a:t>
            </a:r>
            <a:endParaRPr kumimoji="1" lang="zh-CN" altLang="en-US" sz="28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Group 19"/>
          <p:cNvGrpSpPr/>
          <p:nvPr/>
        </p:nvGrpSpPr>
        <p:grpSpPr bwMode="auto">
          <a:xfrm>
            <a:off x="6615988" y="1993833"/>
            <a:ext cx="1089025" cy="714375"/>
            <a:chOff x="855" y="969"/>
            <a:chExt cx="686" cy="450"/>
          </a:xfrm>
        </p:grpSpPr>
        <p:sp>
          <p:nvSpPr>
            <p:cNvPr id="22" name="Freeform 20"/>
            <p:cNvSpPr/>
            <p:nvPr/>
          </p:nvSpPr>
          <p:spPr bwMode="auto">
            <a:xfrm flipV="1">
              <a:off x="855" y="969"/>
              <a:ext cx="685" cy="450"/>
            </a:xfrm>
            <a:custGeom>
              <a:avLst/>
              <a:gdLst>
                <a:gd name="T0" fmla="*/ 0 w 588"/>
                <a:gd name="T1" fmla="*/ 0 h 360"/>
                <a:gd name="T2" fmla="*/ 930 w 588"/>
                <a:gd name="T3" fmla="*/ 0 h 360"/>
                <a:gd name="T4" fmla="*/ 930 w 588"/>
                <a:gd name="T5" fmla="*/ 703 h 360"/>
                <a:gd name="T6" fmla="*/ 247 w 588"/>
                <a:gd name="T7" fmla="*/ 703 h 360"/>
                <a:gd name="T8" fmla="*/ 0 w 588"/>
                <a:gd name="T9" fmla="*/ 445 h 360"/>
                <a:gd name="T10" fmla="*/ 0 w 588"/>
                <a:gd name="T11" fmla="*/ 0 h 3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88"/>
                <a:gd name="T19" fmla="*/ 0 h 360"/>
                <a:gd name="T20" fmla="*/ 588 w 588"/>
                <a:gd name="T21" fmla="*/ 360 h 36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88" h="360">
                  <a:moveTo>
                    <a:pt x="0" y="0"/>
                  </a:moveTo>
                  <a:lnTo>
                    <a:pt x="588" y="0"/>
                  </a:lnTo>
                  <a:lnTo>
                    <a:pt x="588" y="360"/>
                  </a:lnTo>
                  <a:lnTo>
                    <a:pt x="156" y="360"/>
                  </a:lnTo>
                  <a:lnTo>
                    <a:pt x="0" y="22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>
              <a:off x="1268" y="1221"/>
              <a:ext cx="0" cy="1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>
              <a:off x="1403" y="1224"/>
              <a:ext cx="0" cy="1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>
              <a:off x="1126" y="1215"/>
              <a:ext cx="41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>
              <a:off x="1124" y="1222"/>
              <a:ext cx="0" cy="1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Group 25"/>
          <p:cNvGrpSpPr/>
          <p:nvPr/>
        </p:nvGrpSpPr>
        <p:grpSpPr bwMode="auto">
          <a:xfrm>
            <a:off x="8351126" y="3190808"/>
            <a:ext cx="644525" cy="841375"/>
            <a:chOff x="1752" y="1634"/>
            <a:chExt cx="406" cy="530"/>
          </a:xfrm>
        </p:grpSpPr>
        <p:sp>
          <p:nvSpPr>
            <p:cNvPr id="28" name="Rectangle 26"/>
            <p:cNvSpPr>
              <a:spLocks noChangeArrowheads="1"/>
            </p:cNvSpPr>
            <p:nvPr/>
          </p:nvSpPr>
          <p:spPr bwMode="auto">
            <a:xfrm>
              <a:off x="1752" y="1954"/>
              <a:ext cx="406" cy="21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Freeform 27"/>
            <p:cNvSpPr/>
            <p:nvPr/>
          </p:nvSpPr>
          <p:spPr bwMode="auto">
            <a:xfrm>
              <a:off x="1752" y="1634"/>
              <a:ext cx="189" cy="325"/>
            </a:xfrm>
            <a:custGeom>
              <a:avLst/>
              <a:gdLst>
                <a:gd name="T0" fmla="*/ 0 w 164"/>
                <a:gd name="T1" fmla="*/ 492 h 260"/>
                <a:gd name="T2" fmla="*/ 0 w 164"/>
                <a:gd name="T3" fmla="*/ 0 h 260"/>
                <a:gd name="T4" fmla="*/ 251 w 164"/>
                <a:gd name="T5" fmla="*/ 0 h 260"/>
                <a:gd name="T6" fmla="*/ 251 w 164"/>
                <a:gd name="T7" fmla="*/ 507 h 2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4"/>
                <a:gd name="T13" fmla="*/ 0 h 260"/>
                <a:gd name="T14" fmla="*/ 164 w 164"/>
                <a:gd name="T15" fmla="*/ 260 h 2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4" h="260">
                  <a:moveTo>
                    <a:pt x="0" y="252"/>
                  </a:moveTo>
                  <a:lnTo>
                    <a:pt x="0" y="0"/>
                  </a:lnTo>
                  <a:lnTo>
                    <a:pt x="164" y="0"/>
                  </a:lnTo>
                  <a:lnTo>
                    <a:pt x="164" y="26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>
              <a:off x="2031" y="1953"/>
              <a:ext cx="0" cy="20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29"/>
            <p:cNvSpPr>
              <a:spLocks noChangeShapeType="1"/>
            </p:cNvSpPr>
            <p:nvPr/>
          </p:nvSpPr>
          <p:spPr bwMode="auto">
            <a:xfrm>
              <a:off x="1752" y="1810"/>
              <a:ext cx="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2" name="Group 30"/>
          <p:cNvGrpSpPr/>
          <p:nvPr/>
        </p:nvGrpSpPr>
        <p:grpSpPr bwMode="auto">
          <a:xfrm>
            <a:off x="6598526" y="3181283"/>
            <a:ext cx="1123950" cy="849312"/>
            <a:chOff x="1299" y="1520"/>
            <a:chExt cx="708" cy="535"/>
          </a:xfrm>
        </p:grpSpPr>
        <p:sp>
          <p:nvSpPr>
            <p:cNvPr id="33" name="Rectangle 31"/>
            <p:cNvSpPr>
              <a:spLocks noChangeArrowheads="1"/>
            </p:cNvSpPr>
            <p:nvPr/>
          </p:nvSpPr>
          <p:spPr bwMode="auto">
            <a:xfrm>
              <a:off x="1299" y="1855"/>
              <a:ext cx="693" cy="20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>
              <a:off x="1479" y="1847"/>
              <a:ext cx="0" cy="20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5" name="Group 33"/>
            <p:cNvGrpSpPr/>
            <p:nvPr/>
          </p:nvGrpSpPr>
          <p:grpSpPr bwMode="auto">
            <a:xfrm>
              <a:off x="1578" y="1520"/>
              <a:ext cx="429" cy="342"/>
              <a:chOff x="1578" y="1520"/>
              <a:chExt cx="429" cy="342"/>
            </a:xfrm>
          </p:grpSpPr>
          <p:sp>
            <p:nvSpPr>
              <p:cNvPr id="36" name="Line 34"/>
              <p:cNvSpPr>
                <a:spLocks noChangeShapeType="1"/>
              </p:cNvSpPr>
              <p:nvPr/>
            </p:nvSpPr>
            <p:spPr bwMode="auto">
              <a:xfrm flipV="1">
                <a:off x="1582" y="1520"/>
                <a:ext cx="0" cy="34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Line 35"/>
              <p:cNvSpPr>
                <a:spLocks noChangeShapeType="1"/>
              </p:cNvSpPr>
              <p:nvPr/>
            </p:nvSpPr>
            <p:spPr bwMode="auto">
              <a:xfrm>
                <a:off x="1578" y="1521"/>
                <a:ext cx="14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Line 36"/>
              <p:cNvSpPr>
                <a:spLocks noChangeShapeType="1"/>
              </p:cNvSpPr>
              <p:nvPr/>
            </p:nvSpPr>
            <p:spPr bwMode="auto">
              <a:xfrm>
                <a:off x="1713" y="1527"/>
                <a:ext cx="0" cy="17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Line 37"/>
              <p:cNvSpPr>
                <a:spLocks noChangeShapeType="1"/>
              </p:cNvSpPr>
              <p:nvPr/>
            </p:nvSpPr>
            <p:spPr bwMode="auto">
              <a:xfrm>
                <a:off x="1705" y="1702"/>
                <a:ext cx="15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Line 38"/>
              <p:cNvSpPr>
                <a:spLocks noChangeShapeType="1"/>
              </p:cNvSpPr>
              <p:nvPr/>
            </p:nvSpPr>
            <p:spPr bwMode="auto">
              <a:xfrm flipV="1">
                <a:off x="1851" y="1520"/>
                <a:ext cx="0" cy="18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Line 39"/>
              <p:cNvSpPr>
                <a:spLocks noChangeShapeType="1"/>
              </p:cNvSpPr>
              <p:nvPr/>
            </p:nvSpPr>
            <p:spPr bwMode="auto">
              <a:xfrm>
                <a:off x="1844" y="1520"/>
                <a:ext cx="16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Line 40"/>
              <p:cNvSpPr>
                <a:spLocks noChangeShapeType="1"/>
              </p:cNvSpPr>
              <p:nvPr/>
            </p:nvSpPr>
            <p:spPr bwMode="auto">
              <a:xfrm>
                <a:off x="1990" y="1520"/>
                <a:ext cx="0" cy="34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4" name="Group 41"/>
          <p:cNvGrpSpPr/>
          <p:nvPr/>
        </p:nvGrpSpPr>
        <p:grpSpPr bwMode="auto">
          <a:xfrm>
            <a:off x="9833851" y="3174933"/>
            <a:ext cx="1090612" cy="871537"/>
            <a:chOff x="3097" y="1516"/>
            <a:chExt cx="687" cy="549"/>
          </a:xfrm>
        </p:grpSpPr>
        <p:sp>
          <p:nvSpPr>
            <p:cNvPr id="45" name="Line 42"/>
            <p:cNvSpPr>
              <a:spLocks noChangeShapeType="1"/>
            </p:cNvSpPr>
            <p:nvPr/>
          </p:nvSpPr>
          <p:spPr bwMode="auto">
            <a:xfrm flipH="1">
              <a:off x="3590" y="1865"/>
              <a:ext cx="0" cy="2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Freeform 43"/>
            <p:cNvSpPr/>
            <p:nvPr/>
          </p:nvSpPr>
          <p:spPr bwMode="auto">
            <a:xfrm>
              <a:off x="3105" y="1855"/>
              <a:ext cx="679" cy="200"/>
            </a:xfrm>
            <a:custGeom>
              <a:avLst/>
              <a:gdLst>
                <a:gd name="T0" fmla="*/ 0 w 588"/>
                <a:gd name="T1" fmla="*/ 0 h 160"/>
                <a:gd name="T2" fmla="*/ 0 w 588"/>
                <a:gd name="T3" fmla="*/ 312 h 160"/>
                <a:gd name="T4" fmla="*/ 905 w 588"/>
                <a:gd name="T5" fmla="*/ 312 h 160"/>
                <a:gd name="T6" fmla="*/ 905 w 588"/>
                <a:gd name="T7" fmla="*/ 0 h 160"/>
                <a:gd name="T8" fmla="*/ 529 w 588"/>
                <a:gd name="T9" fmla="*/ 0 h 1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88"/>
                <a:gd name="T16" fmla="*/ 0 h 160"/>
                <a:gd name="T17" fmla="*/ 588 w 588"/>
                <a:gd name="T18" fmla="*/ 160 h 1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88" h="160">
                  <a:moveTo>
                    <a:pt x="0" y="0"/>
                  </a:moveTo>
                  <a:lnTo>
                    <a:pt x="0" y="160"/>
                  </a:lnTo>
                  <a:lnTo>
                    <a:pt x="588" y="160"/>
                  </a:lnTo>
                  <a:lnTo>
                    <a:pt x="588" y="0"/>
                  </a:lnTo>
                  <a:lnTo>
                    <a:pt x="344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Line 44"/>
            <p:cNvSpPr>
              <a:spLocks noChangeShapeType="1"/>
            </p:cNvSpPr>
            <p:nvPr/>
          </p:nvSpPr>
          <p:spPr bwMode="auto">
            <a:xfrm>
              <a:off x="3105" y="1850"/>
              <a:ext cx="39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8" name="Group 45"/>
            <p:cNvGrpSpPr/>
            <p:nvPr/>
          </p:nvGrpSpPr>
          <p:grpSpPr bwMode="auto">
            <a:xfrm>
              <a:off x="3097" y="1516"/>
              <a:ext cx="433" cy="342"/>
              <a:chOff x="3097" y="1516"/>
              <a:chExt cx="433" cy="342"/>
            </a:xfrm>
          </p:grpSpPr>
          <p:sp>
            <p:nvSpPr>
              <p:cNvPr id="49" name="Line 46"/>
              <p:cNvSpPr>
                <a:spLocks noChangeShapeType="1"/>
              </p:cNvSpPr>
              <p:nvPr/>
            </p:nvSpPr>
            <p:spPr bwMode="auto">
              <a:xfrm flipV="1">
                <a:off x="3105" y="1516"/>
                <a:ext cx="0" cy="34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Line 47"/>
              <p:cNvSpPr>
                <a:spLocks noChangeShapeType="1"/>
              </p:cNvSpPr>
              <p:nvPr/>
            </p:nvSpPr>
            <p:spPr bwMode="auto">
              <a:xfrm>
                <a:off x="3097" y="1517"/>
                <a:ext cx="15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Line 48"/>
              <p:cNvSpPr>
                <a:spLocks noChangeShapeType="1"/>
              </p:cNvSpPr>
              <p:nvPr/>
            </p:nvSpPr>
            <p:spPr bwMode="auto">
              <a:xfrm>
                <a:off x="3236" y="1523"/>
                <a:ext cx="0" cy="17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Line 49"/>
              <p:cNvSpPr>
                <a:spLocks noChangeShapeType="1"/>
              </p:cNvSpPr>
              <p:nvPr/>
            </p:nvSpPr>
            <p:spPr bwMode="auto">
              <a:xfrm>
                <a:off x="3228" y="1698"/>
                <a:ext cx="15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Line 50"/>
              <p:cNvSpPr>
                <a:spLocks noChangeShapeType="1"/>
              </p:cNvSpPr>
              <p:nvPr/>
            </p:nvSpPr>
            <p:spPr bwMode="auto">
              <a:xfrm flipV="1">
                <a:off x="3374" y="1516"/>
                <a:ext cx="0" cy="18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Line 51"/>
              <p:cNvSpPr>
                <a:spLocks noChangeShapeType="1"/>
              </p:cNvSpPr>
              <p:nvPr/>
            </p:nvSpPr>
            <p:spPr bwMode="auto">
              <a:xfrm>
                <a:off x="3367" y="1516"/>
                <a:ext cx="16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Line 52"/>
              <p:cNvSpPr>
                <a:spLocks noChangeShapeType="1"/>
              </p:cNvSpPr>
              <p:nvPr/>
            </p:nvSpPr>
            <p:spPr bwMode="auto">
              <a:xfrm>
                <a:off x="3513" y="1516"/>
                <a:ext cx="0" cy="34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56" name="Freeform 53"/>
          <p:cNvSpPr/>
          <p:nvPr/>
        </p:nvSpPr>
        <p:spPr bwMode="auto">
          <a:xfrm>
            <a:off x="6601701" y="3181283"/>
            <a:ext cx="1096962" cy="854075"/>
          </a:xfrm>
          <a:custGeom>
            <a:avLst/>
            <a:gdLst>
              <a:gd name="T0" fmla="*/ 2147483647 w 691"/>
              <a:gd name="T1" fmla="*/ 2147483647 h 538"/>
              <a:gd name="T2" fmla="*/ 2147483647 w 691"/>
              <a:gd name="T3" fmla="*/ 0 h 538"/>
              <a:gd name="T4" fmla="*/ 2147483647 w 691"/>
              <a:gd name="T5" fmla="*/ 0 h 538"/>
              <a:gd name="T6" fmla="*/ 2147483647 w 691"/>
              <a:gd name="T7" fmla="*/ 2147483647 h 538"/>
              <a:gd name="T8" fmla="*/ 2147483647 w 691"/>
              <a:gd name="T9" fmla="*/ 2147483647 h 538"/>
              <a:gd name="T10" fmla="*/ 2147483647 w 691"/>
              <a:gd name="T11" fmla="*/ 0 h 538"/>
              <a:gd name="T12" fmla="*/ 2147483647 w 691"/>
              <a:gd name="T13" fmla="*/ 0 h 538"/>
              <a:gd name="T14" fmla="*/ 2147483647 w 691"/>
              <a:gd name="T15" fmla="*/ 2147483647 h 538"/>
              <a:gd name="T16" fmla="*/ 0 w 691"/>
              <a:gd name="T17" fmla="*/ 2147483647 h 538"/>
              <a:gd name="T18" fmla="*/ 0 w 691"/>
              <a:gd name="T19" fmla="*/ 2147483647 h 538"/>
              <a:gd name="T20" fmla="*/ 2147483647 w 691"/>
              <a:gd name="T21" fmla="*/ 2147483647 h 53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691"/>
              <a:gd name="T34" fmla="*/ 0 h 538"/>
              <a:gd name="T35" fmla="*/ 691 w 691"/>
              <a:gd name="T36" fmla="*/ 538 h 538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691" h="538">
                <a:moveTo>
                  <a:pt x="691" y="538"/>
                </a:moveTo>
                <a:lnTo>
                  <a:pt x="691" y="0"/>
                </a:lnTo>
                <a:lnTo>
                  <a:pt x="551" y="0"/>
                </a:lnTo>
                <a:lnTo>
                  <a:pt x="551" y="173"/>
                </a:lnTo>
                <a:lnTo>
                  <a:pt x="416" y="173"/>
                </a:lnTo>
                <a:lnTo>
                  <a:pt x="416" y="0"/>
                </a:lnTo>
                <a:lnTo>
                  <a:pt x="282" y="0"/>
                </a:lnTo>
                <a:lnTo>
                  <a:pt x="282" y="339"/>
                </a:lnTo>
                <a:lnTo>
                  <a:pt x="0" y="339"/>
                </a:lnTo>
                <a:lnTo>
                  <a:pt x="0" y="538"/>
                </a:lnTo>
                <a:lnTo>
                  <a:pt x="691" y="538"/>
                </a:lnTo>
                <a:close/>
              </a:path>
            </a:pathLst>
          </a:custGeom>
          <a:solidFill>
            <a:srgbClr val="00FFCC">
              <a:alpha val="50195"/>
            </a:srgbClr>
          </a:solidFill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Freeform 54"/>
          <p:cNvSpPr/>
          <p:nvPr/>
        </p:nvSpPr>
        <p:spPr bwMode="auto">
          <a:xfrm>
            <a:off x="6622338" y="4489383"/>
            <a:ext cx="1077913" cy="722312"/>
          </a:xfrm>
          <a:custGeom>
            <a:avLst/>
            <a:gdLst>
              <a:gd name="T0" fmla="*/ 2147483647 w 679"/>
              <a:gd name="T1" fmla="*/ 0 h 455"/>
              <a:gd name="T2" fmla="*/ 0 w 679"/>
              <a:gd name="T3" fmla="*/ 0 h 455"/>
              <a:gd name="T4" fmla="*/ 0 w 679"/>
              <a:gd name="T5" fmla="*/ 2147483647 h 455"/>
              <a:gd name="T6" fmla="*/ 2147483647 w 679"/>
              <a:gd name="T7" fmla="*/ 2147483647 h 455"/>
              <a:gd name="T8" fmla="*/ 2147483647 w 679"/>
              <a:gd name="T9" fmla="*/ 2147483647 h 455"/>
              <a:gd name="T10" fmla="*/ 2147483647 w 679"/>
              <a:gd name="T11" fmla="*/ 0 h 45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9"/>
              <a:gd name="T19" fmla="*/ 0 h 455"/>
              <a:gd name="T20" fmla="*/ 679 w 679"/>
              <a:gd name="T21" fmla="*/ 455 h 45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9" h="455">
                <a:moveTo>
                  <a:pt x="679" y="0"/>
                </a:moveTo>
                <a:lnTo>
                  <a:pt x="0" y="0"/>
                </a:lnTo>
                <a:lnTo>
                  <a:pt x="0" y="288"/>
                </a:lnTo>
                <a:lnTo>
                  <a:pt x="180" y="455"/>
                </a:lnTo>
                <a:lnTo>
                  <a:pt x="679" y="455"/>
                </a:lnTo>
                <a:lnTo>
                  <a:pt x="679" y="0"/>
                </a:lnTo>
                <a:close/>
              </a:path>
            </a:pathLst>
          </a:custGeom>
          <a:solidFill>
            <a:srgbClr val="00FFCC">
              <a:alpha val="50195"/>
            </a:srgbClr>
          </a:solidFill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Freeform 55"/>
          <p:cNvSpPr/>
          <p:nvPr/>
        </p:nvSpPr>
        <p:spPr bwMode="auto">
          <a:xfrm>
            <a:off x="6611226" y="1974783"/>
            <a:ext cx="1096962" cy="720725"/>
          </a:xfrm>
          <a:custGeom>
            <a:avLst/>
            <a:gdLst>
              <a:gd name="T0" fmla="*/ 2147483647 w 691"/>
              <a:gd name="T1" fmla="*/ 0 h 454"/>
              <a:gd name="T2" fmla="*/ 2147483647 w 691"/>
              <a:gd name="T3" fmla="*/ 2147483647 h 454"/>
              <a:gd name="T4" fmla="*/ 0 w 691"/>
              <a:gd name="T5" fmla="*/ 2147483647 h 454"/>
              <a:gd name="T6" fmla="*/ 0 w 691"/>
              <a:gd name="T7" fmla="*/ 2147483647 h 454"/>
              <a:gd name="T8" fmla="*/ 2147483647 w 691"/>
              <a:gd name="T9" fmla="*/ 0 h 454"/>
              <a:gd name="T10" fmla="*/ 2147483647 w 691"/>
              <a:gd name="T11" fmla="*/ 0 h 45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91"/>
              <a:gd name="T19" fmla="*/ 0 h 454"/>
              <a:gd name="T20" fmla="*/ 691 w 691"/>
              <a:gd name="T21" fmla="*/ 454 h 45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91" h="454">
                <a:moveTo>
                  <a:pt x="691" y="0"/>
                </a:moveTo>
                <a:lnTo>
                  <a:pt x="691" y="454"/>
                </a:lnTo>
                <a:lnTo>
                  <a:pt x="0" y="454"/>
                </a:lnTo>
                <a:lnTo>
                  <a:pt x="0" y="166"/>
                </a:lnTo>
                <a:lnTo>
                  <a:pt x="185" y="0"/>
                </a:lnTo>
                <a:lnTo>
                  <a:pt x="691" y="0"/>
                </a:lnTo>
                <a:close/>
              </a:path>
            </a:pathLst>
          </a:custGeom>
          <a:solidFill>
            <a:srgbClr val="00FFCC">
              <a:alpha val="50195"/>
            </a:srgbClr>
          </a:solidFill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Freeform 56"/>
          <p:cNvSpPr/>
          <p:nvPr/>
        </p:nvSpPr>
        <p:spPr bwMode="auto">
          <a:xfrm>
            <a:off x="5301538" y="3184458"/>
            <a:ext cx="660400" cy="854075"/>
          </a:xfrm>
          <a:custGeom>
            <a:avLst/>
            <a:gdLst>
              <a:gd name="T0" fmla="*/ 2147483647 w 416"/>
              <a:gd name="T1" fmla="*/ 0 h 538"/>
              <a:gd name="T2" fmla="*/ 2147483647 w 416"/>
              <a:gd name="T3" fmla="*/ 2147483647 h 538"/>
              <a:gd name="T4" fmla="*/ 0 w 416"/>
              <a:gd name="T5" fmla="*/ 2147483647 h 538"/>
              <a:gd name="T6" fmla="*/ 0 w 416"/>
              <a:gd name="T7" fmla="*/ 2147483647 h 538"/>
              <a:gd name="T8" fmla="*/ 2147483647 w 416"/>
              <a:gd name="T9" fmla="*/ 2147483647 h 538"/>
              <a:gd name="T10" fmla="*/ 2147483647 w 416"/>
              <a:gd name="T11" fmla="*/ 0 h 538"/>
              <a:gd name="T12" fmla="*/ 2147483647 w 416"/>
              <a:gd name="T13" fmla="*/ 0 h 53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16"/>
              <a:gd name="T22" fmla="*/ 0 h 538"/>
              <a:gd name="T23" fmla="*/ 416 w 416"/>
              <a:gd name="T24" fmla="*/ 538 h 53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16" h="538">
                <a:moveTo>
                  <a:pt x="416" y="0"/>
                </a:moveTo>
                <a:lnTo>
                  <a:pt x="416" y="538"/>
                </a:lnTo>
                <a:lnTo>
                  <a:pt x="0" y="538"/>
                </a:lnTo>
                <a:lnTo>
                  <a:pt x="0" y="326"/>
                </a:lnTo>
                <a:lnTo>
                  <a:pt x="224" y="326"/>
                </a:lnTo>
                <a:lnTo>
                  <a:pt x="224" y="0"/>
                </a:lnTo>
                <a:lnTo>
                  <a:pt x="416" y="0"/>
                </a:lnTo>
                <a:close/>
              </a:path>
            </a:pathLst>
          </a:custGeom>
          <a:solidFill>
            <a:srgbClr val="FFFFCC">
              <a:alpha val="50195"/>
            </a:srgbClr>
          </a:solidFill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Freeform 57"/>
          <p:cNvSpPr/>
          <p:nvPr/>
        </p:nvSpPr>
        <p:spPr bwMode="auto">
          <a:xfrm>
            <a:off x="8365413" y="3187633"/>
            <a:ext cx="641350" cy="863600"/>
          </a:xfrm>
          <a:custGeom>
            <a:avLst/>
            <a:gdLst>
              <a:gd name="T0" fmla="*/ 0 w 404"/>
              <a:gd name="T1" fmla="*/ 0 h 544"/>
              <a:gd name="T2" fmla="*/ 2147483647 w 404"/>
              <a:gd name="T3" fmla="*/ 0 h 544"/>
              <a:gd name="T4" fmla="*/ 2147483647 w 404"/>
              <a:gd name="T5" fmla="*/ 2147483647 h 544"/>
              <a:gd name="T6" fmla="*/ 2147483647 w 404"/>
              <a:gd name="T7" fmla="*/ 2147483647 h 544"/>
              <a:gd name="T8" fmla="*/ 2147483647 w 404"/>
              <a:gd name="T9" fmla="*/ 2147483647 h 544"/>
              <a:gd name="T10" fmla="*/ 0 w 404"/>
              <a:gd name="T11" fmla="*/ 2147483647 h 544"/>
              <a:gd name="T12" fmla="*/ 0 w 404"/>
              <a:gd name="T13" fmla="*/ 0 h 54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04"/>
              <a:gd name="T22" fmla="*/ 0 h 544"/>
              <a:gd name="T23" fmla="*/ 404 w 404"/>
              <a:gd name="T24" fmla="*/ 544 h 54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04" h="544">
                <a:moveTo>
                  <a:pt x="0" y="0"/>
                </a:moveTo>
                <a:lnTo>
                  <a:pt x="186" y="0"/>
                </a:lnTo>
                <a:lnTo>
                  <a:pt x="186" y="320"/>
                </a:lnTo>
                <a:lnTo>
                  <a:pt x="404" y="320"/>
                </a:lnTo>
                <a:lnTo>
                  <a:pt x="404" y="544"/>
                </a:lnTo>
                <a:lnTo>
                  <a:pt x="0" y="544"/>
                </a:lnTo>
                <a:lnTo>
                  <a:pt x="0" y="0"/>
                </a:lnTo>
                <a:close/>
              </a:path>
            </a:pathLst>
          </a:custGeom>
          <a:solidFill>
            <a:srgbClr val="FFFFCC">
              <a:alpha val="50195"/>
            </a:srgbClr>
          </a:solidFill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Freeform 58"/>
          <p:cNvSpPr/>
          <p:nvPr/>
        </p:nvSpPr>
        <p:spPr bwMode="auto">
          <a:xfrm>
            <a:off x="9844963" y="3168583"/>
            <a:ext cx="1076325" cy="873125"/>
          </a:xfrm>
          <a:custGeom>
            <a:avLst/>
            <a:gdLst>
              <a:gd name="T0" fmla="*/ 0 w 678"/>
              <a:gd name="T1" fmla="*/ 0 h 550"/>
              <a:gd name="T2" fmla="*/ 0 w 678"/>
              <a:gd name="T3" fmla="*/ 2147483647 h 550"/>
              <a:gd name="T4" fmla="*/ 2147483647 w 678"/>
              <a:gd name="T5" fmla="*/ 2147483647 h 550"/>
              <a:gd name="T6" fmla="*/ 2147483647 w 678"/>
              <a:gd name="T7" fmla="*/ 2147483647 h 550"/>
              <a:gd name="T8" fmla="*/ 2147483647 w 678"/>
              <a:gd name="T9" fmla="*/ 2147483647 h 550"/>
              <a:gd name="T10" fmla="*/ 2147483647 w 678"/>
              <a:gd name="T11" fmla="*/ 2147483647 h 550"/>
              <a:gd name="T12" fmla="*/ 2147483647 w 678"/>
              <a:gd name="T13" fmla="*/ 2147483647 h 550"/>
              <a:gd name="T14" fmla="*/ 2147483647 w 678"/>
              <a:gd name="T15" fmla="*/ 2147483647 h 550"/>
              <a:gd name="T16" fmla="*/ 2147483647 w 678"/>
              <a:gd name="T17" fmla="*/ 2147483647 h 550"/>
              <a:gd name="T18" fmla="*/ 2147483647 w 678"/>
              <a:gd name="T19" fmla="*/ 0 h 550"/>
              <a:gd name="T20" fmla="*/ 0 w 678"/>
              <a:gd name="T21" fmla="*/ 0 h 55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678"/>
              <a:gd name="T34" fmla="*/ 0 h 550"/>
              <a:gd name="T35" fmla="*/ 678 w 678"/>
              <a:gd name="T36" fmla="*/ 550 h 55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678" h="550">
                <a:moveTo>
                  <a:pt x="0" y="0"/>
                </a:moveTo>
                <a:lnTo>
                  <a:pt x="0" y="550"/>
                </a:lnTo>
                <a:lnTo>
                  <a:pt x="678" y="550"/>
                </a:lnTo>
                <a:lnTo>
                  <a:pt x="678" y="345"/>
                </a:lnTo>
                <a:lnTo>
                  <a:pt x="409" y="345"/>
                </a:lnTo>
                <a:lnTo>
                  <a:pt x="409" y="6"/>
                </a:lnTo>
                <a:lnTo>
                  <a:pt x="268" y="6"/>
                </a:lnTo>
                <a:lnTo>
                  <a:pt x="268" y="185"/>
                </a:lnTo>
                <a:lnTo>
                  <a:pt x="128" y="185"/>
                </a:lnTo>
                <a:lnTo>
                  <a:pt x="12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FFCC">
              <a:alpha val="50195"/>
            </a:srgbClr>
          </a:solidFill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Freeform 59"/>
          <p:cNvSpPr/>
          <p:nvPr/>
        </p:nvSpPr>
        <p:spPr bwMode="auto">
          <a:xfrm>
            <a:off x="6631863" y="4500495"/>
            <a:ext cx="1077913" cy="722313"/>
          </a:xfrm>
          <a:custGeom>
            <a:avLst/>
            <a:gdLst>
              <a:gd name="T0" fmla="*/ 2147483647 w 679"/>
              <a:gd name="T1" fmla="*/ 0 h 455"/>
              <a:gd name="T2" fmla="*/ 0 w 679"/>
              <a:gd name="T3" fmla="*/ 0 h 455"/>
              <a:gd name="T4" fmla="*/ 0 w 679"/>
              <a:gd name="T5" fmla="*/ 2147483647 h 455"/>
              <a:gd name="T6" fmla="*/ 2147483647 w 679"/>
              <a:gd name="T7" fmla="*/ 2147483647 h 455"/>
              <a:gd name="T8" fmla="*/ 2147483647 w 679"/>
              <a:gd name="T9" fmla="*/ 2147483647 h 455"/>
              <a:gd name="T10" fmla="*/ 2147483647 w 679"/>
              <a:gd name="T11" fmla="*/ 0 h 45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9"/>
              <a:gd name="T19" fmla="*/ 0 h 455"/>
              <a:gd name="T20" fmla="*/ 679 w 679"/>
              <a:gd name="T21" fmla="*/ 455 h 45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9" h="455">
                <a:moveTo>
                  <a:pt x="679" y="0"/>
                </a:moveTo>
                <a:lnTo>
                  <a:pt x="0" y="0"/>
                </a:lnTo>
                <a:lnTo>
                  <a:pt x="0" y="288"/>
                </a:lnTo>
                <a:lnTo>
                  <a:pt x="180" y="455"/>
                </a:lnTo>
                <a:lnTo>
                  <a:pt x="679" y="455"/>
                </a:lnTo>
                <a:lnTo>
                  <a:pt x="679" y="0"/>
                </a:lnTo>
                <a:close/>
              </a:path>
            </a:pathLst>
          </a:custGeom>
          <a:solidFill>
            <a:srgbClr val="FFFFCC">
              <a:alpha val="50195"/>
            </a:srgbClr>
          </a:solidFill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Freeform 60"/>
          <p:cNvSpPr/>
          <p:nvPr/>
        </p:nvSpPr>
        <p:spPr bwMode="auto">
          <a:xfrm>
            <a:off x="6615988" y="1993833"/>
            <a:ext cx="1096963" cy="720725"/>
          </a:xfrm>
          <a:custGeom>
            <a:avLst/>
            <a:gdLst>
              <a:gd name="T0" fmla="*/ 2147483647 w 691"/>
              <a:gd name="T1" fmla="*/ 0 h 454"/>
              <a:gd name="T2" fmla="*/ 2147483647 w 691"/>
              <a:gd name="T3" fmla="*/ 2147483647 h 454"/>
              <a:gd name="T4" fmla="*/ 0 w 691"/>
              <a:gd name="T5" fmla="*/ 2147483647 h 454"/>
              <a:gd name="T6" fmla="*/ 0 w 691"/>
              <a:gd name="T7" fmla="*/ 2147483647 h 454"/>
              <a:gd name="T8" fmla="*/ 2147483647 w 691"/>
              <a:gd name="T9" fmla="*/ 0 h 454"/>
              <a:gd name="T10" fmla="*/ 2147483647 w 691"/>
              <a:gd name="T11" fmla="*/ 0 h 45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91"/>
              <a:gd name="T19" fmla="*/ 0 h 454"/>
              <a:gd name="T20" fmla="*/ 691 w 691"/>
              <a:gd name="T21" fmla="*/ 454 h 45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91" h="454">
                <a:moveTo>
                  <a:pt x="691" y="0"/>
                </a:moveTo>
                <a:lnTo>
                  <a:pt x="691" y="454"/>
                </a:lnTo>
                <a:lnTo>
                  <a:pt x="0" y="454"/>
                </a:lnTo>
                <a:lnTo>
                  <a:pt x="0" y="166"/>
                </a:lnTo>
                <a:lnTo>
                  <a:pt x="185" y="0"/>
                </a:lnTo>
                <a:lnTo>
                  <a:pt x="691" y="0"/>
                </a:lnTo>
                <a:close/>
              </a:path>
            </a:pathLst>
          </a:custGeom>
          <a:solidFill>
            <a:srgbClr val="FFFFCC">
              <a:alpha val="50195"/>
            </a:srgbClr>
          </a:solidFill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Text Box 61"/>
          <p:cNvSpPr txBox="1">
            <a:spLocks noChangeArrowheads="1"/>
          </p:cNvSpPr>
          <p:nvPr/>
        </p:nvSpPr>
        <p:spPr bwMode="auto">
          <a:xfrm>
            <a:off x="6909676" y="2624070"/>
            <a:ext cx="49530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endParaRPr kumimoji="1"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Text Box 62"/>
          <p:cNvSpPr txBox="1">
            <a:spLocks noChangeArrowheads="1"/>
          </p:cNvSpPr>
          <p:nvPr/>
        </p:nvSpPr>
        <p:spPr bwMode="auto">
          <a:xfrm>
            <a:off x="7909801" y="3365433"/>
            <a:ext cx="49530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endParaRPr kumimoji="1"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Text Box 63"/>
          <p:cNvSpPr txBox="1">
            <a:spLocks noChangeArrowheads="1"/>
          </p:cNvSpPr>
          <p:nvPr/>
        </p:nvSpPr>
        <p:spPr bwMode="auto">
          <a:xfrm>
            <a:off x="6922376" y="4076633"/>
            <a:ext cx="49530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endParaRPr kumimoji="1"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 Box 64"/>
          <p:cNvSpPr txBox="1">
            <a:spLocks noChangeArrowheads="1"/>
          </p:cNvSpPr>
          <p:nvPr/>
        </p:nvSpPr>
        <p:spPr bwMode="auto">
          <a:xfrm>
            <a:off x="5874626" y="3365433"/>
            <a:ext cx="49530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endParaRPr kumimoji="1"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Text Box 65"/>
          <p:cNvSpPr txBox="1">
            <a:spLocks noChangeArrowheads="1"/>
          </p:cNvSpPr>
          <p:nvPr/>
        </p:nvSpPr>
        <p:spPr bwMode="auto">
          <a:xfrm>
            <a:off x="4755438" y="3044758"/>
            <a:ext cx="709613" cy="4159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noFill/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000" ker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右视</a:t>
            </a:r>
            <a:endParaRPr lang="zh-CN" altLang="en-US" sz="2000" ker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Text Box 66"/>
          <p:cNvSpPr txBox="1">
            <a:spLocks noChangeArrowheads="1"/>
          </p:cNvSpPr>
          <p:nvPr/>
        </p:nvSpPr>
        <p:spPr bwMode="auto">
          <a:xfrm>
            <a:off x="7847888" y="2041458"/>
            <a:ext cx="711200" cy="4159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noFill/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000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仰视</a:t>
            </a:r>
            <a:endParaRPr lang="zh-CN" altLang="en-US" sz="2000" kern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Text Box 67"/>
          <p:cNvSpPr txBox="1">
            <a:spLocks noChangeArrowheads="1"/>
          </p:cNvSpPr>
          <p:nvPr/>
        </p:nvSpPr>
        <p:spPr bwMode="auto">
          <a:xfrm>
            <a:off x="10660938" y="3044758"/>
            <a:ext cx="711200" cy="4159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noFill/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000" ker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后视</a:t>
            </a:r>
            <a:endParaRPr lang="zh-CN" altLang="en-US" sz="2000" ker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Rectangle 68"/>
          <p:cNvSpPr>
            <a:spLocks noChangeArrowheads="1"/>
          </p:cNvSpPr>
          <p:nvPr/>
        </p:nvSpPr>
        <p:spPr bwMode="auto">
          <a:xfrm>
            <a:off x="10084676" y="3951220"/>
            <a:ext cx="495300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endParaRPr kumimoji="1" lang="zh-CN" altLang="en-US" sz="240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Rectangle 69"/>
          <p:cNvSpPr>
            <a:spLocks noChangeArrowheads="1"/>
          </p:cNvSpPr>
          <p:nvPr/>
        </p:nvSpPr>
        <p:spPr bwMode="auto">
          <a:xfrm>
            <a:off x="9409988" y="3359083"/>
            <a:ext cx="49530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</a:t>
            </a:r>
            <a:endParaRPr kumimoji="1"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Rectangle 70"/>
          <p:cNvSpPr>
            <a:spLocks noChangeArrowheads="1"/>
          </p:cNvSpPr>
          <p:nvPr/>
        </p:nvSpPr>
        <p:spPr bwMode="auto">
          <a:xfrm>
            <a:off x="10895888" y="3362258"/>
            <a:ext cx="49530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</a:t>
            </a:r>
            <a:endParaRPr kumimoji="1" lang="zh-CN" altLang="en-US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Rectangle 71"/>
          <p:cNvSpPr>
            <a:spLocks noChangeArrowheads="1"/>
          </p:cNvSpPr>
          <p:nvPr/>
        </p:nvSpPr>
        <p:spPr bwMode="auto">
          <a:xfrm>
            <a:off x="10079913" y="2695508"/>
            <a:ext cx="49530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endParaRPr kumimoji="1" lang="zh-CN" altLang="en-US" sz="240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Rectangle 72"/>
          <p:cNvSpPr>
            <a:spLocks noChangeArrowheads="1"/>
          </p:cNvSpPr>
          <p:nvPr/>
        </p:nvSpPr>
        <p:spPr bwMode="auto">
          <a:xfrm>
            <a:off x="3258721" y="5508434"/>
            <a:ext cx="327846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靠近主视图一侧为后方</a:t>
            </a:r>
            <a:endParaRPr kumimoji="1" lang="zh-CN" altLang="en-US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Rectangle 73"/>
          <p:cNvSpPr>
            <a:spLocks noChangeArrowheads="1"/>
          </p:cNvSpPr>
          <p:nvPr/>
        </p:nvSpPr>
        <p:spPr bwMode="auto">
          <a:xfrm>
            <a:off x="3272147" y="4987817"/>
            <a:ext cx="265970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符合“三等”关系</a:t>
            </a:r>
            <a:endParaRPr kumimoji="1" lang="zh-CN" altLang="en-US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Text Box 74"/>
          <p:cNvSpPr txBox="1">
            <a:spLocks noChangeArrowheads="1"/>
          </p:cNvSpPr>
          <p:nvPr/>
        </p:nvSpPr>
        <p:spPr bwMode="auto">
          <a:xfrm>
            <a:off x="6956508" y="5172008"/>
            <a:ext cx="495300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endParaRPr kumimoji="1" lang="zh-CN" altLang="en-US" sz="2400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 Box 75"/>
          <p:cNvSpPr txBox="1">
            <a:spLocks noChangeArrowheads="1"/>
          </p:cNvSpPr>
          <p:nvPr/>
        </p:nvSpPr>
        <p:spPr bwMode="auto">
          <a:xfrm>
            <a:off x="8957551" y="3370195"/>
            <a:ext cx="495300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endParaRPr kumimoji="1" lang="zh-CN" altLang="en-US" sz="24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Text Box 76"/>
          <p:cNvSpPr txBox="1">
            <a:spLocks noChangeArrowheads="1"/>
          </p:cNvSpPr>
          <p:nvPr/>
        </p:nvSpPr>
        <p:spPr bwMode="auto">
          <a:xfrm>
            <a:off x="4725276" y="3371783"/>
            <a:ext cx="49530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endParaRPr kumimoji="1" lang="zh-CN" altLang="en-US" sz="24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Text Box 77"/>
          <p:cNvSpPr txBox="1">
            <a:spLocks noChangeArrowheads="1"/>
          </p:cNvSpPr>
          <p:nvPr/>
        </p:nvSpPr>
        <p:spPr bwMode="auto">
          <a:xfrm>
            <a:off x="6911263" y="1565208"/>
            <a:ext cx="49530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endParaRPr kumimoji="1" lang="zh-CN" altLang="en-US" sz="24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Text Box 78"/>
          <p:cNvSpPr txBox="1">
            <a:spLocks noChangeArrowheads="1"/>
          </p:cNvSpPr>
          <p:nvPr/>
        </p:nvSpPr>
        <p:spPr bwMode="auto">
          <a:xfrm>
            <a:off x="8670803" y="5436377"/>
            <a:ext cx="1620957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等长关系</a:t>
            </a:r>
            <a:endParaRPr kumimoji="1" lang="zh-CN" altLang="en-US" sz="28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Text Box 79"/>
          <p:cNvSpPr txBox="1">
            <a:spLocks noChangeArrowheads="1"/>
          </p:cNvSpPr>
          <p:nvPr/>
        </p:nvSpPr>
        <p:spPr bwMode="auto">
          <a:xfrm>
            <a:off x="8661278" y="5441140"/>
            <a:ext cx="1620957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等宽关系</a:t>
            </a:r>
            <a:endParaRPr kumimoji="1" lang="zh-CN" altLang="en-US" sz="28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Text Box 80"/>
          <p:cNvSpPr txBox="1">
            <a:spLocks noChangeArrowheads="1"/>
          </p:cNvSpPr>
          <p:nvPr/>
        </p:nvSpPr>
        <p:spPr bwMode="auto">
          <a:xfrm>
            <a:off x="8680328" y="5450665"/>
            <a:ext cx="1620957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等高关系</a:t>
            </a:r>
            <a:endParaRPr kumimoji="1"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Freeform 81"/>
          <p:cNvSpPr/>
          <p:nvPr/>
        </p:nvSpPr>
        <p:spPr bwMode="auto">
          <a:xfrm>
            <a:off x="5301538" y="3174933"/>
            <a:ext cx="660400" cy="854075"/>
          </a:xfrm>
          <a:custGeom>
            <a:avLst/>
            <a:gdLst>
              <a:gd name="T0" fmla="*/ 2147483647 w 416"/>
              <a:gd name="T1" fmla="*/ 0 h 538"/>
              <a:gd name="T2" fmla="*/ 2147483647 w 416"/>
              <a:gd name="T3" fmla="*/ 2147483647 h 538"/>
              <a:gd name="T4" fmla="*/ 0 w 416"/>
              <a:gd name="T5" fmla="*/ 2147483647 h 538"/>
              <a:gd name="T6" fmla="*/ 0 w 416"/>
              <a:gd name="T7" fmla="*/ 2147483647 h 538"/>
              <a:gd name="T8" fmla="*/ 2147483647 w 416"/>
              <a:gd name="T9" fmla="*/ 2147483647 h 538"/>
              <a:gd name="T10" fmla="*/ 2147483647 w 416"/>
              <a:gd name="T11" fmla="*/ 0 h 538"/>
              <a:gd name="T12" fmla="*/ 2147483647 w 416"/>
              <a:gd name="T13" fmla="*/ 0 h 53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16"/>
              <a:gd name="T22" fmla="*/ 0 h 538"/>
              <a:gd name="T23" fmla="*/ 416 w 416"/>
              <a:gd name="T24" fmla="*/ 538 h 53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16" h="538">
                <a:moveTo>
                  <a:pt x="416" y="0"/>
                </a:moveTo>
                <a:lnTo>
                  <a:pt x="416" y="538"/>
                </a:lnTo>
                <a:lnTo>
                  <a:pt x="0" y="538"/>
                </a:lnTo>
                <a:lnTo>
                  <a:pt x="0" y="326"/>
                </a:lnTo>
                <a:lnTo>
                  <a:pt x="224" y="326"/>
                </a:lnTo>
                <a:lnTo>
                  <a:pt x="224" y="0"/>
                </a:lnTo>
                <a:lnTo>
                  <a:pt x="416" y="0"/>
                </a:lnTo>
                <a:close/>
              </a:path>
            </a:pathLst>
          </a:custGeom>
          <a:solidFill>
            <a:srgbClr val="FFCCFF">
              <a:alpha val="50195"/>
            </a:srgbClr>
          </a:solidFill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Freeform 82"/>
          <p:cNvSpPr/>
          <p:nvPr/>
        </p:nvSpPr>
        <p:spPr bwMode="auto">
          <a:xfrm>
            <a:off x="6601701" y="3181283"/>
            <a:ext cx="1096962" cy="854075"/>
          </a:xfrm>
          <a:custGeom>
            <a:avLst/>
            <a:gdLst>
              <a:gd name="T0" fmla="*/ 2147483647 w 691"/>
              <a:gd name="T1" fmla="*/ 2147483647 h 538"/>
              <a:gd name="T2" fmla="*/ 2147483647 w 691"/>
              <a:gd name="T3" fmla="*/ 0 h 538"/>
              <a:gd name="T4" fmla="*/ 2147483647 w 691"/>
              <a:gd name="T5" fmla="*/ 0 h 538"/>
              <a:gd name="T6" fmla="*/ 2147483647 w 691"/>
              <a:gd name="T7" fmla="*/ 2147483647 h 538"/>
              <a:gd name="T8" fmla="*/ 2147483647 w 691"/>
              <a:gd name="T9" fmla="*/ 2147483647 h 538"/>
              <a:gd name="T10" fmla="*/ 2147483647 w 691"/>
              <a:gd name="T11" fmla="*/ 0 h 538"/>
              <a:gd name="T12" fmla="*/ 2147483647 w 691"/>
              <a:gd name="T13" fmla="*/ 0 h 538"/>
              <a:gd name="T14" fmla="*/ 2147483647 w 691"/>
              <a:gd name="T15" fmla="*/ 2147483647 h 538"/>
              <a:gd name="T16" fmla="*/ 0 w 691"/>
              <a:gd name="T17" fmla="*/ 2147483647 h 538"/>
              <a:gd name="T18" fmla="*/ 0 w 691"/>
              <a:gd name="T19" fmla="*/ 2147483647 h 538"/>
              <a:gd name="T20" fmla="*/ 2147483647 w 691"/>
              <a:gd name="T21" fmla="*/ 2147483647 h 53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691"/>
              <a:gd name="T34" fmla="*/ 0 h 538"/>
              <a:gd name="T35" fmla="*/ 691 w 691"/>
              <a:gd name="T36" fmla="*/ 538 h 538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691" h="538">
                <a:moveTo>
                  <a:pt x="691" y="538"/>
                </a:moveTo>
                <a:lnTo>
                  <a:pt x="691" y="0"/>
                </a:lnTo>
                <a:lnTo>
                  <a:pt x="551" y="0"/>
                </a:lnTo>
                <a:lnTo>
                  <a:pt x="551" y="173"/>
                </a:lnTo>
                <a:lnTo>
                  <a:pt x="416" y="173"/>
                </a:lnTo>
                <a:lnTo>
                  <a:pt x="416" y="0"/>
                </a:lnTo>
                <a:lnTo>
                  <a:pt x="282" y="0"/>
                </a:lnTo>
                <a:lnTo>
                  <a:pt x="282" y="339"/>
                </a:lnTo>
                <a:lnTo>
                  <a:pt x="0" y="339"/>
                </a:lnTo>
                <a:lnTo>
                  <a:pt x="0" y="538"/>
                </a:lnTo>
                <a:lnTo>
                  <a:pt x="691" y="538"/>
                </a:lnTo>
                <a:close/>
              </a:path>
            </a:pathLst>
          </a:custGeom>
          <a:solidFill>
            <a:srgbClr val="FFCCFF">
              <a:alpha val="50195"/>
            </a:srgbClr>
          </a:solidFill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Freeform 83"/>
          <p:cNvSpPr/>
          <p:nvPr/>
        </p:nvSpPr>
        <p:spPr bwMode="auto">
          <a:xfrm>
            <a:off x="8352713" y="3187633"/>
            <a:ext cx="641350" cy="863600"/>
          </a:xfrm>
          <a:custGeom>
            <a:avLst/>
            <a:gdLst>
              <a:gd name="T0" fmla="*/ 0 w 404"/>
              <a:gd name="T1" fmla="*/ 0 h 544"/>
              <a:gd name="T2" fmla="*/ 2147483647 w 404"/>
              <a:gd name="T3" fmla="*/ 0 h 544"/>
              <a:gd name="T4" fmla="*/ 2147483647 w 404"/>
              <a:gd name="T5" fmla="*/ 2147483647 h 544"/>
              <a:gd name="T6" fmla="*/ 2147483647 w 404"/>
              <a:gd name="T7" fmla="*/ 2147483647 h 544"/>
              <a:gd name="T8" fmla="*/ 2147483647 w 404"/>
              <a:gd name="T9" fmla="*/ 2147483647 h 544"/>
              <a:gd name="T10" fmla="*/ 0 w 404"/>
              <a:gd name="T11" fmla="*/ 2147483647 h 544"/>
              <a:gd name="T12" fmla="*/ 0 w 404"/>
              <a:gd name="T13" fmla="*/ 0 h 54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04"/>
              <a:gd name="T22" fmla="*/ 0 h 544"/>
              <a:gd name="T23" fmla="*/ 404 w 404"/>
              <a:gd name="T24" fmla="*/ 544 h 54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04" h="544">
                <a:moveTo>
                  <a:pt x="0" y="0"/>
                </a:moveTo>
                <a:lnTo>
                  <a:pt x="186" y="0"/>
                </a:lnTo>
                <a:lnTo>
                  <a:pt x="186" y="320"/>
                </a:lnTo>
                <a:lnTo>
                  <a:pt x="404" y="320"/>
                </a:lnTo>
                <a:lnTo>
                  <a:pt x="404" y="544"/>
                </a:lnTo>
                <a:lnTo>
                  <a:pt x="0" y="544"/>
                </a:lnTo>
                <a:lnTo>
                  <a:pt x="0" y="0"/>
                </a:lnTo>
                <a:close/>
              </a:path>
            </a:pathLst>
          </a:custGeom>
          <a:solidFill>
            <a:srgbClr val="FFCCFF">
              <a:alpha val="50195"/>
            </a:srgbClr>
          </a:solidFill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Freeform 84"/>
          <p:cNvSpPr/>
          <p:nvPr/>
        </p:nvSpPr>
        <p:spPr bwMode="auto">
          <a:xfrm>
            <a:off x="9844963" y="3162233"/>
            <a:ext cx="1076325" cy="873125"/>
          </a:xfrm>
          <a:custGeom>
            <a:avLst/>
            <a:gdLst>
              <a:gd name="T0" fmla="*/ 0 w 678"/>
              <a:gd name="T1" fmla="*/ 0 h 550"/>
              <a:gd name="T2" fmla="*/ 0 w 678"/>
              <a:gd name="T3" fmla="*/ 2147483647 h 550"/>
              <a:gd name="T4" fmla="*/ 2147483647 w 678"/>
              <a:gd name="T5" fmla="*/ 2147483647 h 550"/>
              <a:gd name="T6" fmla="*/ 2147483647 w 678"/>
              <a:gd name="T7" fmla="*/ 2147483647 h 550"/>
              <a:gd name="T8" fmla="*/ 2147483647 w 678"/>
              <a:gd name="T9" fmla="*/ 2147483647 h 550"/>
              <a:gd name="T10" fmla="*/ 2147483647 w 678"/>
              <a:gd name="T11" fmla="*/ 2147483647 h 550"/>
              <a:gd name="T12" fmla="*/ 2147483647 w 678"/>
              <a:gd name="T13" fmla="*/ 2147483647 h 550"/>
              <a:gd name="T14" fmla="*/ 2147483647 w 678"/>
              <a:gd name="T15" fmla="*/ 2147483647 h 550"/>
              <a:gd name="T16" fmla="*/ 2147483647 w 678"/>
              <a:gd name="T17" fmla="*/ 2147483647 h 550"/>
              <a:gd name="T18" fmla="*/ 2147483647 w 678"/>
              <a:gd name="T19" fmla="*/ 0 h 550"/>
              <a:gd name="T20" fmla="*/ 0 w 678"/>
              <a:gd name="T21" fmla="*/ 0 h 55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678"/>
              <a:gd name="T34" fmla="*/ 0 h 550"/>
              <a:gd name="T35" fmla="*/ 678 w 678"/>
              <a:gd name="T36" fmla="*/ 550 h 55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678" h="550">
                <a:moveTo>
                  <a:pt x="0" y="0"/>
                </a:moveTo>
                <a:lnTo>
                  <a:pt x="0" y="550"/>
                </a:lnTo>
                <a:lnTo>
                  <a:pt x="678" y="550"/>
                </a:lnTo>
                <a:lnTo>
                  <a:pt x="678" y="345"/>
                </a:lnTo>
                <a:lnTo>
                  <a:pt x="409" y="345"/>
                </a:lnTo>
                <a:lnTo>
                  <a:pt x="409" y="6"/>
                </a:lnTo>
                <a:lnTo>
                  <a:pt x="268" y="6"/>
                </a:lnTo>
                <a:lnTo>
                  <a:pt x="268" y="185"/>
                </a:lnTo>
                <a:lnTo>
                  <a:pt x="128" y="185"/>
                </a:lnTo>
                <a:lnTo>
                  <a:pt x="12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CCFF">
              <a:alpha val="50195"/>
            </a:srgbClr>
          </a:solidFill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Text Box 85"/>
          <p:cNvSpPr txBox="1">
            <a:spLocks noChangeArrowheads="1"/>
          </p:cNvSpPr>
          <p:nvPr/>
        </p:nvSpPr>
        <p:spPr bwMode="auto">
          <a:xfrm>
            <a:off x="6292138" y="3035233"/>
            <a:ext cx="711200" cy="4159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noFill/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主视</a:t>
            </a:r>
            <a:endParaRPr lang="zh-CN" altLang="en-US" sz="2000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 Box 86"/>
          <p:cNvSpPr txBox="1">
            <a:spLocks noChangeArrowheads="1"/>
          </p:cNvSpPr>
          <p:nvPr/>
        </p:nvSpPr>
        <p:spPr bwMode="auto">
          <a:xfrm>
            <a:off x="7849476" y="4637020"/>
            <a:ext cx="711200" cy="4159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noFill/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000" ker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俯视</a:t>
            </a:r>
            <a:endParaRPr lang="zh-CN" altLang="en-US" sz="2000" ker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Text Box 87"/>
          <p:cNvSpPr txBox="1">
            <a:spLocks noChangeArrowheads="1"/>
          </p:cNvSpPr>
          <p:nvPr/>
        </p:nvSpPr>
        <p:spPr bwMode="auto">
          <a:xfrm>
            <a:off x="8763876" y="3044758"/>
            <a:ext cx="711200" cy="4159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noFill/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000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左视</a:t>
            </a:r>
            <a:endParaRPr lang="zh-CN" altLang="en-US" sz="2000" kern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498803" y="210947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基本视图的配置关系</a:t>
            </a:r>
            <a:endParaRPr lang="zh-CN" altLang="en-US" sz="2800" dirty="0">
              <a:solidFill>
                <a:srgbClr val="7E529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250"/>
                            </p:stCondLst>
                            <p:childTnLst>
                              <p:par>
                                <p:cTn id="17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000"/>
                            </p:stCondLst>
                            <p:childTnLst>
                              <p:par>
                                <p:cTn id="1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500"/>
                            </p:stCondLst>
                            <p:childTnLst>
                              <p:par>
                                <p:cTn id="1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500"/>
                            </p:stCondLst>
                            <p:childTnLst>
                              <p:par>
                                <p:cTn id="20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500"/>
                            </p:stCondLst>
                            <p:childTnLst>
                              <p:par>
                                <p:cTn id="20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/>
      <p:bldP spid="18" grpId="0"/>
      <p:bldP spid="19" grpId="0"/>
      <p:bldP spid="20" grpId="0" autoUpdateAnimBg="0"/>
      <p:bldP spid="64" grpId="0" autoUpdateAnimBg="0"/>
      <p:bldP spid="65" grpId="0" autoUpdateAnimBg="0"/>
      <p:bldP spid="66" grpId="0" autoUpdateAnimBg="0"/>
      <p:bldP spid="67" grpId="0" autoUpdateAnimBg="0"/>
      <p:bldP spid="68" grpId="0" animBg="1" autoUpdateAnimBg="0"/>
      <p:bldP spid="68" grpId="1" animBg="1"/>
      <p:bldP spid="69" grpId="0" animBg="1" autoUpdateAnimBg="0"/>
      <p:bldP spid="69" grpId="1" animBg="1"/>
      <p:bldP spid="70" grpId="0" animBg="1" autoUpdateAnimBg="0"/>
      <p:bldP spid="70" grpId="1" animBg="1"/>
      <p:bldP spid="71" grpId="0" autoUpdateAnimBg="0"/>
      <p:bldP spid="72" grpId="0" autoUpdateAnimBg="0"/>
      <p:bldP spid="73" grpId="0" autoUpdateAnimBg="0"/>
      <p:bldP spid="74" grpId="0" autoUpdateAnimBg="0"/>
      <p:bldP spid="75" grpId="0"/>
      <p:bldP spid="76" grpId="0"/>
      <p:bldP spid="77" grpId="0" autoUpdateAnimBg="0"/>
      <p:bldP spid="78" grpId="0" autoUpdateAnimBg="0"/>
      <p:bldP spid="79" grpId="0" autoUpdateAnimBg="0"/>
      <p:bldP spid="80" grpId="0" autoUpdateAnimBg="0"/>
      <p:bldP spid="81" grpId="0" autoUpdateAnimBg="0"/>
      <p:bldP spid="81" grpId="1"/>
      <p:bldP spid="82" grpId="0" autoUpdateAnimBg="0"/>
      <p:bldP spid="82" grpId="1"/>
      <p:bldP spid="83" grpId="0" autoUpdateAnimBg="0"/>
      <p:bldP spid="83" grpId="1"/>
      <p:bldP spid="88" grpId="0" animBg="1" autoUpdateAnimBg="0"/>
      <p:bldP spid="88" grpId="1" animBg="1"/>
      <p:bldP spid="89" grpId="0" animBg="1" autoUpdateAnimBg="0"/>
      <p:bldP spid="89" grpId="1" animBg="1"/>
      <p:bldP spid="90" grpId="0" animBg="1" autoUpdateAnimBg="0"/>
      <p:bldP spid="90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1947969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18694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向视图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Text Box 54"/>
          <p:cNvSpPr txBox="1">
            <a:spLocks noChangeArrowheads="1"/>
          </p:cNvSpPr>
          <p:nvPr/>
        </p:nvSpPr>
        <p:spPr bwMode="auto">
          <a:xfrm>
            <a:off x="635549" y="4829492"/>
            <a:ext cx="5149167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投射方向</a:t>
            </a: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：“    ”及相同字母</a:t>
            </a: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“</a:t>
            </a:r>
            <a:r>
              <a:rPr kumimoji="1"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X” </a:t>
            </a:r>
            <a:endParaRPr kumimoji="1" lang="en-US" altLang="zh-CN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arlett" pitchFamily="2" charset="2"/>
            </a:endParaRPr>
          </a:p>
        </p:txBody>
      </p:sp>
      <p:grpSp>
        <p:nvGrpSpPr>
          <p:cNvPr id="60" name="Group 4"/>
          <p:cNvGrpSpPr/>
          <p:nvPr/>
        </p:nvGrpSpPr>
        <p:grpSpPr bwMode="auto">
          <a:xfrm>
            <a:off x="5591697" y="1858177"/>
            <a:ext cx="1312862" cy="1731963"/>
            <a:chOff x="991" y="845"/>
            <a:chExt cx="827" cy="1091"/>
          </a:xfrm>
        </p:grpSpPr>
        <p:sp>
          <p:nvSpPr>
            <p:cNvPr id="61" name="Line 5"/>
            <p:cNvSpPr>
              <a:spLocks noChangeShapeType="1"/>
            </p:cNvSpPr>
            <p:nvPr/>
          </p:nvSpPr>
          <p:spPr bwMode="auto">
            <a:xfrm>
              <a:off x="1000" y="845"/>
              <a:ext cx="0" cy="108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2" name="Line 6"/>
            <p:cNvSpPr>
              <a:spLocks noChangeShapeType="1"/>
            </p:cNvSpPr>
            <p:nvPr/>
          </p:nvSpPr>
          <p:spPr bwMode="auto">
            <a:xfrm flipV="1">
              <a:off x="1818" y="1718"/>
              <a:ext cx="0" cy="21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3" name="Line 7"/>
            <p:cNvSpPr>
              <a:spLocks noChangeShapeType="1"/>
            </p:cNvSpPr>
            <p:nvPr/>
          </p:nvSpPr>
          <p:spPr bwMode="auto">
            <a:xfrm flipH="1">
              <a:off x="1618" y="1718"/>
              <a:ext cx="20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4" name="Line 8"/>
            <p:cNvSpPr>
              <a:spLocks noChangeShapeType="1"/>
            </p:cNvSpPr>
            <p:nvPr/>
          </p:nvSpPr>
          <p:spPr bwMode="auto">
            <a:xfrm flipV="1">
              <a:off x="1618" y="854"/>
              <a:ext cx="0" cy="87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5" name="Line 9"/>
            <p:cNvSpPr>
              <a:spLocks noChangeShapeType="1"/>
            </p:cNvSpPr>
            <p:nvPr/>
          </p:nvSpPr>
          <p:spPr bwMode="auto">
            <a:xfrm flipH="1">
              <a:off x="991" y="854"/>
              <a:ext cx="63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6" name="Line 10"/>
            <p:cNvSpPr>
              <a:spLocks noChangeShapeType="1"/>
            </p:cNvSpPr>
            <p:nvPr/>
          </p:nvSpPr>
          <p:spPr bwMode="auto">
            <a:xfrm>
              <a:off x="1000" y="1054"/>
              <a:ext cx="61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7" name="Line 11"/>
            <p:cNvSpPr>
              <a:spLocks noChangeShapeType="1"/>
            </p:cNvSpPr>
            <p:nvPr/>
          </p:nvSpPr>
          <p:spPr bwMode="auto">
            <a:xfrm>
              <a:off x="991" y="1918"/>
              <a:ext cx="82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68" name="Line 12"/>
          <p:cNvSpPr>
            <a:spLocks noChangeShapeType="1"/>
          </p:cNvSpPr>
          <p:nvPr/>
        </p:nvSpPr>
        <p:spPr bwMode="auto">
          <a:xfrm>
            <a:off x="6167959" y="1385102"/>
            <a:ext cx="0" cy="406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sm" len="lg"/>
          </a:ln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ln>
                <a:solidFill>
                  <a:srgbClr val="FF0000"/>
                </a:solidFill>
              </a:ln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69" name="Text Box 13"/>
          <p:cNvSpPr txBox="1">
            <a:spLocks noChangeArrowheads="1"/>
          </p:cNvSpPr>
          <p:nvPr/>
        </p:nvSpPr>
        <p:spPr bwMode="auto">
          <a:xfrm>
            <a:off x="5781856" y="1256515"/>
            <a:ext cx="365806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B</a:t>
            </a:r>
            <a:endParaRPr kumimoji="1" lang="en-US" altLang="zh-CN" sz="2800" b="1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70" name="Group 14"/>
          <p:cNvGrpSpPr/>
          <p:nvPr/>
        </p:nvGrpSpPr>
        <p:grpSpPr bwMode="auto">
          <a:xfrm>
            <a:off x="5605984" y="3933040"/>
            <a:ext cx="1295400" cy="838200"/>
            <a:chOff x="1000" y="1960"/>
            <a:chExt cx="816" cy="528"/>
          </a:xfrm>
          <a:noFill/>
        </p:grpSpPr>
        <p:sp>
          <p:nvSpPr>
            <p:cNvPr id="71" name="Rectangle 15"/>
            <p:cNvSpPr>
              <a:spLocks noChangeArrowheads="1"/>
            </p:cNvSpPr>
            <p:nvPr/>
          </p:nvSpPr>
          <p:spPr bwMode="auto">
            <a:xfrm>
              <a:off x="1000" y="1960"/>
              <a:ext cx="816" cy="528"/>
            </a:xfrm>
            <a:prstGeom prst="rect">
              <a:avLst/>
            </a:prstGeom>
            <a:grpFill/>
            <a:ln w="38100">
              <a:solidFill>
                <a:srgbClr val="000000"/>
              </a:solidFill>
              <a:miter lim="800000"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2" name="Line 16"/>
            <p:cNvSpPr>
              <a:spLocks noChangeShapeType="1"/>
            </p:cNvSpPr>
            <p:nvPr/>
          </p:nvSpPr>
          <p:spPr bwMode="auto">
            <a:xfrm>
              <a:off x="1616" y="1960"/>
              <a:ext cx="0" cy="528"/>
            </a:xfrm>
            <a:prstGeom prst="line">
              <a:avLst/>
            </a:prstGeom>
            <a:grp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3" name="Line 17"/>
            <p:cNvSpPr>
              <a:spLocks noChangeShapeType="1"/>
            </p:cNvSpPr>
            <p:nvPr/>
          </p:nvSpPr>
          <p:spPr bwMode="auto">
            <a:xfrm>
              <a:off x="1000" y="2312"/>
              <a:ext cx="616" cy="0"/>
            </a:xfrm>
            <a:prstGeom prst="line">
              <a:avLst/>
            </a:prstGeom>
            <a:grp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74" name="Group 18"/>
          <p:cNvGrpSpPr/>
          <p:nvPr/>
        </p:nvGrpSpPr>
        <p:grpSpPr bwMode="auto">
          <a:xfrm>
            <a:off x="8022159" y="2486827"/>
            <a:ext cx="1295400" cy="838200"/>
            <a:chOff x="1000" y="1960"/>
            <a:chExt cx="816" cy="528"/>
          </a:xfrm>
          <a:noFill/>
        </p:grpSpPr>
        <p:sp>
          <p:nvSpPr>
            <p:cNvPr id="75" name="Rectangle 19"/>
            <p:cNvSpPr>
              <a:spLocks noChangeArrowheads="1"/>
            </p:cNvSpPr>
            <p:nvPr/>
          </p:nvSpPr>
          <p:spPr bwMode="auto">
            <a:xfrm>
              <a:off x="1000" y="1960"/>
              <a:ext cx="816" cy="528"/>
            </a:xfrm>
            <a:prstGeom prst="rect">
              <a:avLst/>
            </a:prstGeom>
            <a:grpFill/>
            <a:ln w="38100">
              <a:solidFill>
                <a:srgbClr val="000000"/>
              </a:solidFill>
              <a:miter lim="800000"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" name="Line 20"/>
            <p:cNvSpPr>
              <a:spLocks noChangeShapeType="1"/>
            </p:cNvSpPr>
            <p:nvPr/>
          </p:nvSpPr>
          <p:spPr bwMode="auto">
            <a:xfrm>
              <a:off x="1616" y="1960"/>
              <a:ext cx="0" cy="528"/>
            </a:xfrm>
            <a:prstGeom prst="line">
              <a:avLst/>
            </a:prstGeom>
            <a:grp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7" name="Line 21"/>
            <p:cNvSpPr>
              <a:spLocks noChangeShapeType="1"/>
            </p:cNvSpPr>
            <p:nvPr/>
          </p:nvSpPr>
          <p:spPr bwMode="auto">
            <a:xfrm>
              <a:off x="1000" y="2312"/>
              <a:ext cx="616" cy="0"/>
            </a:xfrm>
            <a:prstGeom prst="line">
              <a:avLst/>
            </a:prstGeom>
            <a:grp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78" name="Text Box 22"/>
          <p:cNvSpPr txBox="1">
            <a:spLocks noChangeArrowheads="1"/>
          </p:cNvSpPr>
          <p:nvPr/>
        </p:nvSpPr>
        <p:spPr bwMode="auto">
          <a:xfrm>
            <a:off x="8461556" y="2010577"/>
            <a:ext cx="365806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2" charset="-122"/>
              </a:rPr>
              <a:t>B</a:t>
            </a:r>
            <a:endParaRPr kumimoji="1" lang="en-US" altLang="zh-CN" sz="2800" b="1">
              <a:solidFill>
                <a:srgbClr val="FF0000"/>
              </a:solidFill>
              <a:latin typeface="黑体" panose="02010609060101010101" pitchFamily="2" charset="-122"/>
            </a:endParaRPr>
          </a:p>
        </p:txBody>
      </p:sp>
      <p:sp>
        <p:nvSpPr>
          <p:cNvPr id="79" name="Line 23"/>
          <p:cNvSpPr>
            <a:spLocks noChangeShapeType="1"/>
          </p:cNvSpPr>
          <p:nvPr/>
        </p:nvSpPr>
        <p:spPr bwMode="auto">
          <a:xfrm flipH="1">
            <a:off x="6875984" y="2840840"/>
            <a:ext cx="406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sm" len="lg"/>
          </a:ln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ln>
                <a:solidFill>
                  <a:srgbClr val="FF0000"/>
                </a:solidFill>
              </a:ln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80" name="Text Box 24"/>
          <p:cNvSpPr txBox="1">
            <a:spLocks noChangeArrowheads="1"/>
          </p:cNvSpPr>
          <p:nvPr/>
        </p:nvSpPr>
        <p:spPr bwMode="auto">
          <a:xfrm>
            <a:off x="6974069" y="2310615"/>
            <a:ext cx="365806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0000"/>
                </a:solidFill>
                <a:latin typeface="黑体" panose="02010609060101010101" pitchFamily="2" charset="-122"/>
              </a:rPr>
              <a:t>D</a:t>
            </a:r>
            <a:endParaRPr kumimoji="1" lang="en-US" altLang="zh-CN" sz="2800" b="1" dirty="0">
              <a:solidFill>
                <a:srgbClr val="FF0000"/>
              </a:solidFill>
              <a:latin typeface="黑体" panose="02010609060101010101" pitchFamily="2" charset="-122"/>
            </a:endParaRPr>
          </a:p>
        </p:txBody>
      </p:sp>
      <p:sp>
        <p:nvSpPr>
          <p:cNvPr id="81" name="Line 25"/>
          <p:cNvSpPr>
            <a:spLocks noChangeShapeType="1"/>
          </p:cNvSpPr>
          <p:nvPr/>
        </p:nvSpPr>
        <p:spPr bwMode="auto">
          <a:xfrm>
            <a:off x="4970984" y="2840840"/>
            <a:ext cx="4191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sm" len="lg"/>
          </a:ln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ln>
                <a:solidFill>
                  <a:srgbClr val="FF0000"/>
                </a:solidFill>
              </a:ln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82" name="Text Box 26"/>
          <p:cNvSpPr txBox="1">
            <a:spLocks noChangeArrowheads="1"/>
          </p:cNvSpPr>
          <p:nvPr/>
        </p:nvSpPr>
        <p:spPr bwMode="auto">
          <a:xfrm>
            <a:off x="5016681" y="2288390"/>
            <a:ext cx="365806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0000"/>
                </a:solidFill>
                <a:latin typeface="黑体" panose="02010609060101010101" pitchFamily="2" charset="-122"/>
              </a:rPr>
              <a:t>C</a:t>
            </a:r>
            <a:endParaRPr kumimoji="1" lang="en-US" altLang="zh-CN" sz="2800" b="1" dirty="0">
              <a:solidFill>
                <a:srgbClr val="FF0000"/>
              </a:solidFill>
              <a:latin typeface="黑体" panose="02010609060101010101" pitchFamily="2" charset="-122"/>
            </a:endParaRPr>
          </a:p>
        </p:txBody>
      </p:sp>
      <p:grpSp>
        <p:nvGrpSpPr>
          <p:cNvPr id="83" name="Group 27"/>
          <p:cNvGrpSpPr/>
          <p:nvPr/>
        </p:nvGrpSpPr>
        <p:grpSpPr bwMode="auto">
          <a:xfrm>
            <a:off x="7490347" y="3906052"/>
            <a:ext cx="838200" cy="1689100"/>
            <a:chOff x="1872" y="888"/>
            <a:chExt cx="528" cy="1064"/>
          </a:xfrm>
          <a:noFill/>
        </p:grpSpPr>
        <p:sp>
          <p:nvSpPr>
            <p:cNvPr id="84" name="Freeform 28"/>
            <p:cNvSpPr/>
            <p:nvPr/>
          </p:nvSpPr>
          <p:spPr bwMode="auto">
            <a:xfrm>
              <a:off x="1872" y="888"/>
              <a:ext cx="528" cy="1064"/>
            </a:xfrm>
            <a:custGeom>
              <a:avLst/>
              <a:gdLst>
                <a:gd name="T0" fmla="*/ 0 w 528"/>
                <a:gd name="T1" fmla="*/ 1064 h 1064"/>
                <a:gd name="T2" fmla="*/ 0 w 528"/>
                <a:gd name="T3" fmla="*/ 0 h 1064"/>
                <a:gd name="T4" fmla="*/ 344 w 528"/>
                <a:gd name="T5" fmla="*/ 0 h 1064"/>
                <a:gd name="T6" fmla="*/ 528 w 528"/>
                <a:gd name="T7" fmla="*/ 184 h 1064"/>
                <a:gd name="T8" fmla="*/ 528 w 528"/>
                <a:gd name="T9" fmla="*/ 1064 h 1064"/>
                <a:gd name="T10" fmla="*/ 0 w 528"/>
                <a:gd name="T11" fmla="*/ 1064 h 10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8"/>
                <a:gd name="T19" fmla="*/ 0 h 1064"/>
                <a:gd name="T20" fmla="*/ 528 w 528"/>
                <a:gd name="T21" fmla="*/ 1064 h 106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8" h="1064">
                  <a:moveTo>
                    <a:pt x="0" y="1064"/>
                  </a:moveTo>
                  <a:lnTo>
                    <a:pt x="0" y="0"/>
                  </a:lnTo>
                  <a:lnTo>
                    <a:pt x="344" y="0"/>
                  </a:lnTo>
                  <a:lnTo>
                    <a:pt x="528" y="184"/>
                  </a:lnTo>
                  <a:lnTo>
                    <a:pt x="528" y="1064"/>
                  </a:lnTo>
                  <a:lnTo>
                    <a:pt x="0" y="1064"/>
                  </a:lnTo>
                  <a:close/>
                </a:path>
              </a:pathLst>
            </a:custGeom>
            <a:grp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5" name="Line 29"/>
            <p:cNvSpPr>
              <a:spLocks noChangeShapeType="1"/>
            </p:cNvSpPr>
            <p:nvPr/>
          </p:nvSpPr>
          <p:spPr bwMode="auto">
            <a:xfrm>
              <a:off x="1872" y="1760"/>
              <a:ext cx="528" cy="0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86" name="Text Box 30"/>
          <p:cNvSpPr txBox="1">
            <a:spLocks noChangeArrowheads="1"/>
          </p:cNvSpPr>
          <p:nvPr/>
        </p:nvSpPr>
        <p:spPr bwMode="auto">
          <a:xfrm>
            <a:off x="7574144" y="3394877"/>
            <a:ext cx="365806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0000"/>
                </a:solidFill>
                <a:latin typeface="黑体" panose="02010609060101010101" pitchFamily="2" charset="-122"/>
              </a:rPr>
              <a:t>C</a:t>
            </a:r>
            <a:endParaRPr kumimoji="1" lang="en-US" altLang="zh-CN" sz="2800" b="1" dirty="0">
              <a:solidFill>
                <a:srgbClr val="FF0000"/>
              </a:solidFill>
              <a:latin typeface="黑体" panose="02010609060101010101" pitchFamily="2" charset="-122"/>
            </a:endParaRPr>
          </a:p>
        </p:txBody>
      </p:sp>
      <p:grpSp>
        <p:nvGrpSpPr>
          <p:cNvPr id="87" name="Group 31"/>
          <p:cNvGrpSpPr/>
          <p:nvPr/>
        </p:nvGrpSpPr>
        <p:grpSpPr bwMode="auto">
          <a:xfrm>
            <a:off x="9036572" y="3921927"/>
            <a:ext cx="838200" cy="1689100"/>
            <a:chOff x="3248" y="2112"/>
            <a:chExt cx="528" cy="1064"/>
          </a:xfrm>
          <a:noFill/>
        </p:grpSpPr>
        <p:sp>
          <p:nvSpPr>
            <p:cNvPr id="88" name="Freeform 32"/>
            <p:cNvSpPr/>
            <p:nvPr/>
          </p:nvSpPr>
          <p:spPr bwMode="auto">
            <a:xfrm flipH="1">
              <a:off x="3248" y="2112"/>
              <a:ext cx="528" cy="1064"/>
            </a:xfrm>
            <a:custGeom>
              <a:avLst/>
              <a:gdLst>
                <a:gd name="T0" fmla="*/ 0 w 528"/>
                <a:gd name="T1" fmla="*/ 1064 h 1064"/>
                <a:gd name="T2" fmla="*/ 0 w 528"/>
                <a:gd name="T3" fmla="*/ 0 h 1064"/>
                <a:gd name="T4" fmla="*/ 344 w 528"/>
                <a:gd name="T5" fmla="*/ 0 h 1064"/>
                <a:gd name="T6" fmla="*/ 528 w 528"/>
                <a:gd name="T7" fmla="*/ 184 h 1064"/>
                <a:gd name="T8" fmla="*/ 528 w 528"/>
                <a:gd name="T9" fmla="*/ 1064 h 1064"/>
                <a:gd name="T10" fmla="*/ 0 w 528"/>
                <a:gd name="T11" fmla="*/ 1064 h 10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8"/>
                <a:gd name="T19" fmla="*/ 0 h 1064"/>
                <a:gd name="T20" fmla="*/ 528 w 528"/>
                <a:gd name="T21" fmla="*/ 1064 h 106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8" h="1064">
                  <a:moveTo>
                    <a:pt x="0" y="1064"/>
                  </a:moveTo>
                  <a:lnTo>
                    <a:pt x="0" y="0"/>
                  </a:lnTo>
                  <a:lnTo>
                    <a:pt x="344" y="0"/>
                  </a:lnTo>
                  <a:lnTo>
                    <a:pt x="528" y="184"/>
                  </a:lnTo>
                  <a:lnTo>
                    <a:pt x="528" y="1064"/>
                  </a:lnTo>
                  <a:lnTo>
                    <a:pt x="0" y="1064"/>
                  </a:lnTo>
                  <a:close/>
                </a:path>
              </a:pathLst>
            </a:custGeom>
            <a:grp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9" name="Line 33"/>
            <p:cNvSpPr>
              <a:spLocks noChangeShapeType="1"/>
            </p:cNvSpPr>
            <p:nvPr/>
          </p:nvSpPr>
          <p:spPr bwMode="auto">
            <a:xfrm flipH="1">
              <a:off x="3248" y="2984"/>
              <a:ext cx="528" cy="0"/>
            </a:xfrm>
            <a:prstGeom prst="line">
              <a:avLst/>
            </a:prstGeom>
            <a:grp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90" name="Text Box 34"/>
          <p:cNvSpPr txBox="1">
            <a:spLocks noChangeArrowheads="1"/>
          </p:cNvSpPr>
          <p:nvPr/>
        </p:nvSpPr>
        <p:spPr bwMode="auto">
          <a:xfrm>
            <a:off x="9217206" y="3423452"/>
            <a:ext cx="365806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2" charset="-122"/>
              </a:rPr>
              <a:t>D</a:t>
            </a:r>
            <a:endParaRPr kumimoji="1" lang="en-US" altLang="zh-CN" sz="2800" b="1">
              <a:solidFill>
                <a:srgbClr val="FF0000"/>
              </a:solidFill>
              <a:latin typeface="黑体" panose="02010609060101010101" pitchFamily="2" charset="-122"/>
            </a:endParaRPr>
          </a:p>
        </p:txBody>
      </p:sp>
      <p:grpSp>
        <p:nvGrpSpPr>
          <p:cNvPr id="91" name="Group 35"/>
          <p:cNvGrpSpPr/>
          <p:nvPr/>
        </p:nvGrpSpPr>
        <p:grpSpPr bwMode="auto">
          <a:xfrm>
            <a:off x="10079559" y="2499527"/>
            <a:ext cx="1308100" cy="838200"/>
            <a:chOff x="3344" y="1720"/>
            <a:chExt cx="824" cy="528"/>
          </a:xfrm>
          <a:noFill/>
        </p:grpSpPr>
        <p:sp>
          <p:nvSpPr>
            <p:cNvPr id="92" name="Rectangle 36"/>
            <p:cNvSpPr>
              <a:spLocks noChangeArrowheads="1"/>
            </p:cNvSpPr>
            <p:nvPr/>
          </p:nvSpPr>
          <p:spPr bwMode="auto">
            <a:xfrm flipV="1">
              <a:off x="3352" y="1720"/>
              <a:ext cx="816" cy="528"/>
            </a:xfrm>
            <a:prstGeom prst="rect">
              <a:avLst/>
            </a:prstGeom>
            <a:grpFill/>
            <a:ln w="38100">
              <a:solidFill>
                <a:srgbClr val="000000"/>
              </a:solidFill>
              <a:miter lim="800000"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3" name="Line 37"/>
            <p:cNvSpPr>
              <a:spLocks noChangeShapeType="1"/>
            </p:cNvSpPr>
            <p:nvPr/>
          </p:nvSpPr>
          <p:spPr bwMode="auto">
            <a:xfrm flipV="1">
              <a:off x="3968" y="1720"/>
              <a:ext cx="0" cy="528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4" name="Line 38"/>
            <p:cNvSpPr>
              <a:spLocks noChangeShapeType="1"/>
            </p:cNvSpPr>
            <p:nvPr/>
          </p:nvSpPr>
          <p:spPr bwMode="auto">
            <a:xfrm flipV="1">
              <a:off x="3344" y="1896"/>
              <a:ext cx="632" cy="0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95" name="Text Box 39"/>
          <p:cNvSpPr txBox="1">
            <a:spLocks noChangeArrowheads="1"/>
          </p:cNvSpPr>
          <p:nvPr/>
        </p:nvSpPr>
        <p:spPr bwMode="auto">
          <a:xfrm>
            <a:off x="10544356" y="2010577"/>
            <a:ext cx="365806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2" charset="-122"/>
              </a:rPr>
              <a:t>E</a:t>
            </a:r>
            <a:endParaRPr kumimoji="1" lang="en-US" altLang="zh-CN" sz="2800" b="1">
              <a:solidFill>
                <a:srgbClr val="FF0000"/>
              </a:solidFill>
              <a:latin typeface="黑体" panose="02010609060101010101" pitchFamily="2" charset="-122"/>
            </a:endParaRPr>
          </a:p>
        </p:txBody>
      </p:sp>
      <p:sp>
        <p:nvSpPr>
          <p:cNvPr id="96" name="Line 40"/>
          <p:cNvSpPr>
            <a:spLocks noChangeShapeType="1"/>
          </p:cNvSpPr>
          <p:nvPr/>
        </p:nvSpPr>
        <p:spPr bwMode="auto">
          <a:xfrm flipH="1">
            <a:off x="10066859" y="4818865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sm" len="lg"/>
          </a:ln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ln>
                <a:solidFill>
                  <a:srgbClr val="FF0000"/>
                </a:solidFill>
              </a:ln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97" name="Text Box 41"/>
          <p:cNvSpPr txBox="1">
            <a:spLocks noChangeArrowheads="1"/>
          </p:cNvSpPr>
          <p:nvPr/>
        </p:nvSpPr>
        <p:spPr bwMode="auto">
          <a:xfrm>
            <a:off x="10131606" y="4196565"/>
            <a:ext cx="365806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2" charset="-122"/>
              </a:rPr>
              <a:t>F</a:t>
            </a:r>
            <a:endParaRPr kumimoji="1" lang="en-US" altLang="zh-CN" sz="2800" b="1">
              <a:solidFill>
                <a:srgbClr val="FF0000"/>
              </a:solidFill>
              <a:latin typeface="黑体" panose="02010609060101010101" pitchFamily="2" charset="-122"/>
            </a:endParaRPr>
          </a:p>
        </p:txBody>
      </p:sp>
      <p:sp>
        <p:nvSpPr>
          <p:cNvPr id="98" name="Text Box 42"/>
          <p:cNvSpPr txBox="1">
            <a:spLocks noChangeArrowheads="1"/>
          </p:cNvSpPr>
          <p:nvPr/>
        </p:nvSpPr>
        <p:spPr bwMode="auto">
          <a:xfrm>
            <a:off x="11226981" y="3401227"/>
            <a:ext cx="365806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2" charset="-122"/>
              </a:rPr>
              <a:t>F</a:t>
            </a:r>
            <a:endParaRPr kumimoji="1" lang="en-US" altLang="zh-CN" sz="2800" b="1">
              <a:solidFill>
                <a:srgbClr val="FF0000"/>
              </a:solidFill>
              <a:latin typeface="黑体" panose="02010609060101010101" pitchFamily="2" charset="-122"/>
            </a:endParaRPr>
          </a:p>
        </p:txBody>
      </p:sp>
      <p:grpSp>
        <p:nvGrpSpPr>
          <p:cNvPr id="99" name="Group 43"/>
          <p:cNvGrpSpPr/>
          <p:nvPr/>
        </p:nvGrpSpPr>
        <p:grpSpPr bwMode="auto">
          <a:xfrm>
            <a:off x="10711384" y="3877477"/>
            <a:ext cx="1312863" cy="1731963"/>
            <a:chOff x="3631" y="2437"/>
            <a:chExt cx="827" cy="1091"/>
          </a:xfrm>
        </p:grpSpPr>
        <p:sp>
          <p:nvSpPr>
            <p:cNvPr id="100" name="Line 44"/>
            <p:cNvSpPr>
              <a:spLocks noChangeShapeType="1"/>
            </p:cNvSpPr>
            <p:nvPr/>
          </p:nvSpPr>
          <p:spPr bwMode="auto">
            <a:xfrm flipH="1">
              <a:off x="4449" y="2437"/>
              <a:ext cx="0" cy="108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1" name="Line 45"/>
            <p:cNvSpPr>
              <a:spLocks noChangeShapeType="1"/>
            </p:cNvSpPr>
            <p:nvPr/>
          </p:nvSpPr>
          <p:spPr bwMode="auto">
            <a:xfrm flipH="1" flipV="1">
              <a:off x="3631" y="3310"/>
              <a:ext cx="0" cy="21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" name="Line 46"/>
            <p:cNvSpPr>
              <a:spLocks noChangeShapeType="1"/>
            </p:cNvSpPr>
            <p:nvPr/>
          </p:nvSpPr>
          <p:spPr bwMode="auto">
            <a:xfrm>
              <a:off x="3631" y="3310"/>
              <a:ext cx="20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3" name="Line 47"/>
            <p:cNvSpPr>
              <a:spLocks noChangeShapeType="1"/>
            </p:cNvSpPr>
            <p:nvPr/>
          </p:nvSpPr>
          <p:spPr bwMode="auto">
            <a:xfrm flipH="1" flipV="1">
              <a:off x="3831" y="2446"/>
              <a:ext cx="0" cy="87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4" name="Line 48"/>
            <p:cNvSpPr>
              <a:spLocks noChangeShapeType="1"/>
            </p:cNvSpPr>
            <p:nvPr/>
          </p:nvSpPr>
          <p:spPr bwMode="auto">
            <a:xfrm>
              <a:off x="3822" y="2446"/>
              <a:ext cx="63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5" name="Line 49"/>
            <p:cNvSpPr>
              <a:spLocks noChangeShapeType="1"/>
            </p:cNvSpPr>
            <p:nvPr/>
          </p:nvSpPr>
          <p:spPr bwMode="auto">
            <a:xfrm flipH="1">
              <a:off x="3831" y="2646"/>
              <a:ext cx="61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6" name="Line 50"/>
            <p:cNvSpPr>
              <a:spLocks noChangeShapeType="1"/>
            </p:cNvSpPr>
            <p:nvPr/>
          </p:nvSpPr>
          <p:spPr bwMode="auto">
            <a:xfrm flipH="1">
              <a:off x="3631" y="3510"/>
              <a:ext cx="82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07" name="Text Box 52" descr="紫色网格"/>
          <p:cNvSpPr txBox="1">
            <a:spLocks noChangeArrowheads="1"/>
          </p:cNvSpPr>
          <p:nvPr/>
        </p:nvSpPr>
        <p:spPr bwMode="auto">
          <a:xfrm>
            <a:off x="677594" y="3822640"/>
            <a:ext cx="906017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标注</a:t>
            </a:r>
            <a:endParaRPr kumimoji="1" lang="zh-CN" altLang="en-US" sz="2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Text Box 53"/>
          <p:cNvSpPr txBox="1">
            <a:spLocks noChangeArrowheads="1"/>
          </p:cNvSpPr>
          <p:nvPr/>
        </p:nvSpPr>
        <p:spPr bwMode="auto">
          <a:xfrm>
            <a:off x="615025" y="4385448"/>
            <a:ext cx="451758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视图名称</a:t>
            </a: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：“</a:t>
            </a:r>
            <a:r>
              <a:rPr kumimoji="1"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X” </a:t>
            </a: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标在视图上方</a:t>
            </a:r>
            <a:endParaRPr kumimoji="1" lang="zh-CN" altLang="en-US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Line 55"/>
          <p:cNvSpPr>
            <a:spLocks noChangeShapeType="1"/>
          </p:cNvSpPr>
          <p:nvPr/>
        </p:nvSpPr>
        <p:spPr bwMode="auto">
          <a:xfrm>
            <a:off x="2487889" y="5127742"/>
            <a:ext cx="581025" cy="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tailEnd type="triangle" w="med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2400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110" name="Text Box 60"/>
          <p:cNvSpPr txBox="1">
            <a:spLocks noChangeArrowheads="1"/>
          </p:cNvSpPr>
          <p:nvPr/>
        </p:nvSpPr>
        <p:spPr bwMode="auto">
          <a:xfrm>
            <a:off x="6121581" y="3609190"/>
            <a:ext cx="365806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0000"/>
                </a:solidFill>
                <a:latin typeface="黑体" panose="02010609060101010101" pitchFamily="2" charset="-122"/>
              </a:rPr>
              <a:t>E</a:t>
            </a:r>
            <a:endParaRPr kumimoji="1" lang="en-US" altLang="zh-CN" sz="2800" b="1" dirty="0">
              <a:solidFill>
                <a:srgbClr val="FF0000"/>
              </a:solidFill>
              <a:latin typeface="黑体" panose="02010609060101010101" pitchFamily="2" charset="-122"/>
            </a:endParaRPr>
          </a:p>
        </p:txBody>
      </p:sp>
      <p:sp>
        <p:nvSpPr>
          <p:cNvPr id="111" name="Line 61"/>
          <p:cNvSpPr>
            <a:spLocks noChangeShapeType="1"/>
          </p:cNvSpPr>
          <p:nvPr/>
        </p:nvSpPr>
        <p:spPr bwMode="auto">
          <a:xfrm flipV="1">
            <a:off x="6050484" y="3596490"/>
            <a:ext cx="0" cy="571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sm" len="lg"/>
          </a:ln>
        </p:spPr>
        <p:txBody>
          <a:bodyPr wrap="none" anchor="ctr">
            <a:spAutoFit/>
          </a:bodyPr>
          <a:lstStyle/>
          <a:p>
            <a:pPr algn="ctr">
              <a:defRPr/>
            </a:pPr>
            <a:endParaRPr lang="zh-CN" altLang="en-US" kern="0">
              <a:ln>
                <a:solidFill>
                  <a:srgbClr val="FF0000"/>
                </a:solidFill>
              </a:ln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1184071" y="2287259"/>
            <a:ext cx="2828064" cy="954107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向视图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是可自由配置的视图</a:t>
            </a:r>
            <a:endParaRPr kumimoji="0" lang="zh-CN" altLang="en-US" sz="28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9" grpId="0" autoUpdateAnimBg="0" build="p"/>
      <p:bldP spid="78" grpId="0" autoUpdateAnimBg="0" build="p"/>
      <p:bldP spid="80" grpId="0" autoUpdateAnimBg="0"/>
      <p:bldP spid="82" grpId="0" autoUpdateAnimBg="0"/>
      <p:bldP spid="86" grpId="0" autoUpdateAnimBg="0" build="p"/>
      <p:bldP spid="90" grpId="0" autoUpdateAnimBg="0" build="p"/>
      <p:bldP spid="95" grpId="0" autoUpdateAnimBg="0" build="p"/>
      <p:bldP spid="97" grpId="0" autoUpdateAnimBg="0"/>
      <p:bldP spid="98" grpId="0" autoUpdateAnimBg="0"/>
      <p:bldP spid="107" grpId="0"/>
      <p:bldP spid="108" grpId="0"/>
      <p:bldP spid="110" grpId="0" autoUpdateAnimBg="0" build="p"/>
      <p:bldP spid="1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1947969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22284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局部视图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544272" y="4352637"/>
            <a:ext cx="2271712" cy="1818942"/>
            <a:chOff x="8554579" y="4459511"/>
            <a:chExt cx="2271712" cy="1818942"/>
          </a:xfrm>
        </p:grpSpPr>
        <p:grpSp>
          <p:nvGrpSpPr>
            <p:cNvPr id="4" name="Group 3"/>
            <p:cNvGrpSpPr/>
            <p:nvPr/>
          </p:nvGrpSpPr>
          <p:grpSpPr bwMode="auto">
            <a:xfrm>
              <a:off x="8554579" y="4459511"/>
              <a:ext cx="2271712" cy="1727200"/>
              <a:chOff x="2651" y="2902"/>
              <a:chExt cx="1431" cy="1088"/>
            </a:xfrm>
          </p:grpSpPr>
          <p:sp>
            <p:nvSpPr>
              <p:cNvPr id="7" name="Oval 4"/>
              <p:cNvSpPr>
                <a:spLocks noChangeArrowheads="1"/>
              </p:cNvSpPr>
              <p:nvPr/>
            </p:nvSpPr>
            <p:spPr bwMode="auto">
              <a:xfrm>
                <a:off x="3206" y="3404"/>
                <a:ext cx="291" cy="291"/>
              </a:xfrm>
              <a:prstGeom prst="ellipse">
                <a:avLst/>
              </a:prstGeom>
              <a:solidFill>
                <a:srgbClr val="F8F8F8"/>
              </a:solidFill>
              <a:ln w="38100">
                <a:solidFill>
                  <a:srgbClr val="99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" name="Rectangle 5"/>
              <p:cNvSpPr>
                <a:spLocks noChangeArrowheads="1"/>
              </p:cNvSpPr>
              <p:nvPr/>
            </p:nvSpPr>
            <p:spPr bwMode="auto">
              <a:xfrm>
                <a:off x="3206" y="3555"/>
                <a:ext cx="290" cy="252"/>
              </a:xfrm>
              <a:prstGeom prst="rect">
                <a:avLst/>
              </a:prstGeom>
              <a:solidFill>
                <a:srgbClr val="F8F8F8"/>
              </a:solidFill>
              <a:ln w="38100">
                <a:solidFill>
                  <a:srgbClr val="990000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" name="Line 6"/>
              <p:cNvSpPr>
                <a:spLocks noChangeShapeType="1"/>
              </p:cNvSpPr>
              <p:nvPr/>
            </p:nvSpPr>
            <p:spPr bwMode="auto">
              <a:xfrm>
                <a:off x="3215" y="3810"/>
                <a:ext cx="269" cy="0"/>
              </a:xfrm>
              <a:prstGeom prst="line">
                <a:avLst/>
              </a:prstGeom>
              <a:noFill/>
              <a:ln w="76200">
                <a:solidFill>
                  <a:srgbClr val="F8F8F8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Line 7"/>
              <p:cNvSpPr>
                <a:spLocks noChangeShapeType="1"/>
              </p:cNvSpPr>
              <p:nvPr/>
            </p:nvSpPr>
            <p:spPr bwMode="auto">
              <a:xfrm>
                <a:off x="2651" y="3976"/>
                <a:ext cx="1410" cy="0"/>
              </a:xfrm>
              <a:prstGeom prst="line">
                <a:avLst/>
              </a:prstGeom>
              <a:noFill/>
              <a:ln w="38100">
                <a:solidFill>
                  <a:srgbClr val="99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Line 8"/>
              <p:cNvSpPr>
                <a:spLocks noChangeShapeType="1"/>
              </p:cNvSpPr>
              <p:nvPr/>
            </p:nvSpPr>
            <p:spPr bwMode="auto">
              <a:xfrm>
                <a:off x="3219" y="3548"/>
                <a:ext cx="266" cy="0"/>
              </a:xfrm>
              <a:prstGeom prst="line">
                <a:avLst/>
              </a:prstGeom>
              <a:noFill/>
              <a:ln w="76200">
                <a:solidFill>
                  <a:srgbClr val="F8F8F8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Line 9"/>
              <p:cNvSpPr>
                <a:spLocks noChangeShapeType="1"/>
              </p:cNvSpPr>
              <p:nvPr/>
            </p:nvSpPr>
            <p:spPr bwMode="auto">
              <a:xfrm>
                <a:off x="2671" y="3810"/>
                <a:ext cx="532" cy="0"/>
              </a:xfrm>
              <a:prstGeom prst="line">
                <a:avLst/>
              </a:prstGeom>
              <a:noFill/>
              <a:ln w="38100">
                <a:solidFill>
                  <a:srgbClr val="99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Line 10"/>
              <p:cNvSpPr>
                <a:spLocks noChangeShapeType="1"/>
              </p:cNvSpPr>
              <p:nvPr/>
            </p:nvSpPr>
            <p:spPr bwMode="auto">
              <a:xfrm>
                <a:off x="3497" y="3810"/>
                <a:ext cx="558" cy="0"/>
              </a:xfrm>
              <a:prstGeom prst="line">
                <a:avLst/>
              </a:prstGeom>
              <a:noFill/>
              <a:ln w="38100">
                <a:solidFill>
                  <a:srgbClr val="99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Oval 11"/>
              <p:cNvSpPr>
                <a:spLocks noChangeArrowheads="1"/>
              </p:cNvSpPr>
              <p:nvPr/>
            </p:nvSpPr>
            <p:spPr bwMode="auto">
              <a:xfrm>
                <a:off x="3259" y="3470"/>
                <a:ext cx="177" cy="177"/>
              </a:xfrm>
              <a:prstGeom prst="ellipse">
                <a:avLst/>
              </a:prstGeom>
              <a:solidFill>
                <a:srgbClr val="F8F8F8"/>
              </a:solidFill>
              <a:ln w="38100">
                <a:solidFill>
                  <a:srgbClr val="99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Freeform 14"/>
              <p:cNvSpPr/>
              <p:nvPr/>
            </p:nvSpPr>
            <p:spPr bwMode="auto">
              <a:xfrm>
                <a:off x="2655" y="2902"/>
                <a:ext cx="1427" cy="1088"/>
              </a:xfrm>
              <a:custGeom>
                <a:avLst/>
                <a:gdLst>
                  <a:gd name="T0" fmla="*/ 0 w 1427"/>
                  <a:gd name="T1" fmla="*/ 1088 h 1088"/>
                  <a:gd name="T2" fmla="*/ 25 w 1427"/>
                  <a:gd name="T3" fmla="*/ 949 h 1088"/>
                  <a:gd name="T4" fmla="*/ 38 w 1427"/>
                  <a:gd name="T5" fmla="*/ 646 h 1088"/>
                  <a:gd name="T6" fmla="*/ 126 w 1427"/>
                  <a:gd name="T7" fmla="*/ 495 h 1088"/>
                  <a:gd name="T8" fmla="*/ 303 w 1427"/>
                  <a:gd name="T9" fmla="*/ 293 h 1088"/>
                  <a:gd name="T10" fmla="*/ 505 w 1427"/>
                  <a:gd name="T11" fmla="*/ 154 h 1088"/>
                  <a:gd name="T12" fmla="*/ 732 w 1427"/>
                  <a:gd name="T13" fmla="*/ 103 h 1088"/>
                  <a:gd name="T14" fmla="*/ 1174 w 1427"/>
                  <a:gd name="T15" fmla="*/ 103 h 1088"/>
                  <a:gd name="T16" fmla="*/ 1389 w 1427"/>
                  <a:gd name="T17" fmla="*/ 722 h 1088"/>
                  <a:gd name="T18" fmla="*/ 1402 w 1427"/>
                  <a:gd name="T19" fmla="*/ 899 h 1088"/>
                  <a:gd name="T20" fmla="*/ 1389 w 1427"/>
                  <a:gd name="T21" fmla="*/ 1063 h 108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27"/>
                  <a:gd name="T34" fmla="*/ 0 h 1088"/>
                  <a:gd name="T35" fmla="*/ 1427 w 1427"/>
                  <a:gd name="T36" fmla="*/ 1088 h 108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27" h="1088">
                    <a:moveTo>
                      <a:pt x="0" y="1088"/>
                    </a:moveTo>
                    <a:cubicBezTo>
                      <a:pt x="9" y="1055"/>
                      <a:pt x="19" y="1023"/>
                      <a:pt x="25" y="949"/>
                    </a:cubicBezTo>
                    <a:cubicBezTo>
                      <a:pt x="31" y="875"/>
                      <a:pt x="21" y="722"/>
                      <a:pt x="38" y="646"/>
                    </a:cubicBezTo>
                    <a:cubicBezTo>
                      <a:pt x="55" y="570"/>
                      <a:pt x="82" y="554"/>
                      <a:pt x="126" y="495"/>
                    </a:cubicBezTo>
                    <a:cubicBezTo>
                      <a:pt x="170" y="436"/>
                      <a:pt x="240" y="350"/>
                      <a:pt x="303" y="293"/>
                    </a:cubicBezTo>
                    <a:cubicBezTo>
                      <a:pt x="366" y="236"/>
                      <a:pt x="433" y="186"/>
                      <a:pt x="505" y="154"/>
                    </a:cubicBezTo>
                    <a:cubicBezTo>
                      <a:pt x="577" y="122"/>
                      <a:pt x="621" y="111"/>
                      <a:pt x="732" y="103"/>
                    </a:cubicBezTo>
                    <a:cubicBezTo>
                      <a:pt x="843" y="95"/>
                      <a:pt x="1065" y="0"/>
                      <a:pt x="1174" y="103"/>
                    </a:cubicBezTo>
                    <a:cubicBezTo>
                      <a:pt x="1283" y="206"/>
                      <a:pt x="1351" y="589"/>
                      <a:pt x="1389" y="722"/>
                    </a:cubicBezTo>
                    <a:cubicBezTo>
                      <a:pt x="1427" y="855"/>
                      <a:pt x="1402" y="842"/>
                      <a:pt x="1402" y="899"/>
                    </a:cubicBezTo>
                    <a:cubicBezTo>
                      <a:pt x="1402" y="956"/>
                      <a:pt x="1399" y="1036"/>
                      <a:pt x="1389" y="1063"/>
                    </a:cubicBezTo>
                  </a:path>
                </a:pathLst>
              </a:custGeom>
              <a:noFill/>
              <a:ln w="9525">
                <a:solidFill>
                  <a:srgbClr val="99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971" t="28341" r="55147" b="-1"/>
            <a:stretch>
              <a:fillRect/>
            </a:stretch>
          </p:blipFill>
          <p:spPr>
            <a:xfrm rot="5400000">
              <a:off x="9069261" y="5597249"/>
              <a:ext cx="1120109" cy="242299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658" t="28341" r="53140" b="-1"/>
            <a:stretch>
              <a:fillRect/>
            </a:stretch>
          </p:blipFill>
          <p:spPr>
            <a:xfrm rot="10800000">
              <a:off x="9352796" y="5358507"/>
              <a:ext cx="607218" cy="242299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8693497" y="1144079"/>
            <a:ext cx="1797050" cy="2692397"/>
            <a:chOff x="8703804" y="1250953"/>
            <a:chExt cx="1797050" cy="2692397"/>
          </a:xfrm>
        </p:grpSpPr>
        <p:grpSp>
          <p:nvGrpSpPr>
            <p:cNvPr id="18" name="Group 81"/>
            <p:cNvGrpSpPr/>
            <p:nvPr/>
          </p:nvGrpSpPr>
          <p:grpSpPr bwMode="auto">
            <a:xfrm>
              <a:off x="8703804" y="1365475"/>
              <a:ext cx="1797050" cy="2513012"/>
              <a:chOff x="2454" y="818"/>
              <a:chExt cx="1132" cy="1583"/>
            </a:xfrm>
          </p:grpSpPr>
          <p:sp>
            <p:nvSpPr>
              <p:cNvPr id="22" name="Oval 82"/>
              <p:cNvSpPr>
                <a:spLocks noChangeArrowheads="1"/>
              </p:cNvSpPr>
              <p:nvPr/>
            </p:nvSpPr>
            <p:spPr bwMode="auto">
              <a:xfrm>
                <a:off x="2933" y="1859"/>
                <a:ext cx="173" cy="173"/>
              </a:xfrm>
              <a:prstGeom prst="ellipse">
                <a:avLst/>
              </a:prstGeom>
              <a:solidFill>
                <a:srgbClr val="F8F8F8"/>
              </a:solidFill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Line 83"/>
              <p:cNvSpPr>
                <a:spLocks noChangeShapeType="1"/>
              </p:cNvSpPr>
              <p:nvPr/>
            </p:nvSpPr>
            <p:spPr bwMode="auto">
              <a:xfrm>
                <a:off x="2598" y="982"/>
                <a:ext cx="0" cy="123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Line 84"/>
              <p:cNvSpPr>
                <a:spLocks noChangeShapeType="1"/>
              </p:cNvSpPr>
              <p:nvPr/>
            </p:nvSpPr>
            <p:spPr bwMode="auto">
              <a:xfrm>
                <a:off x="3436" y="982"/>
                <a:ext cx="0" cy="12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Oval 85"/>
              <p:cNvSpPr>
                <a:spLocks noChangeArrowheads="1"/>
              </p:cNvSpPr>
              <p:nvPr/>
            </p:nvSpPr>
            <p:spPr bwMode="auto">
              <a:xfrm>
                <a:off x="2812" y="1103"/>
                <a:ext cx="417" cy="417"/>
              </a:xfrm>
              <a:prstGeom prst="ellipse">
                <a:avLst/>
              </a:prstGeom>
              <a:solidFill>
                <a:srgbClr val="F8F8F8"/>
              </a:soli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Oval 86"/>
              <p:cNvSpPr>
                <a:spLocks noChangeArrowheads="1"/>
              </p:cNvSpPr>
              <p:nvPr/>
            </p:nvSpPr>
            <p:spPr bwMode="auto">
              <a:xfrm>
                <a:off x="2886" y="1183"/>
                <a:ext cx="265" cy="265"/>
              </a:xfrm>
              <a:prstGeom prst="ellipse">
                <a:avLst/>
              </a:prstGeom>
              <a:solidFill>
                <a:srgbClr val="F8F8F8"/>
              </a:soli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Line 89"/>
              <p:cNvSpPr>
                <a:spLocks noChangeShapeType="1"/>
              </p:cNvSpPr>
              <p:nvPr/>
            </p:nvSpPr>
            <p:spPr bwMode="auto">
              <a:xfrm>
                <a:off x="2459" y="2217"/>
                <a:ext cx="0" cy="17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Line 91"/>
              <p:cNvSpPr>
                <a:spLocks noChangeShapeType="1"/>
              </p:cNvSpPr>
              <p:nvPr/>
            </p:nvSpPr>
            <p:spPr bwMode="auto">
              <a:xfrm>
                <a:off x="2457" y="990"/>
                <a:ext cx="112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Line 92"/>
              <p:cNvSpPr>
                <a:spLocks noChangeShapeType="1"/>
              </p:cNvSpPr>
              <p:nvPr/>
            </p:nvSpPr>
            <p:spPr bwMode="auto">
              <a:xfrm>
                <a:off x="2464" y="820"/>
                <a:ext cx="111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Line 93"/>
              <p:cNvSpPr>
                <a:spLocks noChangeShapeType="1"/>
              </p:cNvSpPr>
              <p:nvPr/>
            </p:nvSpPr>
            <p:spPr bwMode="auto">
              <a:xfrm>
                <a:off x="2458" y="818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Line 94"/>
              <p:cNvSpPr>
                <a:spLocks noChangeShapeType="1"/>
              </p:cNvSpPr>
              <p:nvPr/>
            </p:nvSpPr>
            <p:spPr bwMode="auto">
              <a:xfrm>
                <a:off x="3572" y="819"/>
                <a:ext cx="0" cy="18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Line 95"/>
              <p:cNvSpPr>
                <a:spLocks noChangeShapeType="1"/>
              </p:cNvSpPr>
              <p:nvPr/>
            </p:nvSpPr>
            <p:spPr bwMode="auto">
              <a:xfrm>
                <a:off x="2454" y="2223"/>
                <a:ext cx="111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Line 96"/>
              <p:cNvSpPr>
                <a:spLocks noChangeShapeType="1"/>
              </p:cNvSpPr>
              <p:nvPr/>
            </p:nvSpPr>
            <p:spPr bwMode="auto">
              <a:xfrm>
                <a:off x="2459" y="2392"/>
                <a:ext cx="112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Line 97"/>
              <p:cNvSpPr>
                <a:spLocks noChangeShapeType="1"/>
              </p:cNvSpPr>
              <p:nvPr/>
            </p:nvSpPr>
            <p:spPr bwMode="auto">
              <a:xfrm>
                <a:off x="2722" y="830"/>
                <a:ext cx="0" cy="157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Line 98"/>
              <p:cNvSpPr>
                <a:spLocks noChangeShapeType="1"/>
              </p:cNvSpPr>
              <p:nvPr/>
            </p:nvSpPr>
            <p:spPr bwMode="auto">
              <a:xfrm>
                <a:off x="3313" y="824"/>
                <a:ext cx="0" cy="157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Arc 99"/>
              <p:cNvSpPr/>
              <p:nvPr/>
            </p:nvSpPr>
            <p:spPr bwMode="auto">
              <a:xfrm flipH="1" flipV="1">
                <a:off x="2875" y="1808"/>
                <a:ext cx="288" cy="146"/>
              </a:xfrm>
              <a:custGeom>
                <a:avLst/>
                <a:gdLst>
                  <a:gd name="T0" fmla="*/ 0 w 43129"/>
                  <a:gd name="T1" fmla="*/ 0 h 21811"/>
                  <a:gd name="T2" fmla="*/ 0 w 43129"/>
                  <a:gd name="T3" fmla="*/ 0 h 21811"/>
                  <a:gd name="T4" fmla="*/ 0 w 43129"/>
                  <a:gd name="T5" fmla="*/ 0 h 21811"/>
                  <a:gd name="T6" fmla="*/ 0 60000 65536"/>
                  <a:gd name="T7" fmla="*/ 0 60000 65536"/>
                  <a:gd name="T8" fmla="*/ 0 60000 65536"/>
                  <a:gd name="T9" fmla="*/ 0 w 43129"/>
                  <a:gd name="T10" fmla="*/ 0 h 21811"/>
                  <a:gd name="T11" fmla="*/ 43129 w 43129"/>
                  <a:gd name="T12" fmla="*/ 21811 h 218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29" h="21811" fill="none" extrusionOk="0">
                    <a:moveTo>
                      <a:pt x="43127" y="0"/>
                    </a:moveTo>
                    <a:cubicBezTo>
                      <a:pt x="43128" y="70"/>
                      <a:pt x="43129" y="140"/>
                      <a:pt x="43129" y="211"/>
                    </a:cubicBezTo>
                    <a:cubicBezTo>
                      <a:pt x="43129" y="12140"/>
                      <a:pt x="33458" y="21811"/>
                      <a:pt x="21529" y="21811"/>
                    </a:cubicBezTo>
                    <a:cubicBezTo>
                      <a:pt x="10278" y="21811"/>
                      <a:pt x="912" y="13175"/>
                      <a:pt x="0" y="1962"/>
                    </a:cubicBezTo>
                  </a:path>
                  <a:path w="43129" h="21811" stroke="0" extrusionOk="0">
                    <a:moveTo>
                      <a:pt x="43127" y="0"/>
                    </a:moveTo>
                    <a:cubicBezTo>
                      <a:pt x="43128" y="70"/>
                      <a:pt x="43129" y="140"/>
                      <a:pt x="43129" y="211"/>
                    </a:cubicBezTo>
                    <a:cubicBezTo>
                      <a:pt x="43129" y="12140"/>
                      <a:pt x="33458" y="21811"/>
                      <a:pt x="21529" y="21811"/>
                    </a:cubicBezTo>
                    <a:cubicBezTo>
                      <a:pt x="10278" y="21811"/>
                      <a:pt x="912" y="13175"/>
                      <a:pt x="0" y="1962"/>
                    </a:cubicBezTo>
                    <a:lnTo>
                      <a:pt x="21529" y="211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Line 100"/>
              <p:cNvSpPr>
                <a:spLocks noChangeShapeType="1"/>
              </p:cNvSpPr>
              <p:nvPr/>
            </p:nvSpPr>
            <p:spPr bwMode="auto">
              <a:xfrm>
                <a:off x="2874" y="1947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Line 101"/>
              <p:cNvSpPr>
                <a:spLocks noChangeShapeType="1"/>
              </p:cNvSpPr>
              <p:nvPr/>
            </p:nvSpPr>
            <p:spPr bwMode="auto">
              <a:xfrm>
                <a:off x="3162" y="1948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Line 102"/>
              <p:cNvSpPr>
                <a:spLocks noChangeShapeType="1"/>
              </p:cNvSpPr>
              <p:nvPr/>
            </p:nvSpPr>
            <p:spPr bwMode="auto">
              <a:xfrm flipV="1">
                <a:off x="3582" y="2214"/>
                <a:ext cx="0" cy="18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9" name="图片 18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832" t="30498" r="47755" b="-1"/>
            <a:stretch>
              <a:fillRect/>
            </a:stretch>
          </p:blipFill>
          <p:spPr>
            <a:xfrm rot="5400000">
              <a:off x="8227985" y="2479651"/>
              <a:ext cx="2692397" cy="235002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658" t="28341" r="53140" b="-1"/>
            <a:stretch>
              <a:fillRect/>
            </a:stretch>
          </p:blipFill>
          <p:spPr>
            <a:xfrm rot="10800000">
              <a:off x="9299513" y="3016788"/>
              <a:ext cx="607218" cy="242299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810" t="28705" r="53140" b="-2"/>
            <a:stretch>
              <a:fillRect/>
            </a:stretch>
          </p:blipFill>
          <p:spPr>
            <a:xfrm rot="10800000">
              <a:off x="9191265" y="2011587"/>
              <a:ext cx="814748" cy="241075"/>
            </a:xfrm>
            <a:prstGeom prst="rect">
              <a:avLst/>
            </a:prstGeom>
          </p:spPr>
        </p:pic>
      </p:grpSp>
      <p:sp>
        <p:nvSpPr>
          <p:cNvPr id="41" name="AutoShape 43"/>
          <p:cNvSpPr>
            <a:spLocks noChangeArrowheads="1"/>
          </p:cNvSpPr>
          <p:nvPr/>
        </p:nvSpPr>
        <p:spPr bwMode="auto">
          <a:xfrm>
            <a:off x="10709482" y="4957614"/>
            <a:ext cx="1201738" cy="514925"/>
          </a:xfrm>
          <a:prstGeom prst="wedgeRoundRectCallout">
            <a:avLst>
              <a:gd name="adj1" fmla="val -107793"/>
              <a:gd name="adj2" fmla="val 40302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EBE7F2"/>
            </a:solidFill>
            <a:miter lim="800000"/>
          </a:ln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超界！</a:t>
            </a:r>
            <a:endParaRPr lang="zh-CN" altLang="en-US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ectangle 47"/>
          <p:cNvSpPr>
            <a:spLocks noChangeArrowheads="1"/>
          </p:cNvSpPr>
          <p:nvPr/>
        </p:nvSpPr>
        <p:spPr bwMode="auto">
          <a:xfrm>
            <a:off x="1925543" y="4330402"/>
            <a:ext cx="99899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“X”</a:t>
            </a:r>
            <a:endParaRPr kumimoji="1" lang="en-US" altLang="zh-CN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Text Box 121"/>
          <p:cNvSpPr txBox="1">
            <a:spLocks noChangeArrowheads="1"/>
          </p:cNvSpPr>
          <p:nvPr/>
        </p:nvSpPr>
        <p:spPr bwMode="auto">
          <a:xfrm>
            <a:off x="1893516" y="4800443"/>
            <a:ext cx="3701654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      ”</a:t>
            </a: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及相同字母“</a:t>
            </a:r>
            <a:r>
              <a:rPr kumimoji="1"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X”</a:t>
            </a:r>
            <a:endParaRPr kumimoji="1" lang="en-US" altLang="zh-CN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Text Box 122"/>
          <p:cNvSpPr txBox="1">
            <a:spLocks noChangeArrowheads="1"/>
          </p:cNvSpPr>
          <p:nvPr/>
        </p:nvSpPr>
        <p:spPr bwMode="auto">
          <a:xfrm>
            <a:off x="535962" y="4295477"/>
            <a:ext cx="1723549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视图名称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 Box 123"/>
          <p:cNvSpPr txBox="1">
            <a:spLocks noChangeArrowheads="1"/>
          </p:cNvSpPr>
          <p:nvPr/>
        </p:nvSpPr>
        <p:spPr bwMode="auto">
          <a:xfrm>
            <a:off x="534374" y="4839543"/>
            <a:ext cx="1723549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投射方向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 Box 124" descr="紫色网格"/>
          <p:cNvSpPr txBox="1">
            <a:spLocks noChangeArrowheads="1"/>
          </p:cNvSpPr>
          <p:nvPr/>
        </p:nvSpPr>
        <p:spPr bwMode="auto">
          <a:xfrm>
            <a:off x="534374" y="3717032"/>
            <a:ext cx="902811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标注</a:t>
            </a:r>
            <a:endParaRPr kumimoji="1" lang="zh-CN" altLang="en-US" sz="2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Line 125"/>
          <p:cNvSpPr>
            <a:spLocks noChangeShapeType="1"/>
          </p:cNvSpPr>
          <p:nvPr/>
        </p:nvSpPr>
        <p:spPr bwMode="auto">
          <a:xfrm>
            <a:off x="2290239" y="5064488"/>
            <a:ext cx="541338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tailEnd type="triangle" w="med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剪去对角的矩形 125"/>
          <p:cNvSpPr/>
          <p:nvPr/>
        </p:nvSpPr>
        <p:spPr>
          <a:xfrm>
            <a:off x="707380" y="2087402"/>
            <a:ext cx="4637276" cy="991731"/>
          </a:xfrm>
          <a:prstGeom prst="snip2Diag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将形体的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某一部分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基本投影面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投射所得的视图，称为局部视图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Line 40"/>
          <p:cNvSpPr>
            <a:spLocks noChangeShapeType="1"/>
          </p:cNvSpPr>
          <p:nvPr/>
        </p:nvSpPr>
        <p:spPr bwMode="auto">
          <a:xfrm flipH="1">
            <a:off x="7982297" y="3101688"/>
            <a:ext cx="701675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tailEnd type="triangle" w="med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Text Box 41"/>
          <p:cNvSpPr txBox="1">
            <a:spLocks noChangeArrowheads="1"/>
          </p:cNvSpPr>
          <p:nvPr/>
        </p:nvSpPr>
        <p:spPr bwMode="auto">
          <a:xfrm>
            <a:off x="8183936" y="2549238"/>
            <a:ext cx="45397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en-US" altLang="zh-CN" sz="2800" b="1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Text Box 42"/>
          <p:cNvSpPr txBox="1">
            <a:spLocks noChangeArrowheads="1"/>
          </p:cNvSpPr>
          <p:nvPr/>
        </p:nvSpPr>
        <p:spPr bwMode="auto">
          <a:xfrm>
            <a:off x="9303124" y="4017676"/>
            <a:ext cx="45397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en-US" altLang="zh-CN" sz="2800" b="1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Line 45"/>
          <p:cNvSpPr>
            <a:spLocks noChangeShapeType="1"/>
          </p:cNvSpPr>
          <p:nvPr/>
        </p:nvSpPr>
        <p:spPr bwMode="auto">
          <a:xfrm>
            <a:off x="9010997" y="4738401"/>
            <a:ext cx="1284287" cy="13414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Line 46"/>
          <p:cNvSpPr>
            <a:spLocks noChangeShapeType="1"/>
          </p:cNvSpPr>
          <p:nvPr/>
        </p:nvSpPr>
        <p:spPr bwMode="auto">
          <a:xfrm flipH="1">
            <a:off x="8991947" y="4717763"/>
            <a:ext cx="1331912" cy="13223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Rectangle 103"/>
          <p:cNvSpPr>
            <a:spLocks noChangeArrowheads="1"/>
          </p:cNvSpPr>
          <p:nvPr/>
        </p:nvSpPr>
        <p:spPr bwMode="auto">
          <a:xfrm>
            <a:off x="8578012" y="1100870"/>
            <a:ext cx="2063750" cy="28638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Text Box 120"/>
          <p:cNvSpPr txBox="1">
            <a:spLocks noChangeArrowheads="1"/>
          </p:cNvSpPr>
          <p:nvPr/>
        </p:nvSpPr>
        <p:spPr bwMode="auto">
          <a:xfrm>
            <a:off x="9327259" y="1903126"/>
            <a:ext cx="45397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en-US" altLang="zh-CN" sz="2800" b="1" dirty="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5761384" y="1144079"/>
            <a:ext cx="2135593" cy="2692397"/>
            <a:chOff x="5771691" y="1250953"/>
            <a:chExt cx="2135593" cy="2692397"/>
          </a:xfrm>
        </p:grpSpPr>
        <p:grpSp>
          <p:nvGrpSpPr>
            <p:cNvPr id="57" name="Group 48"/>
            <p:cNvGrpSpPr/>
            <p:nvPr/>
          </p:nvGrpSpPr>
          <p:grpSpPr bwMode="auto">
            <a:xfrm>
              <a:off x="5771691" y="1338488"/>
              <a:ext cx="2078038" cy="2535238"/>
              <a:chOff x="454" y="810"/>
              <a:chExt cx="1309" cy="1597"/>
            </a:xfrm>
          </p:grpSpPr>
          <p:sp>
            <p:nvSpPr>
              <p:cNvPr id="61" name="Line 50"/>
              <p:cNvSpPr>
                <a:spLocks noChangeShapeType="1"/>
              </p:cNvSpPr>
              <p:nvPr/>
            </p:nvSpPr>
            <p:spPr bwMode="auto">
              <a:xfrm>
                <a:off x="641" y="820"/>
                <a:ext cx="111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Line 51"/>
              <p:cNvSpPr>
                <a:spLocks noChangeShapeType="1"/>
              </p:cNvSpPr>
              <p:nvPr/>
            </p:nvSpPr>
            <p:spPr bwMode="auto">
              <a:xfrm>
                <a:off x="640" y="985"/>
                <a:ext cx="111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Line 52"/>
              <p:cNvSpPr>
                <a:spLocks noChangeShapeType="1"/>
              </p:cNvSpPr>
              <p:nvPr/>
            </p:nvSpPr>
            <p:spPr bwMode="auto">
              <a:xfrm>
                <a:off x="1631" y="985"/>
                <a:ext cx="0" cy="82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Line 54"/>
              <p:cNvSpPr>
                <a:spLocks noChangeShapeType="1"/>
              </p:cNvSpPr>
              <p:nvPr/>
            </p:nvSpPr>
            <p:spPr bwMode="auto">
              <a:xfrm flipH="1">
                <a:off x="551" y="1111"/>
                <a:ext cx="22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Line 55"/>
              <p:cNvSpPr>
                <a:spLocks noChangeShapeType="1"/>
              </p:cNvSpPr>
              <p:nvPr/>
            </p:nvSpPr>
            <p:spPr bwMode="auto">
              <a:xfrm flipH="1">
                <a:off x="553" y="1536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Line 56"/>
              <p:cNvSpPr>
                <a:spLocks noChangeShapeType="1"/>
              </p:cNvSpPr>
              <p:nvPr/>
            </p:nvSpPr>
            <p:spPr bwMode="auto">
              <a:xfrm>
                <a:off x="556" y="1111"/>
                <a:ext cx="0" cy="42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Line 57"/>
              <p:cNvSpPr>
                <a:spLocks noChangeShapeType="1"/>
              </p:cNvSpPr>
              <p:nvPr/>
            </p:nvSpPr>
            <p:spPr bwMode="auto">
              <a:xfrm>
                <a:off x="781" y="992"/>
                <a:ext cx="0" cy="12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Line 58"/>
              <p:cNvSpPr>
                <a:spLocks noChangeShapeType="1"/>
              </p:cNvSpPr>
              <p:nvPr/>
            </p:nvSpPr>
            <p:spPr bwMode="auto">
              <a:xfrm>
                <a:off x="781" y="1523"/>
                <a:ext cx="0" cy="69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" name="Line 59"/>
              <p:cNvSpPr>
                <a:spLocks noChangeShapeType="1"/>
              </p:cNvSpPr>
              <p:nvPr/>
            </p:nvSpPr>
            <p:spPr bwMode="auto">
              <a:xfrm flipV="1">
                <a:off x="647" y="818"/>
                <a:ext cx="0" cy="16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Line 60"/>
              <p:cNvSpPr>
                <a:spLocks noChangeShapeType="1"/>
              </p:cNvSpPr>
              <p:nvPr/>
            </p:nvSpPr>
            <p:spPr bwMode="auto">
              <a:xfrm>
                <a:off x="898" y="1446"/>
                <a:ext cx="0" cy="94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Line 61"/>
              <p:cNvSpPr>
                <a:spLocks noChangeShapeType="1"/>
              </p:cNvSpPr>
              <p:nvPr/>
            </p:nvSpPr>
            <p:spPr bwMode="auto">
              <a:xfrm>
                <a:off x="1514" y="825"/>
                <a:ext cx="0" cy="10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Line 62"/>
              <p:cNvSpPr>
                <a:spLocks noChangeShapeType="1"/>
              </p:cNvSpPr>
              <p:nvPr/>
            </p:nvSpPr>
            <p:spPr bwMode="auto">
              <a:xfrm>
                <a:off x="564" y="1184"/>
                <a:ext cx="33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Line 63"/>
              <p:cNvSpPr>
                <a:spLocks noChangeShapeType="1"/>
              </p:cNvSpPr>
              <p:nvPr/>
            </p:nvSpPr>
            <p:spPr bwMode="auto">
              <a:xfrm>
                <a:off x="572" y="1452"/>
                <a:ext cx="3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" name="Line 64"/>
              <p:cNvSpPr>
                <a:spLocks noChangeShapeType="1"/>
              </p:cNvSpPr>
              <p:nvPr/>
            </p:nvSpPr>
            <p:spPr bwMode="auto">
              <a:xfrm>
                <a:off x="654" y="2226"/>
                <a:ext cx="110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Line 65"/>
              <p:cNvSpPr>
                <a:spLocks noChangeShapeType="1"/>
              </p:cNvSpPr>
              <p:nvPr/>
            </p:nvSpPr>
            <p:spPr bwMode="auto">
              <a:xfrm>
                <a:off x="641" y="2393"/>
                <a:ext cx="112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Line 66"/>
              <p:cNvSpPr>
                <a:spLocks noChangeShapeType="1"/>
              </p:cNvSpPr>
              <p:nvPr/>
            </p:nvSpPr>
            <p:spPr bwMode="auto">
              <a:xfrm>
                <a:off x="642" y="2214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Line 68"/>
              <p:cNvSpPr>
                <a:spLocks noChangeShapeType="1"/>
              </p:cNvSpPr>
              <p:nvPr/>
            </p:nvSpPr>
            <p:spPr bwMode="auto">
              <a:xfrm>
                <a:off x="1750" y="1811"/>
                <a:ext cx="0" cy="41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Line 69"/>
              <p:cNvSpPr>
                <a:spLocks noChangeShapeType="1"/>
              </p:cNvSpPr>
              <p:nvPr/>
            </p:nvSpPr>
            <p:spPr bwMode="auto">
              <a:xfrm>
                <a:off x="1635" y="1804"/>
                <a:ext cx="12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Line 70"/>
              <p:cNvSpPr>
                <a:spLocks noChangeShapeType="1"/>
              </p:cNvSpPr>
              <p:nvPr/>
            </p:nvSpPr>
            <p:spPr bwMode="auto">
              <a:xfrm>
                <a:off x="1750" y="1793"/>
                <a:ext cx="0" cy="6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Line 71"/>
              <p:cNvSpPr>
                <a:spLocks noChangeShapeType="1"/>
              </p:cNvSpPr>
              <p:nvPr/>
            </p:nvSpPr>
            <p:spPr bwMode="auto">
              <a:xfrm>
                <a:off x="1513" y="1868"/>
                <a:ext cx="25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" name="Line 72"/>
              <p:cNvSpPr>
                <a:spLocks noChangeShapeType="1"/>
              </p:cNvSpPr>
              <p:nvPr/>
            </p:nvSpPr>
            <p:spPr bwMode="auto">
              <a:xfrm>
                <a:off x="1505" y="2048"/>
                <a:ext cx="25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Line 73"/>
              <p:cNvSpPr>
                <a:spLocks noChangeShapeType="1"/>
              </p:cNvSpPr>
              <p:nvPr/>
            </p:nvSpPr>
            <p:spPr bwMode="auto">
              <a:xfrm>
                <a:off x="1513" y="2048"/>
                <a:ext cx="0" cy="34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Line 74"/>
              <p:cNvSpPr>
                <a:spLocks noChangeShapeType="1"/>
              </p:cNvSpPr>
              <p:nvPr/>
            </p:nvSpPr>
            <p:spPr bwMode="auto">
              <a:xfrm flipV="1">
                <a:off x="898" y="825"/>
                <a:ext cx="0" cy="3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Arc 75"/>
              <p:cNvSpPr/>
              <p:nvPr/>
            </p:nvSpPr>
            <p:spPr bwMode="auto">
              <a:xfrm>
                <a:off x="454" y="1104"/>
                <a:ext cx="398" cy="434"/>
              </a:xfrm>
              <a:custGeom>
                <a:avLst/>
                <a:gdLst>
                  <a:gd name="T0" fmla="*/ 0 w 21600"/>
                  <a:gd name="T1" fmla="*/ 0 h 24352"/>
                  <a:gd name="T2" fmla="*/ 0 w 21600"/>
                  <a:gd name="T3" fmla="*/ 0 h 24352"/>
                  <a:gd name="T4" fmla="*/ 0 w 21600"/>
                  <a:gd name="T5" fmla="*/ 0 h 2435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4352"/>
                  <a:gd name="T11" fmla="*/ 21600 w 21600"/>
                  <a:gd name="T12" fmla="*/ 24352 h 243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4352" fill="none" extrusionOk="0">
                    <a:moveTo>
                      <a:pt x="17935" y="-1"/>
                    </a:moveTo>
                    <a:cubicBezTo>
                      <a:pt x="20324" y="3559"/>
                      <a:pt x="21600" y="7749"/>
                      <a:pt x="21600" y="12037"/>
                    </a:cubicBezTo>
                    <a:cubicBezTo>
                      <a:pt x="21600" y="16438"/>
                      <a:pt x="20255" y="20735"/>
                      <a:pt x="17745" y="24352"/>
                    </a:cubicBezTo>
                  </a:path>
                  <a:path w="21600" h="24352" stroke="0" extrusionOk="0">
                    <a:moveTo>
                      <a:pt x="17935" y="-1"/>
                    </a:moveTo>
                    <a:cubicBezTo>
                      <a:pt x="20324" y="3559"/>
                      <a:pt x="21600" y="7749"/>
                      <a:pt x="21600" y="12037"/>
                    </a:cubicBezTo>
                    <a:cubicBezTo>
                      <a:pt x="21600" y="16438"/>
                      <a:pt x="20255" y="20735"/>
                      <a:pt x="17745" y="24352"/>
                    </a:cubicBezTo>
                    <a:lnTo>
                      <a:pt x="0" y="12037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Arc 76"/>
              <p:cNvSpPr/>
              <p:nvPr/>
            </p:nvSpPr>
            <p:spPr bwMode="auto">
              <a:xfrm flipV="1">
                <a:off x="704" y="1173"/>
                <a:ext cx="250" cy="278"/>
              </a:xfrm>
              <a:custGeom>
                <a:avLst/>
                <a:gdLst>
                  <a:gd name="T0" fmla="*/ 0 w 21600"/>
                  <a:gd name="T1" fmla="*/ 0 h 28035"/>
                  <a:gd name="T2" fmla="*/ 0 w 21600"/>
                  <a:gd name="T3" fmla="*/ 0 h 28035"/>
                  <a:gd name="T4" fmla="*/ 0 w 21600"/>
                  <a:gd name="T5" fmla="*/ 0 h 28035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8035"/>
                  <a:gd name="T11" fmla="*/ 21600 w 21600"/>
                  <a:gd name="T12" fmla="*/ 28035 h 280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8035" fill="none" extrusionOk="0">
                    <a:moveTo>
                      <a:pt x="16547" y="0"/>
                    </a:moveTo>
                    <a:cubicBezTo>
                      <a:pt x="19811" y="3890"/>
                      <a:pt x="21600" y="8805"/>
                      <a:pt x="21600" y="13883"/>
                    </a:cubicBezTo>
                    <a:cubicBezTo>
                      <a:pt x="21600" y="19082"/>
                      <a:pt x="19724" y="24106"/>
                      <a:pt x="16318" y="28034"/>
                    </a:cubicBezTo>
                  </a:path>
                  <a:path w="21600" h="28035" stroke="0" extrusionOk="0">
                    <a:moveTo>
                      <a:pt x="16547" y="0"/>
                    </a:moveTo>
                    <a:cubicBezTo>
                      <a:pt x="19811" y="3890"/>
                      <a:pt x="21600" y="8805"/>
                      <a:pt x="21600" y="13883"/>
                    </a:cubicBezTo>
                    <a:cubicBezTo>
                      <a:pt x="21600" y="19082"/>
                      <a:pt x="19724" y="24106"/>
                      <a:pt x="16318" y="28034"/>
                    </a:cubicBezTo>
                    <a:lnTo>
                      <a:pt x="0" y="13883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Arc 77"/>
              <p:cNvSpPr/>
              <p:nvPr/>
            </p:nvSpPr>
            <p:spPr bwMode="auto">
              <a:xfrm flipH="1" flipV="1">
                <a:off x="1585" y="1793"/>
                <a:ext cx="84" cy="296"/>
              </a:xfrm>
              <a:custGeom>
                <a:avLst/>
                <a:gdLst>
                  <a:gd name="T0" fmla="*/ 0 w 19252"/>
                  <a:gd name="T1" fmla="*/ 0 h 20647"/>
                  <a:gd name="T2" fmla="*/ 0 w 19252"/>
                  <a:gd name="T3" fmla="*/ 0 h 20647"/>
                  <a:gd name="T4" fmla="*/ 0 w 19252"/>
                  <a:gd name="T5" fmla="*/ 0 h 20647"/>
                  <a:gd name="T6" fmla="*/ 0 60000 65536"/>
                  <a:gd name="T7" fmla="*/ 0 60000 65536"/>
                  <a:gd name="T8" fmla="*/ 0 60000 65536"/>
                  <a:gd name="T9" fmla="*/ 0 w 19252"/>
                  <a:gd name="T10" fmla="*/ 0 h 20647"/>
                  <a:gd name="T11" fmla="*/ 19252 w 19252"/>
                  <a:gd name="T12" fmla="*/ 20647 h 206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52" h="20647" fill="none" extrusionOk="0">
                    <a:moveTo>
                      <a:pt x="19251" y="9793"/>
                    </a:moveTo>
                    <a:cubicBezTo>
                      <a:pt x="16598" y="15010"/>
                      <a:pt x="11940" y="18927"/>
                      <a:pt x="6345" y="20646"/>
                    </a:cubicBezTo>
                  </a:path>
                  <a:path w="19252" h="20647" stroke="0" extrusionOk="0">
                    <a:moveTo>
                      <a:pt x="19251" y="9793"/>
                    </a:moveTo>
                    <a:cubicBezTo>
                      <a:pt x="16598" y="15010"/>
                      <a:pt x="11940" y="18927"/>
                      <a:pt x="6345" y="20646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Line 78"/>
              <p:cNvSpPr>
                <a:spLocks noChangeShapeType="1"/>
              </p:cNvSpPr>
              <p:nvPr/>
            </p:nvSpPr>
            <p:spPr bwMode="auto">
              <a:xfrm>
                <a:off x="1583" y="1964"/>
                <a:ext cx="0" cy="27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" name="Arc 79"/>
              <p:cNvSpPr/>
              <p:nvPr/>
            </p:nvSpPr>
            <p:spPr bwMode="auto">
              <a:xfrm flipH="1">
                <a:off x="1473" y="1872"/>
                <a:ext cx="155" cy="183"/>
              </a:xfrm>
              <a:custGeom>
                <a:avLst/>
                <a:gdLst>
                  <a:gd name="T0" fmla="*/ 0 w 21600"/>
                  <a:gd name="T1" fmla="*/ 0 h 26395"/>
                  <a:gd name="T2" fmla="*/ 0 w 21600"/>
                  <a:gd name="T3" fmla="*/ 0 h 26395"/>
                  <a:gd name="T4" fmla="*/ 0 w 21600"/>
                  <a:gd name="T5" fmla="*/ 0 h 26395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395"/>
                  <a:gd name="T11" fmla="*/ 21600 w 21600"/>
                  <a:gd name="T12" fmla="*/ 26395 h 2639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395" fill="none" extrusionOk="0">
                    <a:moveTo>
                      <a:pt x="17055" y="0"/>
                    </a:moveTo>
                    <a:cubicBezTo>
                      <a:pt x="20001" y="3790"/>
                      <a:pt x="21600" y="8453"/>
                      <a:pt x="21600" y="13254"/>
                    </a:cubicBezTo>
                    <a:cubicBezTo>
                      <a:pt x="21600" y="18005"/>
                      <a:pt x="20033" y="22624"/>
                      <a:pt x="17142" y="26395"/>
                    </a:cubicBezTo>
                  </a:path>
                  <a:path w="21600" h="26395" stroke="0" extrusionOk="0">
                    <a:moveTo>
                      <a:pt x="17055" y="0"/>
                    </a:moveTo>
                    <a:cubicBezTo>
                      <a:pt x="20001" y="3790"/>
                      <a:pt x="21600" y="8453"/>
                      <a:pt x="21600" y="13254"/>
                    </a:cubicBezTo>
                    <a:cubicBezTo>
                      <a:pt x="21600" y="18005"/>
                      <a:pt x="20033" y="22624"/>
                      <a:pt x="17142" y="26395"/>
                    </a:cubicBezTo>
                    <a:lnTo>
                      <a:pt x="0" y="13254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" name="Line 80"/>
              <p:cNvSpPr>
                <a:spLocks noChangeShapeType="1"/>
              </p:cNvSpPr>
              <p:nvPr/>
            </p:nvSpPr>
            <p:spPr bwMode="auto">
              <a:xfrm>
                <a:off x="1752" y="810"/>
                <a:ext cx="0" cy="18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58" name="图片 57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832" t="30498" r="47755" b="-1"/>
            <a:stretch>
              <a:fillRect/>
            </a:stretch>
          </p:blipFill>
          <p:spPr>
            <a:xfrm rot="5400000">
              <a:off x="5591150" y="2479651"/>
              <a:ext cx="2692397" cy="235002"/>
            </a:xfrm>
            <a:prstGeom prst="rect">
              <a:avLst/>
            </a:prstGeom>
          </p:spPr>
        </p:pic>
        <p:pic>
          <p:nvPicPr>
            <p:cNvPr id="59" name="图片 58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276" t="27613" r="55692"/>
            <a:stretch>
              <a:fillRect/>
            </a:stretch>
          </p:blipFill>
          <p:spPr>
            <a:xfrm>
              <a:off x="5822951" y="2044700"/>
              <a:ext cx="850900" cy="244754"/>
            </a:xfrm>
            <a:prstGeom prst="rect">
              <a:avLst/>
            </a:prstGeom>
          </p:spPr>
        </p:pic>
        <p:pic>
          <p:nvPicPr>
            <p:cNvPr id="60" name="图片 59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415" t="21980" r="56756" b="9725"/>
            <a:stretch>
              <a:fillRect/>
            </a:stretch>
          </p:blipFill>
          <p:spPr>
            <a:xfrm rot="10800000">
              <a:off x="7289800" y="3054349"/>
              <a:ext cx="617484" cy="230919"/>
            </a:xfrm>
            <a:prstGeom prst="rect">
              <a:avLst/>
            </a:prstGeom>
          </p:spPr>
        </p:pic>
      </p:grpSp>
      <p:grpSp>
        <p:nvGrpSpPr>
          <p:cNvPr id="90" name="组合 89"/>
          <p:cNvGrpSpPr/>
          <p:nvPr/>
        </p:nvGrpSpPr>
        <p:grpSpPr>
          <a:xfrm>
            <a:off x="5812644" y="4084129"/>
            <a:ext cx="2095499" cy="1949447"/>
            <a:chOff x="5822951" y="4191003"/>
            <a:chExt cx="2095499" cy="1949447"/>
          </a:xfrm>
        </p:grpSpPr>
        <p:grpSp>
          <p:nvGrpSpPr>
            <p:cNvPr id="91" name="Group 15"/>
            <p:cNvGrpSpPr/>
            <p:nvPr/>
          </p:nvGrpSpPr>
          <p:grpSpPr bwMode="auto">
            <a:xfrm>
              <a:off x="5925679" y="4286476"/>
              <a:ext cx="1922463" cy="1758950"/>
              <a:chOff x="551" y="2667"/>
              <a:chExt cx="1211" cy="1108"/>
            </a:xfrm>
          </p:grpSpPr>
          <p:sp>
            <p:nvSpPr>
              <p:cNvPr id="94" name="Oval 16"/>
              <p:cNvSpPr>
                <a:spLocks noChangeArrowheads="1"/>
              </p:cNvSpPr>
              <p:nvPr/>
            </p:nvSpPr>
            <p:spPr bwMode="auto">
              <a:xfrm>
                <a:off x="780" y="2783"/>
                <a:ext cx="864" cy="864"/>
              </a:xfrm>
              <a:prstGeom prst="ellipse">
                <a:avLst/>
              </a:prstGeom>
              <a:solidFill>
                <a:srgbClr val="F8F8F8"/>
              </a:solidFill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Line 17"/>
              <p:cNvSpPr>
                <a:spLocks noChangeShapeType="1"/>
              </p:cNvSpPr>
              <p:nvPr/>
            </p:nvSpPr>
            <p:spPr bwMode="auto">
              <a:xfrm rot="5400000">
                <a:off x="264" y="3229"/>
                <a:ext cx="769" cy="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Line 18"/>
              <p:cNvSpPr>
                <a:spLocks noChangeShapeType="1"/>
              </p:cNvSpPr>
              <p:nvPr/>
            </p:nvSpPr>
            <p:spPr bwMode="auto">
              <a:xfrm>
                <a:off x="801" y="2667"/>
                <a:ext cx="74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Line 19"/>
              <p:cNvSpPr>
                <a:spLocks noChangeShapeType="1"/>
              </p:cNvSpPr>
              <p:nvPr/>
            </p:nvSpPr>
            <p:spPr bwMode="auto">
              <a:xfrm>
                <a:off x="830" y="3774"/>
                <a:ext cx="75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Oval 20"/>
              <p:cNvSpPr>
                <a:spLocks noChangeArrowheads="1"/>
              </p:cNvSpPr>
              <p:nvPr/>
            </p:nvSpPr>
            <p:spPr bwMode="auto">
              <a:xfrm>
                <a:off x="929" y="2924"/>
                <a:ext cx="576" cy="576"/>
              </a:xfrm>
              <a:prstGeom prst="ellipse">
                <a:avLst/>
              </a:prstGeom>
              <a:solidFill>
                <a:srgbClr val="F8F8F8"/>
              </a:soli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Line 23"/>
              <p:cNvSpPr>
                <a:spLocks noChangeShapeType="1"/>
              </p:cNvSpPr>
              <p:nvPr/>
            </p:nvSpPr>
            <p:spPr bwMode="auto">
              <a:xfrm>
                <a:off x="1485" y="3096"/>
                <a:ext cx="26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Line 24"/>
              <p:cNvSpPr>
                <a:spLocks noChangeShapeType="1"/>
              </p:cNvSpPr>
              <p:nvPr/>
            </p:nvSpPr>
            <p:spPr bwMode="auto">
              <a:xfrm>
                <a:off x="1485" y="3301"/>
                <a:ext cx="26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Line 25"/>
              <p:cNvSpPr>
                <a:spLocks noChangeShapeType="1"/>
              </p:cNvSpPr>
              <p:nvPr/>
            </p:nvSpPr>
            <p:spPr bwMode="auto">
              <a:xfrm>
                <a:off x="1607" y="3390"/>
                <a:ext cx="15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Line 26"/>
              <p:cNvSpPr>
                <a:spLocks noChangeShapeType="1"/>
              </p:cNvSpPr>
              <p:nvPr/>
            </p:nvSpPr>
            <p:spPr bwMode="auto">
              <a:xfrm>
                <a:off x="1608" y="3014"/>
                <a:ext cx="15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Line 27"/>
              <p:cNvSpPr>
                <a:spLocks noChangeShapeType="1"/>
              </p:cNvSpPr>
              <p:nvPr/>
            </p:nvSpPr>
            <p:spPr bwMode="auto">
              <a:xfrm flipH="1">
                <a:off x="641" y="2981"/>
                <a:ext cx="20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Line 28"/>
              <p:cNvSpPr>
                <a:spLocks noChangeShapeType="1"/>
              </p:cNvSpPr>
              <p:nvPr/>
            </p:nvSpPr>
            <p:spPr bwMode="auto">
              <a:xfrm flipH="1">
                <a:off x="654" y="3429"/>
                <a:ext cx="17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Line 29"/>
              <p:cNvSpPr>
                <a:spLocks noChangeShapeType="1"/>
              </p:cNvSpPr>
              <p:nvPr/>
            </p:nvSpPr>
            <p:spPr bwMode="auto">
              <a:xfrm>
                <a:off x="553" y="2981"/>
                <a:ext cx="9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Line 30"/>
              <p:cNvSpPr>
                <a:spLocks noChangeShapeType="1"/>
              </p:cNvSpPr>
              <p:nvPr/>
            </p:nvSpPr>
            <p:spPr bwMode="auto">
              <a:xfrm>
                <a:off x="551" y="3429"/>
                <a:ext cx="9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" name="Line 31"/>
              <p:cNvSpPr>
                <a:spLocks noChangeShapeType="1"/>
              </p:cNvSpPr>
              <p:nvPr/>
            </p:nvSpPr>
            <p:spPr bwMode="auto">
              <a:xfrm>
                <a:off x="558" y="2983"/>
                <a:ext cx="0" cy="44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Line 32"/>
              <p:cNvSpPr>
                <a:spLocks noChangeShapeType="1"/>
              </p:cNvSpPr>
              <p:nvPr/>
            </p:nvSpPr>
            <p:spPr bwMode="auto">
              <a:xfrm>
                <a:off x="552" y="3077"/>
                <a:ext cx="40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Line 33"/>
              <p:cNvSpPr>
                <a:spLocks noChangeShapeType="1"/>
              </p:cNvSpPr>
              <p:nvPr/>
            </p:nvSpPr>
            <p:spPr bwMode="auto">
              <a:xfrm>
                <a:off x="552" y="3327"/>
                <a:ext cx="42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Arc 34"/>
              <p:cNvSpPr/>
              <p:nvPr/>
            </p:nvSpPr>
            <p:spPr bwMode="auto">
              <a:xfrm flipV="1">
                <a:off x="1549" y="3576"/>
                <a:ext cx="199" cy="19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Arc 35"/>
              <p:cNvSpPr/>
              <p:nvPr/>
            </p:nvSpPr>
            <p:spPr bwMode="auto">
              <a:xfrm flipV="1">
                <a:off x="648" y="2671"/>
                <a:ext cx="183" cy="191"/>
              </a:xfrm>
              <a:custGeom>
                <a:avLst/>
                <a:gdLst>
                  <a:gd name="T0" fmla="*/ 0 w 21600"/>
                  <a:gd name="T1" fmla="*/ 0 h 21800"/>
                  <a:gd name="T2" fmla="*/ 0 w 21600"/>
                  <a:gd name="T3" fmla="*/ 0 h 21800"/>
                  <a:gd name="T4" fmla="*/ 0 w 21600"/>
                  <a:gd name="T5" fmla="*/ 0 h 218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800"/>
                  <a:gd name="T11" fmla="*/ 21600 w 21600"/>
                  <a:gd name="T12" fmla="*/ 21800 h 218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800" fill="none" extrusionOk="0">
                    <a:moveTo>
                      <a:pt x="20726" y="21800"/>
                    </a:moveTo>
                    <a:cubicBezTo>
                      <a:pt x="9146" y="21331"/>
                      <a:pt x="0" y="11807"/>
                      <a:pt x="0" y="218"/>
                    </a:cubicBezTo>
                    <a:cubicBezTo>
                      <a:pt x="-1" y="145"/>
                      <a:pt x="0" y="72"/>
                      <a:pt x="1" y="0"/>
                    </a:cubicBezTo>
                  </a:path>
                  <a:path w="21600" h="21800" stroke="0" extrusionOk="0">
                    <a:moveTo>
                      <a:pt x="20726" y="21800"/>
                    </a:moveTo>
                    <a:cubicBezTo>
                      <a:pt x="9146" y="21331"/>
                      <a:pt x="0" y="11807"/>
                      <a:pt x="0" y="218"/>
                    </a:cubicBezTo>
                    <a:cubicBezTo>
                      <a:pt x="-1" y="145"/>
                      <a:pt x="0" y="72"/>
                      <a:pt x="1" y="0"/>
                    </a:cubicBezTo>
                    <a:lnTo>
                      <a:pt x="21600" y="218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Arc 36"/>
              <p:cNvSpPr/>
              <p:nvPr/>
            </p:nvSpPr>
            <p:spPr bwMode="auto">
              <a:xfrm flipV="1">
                <a:off x="1538" y="2668"/>
                <a:ext cx="212" cy="207"/>
              </a:xfrm>
              <a:custGeom>
                <a:avLst/>
                <a:gdLst>
                  <a:gd name="T0" fmla="*/ 0 w 22998"/>
                  <a:gd name="T1" fmla="*/ 0 h 21710"/>
                  <a:gd name="T2" fmla="*/ 0 w 22998"/>
                  <a:gd name="T3" fmla="*/ 0 h 21710"/>
                  <a:gd name="T4" fmla="*/ 0 w 22998"/>
                  <a:gd name="T5" fmla="*/ 0 h 21710"/>
                  <a:gd name="T6" fmla="*/ 0 60000 65536"/>
                  <a:gd name="T7" fmla="*/ 0 60000 65536"/>
                  <a:gd name="T8" fmla="*/ 0 60000 65536"/>
                  <a:gd name="T9" fmla="*/ 0 w 22998"/>
                  <a:gd name="T10" fmla="*/ 0 h 21710"/>
                  <a:gd name="T11" fmla="*/ 22998 w 22998"/>
                  <a:gd name="T12" fmla="*/ 21710 h 217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998" h="21710" fill="none" extrusionOk="0">
                    <a:moveTo>
                      <a:pt x="22997" y="0"/>
                    </a:moveTo>
                    <a:cubicBezTo>
                      <a:pt x="22997" y="36"/>
                      <a:pt x="22998" y="73"/>
                      <a:pt x="22998" y="110"/>
                    </a:cubicBezTo>
                    <a:cubicBezTo>
                      <a:pt x="22998" y="12039"/>
                      <a:pt x="13327" y="21710"/>
                      <a:pt x="1398" y="21710"/>
                    </a:cubicBezTo>
                    <a:cubicBezTo>
                      <a:pt x="931" y="21710"/>
                      <a:pt x="465" y="21694"/>
                      <a:pt x="0" y="21664"/>
                    </a:cubicBezTo>
                  </a:path>
                  <a:path w="22998" h="21710" stroke="0" extrusionOk="0">
                    <a:moveTo>
                      <a:pt x="22997" y="0"/>
                    </a:moveTo>
                    <a:cubicBezTo>
                      <a:pt x="22997" y="36"/>
                      <a:pt x="22998" y="73"/>
                      <a:pt x="22998" y="110"/>
                    </a:cubicBezTo>
                    <a:cubicBezTo>
                      <a:pt x="22998" y="12039"/>
                      <a:pt x="13327" y="21710"/>
                      <a:pt x="1398" y="21710"/>
                    </a:cubicBezTo>
                    <a:cubicBezTo>
                      <a:pt x="931" y="21710"/>
                      <a:pt x="465" y="21694"/>
                      <a:pt x="0" y="21664"/>
                    </a:cubicBezTo>
                    <a:lnTo>
                      <a:pt x="1398" y="11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Arc 37"/>
              <p:cNvSpPr/>
              <p:nvPr/>
            </p:nvSpPr>
            <p:spPr bwMode="auto">
              <a:xfrm flipV="1">
                <a:off x="648" y="3574"/>
                <a:ext cx="189" cy="200"/>
              </a:xfrm>
              <a:custGeom>
                <a:avLst/>
                <a:gdLst>
                  <a:gd name="T0" fmla="*/ 0 w 23098"/>
                  <a:gd name="T1" fmla="*/ 0 h 24435"/>
                  <a:gd name="T2" fmla="*/ 0 w 23098"/>
                  <a:gd name="T3" fmla="*/ 0 h 24435"/>
                  <a:gd name="T4" fmla="*/ 0 w 23098"/>
                  <a:gd name="T5" fmla="*/ 0 h 24435"/>
                  <a:gd name="T6" fmla="*/ 0 60000 65536"/>
                  <a:gd name="T7" fmla="*/ 0 60000 65536"/>
                  <a:gd name="T8" fmla="*/ 0 60000 65536"/>
                  <a:gd name="T9" fmla="*/ 0 w 23098"/>
                  <a:gd name="T10" fmla="*/ 0 h 24435"/>
                  <a:gd name="T11" fmla="*/ 23098 w 23098"/>
                  <a:gd name="T12" fmla="*/ 24435 h 244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3098" h="24435" fill="none" extrusionOk="0">
                    <a:moveTo>
                      <a:pt x="186" y="24435"/>
                    </a:moveTo>
                    <a:cubicBezTo>
                      <a:pt x="62" y="23495"/>
                      <a:pt x="0" y="2254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099" y="-1"/>
                      <a:pt x="22599" y="17"/>
                      <a:pt x="23097" y="52"/>
                    </a:cubicBezTo>
                  </a:path>
                  <a:path w="23098" h="24435" stroke="0" extrusionOk="0">
                    <a:moveTo>
                      <a:pt x="186" y="24435"/>
                    </a:moveTo>
                    <a:cubicBezTo>
                      <a:pt x="62" y="23495"/>
                      <a:pt x="0" y="2254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099" y="-1"/>
                      <a:pt x="22599" y="17"/>
                      <a:pt x="23097" y="5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Line 38"/>
              <p:cNvSpPr>
                <a:spLocks noChangeShapeType="1"/>
              </p:cNvSpPr>
              <p:nvPr/>
            </p:nvSpPr>
            <p:spPr bwMode="auto">
              <a:xfrm>
                <a:off x="1752" y="2866"/>
                <a:ext cx="0" cy="71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92" name="图片 91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971" t="30497" r="48225" b="-1"/>
            <a:stretch>
              <a:fillRect/>
            </a:stretch>
          </p:blipFill>
          <p:spPr>
            <a:xfrm rot="5400000">
              <a:off x="5962623" y="5048224"/>
              <a:ext cx="1949447" cy="235005"/>
            </a:xfrm>
            <a:prstGeom prst="rect">
              <a:avLst/>
            </a:prstGeom>
          </p:spPr>
        </p:pic>
        <p:pic>
          <p:nvPicPr>
            <p:cNvPr id="93" name="图片 92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11" t="30901" r="53102" b="18392"/>
            <a:stretch>
              <a:fillRect/>
            </a:stretch>
          </p:blipFill>
          <p:spPr>
            <a:xfrm>
              <a:off x="5822951" y="5054599"/>
              <a:ext cx="2095499" cy="171451"/>
            </a:xfrm>
            <a:prstGeom prst="rect">
              <a:avLst/>
            </a:prstGeom>
          </p:spPr>
        </p:pic>
      </p:grpSp>
      <p:grpSp>
        <p:nvGrpSpPr>
          <p:cNvPr id="115" name="组合 114"/>
          <p:cNvGrpSpPr/>
          <p:nvPr/>
        </p:nvGrpSpPr>
        <p:grpSpPr>
          <a:xfrm>
            <a:off x="9093547" y="2474626"/>
            <a:ext cx="1011237" cy="1395191"/>
            <a:chOff x="9103854" y="2581500"/>
            <a:chExt cx="1011237" cy="1395191"/>
          </a:xfrm>
        </p:grpSpPr>
        <p:grpSp>
          <p:nvGrpSpPr>
            <p:cNvPr id="116" name="Group 104"/>
            <p:cNvGrpSpPr/>
            <p:nvPr/>
          </p:nvGrpSpPr>
          <p:grpSpPr bwMode="auto">
            <a:xfrm>
              <a:off x="9103854" y="2581500"/>
              <a:ext cx="1011237" cy="1284287"/>
              <a:chOff x="2570" y="1558"/>
              <a:chExt cx="637" cy="809"/>
            </a:xfrm>
          </p:grpSpPr>
          <p:sp>
            <p:nvSpPr>
              <p:cNvPr id="119" name="Oval 105"/>
              <p:cNvSpPr>
                <a:spLocks noChangeArrowheads="1"/>
              </p:cNvSpPr>
              <p:nvPr/>
            </p:nvSpPr>
            <p:spPr bwMode="auto">
              <a:xfrm>
                <a:off x="2739" y="1793"/>
                <a:ext cx="291" cy="291"/>
              </a:xfrm>
              <a:prstGeom prst="ellipse">
                <a:avLst/>
              </a:prstGeom>
              <a:solidFill>
                <a:srgbClr val="F8F8F8"/>
              </a:soli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0" name="Rectangle 106"/>
              <p:cNvSpPr>
                <a:spLocks noChangeArrowheads="1"/>
              </p:cNvSpPr>
              <p:nvPr/>
            </p:nvSpPr>
            <p:spPr bwMode="auto">
              <a:xfrm>
                <a:off x="2733" y="1944"/>
                <a:ext cx="296" cy="252"/>
              </a:xfrm>
              <a:prstGeom prst="rect">
                <a:avLst/>
              </a:prstGeom>
              <a:solidFill>
                <a:srgbClr val="F8F8F8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1" name="Line 107"/>
              <p:cNvSpPr>
                <a:spLocks noChangeShapeType="1"/>
              </p:cNvSpPr>
              <p:nvPr/>
            </p:nvSpPr>
            <p:spPr bwMode="auto">
              <a:xfrm>
                <a:off x="2741" y="2200"/>
                <a:ext cx="283" cy="1"/>
              </a:xfrm>
              <a:prstGeom prst="line">
                <a:avLst/>
              </a:prstGeom>
              <a:noFill/>
              <a:ln w="76200">
                <a:solidFill>
                  <a:srgbClr val="F8F8F8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2" name="Line 108"/>
              <p:cNvSpPr>
                <a:spLocks noChangeShapeType="1"/>
              </p:cNvSpPr>
              <p:nvPr/>
            </p:nvSpPr>
            <p:spPr bwMode="auto">
              <a:xfrm>
                <a:off x="2589" y="2366"/>
                <a:ext cx="603" cy="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Line 109"/>
              <p:cNvSpPr>
                <a:spLocks noChangeShapeType="1"/>
              </p:cNvSpPr>
              <p:nvPr/>
            </p:nvSpPr>
            <p:spPr bwMode="auto">
              <a:xfrm>
                <a:off x="2750" y="1938"/>
                <a:ext cx="269" cy="0"/>
              </a:xfrm>
              <a:prstGeom prst="line">
                <a:avLst/>
              </a:prstGeom>
              <a:noFill/>
              <a:ln w="76200">
                <a:solidFill>
                  <a:srgbClr val="F8F8F8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Line 110"/>
              <p:cNvSpPr>
                <a:spLocks noChangeShapeType="1"/>
              </p:cNvSpPr>
              <p:nvPr/>
            </p:nvSpPr>
            <p:spPr bwMode="auto">
              <a:xfrm>
                <a:off x="2584" y="2200"/>
                <a:ext cx="153" cy="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5" name="Line 111"/>
              <p:cNvSpPr>
                <a:spLocks noChangeShapeType="1"/>
              </p:cNvSpPr>
              <p:nvPr/>
            </p:nvSpPr>
            <p:spPr bwMode="auto">
              <a:xfrm>
                <a:off x="3031" y="2200"/>
                <a:ext cx="166" cy="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6" name="Freeform 112"/>
              <p:cNvSpPr/>
              <p:nvPr/>
            </p:nvSpPr>
            <p:spPr bwMode="auto">
              <a:xfrm>
                <a:off x="2570" y="1558"/>
                <a:ext cx="637" cy="808"/>
              </a:xfrm>
              <a:custGeom>
                <a:avLst/>
                <a:gdLst>
                  <a:gd name="T0" fmla="*/ 14 w 637"/>
                  <a:gd name="T1" fmla="*/ 808 h 808"/>
                  <a:gd name="T2" fmla="*/ 1 w 637"/>
                  <a:gd name="T3" fmla="*/ 706 h 808"/>
                  <a:gd name="T4" fmla="*/ 20 w 637"/>
                  <a:gd name="T5" fmla="*/ 629 h 808"/>
                  <a:gd name="T6" fmla="*/ 33 w 637"/>
                  <a:gd name="T7" fmla="*/ 444 h 808"/>
                  <a:gd name="T8" fmla="*/ 58 w 637"/>
                  <a:gd name="T9" fmla="*/ 226 h 808"/>
                  <a:gd name="T10" fmla="*/ 180 w 637"/>
                  <a:gd name="T11" fmla="*/ 40 h 808"/>
                  <a:gd name="T12" fmla="*/ 372 w 637"/>
                  <a:gd name="T13" fmla="*/ 8 h 808"/>
                  <a:gd name="T14" fmla="*/ 545 w 637"/>
                  <a:gd name="T15" fmla="*/ 85 h 808"/>
                  <a:gd name="T16" fmla="*/ 622 w 637"/>
                  <a:gd name="T17" fmla="*/ 296 h 808"/>
                  <a:gd name="T18" fmla="*/ 634 w 637"/>
                  <a:gd name="T19" fmla="*/ 514 h 808"/>
                  <a:gd name="T20" fmla="*/ 622 w 637"/>
                  <a:gd name="T21" fmla="*/ 648 h 808"/>
                  <a:gd name="T22" fmla="*/ 622 w 637"/>
                  <a:gd name="T23" fmla="*/ 802 h 80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637"/>
                  <a:gd name="T37" fmla="*/ 0 h 808"/>
                  <a:gd name="T38" fmla="*/ 637 w 637"/>
                  <a:gd name="T39" fmla="*/ 808 h 80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637" h="808">
                    <a:moveTo>
                      <a:pt x="14" y="808"/>
                    </a:moveTo>
                    <a:cubicBezTo>
                      <a:pt x="7" y="772"/>
                      <a:pt x="0" y="736"/>
                      <a:pt x="1" y="706"/>
                    </a:cubicBezTo>
                    <a:cubicBezTo>
                      <a:pt x="2" y="676"/>
                      <a:pt x="15" y="673"/>
                      <a:pt x="20" y="629"/>
                    </a:cubicBezTo>
                    <a:cubicBezTo>
                      <a:pt x="25" y="585"/>
                      <a:pt x="27" y="511"/>
                      <a:pt x="33" y="444"/>
                    </a:cubicBezTo>
                    <a:cubicBezTo>
                      <a:pt x="39" y="377"/>
                      <a:pt x="33" y="293"/>
                      <a:pt x="58" y="226"/>
                    </a:cubicBezTo>
                    <a:cubicBezTo>
                      <a:pt x="83" y="159"/>
                      <a:pt x="128" y="76"/>
                      <a:pt x="180" y="40"/>
                    </a:cubicBezTo>
                    <a:cubicBezTo>
                      <a:pt x="232" y="4"/>
                      <a:pt x="311" y="0"/>
                      <a:pt x="372" y="8"/>
                    </a:cubicBezTo>
                    <a:cubicBezTo>
                      <a:pt x="433" y="16"/>
                      <a:pt x="503" y="37"/>
                      <a:pt x="545" y="85"/>
                    </a:cubicBezTo>
                    <a:cubicBezTo>
                      <a:pt x="587" y="133"/>
                      <a:pt x="607" y="225"/>
                      <a:pt x="622" y="296"/>
                    </a:cubicBezTo>
                    <a:cubicBezTo>
                      <a:pt x="637" y="367"/>
                      <a:pt x="634" y="455"/>
                      <a:pt x="634" y="514"/>
                    </a:cubicBezTo>
                    <a:cubicBezTo>
                      <a:pt x="634" y="573"/>
                      <a:pt x="624" y="600"/>
                      <a:pt x="622" y="648"/>
                    </a:cubicBezTo>
                    <a:cubicBezTo>
                      <a:pt x="620" y="696"/>
                      <a:pt x="620" y="781"/>
                      <a:pt x="622" y="802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Oval 113"/>
              <p:cNvSpPr>
                <a:spLocks noChangeArrowheads="1"/>
              </p:cNvSpPr>
              <p:nvPr/>
            </p:nvSpPr>
            <p:spPr bwMode="auto">
              <a:xfrm>
                <a:off x="2793" y="1860"/>
                <a:ext cx="177" cy="177"/>
              </a:xfrm>
              <a:prstGeom prst="ellipse">
                <a:avLst/>
              </a:prstGeom>
              <a:solidFill>
                <a:srgbClr val="F8F8F8"/>
              </a:soli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17" name="图片 116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971" t="28341" r="55147" b="-1"/>
            <a:stretch>
              <a:fillRect/>
            </a:stretch>
          </p:blipFill>
          <p:spPr>
            <a:xfrm rot="5400000">
              <a:off x="9010483" y="3295487"/>
              <a:ext cx="1120109" cy="242299"/>
            </a:xfrm>
            <a:prstGeom prst="rect">
              <a:avLst/>
            </a:prstGeom>
          </p:spPr>
        </p:pic>
        <p:pic>
          <p:nvPicPr>
            <p:cNvPr id="118" name="图片 117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658" t="28341" r="53140" b="-1"/>
            <a:stretch>
              <a:fillRect/>
            </a:stretch>
          </p:blipFill>
          <p:spPr>
            <a:xfrm rot="10800000">
              <a:off x="9294018" y="3056745"/>
              <a:ext cx="607218" cy="242299"/>
            </a:xfrm>
            <a:prstGeom prst="rect">
              <a:avLst/>
            </a:prstGeom>
          </p:spPr>
        </p:pic>
      </p:grpSp>
      <p:sp>
        <p:nvSpPr>
          <p:cNvPr id="128" name="Text Box 116"/>
          <p:cNvSpPr txBox="1">
            <a:spLocks noChangeArrowheads="1"/>
          </p:cNvSpPr>
          <p:nvPr/>
        </p:nvSpPr>
        <p:spPr bwMode="auto">
          <a:xfrm>
            <a:off x="10214749" y="1858168"/>
            <a:ext cx="1723549" cy="8309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EBE7F2"/>
            </a:solidFill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用波浪线表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Marlett" pitchFamily="2" charset="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示断裂边界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Line 117"/>
          <p:cNvSpPr>
            <a:spLocks noChangeShapeType="1"/>
          </p:cNvSpPr>
          <p:nvPr/>
        </p:nvSpPr>
        <p:spPr bwMode="auto">
          <a:xfrm flipV="1">
            <a:off x="10133761" y="2706626"/>
            <a:ext cx="728662" cy="4014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none" w="med" len="med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 autoUpdateAnimBg="0"/>
      <p:bldP spid="42" grpId="0"/>
      <p:bldP spid="43" grpId="0" autoUpdateAnimBg="0"/>
      <p:bldP spid="44" grpId="0"/>
      <p:bldP spid="45" grpId="0"/>
      <p:bldP spid="46" grpId="0"/>
      <p:bldP spid="48" grpId="0" animBg="1"/>
      <p:bldP spid="50" grpId="0" autoUpdateAnimBg="0"/>
      <p:bldP spid="51" grpId="0" autoUpdateAnimBg="0"/>
      <p:bldP spid="54" grpId="0" animBg="1"/>
      <p:bldP spid="55" grpId="0" autoUpdateAnimBg="0"/>
      <p:bldP spid="128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1947969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22284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局部视图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780376" y="2195375"/>
            <a:ext cx="4303583" cy="11350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当表示的局部结构是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完整</a:t>
            </a: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的且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外轮廓封闭</a:t>
            </a: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，波浪线可省略。</a:t>
            </a:r>
            <a:endParaRPr kumimoji="1" lang="zh-CN" altLang="en-US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Group 8"/>
          <p:cNvGrpSpPr/>
          <p:nvPr/>
        </p:nvGrpSpPr>
        <p:grpSpPr bwMode="auto">
          <a:xfrm>
            <a:off x="6189219" y="2235049"/>
            <a:ext cx="361950" cy="615952"/>
            <a:chOff x="219" y="1590"/>
            <a:chExt cx="228" cy="388"/>
          </a:xfrm>
        </p:grpSpPr>
        <p:sp>
          <p:nvSpPr>
            <p:cNvPr id="5" name="Rectangle 9"/>
            <p:cNvSpPr>
              <a:spLocks noChangeArrowheads="1"/>
            </p:cNvSpPr>
            <p:nvPr/>
          </p:nvSpPr>
          <p:spPr bwMode="auto">
            <a:xfrm>
              <a:off x="293" y="1590"/>
              <a:ext cx="91" cy="3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zh-CN" i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en-US" altLang="zh-CN" sz="40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>
              <a:off x="219" y="1953"/>
              <a:ext cx="228" cy="1"/>
            </a:xfrm>
            <a:custGeom>
              <a:avLst/>
              <a:gdLst>
                <a:gd name="T0" fmla="*/ 0 w 910"/>
                <a:gd name="T1" fmla="*/ 909 w 910"/>
                <a:gd name="T2" fmla="*/ 910 w 9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910">
                  <a:moveTo>
                    <a:pt x="0" y="0"/>
                  </a:moveTo>
                  <a:lnTo>
                    <a:pt x="909" y="0"/>
                  </a:lnTo>
                  <a:lnTo>
                    <a:pt x="910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tailEnd type="triangle" w="sm" len="lg"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Group 29"/>
          <p:cNvGrpSpPr/>
          <p:nvPr/>
        </p:nvGrpSpPr>
        <p:grpSpPr bwMode="auto">
          <a:xfrm>
            <a:off x="9902173" y="3782199"/>
            <a:ext cx="1495425" cy="1554163"/>
            <a:chOff x="2023" y="2467"/>
            <a:chExt cx="942" cy="979"/>
          </a:xfrm>
        </p:grpSpPr>
        <p:sp>
          <p:nvSpPr>
            <p:cNvPr id="8" name="Arc 30"/>
            <p:cNvSpPr/>
            <p:nvPr/>
          </p:nvSpPr>
          <p:spPr bwMode="auto">
            <a:xfrm flipV="1">
              <a:off x="2382" y="3132"/>
              <a:ext cx="224" cy="249"/>
            </a:xfrm>
            <a:custGeom>
              <a:avLst/>
              <a:gdLst>
                <a:gd name="G0" fmla="+- 10436 0 0"/>
                <a:gd name="G1" fmla="+- 21600 0 0"/>
                <a:gd name="G2" fmla="+- 21600 0 0"/>
                <a:gd name="T0" fmla="*/ 0 w 19926"/>
                <a:gd name="T1" fmla="*/ 2688 h 21600"/>
                <a:gd name="T2" fmla="*/ 19926 w 19926"/>
                <a:gd name="T3" fmla="*/ 2197 h 21600"/>
                <a:gd name="T4" fmla="*/ 10436 w 19926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926" h="21600" fill="none" extrusionOk="0">
                  <a:moveTo>
                    <a:pt x="0" y="2688"/>
                  </a:moveTo>
                  <a:cubicBezTo>
                    <a:pt x="3195" y="924"/>
                    <a:pt x="6786" y="-1"/>
                    <a:pt x="10436" y="0"/>
                  </a:cubicBezTo>
                  <a:cubicBezTo>
                    <a:pt x="13725" y="0"/>
                    <a:pt x="16971" y="751"/>
                    <a:pt x="19926" y="2196"/>
                  </a:cubicBezTo>
                </a:path>
                <a:path w="19926" h="21600" stroke="0" extrusionOk="0">
                  <a:moveTo>
                    <a:pt x="0" y="2688"/>
                  </a:moveTo>
                  <a:cubicBezTo>
                    <a:pt x="3195" y="924"/>
                    <a:pt x="6786" y="-1"/>
                    <a:pt x="10436" y="0"/>
                  </a:cubicBezTo>
                  <a:cubicBezTo>
                    <a:pt x="13725" y="0"/>
                    <a:pt x="16971" y="751"/>
                    <a:pt x="19926" y="2196"/>
                  </a:cubicBezTo>
                  <a:lnTo>
                    <a:pt x="10436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Arc 31"/>
            <p:cNvSpPr/>
            <p:nvPr/>
          </p:nvSpPr>
          <p:spPr bwMode="auto">
            <a:xfrm>
              <a:off x="2779" y="3037"/>
              <a:ext cx="119" cy="226"/>
            </a:xfrm>
            <a:custGeom>
              <a:avLst/>
              <a:gdLst>
                <a:gd name="G0" fmla="+- 0 0 0"/>
                <a:gd name="G1" fmla="+- 20671 0 0"/>
                <a:gd name="G2" fmla="+- 21600 0 0"/>
                <a:gd name="T0" fmla="*/ 6268 w 21600"/>
                <a:gd name="T1" fmla="*/ 0 h 41819"/>
                <a:gd name="T2" fmla="*/ 4395 w 21600"/>
                <a:gd name="T3" fmla="*/ 41819 h 41819"/>
                <a:gd name="T4" fmla="*/ 0 w 21600"/>
                <a:gd name="T5" fmla="*/ 20671 h 41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1819" fill="none" extrusionOk="0">
                  <a:moveTo>
                    <a:pt x="6267" y="0"/>
                  </a:moveTo>
                  <a:cubicBezTo>
                    <a:pt x="15373" y="2761"/>
                    <a:pt x="21600" y="11155"/>
                    <a:pt x="21600" y="20671"/>
                  </a:cubicBezTo>
                  <a:cubicBezTo>
                    <a:pt x="21600" y="30906"/>
                    <a:pt x="14416" y="39736"/>
                    <a:pt x="4395" y="41819"/>
                  </a:cubicBezTo>
                </a:path>
                <a:path w="21600" h="41819" stroke="0" extrusionOk="0">
                  <a:moveTo>
                    <a:pt x="6267" y="0"/>
                  </a:moveTo>
                  <a:cubicBezTo>
                    <a:pt x="15373" y="2761"/>
                    <a:pt x="21600" y="11155"/>
                    <a:pt x="21600" y="20671"/>
                  </a:cubicBezTo>
                  <a:cubicBezTo>
                    <a:pt x="21600" y="30906"/>
                    <a:pt x="14416" y="39736"/>
                    <a:pt x="4395" y="41819"/>
                  </a:cubicBezTo>
                  <a:lnTo>
                    <a:pt x="0" y="20671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Oval 32"/>
            <p:cNvSpPr>
              <a:spLocks noChangeArrowheads="1"/>
            </p:cNvSpPr>
            <p:nvPr/>
          </p:nvSpPr>
          <p:spPr bwMode="auto">
            <a:xfrm>
              <a:off x="2159" y="3094"/>
              <a:ext cx="113" cy="11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Oval 33"/>
            <p:cNvSpPr>
              <a:spLocks noChangeArrowheads="1"/>
            </p:cNvSpPr>
            <p:nvPr/>
          </p:nvSpPr>
          <p:spPr bwMode="auto">
            <a:xfrm>
              <a:off x="2340" y="2994"/>
              <a:ext cx="315" cy="305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Oval 34"/>
            <p:cNvSpPr>
              <a:spLocks noChangeArrowheads="1"/>
            </p:cNvSpPr>
            <p:nvPr/>
          </p:nvSpPr>
          <p:spPr bwMode="auto">
            <a:xfrm>
              <a:off x="2420" y="3074"/>
              <a:ext cx="156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35"/>
            <p:cNvSpPr/>
            <p:nvPr/>
          </p:nvSpPr>
          <p:spPr bwMode="auto">
            <a:xfrm>
              <a:off x="2218" y="3048"/>
              <a:ext cx="1" cy="197"/>
            </a:xfrm>
            <a:custGeom>
              <a:avLst/>
              <a:gdLst>
                <a:gd name="T0" fmla="*/ 0 w 1"/>
                <a:gd name="T1" fmla="*/ 0 h 788"/>
                <a:gd name="T2" fmla="*/ 0 w 1"/>
                <a:gd name="T3" fmla="*/ 788 h 788"/>
                <a:gd name="T4" fmla="*/ 1 w 1"/>
                <a:gd name="T5" fmla="*/ 788 h 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88">
                  <a:moveTo>
                    <a:pt x="0" y="0"/>
                  </a:moveTo>
                  <a:lnTo>
                    <a:pt x="0" y="788"/>
                  </a:lnTo>
                  <a:lnTo>
                    <a:pt x="1" y="788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Rectangle 36"/>
            <p:cNvSpPr>
              <a:spLocks noChangeArrowheads="1"/>
            </p:cNvSpPr>
            <p:nvPr/>
          </p:nvSpPr>
          <p:spPr bwMode="auto">
            <a:xfrm>
              <a:off x="2442" y="2467"/>
              <a:ext cx="91" cy="3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zh-CN" i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en-US" altLang="zh-CN" sz="40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5" name="Group 37"/>
            <p:cNvGrpSpPr/>
            <p:nvPr/>
          </p:nvGrpSpPr>
          <p:grpSpPr bwMode="auto">
            <a:xfrm>
              <a:off x="2023" y="3146"/>
              <a:ext cx="942" cy="1"/>
              <a:chOff x="3108" y="3027"/>
              <a:chExt cx="942" cy="1"/>
            </a:xfrm>
          </p:grpSpPr>
          <p:sp>
            <p:nvSpPr>
              <p:cNvPr id="30" name="Freeform 38"/>
              <p:cNvSpPr/>
              <p:nvPr/>
            </p:nvSpPr>
            <p:spPr bwMode="auto">
              <a:xfrm>
                <a:off x="3108" y="3027"/>
                <a:ext cx="255" cy="1"/>
              </a:xfrm>
              <a:custGeom>
                <a:avLst/>
                <a:gdLst>
                  <a:gd name="T0" fmla="*/ 0 w 1019"/>
                  <a:gd name="T1" fmla="*/ 1018 w 1019"/>
                  <a:gd name="T2" fmla="*/ 1019 w 101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019">
                    <a:moveTo>
                      <a:pt x="0" y="0"/>
                    </a:moveTo>
                    <a:lnTo>
                      <a:pt x="1018" y="0"/>
                    </a:lnTo>
                    <a:lnTo>
                      <a:pt x="1019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Line 39"/>
              <p:cNvSpPr>
                <a:spLocks noChangeShapeType="1"/>
              </p:cNvSpPr>
              <p:nvPr/>
            </p:nvSpPr>
            <p:spPr bwMode="auto">
              <a:xfrm>
                <a:off x="3742" y="3027"/>
                <a:ext cx="1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Freeform 40"/>
              <p:cNvSpPr/>
              <p:nvPr/>
            </p:nvSpPr>
            <p:spPr bwMode="auto">
              <a:xfrm>
                <a:off x="3384" y="3027"/>
                <a:ext cx="9" cy="1"/>
              </a:xfrm>
              <a:custGeom>
                <a:avLst/>
                <a:gdLst>
                  <a:gd name="T0" fmla="*/ 0 w 35"/>
                  <a:gd name="T1" fmla="*/ 34 w 35"/>
                  <a:gd name="T2" fmla="*/ 35 w 3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5">
                    <a:moveTo>
                      <a:pt x="0" y="0"/>
                    </a:moveTo>
                    <a:lnTo>
                      <a:pt x="34" y="0"/>
                    </a:lnTo>
                    <a:lnTo>
                      <a:pt x="35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Freeform 41"/>
              <p:cNvSpPr/>
              <p:nvPr/>
            </p:nvSpPr>
            <p:spPr bwMode="auto">
              <a:xfrm>
                <a:off x="3409" y="3027"/>
                <a:ext cx="356" cy="1"/>
              </a:xfrm>
              <a:custGeom>
                <a:avLst/>
                <a:gdLst>
                  <a:gd name="T0" fmla="*/ 0 w 1421"/>
                  <a:gd name="T1" fmla="*/ 1420 w 1421"/>
                  <a:gd name="T2" fmla="*/ 1421 w 142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21">
                    <a:moveTo>
                      <a:pt x="0" y="0"/>
                    </a:moveTo>
                    <a:lnTo>
                      <a:pt x="1420" y="0"/>
                    </a:lnTo>
                    <a:lnTo>
                      <a:pt x="142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Freeform 42"/>
              <p:cNvSpPr/>
              <p:nvPr/>
            </p:nvSpPr>
            <p:spPr bwMode="auto">
              <a:xfrm>
                <a:off x="3786" y="3027"/>
                <a:ext cx="12" cy="1"/>
              </a:xfrm>
              <a:custGeom>
                <a:avLst/>
                <a:gdLst>
                  <a:gd name="T0" fmla="*/ 0 w 52"/>
                  <a:gd name="T1" fmla="*/ 51 w 52"/>
                  <a:gd name="T2" fmla="*/ 52 w 5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52">
                    <a:moveTo>
                      <a:pt x="0" y="0"/>
                    </a:moveTo>
                    <a:lnTo>
                      <a:pt x="51" y="0"/>
                    </a:lnTo>
                    <a:lnTo>
                      <a:pt x="5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Freeform 43"/>
              <p:cNvSpPr/>
              <p:nvPr/>
            </p:nvSpPr>
            <p:spPr bwMode="auto">
              <a:xfrm>
                <a:off x="3819" y="3027"/>
                <a:ext cx="231" cy="1"/>
              </a:xfrm>
              <a:custGeom>
                <a:avLst/>
                <a:gdLst>
                  <a:gd name="T0" fmla="*/ 0 w 923"/>
                  <a:gd name="T1" fmla="*/ 922 w 923"/>
                  <a:gd name="T2" fmla="*/ 923 w 92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23">
                    <a:moveTo>
                      <a:pt x="0" y="0"/>
                    </a:moveTo>
                    <a:lnTo>
                      <a:pt x="922" y="0"/>
                    </a:lnTo>
                    <a:lnTo>
                      <a:pt x="923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" name="Group 44"/>
            <p:cNvGrpSpPr/>
            <p:nvPr/>
          </p:nvGrpSpPr>
          <p:grpSpPr bwMode="auto">
            <a:xfrm>
              <a:off x="2495" y="2847"/>
              <a:ext cx="1" cy="599"/>
              <a:chOff x="3580" y="2728"/>
              <a:chExt cx="1" cy="599"/>
            </a:xfrm>
          </p:grpSpPr>
          <p:sp>
            <p:nvSpPr>
              <p:cNvPr id="27" name="Freeform 45"/>
              <p:cNvSpPr/>
              <p:nvPr/>
            </p:nvSpPr>
            <p:spPr bwMode="auto">
              <a:xfrm>
                <a:off x="3580" y="2728"/>
                <a:ext cx="1" cy="148"/>
              </a:xfrm>
              <a:custGeom>
                <a:avLst/>
                <a:gdLst>
                  <a:gd name="T0" fmla="*/ 0 w 1"/>
                  <a:gd name="T1" fmla="*/ 0 h 595"/>
                  <a:gd name="T2" fmla="*/ 0 w 1"/>
                  <a:gd name="T3" fmla="*/ 595 h 595"/>
                  <a:gd name="T4" fmla="*/ 1 w 1"/>
                  <a:gd name="T5" fmla="*/ 595 h 5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95">
                    <a:moveTo>
                      <a:pt x="0" y="0"/>
                    </a:moveTo>
                    <a:lnTo>
                      <a:pt x="0" y="595"/>
                    </a:lnTo>
                    <a:lnTo>
                      <a:pt x="1" y="595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Freeform 46"/>
              <p:cNvSpPr/>
              <p:nvPr/>
            </p:nvSpPr>
            <p:spPr bwMode="auto">
              <a:xfrm>
                <a:off x="3580" y="2927"/>
                <a:ext cx="1" cy="400"/>
              </a:xfrm>
              <a:custGeom>
                <a:avLst/>
                <a:gdLst>
                  <a:gd name="T0" fmla="*/ 0 w 1"/>
                  <a:gd name="T1" fmla="*/ 0 h 1601"/>
                  <a:gd name="T2" fmla="*/ 0 w 1"/>
                  <a:gd name="T3" fmla="*/ 1601 h 1601"/>
                  <a:gd name="T4" fmla="*/ 1 w 1"/>
                  <a:gd name="T5" fmla="*/ 1601 h 16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601">
                    <a:moveTo>
                      <a:pt x="0" y="0"/>
                    </a:moveTo>
                    <a:lnTo>
                      <a:pt x="0" y="1601"/>
                    </a:lnTo>
                    <a:lnTo>
                      <a:pt x="1" y="1601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Freeform 47"/>
              <p:cNvSpPr/>
              <p:nvPr/>
            </p:nvSpPr>
            <p:spPr bwMode="auto">
              <a:xfrm>
                <a:off x="3580" y="2900"/>
                <a:ext cx="1" cy="8"/>
              </a:xfrm>
              <a:custGeom>
                <a:avLst/>
                <a:gdLst>
                  <a:gd name="T0" fmla="*/ 0 w 1"/>
                  <a:gd name="T1" fmla="*/ 0 h 33"/>
                  <a:gd name="T2" fmla="*/ 0 w 1"/>
                  <a:gd name="T3" fmla="*/ 33 h 33"/>
                  <a:gd name="T4" fmla="*/ 1 w 1"/>
                  <a:gd name="T5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3">
                    <a:moveTo>
                      <a:pt x="0" y="0"/>
                    </a:moveTo>
                    <a:lnTo>
                      <a:pt x="0" y="33"/>
                    </a:lnTo>
                    <a:lnTo>
                      <a:pt x="1" y="33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8" name="Freeform 48"/>
            <p:cNvSpPr/>
            <p:nvPr/>
          </p:nvSpPr>
          <p:spPr bwMode="auto">
            <a:xfrm>
              <a:off x="2772" y="3048"/>
              <a:ext cx="1" cy="197"/>
            </a:xfrm>
            <a:custGeom>
              <a:avLst/>
              <a:gdLst>
                <a:gd name="T0" fmla="*/ 0 w 1"/>
                <a:gd name="T1" fmla="*/ 0 h 788"/>
                <a:gd name="T2" fmla="*/ 0 w 1"/>
                <a:gd name="T3" fmla="*/ 788 h 788"/>
                <a:gd name="T4" fmla="*/ 1 w 1"/>
                <a:gd name="T5" fmla="*/ 788 h 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88">
                  <a:moveTo>
                    <a:pt x="0" y="0"/>
                  </a:moveTo>
                  <a:lnTo>
                    <a:pt x="0" y="788"/>
                  </a:lnTo>
                  <a:lnTo>
                    <a:pt x="1" y="788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Freeform 49"/>
            <p:cNvSpPr/>
            <p:nvPr/>
          </p:nvSpPr>
          <p:spPr bwMode="auto">
            <a:xfrm>
              <a:off x="2400" y="2910"/>
              <a:ext cx="190" cy="20"/>
            </a:xfrm>
            <a:custGeom>
              <a:avLst/>
              <a:gdLst>
                <a:gd name="T0" fmla="*/ 759 w 759"/>
                <a:gd name="T1" fmla="*/ 80 h 80"/>
                <a:gd name="T2" fmla="*/ 380 w 759"/>
                <a:gd name="T3" fmla="*/ 0 h 80"/>
                <a:gd name="T4" fmla="*/ 0 w 759"/>
                <a:gd name="T5" fmla="*/ 80 h 80"/>
                <a:gd name="T6" fmla="*/ 1 w 759"/>
                <a:gd name="T7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9" h="80">
                  <a:moveTo>
                    <a:pt x="759" y="80"/>
                  </a:moveTo>
                  <a:lnTo>
                    <a:pt x="380" y="0"/>
                  </a:lnTo>
                  <a:lnTo>
                    <a:pt x="0" y="80"/>
                  </a:lnTo>
                  <a:lnTo>
                    <a:pt x="1" y="8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Freeform 50"/>
            <p:cNvSpPr/>
            <p:nvPr/>
          </p:nvSpPr>
          <p:spPr bwMode="auto">
            <a:xfrm>
              <a:off x="2155" y="2930"/>
              <a:ext cx="245" cy="111"/>
            </a:xfrm>
            <a:custGeom>
              <a:avLst/>
              <a:gdLst>
                <a:gd name="T0" fmla="*/ 0 w 245"/>
                <a:gd name="T1" fmla="*/ 111 h 111"/>
                <a:gd name="T2" fmla="*/ 245 w 245"/>
                <a:gd name="T3" fmla="*/ 0 h 111"/>
                <a:gd name="T4" fmla="*/ 245 w 245"/>
                <a:gd name="T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11">
                  <a:moveTo>
                    <a:pt x="0" y="111"/>
                  </a:moveTo>
                  <a:lnTo>
                    <a:pt x="245" y="0"/>
                  </a:lnTo>
                  <a:lnTo>
                    <a:pt x="245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Freeform 51"/>
            <p:cNvSpPr/>
            <p:nvPr/>
          </p:nvSpPr>
          <p:spPr bwMode="auto">
            <a:xfrm>
              <a:off x="2590" y="2930"/>
              <a:ext cx="232" cy="103"/>
            </a:xfrm>
            <a:custGeom>
              <a:avLst/>
              <a:gdLst>
                <a:gd name="T0" fmla="*/ 927 w 927"/>
                <a:gd name="T1" fmla="*/ 410 h 410"/>
                <a:gd name="T2" fmla="*/ 0 w 927"/>
                <a:gd name="T3" fmla="*/ 0 h 410"/>
                <a:gd name="T4" fmla="*/ 1 w 927"/>
                <a:gd name="T5" fmla="*/ 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27" h="410">
                  <a:moveTo>
                    <a:pt x="927" y="41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Freeform 52"/>
            <p:cNvSpPr/>
            <p:nvPr/>
          </p:nvSpPr>
          <p:spPr bwMode="auto">
            <a:xfrm>
              <a:off x="2168" y="3259"/>
              <a:ext cx="232" cy="102"/>
            </a:xfrm>
            <a:custGeom>
              <a:avLst/>
              <a:gdLst>
                <a:gd name="T0" fmla="*/ 0 w 928"/>
                <a:gd name="T1" fmla="*/ 0 h 409"/>
                <a:gd name="T2" fmla="*/ 927 w 928"/>
                <a:gd name="T3" fmla="*/ 409 h 409"/>
                <a:gd name="T4" fmla="*/ 928 w 928"/>
                <a:gd name="T5" fmla="*/ 409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28" h="409">
                  <a:moveTo>
                    <a:pt x="0" y="0"/>
                  </a:moveTo>
                  <a:lnTo>
                    <a:pt x="927" y="409"/>
                  </a:lnTo>
                  <a:lnTo>
                    <a:pt x="928" y="409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53"/>
            <p:cNvSpPr/>
            <p:nvPr/>
          </p:nvSpPr>
          <p:spPr bwMode="auto">
            <a:xfrm>
              <a:off x="2590" y="3265"/>
              <a:ext cx="232" cy="102"/>
            </a:xfrm>
            <a:custGeom>
              <a:avLst/>
              <a:gdLst>
                <a:gd name="T0" fmla="*/ 232 w 232"/>
                <a:gd name="T1" fmla="*/ 0 h 102"/>
                <a:gd name="T2" fmla="*/ 3 w 232"/>
                <a:gd name="T3" fmla="*/ 100 h 102"/>
                <a:gd name="T4" fmla="*/ 0 w 232"/>
                <a:gd name="T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2" h="102">
                  <a:moveTo>
                    <a:pt x="232" y="0"/>
                  </a:moveTo>
                  <a:lnTo>
                    <a:pt x="3" y="100"/>
                  </a:lnTo>
                  <a:lnTo>
                    <a:pt x="0" y="102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Arc 54"/>
            <p:cNvSpPr/>
            <p:nvPr/>
          </p:nvSpPr>
          <p:spPr bwMode="auto">
            <a:xfrm>
              <a:off x="2382" y="2910"/>
              <a:ext cx="236" cy="249"/>
            </a:xfrm>
            <a:custGeom>
              <a:avLst/>
              <a:gdLst>
                <a:gd name="G0" fmla="+- 10436 0 0"/>
                <a:gd name="G1" fmla="+- 21600 0 0"/>
                <a:gd name="G2" fmla="+- 21600 0 0"/>
                <a:gd name="T0" fmla="*/ 0 w 21031"/>
                <a:gd name="T1" fmla="*/ 2688 h 21600"/>
                <a:gd name="T2" fmla="*/ 21031 w 21031"/>
                <a:gd name="T3" fmla="*/ 2777 h 21600"/>
                <a:gd name="T4" fmla="*/ 10436 w 21031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031" h="21600" fill="none" extrusionOk="0">
                  <a:moveTo>
                    <a:pt x="0" y="2688"/>
                  </a:moveTo>
                  <a:cubicBezTo>
                    <a:pt x="3195" y="924"/>
                    <a:pt x="6786" y="-1"/>
                    <a:pt x="10436" y="0"/>
                  </a:cubicBezTo>
                  <a:cubicBezTo>
                    <a:pt x="14147" y="0"/>
                    <a:pt x="17796" y="956"/>
                    <a:pt x="21031" y="2776"/>
                  </a:cubicBezTo>
                </a:path>
                <a:path w="21031" h="21600" stroke="0" extrusionOk="0">
                  <a:moveTo>
                    <a:pt x="0" y="2688"/>
                  </a:moveTo>
                  <a:cubicBezTo>
                    <a:pt x="3195" y="924"/>
                    <a:pt x="6786" y="-1"/>
                    <a:pt x="10436" y="0"/>
                  </a:cubicBezTo>
                  <a:cubicBezTo>
                    <a:pt x="14147" y="0"/>
                    <a:pt x="17796" y="956"/>
                    <a:pt x="21031" y="2776"/>
                  </a:cubicBezTo>
                  <a:lnTo>
                    <a:pt x="10436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Arc 55"/>
            <p:cNvSpPr/>
            <p:nvPr/>
          </p:nvSpPr>
          <p:spPr bwMode="auto">
            <a:xfrm flipH="1">
              <a:off x="2092" y="3038"/>
              <a:ext cx="119" cy="223"/>
            </a:xfrm>
            <a:custGeom>
              <a:avLst/>
              <a:gdLst>
                <a:gd name="G0" fmla="+- 0 0 0"/>
                <a:gd name="G1" fmla="+- 20169 0 0"/>
                <a:gd name="G2" fmla="+- 21600 0 0"/>
                <a:gd name="T0" fmla="*/ 7731 w 21600"/>
                <a:gd name="T1" fmla="*/ 0 h 41317"/>
                <a:gd name="T2" fmla="*/ 4395 w 21600"/>
                <a:gd name="T3" fmla="*/ 41317 h 41317"/>
                <a:gd name="T4" fmla="*/ 0 w 21600"/>
                <a:gd name="T5" fmla="*/ 20169 h 41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1317" fill="none" extrusionOk="0">
                  <a:moveTo>
                    <a:pt x="7731" y="-1"/>
                  </a:moveTo>
                  <a:cubicBezTo>
                    <a:pt x="16084" y="3202"/>
                    <a:pt x="21600" y="11222"/>
                    <a:pt x="21600" y="20169"/>
                  </a:cubicBezTo>
                  <a:cubicBezTo>
                    <a:pt x="21600" y="30404"/>
                    <a:pt x="14416" y="39234"/>
                    <a:pt x="4395" y="41317"/>
                  </a:cubicBezTo>
                </a:path>
                <a:path w="21600" h="41317" stroke="0" extrusionOk="0">
                  <a:moveTo>
                    <a:pt x="7731" y="-1"/>
                  </a:moveTo>
                  <a:cubicBezTo>
                    <a:pt x="16084" y="3202"/>
                    <a:pt x="21600" y="11222"/>
                    <a:pt x="21600" y="20169"/>
                  </a:cubicBezTo>
                  <a:cubicBezTo>
                    <a:pt x="21600" y="30404"/>
                    <a:pt x="14416" y="39234"/>
                    <a:pt x="4395" y="41317"/>
                  </a:cubicBezTo>
                  <a:lnTo>
                    <a:pt x="0" y="20169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Oval 56"/>
            <p:cNvSpPr>
              <a:spLocks noChangeArrowheads="1"/>
            </p:cNvSpPr>
            <p:nvPr/>
          </p:nvSpPr>
          <p:spPr bwMode="auto">
            <a:xfrm>
              <a:off x="2719" y="3094"/>
              <a:ext cx="113" cy="11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Group 57"/>
          <p:cNvGrpSpPr/>
          <p:nvPr/>
        </p:nvGrpSpPr>
        <p:grpSpPr bwMode="auto">
          <a:xfrm>
            <a:off x="6749001" y="1496866"/>
            <a:ext cx="1911640" cy="4276725"/>
            <a:chOff x="804862" y="1115"/>
            <a:chExt cx="2047875" cy="2694"/>
          </a:xfrm>
        </p:grpSpPr>
        <p:sp>
          <p:nvSpPr>
            <p:cNvPr id="38" name="Arc 58"/>
            <p:cNvSpPr/>
            <p:nvPr/>
          </p:nvSpPr>
          <p:spPr bwMode="auto">
            <a:xfrm rot="5400000">
              <a:off x="2611373" y="-99547"/>
              <a:ext cx="130" cy="20637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Arc 59"/>
            <p:cNvSpPr/>
            <p:nvPr/>
          </p:nvSpPr>
          <p:spPr bwMode="auto">
            <a:xfrm rot="10800000">
              <a:off x="1227137" y="3574"/>
              <a:ext cx="206375" cy="13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Arc 60"/>
            <p:cNvSpPr/>
            <p:nvPr/>
          </p:nvSpPr>
          <p:spPr bwMode="auto">
            <a:xfrm flipH="1">
              <a:off x="1227137" y="2761"/>
              <a:ext cx="206375" cy="13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Freeform 61"/>
            <p:cNvSpPr/>
            <p:nvPr/>
          </p:nvSpPr>
          <p:spPr bwMode="auto">
            <a:xfrm>
              <a:off x="2714625" y="2897"/>
              <a:ext cx="1588" cy="677"/>
            </a:xfrm>
            <a:custGeom>
              <a:avLst/>
              <a:gdLst>
                <a:gd name="T0" fmla="*/ 0 w 1"/>
                <a:gd name="T1" fmla="*/ 2709 h 2709"/>
                <a:gd name="T2" fmla="*/ 0 w 1"/>
                <a:gd name="T3" fmla="*/ 0 h 2709"/>
                <a:gd name="T4" fmla="*/ 1 w 1"/>
                <a:gd name="T5" fmla="*/ 0 h 2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709">
                  <a:moveTo>
                    <a:pt x="0" y="270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Freeform 62"/>
            <p:cNvSpPr/>
            <p:nvPr/>
          </p:nvSpPr>
          <p:spPr bwMode="auto">
            <a:xfrm>
              <a:off x="1227137" y="2897"/>
              <a:ext cx="1588" cy="677"/>
            </a:xfrm>
            <a:custGeom>
              <a:avLst/>
              <a:gdLst>
                <a:gd name="T0" fmla="*/ 0 w 1"/>
                <a:gd name="T1" fmla="*/ 0 h 2709"/>
                <a:gd name="T2" fmla="*/ 0 w 1"/>
                <a:gd name="T3" fmla="*/ 2709 h 2709"/>
                <a:gd name="T4" fmla="*/ 1 w 1"/>
                <a:gd name="T5" fmla="*/ 2709 h 2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709">
                  <a:moveTo>
                    <a:pt x="0" y="0"/>
                  </a:moveTo>
                  <a:lnTo>
                    <a:pt x="0" y="2709"/>
                  </a:lnTo>
                  <a:lnTo>
                    <a:pt x="1" y="2709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Freeform 63"/>
            <p:cNvSpPr/>
            <p:nvPr/>
          </p:nvSpPr>
          <p:spPr bwMode="auto">
            <a:xfrm>
              <a:off x="1433512" y="3704"/>
              <a:ext cx="1076325" cy="1"/>
            </a:xfrm>
            <a:custGeom>
              <a:avLst/>
              <a:gdLst>
                <a:gd name="T0" fmla="*/ 0 w 2713"/>
                <a:gd name="T1" fmla="*/ 2712 w 2713"/>
                <a:gd name="T2" fmla="*/ 2713 w 27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713">
                  <a:moveTo>
                    <a:pt x="0" y="0"/>
                  </a:moveTo>
                  <a:lnTo>
                    <a:pt x="2712" y="0"/>
                  </a:lnTo>
                  <a:lnTo>
                    <a:pt x="2713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Oval 64"/>
            <p:cNvSpPr>
              <a:spLocks noChangeArrowheads="1"/>
            </p:cNvSpPr>
            <p:nvPr/>
          </p:nvSpPr>
          <p:spPr bwMode="auto">
            <a:xfrm>
              <a:off x="1330325" y="3509"/>
              <a:ext cx="211138" cy="13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Line 65"/>
            <p:cNvSpPr>
              <a:spLocks noChangeShapeType="1"/>
            </p:cNvSpPr>
            <p:nvPr/>
          </p:nvSpPr>
          <p:spPr bwMode="auto">
            <a:xfrm flipH="1">
              <a:off x="2406650" y="3070"/>
              <a:ext cx="31432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Line 66"/>
            <p:cNvSpPr>
              <a:spLocks noChangeShapeType="1"/>
            </p:cNvSpPr>
            <p:nvPr/>
          </p:nvSpPr>
          <p:spPr bwMode="auto">
            <a:xfrm flipH="1">
              <a:off x="2406650" y="3402"/>
              <a:ext cx="31432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Line 67"/>
            <p:cNvSpPr>
              <a:spLocks noChangeShapeType="1"/>
            </p:cNvSpPr>
            <p:nvPr/>
          </p:nvSpPr>
          <p:spPr bwMode="auto">
            <a:xfrm flipH="1">
              <a:off x="2287587" y="3322"/>
              <a:ext cx="4333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Line 68"/>
            <p:cNvSpPr>
              <a:spLocks noChangeShapeType="1"/>
            </p:cNvSpPr>
            <p:nvPr/>
          </p:nvSpPr>
          <p:spPr bwMode="auto">
            <a:xfrm flipH="1">
              <a:off x="2287587" y="3154"/>
              <a:ext cx="4333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Line 69"/>
            <p:cNvSpPr>
              <a:spLocks noChangeShapeType="1"/>
            </p:cNvSpPr>
            <p:nvPr/>
          </p:nvSpPr>
          <p:spPr bwMode="auto">
            <a:xfrm>
              <a:off x="941387" y="3154"/>
              <a:ext cx="7254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Line 70"/>
            <p:cNvSpPr>
              <a:spLocks noChangeShapeType="1"/>
            </p:cNvSpPr>
            <p:nvPr/>
          </p:nvSpPr>
          <p:spPr bwMode="auto">
            <a:xfrm>
              <a:off x="942975" y="3318"/>
              <a:ext cx="7239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Oval 71"/>
            <p:cNvSpPr>
              <a:spLocks noChangeArrowheads="1"/>
            </p:cNvSpPr>
            <p:nvPr/>
          </p:nvSpPr>
          <p:spPr bwMode="auto">
            <a:xfrm>
              <a:off x="1476375" y="2923"/>
              <a:ext cx="1000125" cy="630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Oval 72"/>
            <p:cNvSpPr>
              <a:spLocks noChangeArrowheads="1"/>
            </p:cNvSpPr>
            <p:nvPr/>
          </p:nvSpPr>
          <p:spPr bwMode="auto">
            <a:xfrm>
              <a:off x="1624012" y="3020"/>
              <a:ext cx="696913" cy="426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Rectangle 73"/>
            <p:cNvSpPr>
              <a:spLocks noChangeArrowheads="1"/>
            </p:cNvSpPr>
            <p:nvPr/>
          </p:nvSpPr>
          <p:spPr bwMode="auto">
            <a:xfrm>
              <a:off x="942975" y="2836"/>
              <a:ext cx="190500" cy="803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Freeform 74"/>
            <p:cNvSpPr/>
            <p:nvPr/>
          </p:nvSpPr>
          <p:spPr bwMode="auto">
            <a:xfrm>
              <a:off x="2413000" y="1382"/>
              <a:ext cx="1588" cy="117"/>
            </a:xfrm>
            <a:custGeom>
              <a:avLst/>
              <a:gdLst>
                <a:gd name="T0" fmla="*/ 0 w 1"/>
                <a:gd name="T1" fmla="*/ 466 h 466"/>
                <a:gd name="T2" fmla="*/ 0 w 1"/>
                <a:gd name="T3" fmla="*/ 0 h 466"/>
                <a:gd name="T4" fmla="*/ 1 w 1"/>
                <a:gd name="T5" fmla="*/ 0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66">
                  <a:moveTo>
                    <a:pt x="0" y="46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5" name="Group 75"/>
            <p:cNvGrpSpPr/>
            <p:nvPr/>
          </p:nvGrpSpPr>
          <p:grpSpPr bwMode="auto">
            <a:xfrm>
              <a:off x="2320925" y="1418"/>
              <a:ext cx="393700" cy="1"/>
              <a:chOff x="2316" y="1299"/>
              <a:chExt cx="248" cy="1"/>
            </a:xfrm>
          </p:grpSpPr>
          <p:sp>
            <p:nvSpPr>
              <p:cNvPr id="207" name="Freeform 76"/>
              <p:cNvSpPr/>
              <p:nvPr/>
            </p:nvSpPr>
            <p:spPr bwMode="auto">
              <a:xfrm>
                <a:off x="2316" y="1299"/>
                <a:ext cx="54" cy="1"/>
              </a:xfrm>
              <a:custGeom>
                <a:avLst/>
                <a:gdLst>
                  <a:gd name="T0" fmla="*/ 0 w 218"/>
                  <a:gd name="T1" fmla="*/ 217 w 218"/>
                  <a:gd name="T2" fmla="*/ 218 w 21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8">
                    <a:moveTo>
                      <a:pt x="0" y="0"/>
                    </a:moveTo>
                    <a:lnTo>
                      <a:pt x="217" y="0"/>
                    </a:lnTo>
                    <a:lnTo>
                      <a:pt x="218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8" name="Freeform 77"/>
              <p:cNvSpPr/>
              <p:nvPr/>
            </p:nvSpPr>
            <p:spPr bwMode="auto">
              <a:xfrm>
                <a:off x="2393" y="1299"/>
                <a:ext cx="94" cy="1"/>
              </a:xfrm>
              <a:custGeom>
                <a:avLst/>
                <a:gdLst>
                  <a:gd name="T0" fmla="*/ 0 w 375"/>
                  <a:gd name="T1" fmla="*/ 374 w 375"/>
                  <a:gd name="T2" fmla="*/ 375 w 37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5">
                    <a:moveTo>
                      <a:pt x="0" y="0"/>
                    </a:moveTo>
                    <a:lnTo>
                      <a:pt x="374" y="0"/>
                    </a:lnTo>
                    <a:lnTo>
                      <a:pt x="375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9" name="Freeform 78"/>
              <p:cNvSpPr/>
              <p:nvPr/>
            </p:nvSpPr>
            <p:spPr bwMode="auto">
              <a:xfrm>
                <a:off x="2510" y="1299"/>
                <a:ext cx="54" cy="1"/>
              </a:xfrm>
              <a:custGeom>
                <a:avLst/>
                <a:gdLst>
                  <a:gd name="T0" fmla="*/ 0 w 218"/>
                  <a:gd name="T1" fmla="*/ 217 w 218"/>
                  <a:gd name="T2" fmla="*/ 218 w 21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8">
                    <a:moveTo>
                      <a:pt x="0" y="0"/>
                    </a:moveTo>
                    <a:lnTo>
                      <a:pt x="217" y="0"/>
                    </a:lnTo>
                    <a:lnTo>
                      <a:pt x="218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6" name="Group 79"/>
            <p:cNvGrpSpPr/>
            <p:nvPr/>
          </p:nvGrpSpPr>
          <p:grpSpPr bwMode="auto">
            <a:xfrm>
              <a:off x="2320925" y="1580"/>
              <a:ext cx="393700" cy="1"/>
              <a:chOff x="2316" y="1461"/>
              <a:chExt cx="248" cy="1"/>
            </a:xfrm>
          </p:grpSpPr>
          <p:sp>
            <p:nvSpPr>
              <p:cNvPr id="204" name="Freeform 80"/>
              <p:cNvSpPr/>
              <p:nvPr/>
            </p:nvSpPr>
            <p:spPr bwMode="auto">
              <a:xfrm>
                <a:off x="2316" y="1461"/>
                <a:ext cx="54" cy="1"/>
              </a:xfrm>
              <a:custGeom>
                <a:avLst/>
                <a:gdLst>
                  <a:gd name="T0" fmla="*/ 0 w 218"/>
                  <a:gd name="T1" fmla="*/ 217 w 218"/>
                  <a:gd name="T2" fmla="*/ 218 w 21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8">
                    <a:moveTo>
                      <a:pt x="0" y="0"/>
                    </a:moveTo>
                    <a:lnTo>
                      <a:pt x="217" y="0"/>
                    </a:lnTo>
                    <a:lnTo>
                      <a:pt x="218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5" name="Freeform 81"/>
              <p:cNvSpPr/>
              <p:nvPr/>
            </p:nvSpPr>
            <p:spPr bwMode="auto">
              <a:xfrm>
                <a:off x="2393" y="1461"/>
                <a:ext cx="94" cy="1"/>
              </a:xfrm>
              <a:custGeom>
                <a:avLst/>
                <a:gdLst>
                  <a:gd name="T0" fmla="*/ 0 w 375"/>
                  <a:gd name="T1" fmla="*/ 374 w 375"/>
                  <a:gd name="T2" fmla="*/ 375 w 37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5">
                    <a:moveTo>
                      <a:pt x="0" y="0"/>
                    </a:moveTo>
                    <a:lnTo>
                      <a:pt x="374" y="0"/>
                    </a:lnTo>
                    <a:lnTo>
                      <a:pt x="375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6" name="Freeform 82"/>
              <p:cNvSpPr/>
              <p:nvPr/>
            </p:nvSpPr>
            <p:spPr bwMode="auto">
              <a:xfrm>
                <a:off x="2510" y="1461"/>
                <a:ext cx="54" cy="1"/>
              </a:xfrm>
              <a:custGeom>
                <a:avLst/>
                <a:gdLst>
                  <a:gd name="T0" fmla="*/ 0 w 218"/>
                  <a:gd name="T1" fmla="*/ 217 w 218"/>
                  <a:gd name="T2" fmla="*/ 218 w 21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8">
                    <a:moveTo>
                      <a:pt x="0" y="0"/>
                    </a:moveTo>
                    <a:lnTo>
                      <a:pt x="217" y="0"/>
                    </a:lnTo>
                    <a:lnTo>
                      <a:pt x="218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7" name="Rectangle 83"/>
            <p:cNvSpPr>
              <a:spLocks noChangeArrowheads="1"/>
            </p:cNvSpPr>
            <p:nvPr/>
          </p:nvSpPr>
          <p:spPr bwMode="auto">
            <a:xfrm>
              <a:off x="1227137" y="2271"/>
              <a:ext cx="1487488" cy="16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Freeform 84"/>
            <p:cNvSpPr/>
            <p:nvPr/>
          </p:nvSpPr>
          <p:spPr bwMode="auto">
            <a:xfrm>
              <a:off x="1433512" y="2767"/>
              <a:ext cx="1074738" cy="1"/>
            </a:xfrm>
            <a:custGeom>
              <a:avLst/>
              <a:gdLst>
                <a:gd name="T0" fmla="*/ 2712 w 2712"/>
                <a:gd name="T1" fmla="*/ 0 w 2712"/>
                <a:gd name="T2" fmla="*/ 1 w 27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712">
                  <a:moveTo>
                    <a:pt x="2712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Freeform 85"/>
            <p:cNvSpPr/>
            <p:nvPr/>
          </p:nvSpPr>
          <p:spPr bwMode="auto">
            <a:xfrm>
              <a:off x="2508250" y="2799"/>
              <a:ext cx="1588" cy="195"/>
            </a:xfrm>
            <a:custGeom>
              <a:avLst/>
              <a:gdLst>
                <a:gd name="T0" fmla="*/ 0 w 1"/>
                <a:gd name="T1" fmla="*/ 779 h 779"/>
                <a:gd name="T2" fmla="*/ 0 w 1"/>
                <a:gd name="T3" fmla="*/ 0 h 779"/>
                <a:gd name="T4" fmla="*/ 1 w 1"/>
                <a:gd name="T5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79">
                  <a:moveTo>
                    <a:pt x="0" y="77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Freeform 86"/>
            <p:cNvSpPr/>
            <p:nvPr/>
          </p:nvSpPr>
          <p:spPr bwMode="auto">
            <a:xfrm>
              <a:off x="2351087" y="2897"/>
              <a:ext cx="304800" cy="1"/>
            </a:xfrm>
            <a:custGeom>
              <a:avLst/>
              <a:gdLst>
                <a:gd name="T0" fmla="*/ 769 w 769"/>
                <a:gd name="T1" fmla="*/ 0 w 769"/>
                <a:gd name="T2" fmla="*/ 1 w 76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9">
                  <a:moveTo>
                    <a:pt x="76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Freeform 87"/>
            <p:cNvSpPr/>
            <p:nvPr/>
          </p:nvSpPr>
          <p:spPr bwMode="auto">
            <a:xfrm>
              <a:off x="1433512" y="2799"/>
              <a:ext cx="1588" cy="195"/>
            </a:xfrm>
            <a:custGeom>
              <a:avLst/>
              <a:gdLst>
                <a:gd name="T0" fmla="*/ 0 w 1"/>
                <a:gd name="T1" fmla="*/ 779 h 779"/>
                <a:gd name="T2" fmla="*/ 0 w 1"/>
                <a:gd name="T3" fmla="*/ 0 h 779"/>
                <a:gd name="T4" fmla="*/ 1 w 1"/>
                <a:gd name="T5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79">
                  <a:moveTo>
                    <a:pt x="0" y="77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Freeform 88"/>
            <p:cNvSpPr/>
            <p:nvPr/>
          </p:nvSpPr>
          <p:spPr bwMode="auto">
            <a:xfrm>
              <a:off x="1287462" y="2897"/>
              <a:ext cx="306388" cy="1"/>
            </a:xfrm>
            <a:custGeom>
              <a:avLst/>
              <a:gdLst>
                <a:gd name="T0" fmla="*/ 768 w 768"/>
                <a:gd name="T1" fmla="*/ 0 w 768"/>
                <a:gd name="T2" fmla="*/ 1 w 76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8">
                  <a:moveTo>
                    <a:pt x="76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Freeform 89"/>
            <p:cNvSpPr/>
            <p:nvPr/>
          </p:nvSpPr>
          <p:spPr bwMode="auto">
            <a:xfrm>
              <a:off x="1433512" y="3477"/>
              <a:ext cx="1588" cy="194"/>
            </a:xfrm>
            <a:custGeom>
              <a:avLst/>
              <a:gdLst>
                <a:gd name="T0" fmla="*/ 0 w 1"/>
                <a:gd name="T1" fmla="*/ 779 h 779"/>
                <a:gd name="T2" fmla="*/ 0 w 1"/>
                <a:gd name="T3" fmla="*/ 0 h 779"/>
                <a:gd name="T4" fmla="*/ 1 w 1"/>
                <a:gd name="T5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79">
                  <a:moveTo>
                    <a:pt x="0" y="77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Freeform 90"/>
            <p:cNvSpPr/>
            <p:nvPr/>
          </p:nvSpPr>
          <p:spPr bwMode="auto">
            <a:xfrm>
              <a:off x="1287462" y="3574"/>
              <a:ext cx="306388" cy="1"/>
            </a:xfrm>
            <a:custGeom>
              <a:avLst/>
              <a:gdLst>
                <a:gd name="T0" fmla="*/ 768 w 768"/>
                <a:gd name="T1" fmla="*/ 0 w 768"/>
                <a:gd name="T2" fmla="*/ 1 w 76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8">
                  <a:moveTo>
                    <a:pt x="76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Freeform 91"/>
            <p:cNvSpPr/>
            <p:nvPr/>
          </p:nvSpPr>
          <p:spPr bwMode="auto">
            <a:xfrm>
              <a:off x="2508250" y="3477"/>
              <a:ext cx="1588" cy="194"/>
            </a:xfrm>
            <a:custGeom>
              <a:avLst/>
              <a:gdLst>
                <a:gd name="T0" fmla="*/ 0 w 1"/>
                <a:gd name="T1" fmla="*/ 779 h 779"/>
                <a:gd name="T2" fmla="*/ 0 w 1"/>
                <a:gd name="T3" fmla="*/ 0 h 779"/>
                <a:gd name="T4" fmla="*/ 1 w 1"/>
                <a:gd name="T5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79">
                  <a:moveTo>
                    <a:pt x="0" y="77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Freeform 92"/>
            <p:cNvSpPr/>
            <p:nvPr/>
          </p:nvSpPr>
          <p:spPr bwMode="auto">
            <a:xfrm>
              <a:off x="2351087" y="3574"/>
              <a:ext cx="304800" cy="1"/>
            </a:xfrm>
            <a:custGeom>
              <a:avLst/>
              <a:gdLst>
                <a:gd name="T0" fmla="*/ 769 w 769"/>
                <a:gd name="T1" fmla="*/ 0 w 769"/>
                <a:gd name="T2" fmla="*/ 1 w 76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9">
                  <a:moveTo>
                    <a:pt x="76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Freeform 93"/>
            <p:cNvSpPr/>
            <p:nvPr/>
          </p:nvSpPr>
          <p:spPr bwMode="auto">
            <a:xfrm>
              <a:off x="1227137" y="1220"/>
              <a:ext cx="1487488" cy="1"/>
            </a:xfrm>
            <a:custGeom>
              <a:avLst/>
              <a:gdLst>
                <a:gd name="T0" fmla="*/ 3749 w 3749"/>
                <a:gd name="T1" fmla="*/ 0 w 3749"/>
                <a:gd name="T2" fmla="*/ 1 w 374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749">
                  <a:moveTo>
                    <a:pt x="374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Freeform 94"/>
            <p:cNvSpPr/>
            <p:nvPr/>
          </p:nvSpPr>
          <p:spPr bwMode="auto">
            <a:xfrm>
              <a:off x="1227137" y="1382"/>
              <a:ext cx="1487488" cy="1"/>
            </a:xfrm>
            <a:custGeom>
              <a:avLst/>
              <a:gdLst>
                <a:gd name="T0" fmla="*/ 3749 w 3749"/>
                <a:gd name="T1" fmla="*/ 0 w 3749"/>
                <a:gd name="T2" fmla="*/ 1 w 374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749">
                  <a:moveTo>
                    <a:pt x="374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Freeform 95"/>
            <p:cNvSpPr/>
            <p:nvPr/>
          </p:nvSpPr>
          <p:spPr bwMode="auto">
            <a:xfrm>
              <a:off x="1227137" y="1220"/>
              <a:ext cx="1588" cy="162"/>
            </a:xfrm>
            <a:custGeom>
              <a:avLst/>
              <a:gdLst>
                <a:gd name="T0" fmla="*/ 0 w 1"/>
                <a:gd name="T1" fmla="*/ 649 h 649"/>
                <a:gd name="T2" fmla="*/ 0 w 1"/>
                <a:gd name="T3" fmla="*/ 0 h 649"/>
                <a:gd name="T4" fmla="*/ 1 w 1"/>
                <a:gd name="T5" fmla="*/ 0 h 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49">
                  <a:moveTo>
                    <a:pt x="0" y="64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Freeform 96"/>
            <p:cNvSpPr/>
            <p:nvPr/>
          </p:nvSpPr>
          <p:spPr bwMode="auto">
            <a:xfrm>
              <a:off x="2482850" y="1661"/>
              <a:ext cx="1588" cy="609"/>
            </a:xfrm>
            <a:custGeom>
              <a:avLst/>
              <a:gdLst>
                <a:gd name="T0" fmla="*/ 0 w 1"/>
                <a:gd name="T1" fmla="*/ 2435 h 2435"/>
                <a:gd name="T2" fmla="*/ 0 w 1"/>
                <a:gd name="T3" fmla="*/ 0 h 2435"/>
                <a:gd name="T4" fmla="*/ 1 w 1"/>
                <a:gd name="T5" fmla="*/ 0 h 2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435">
                  <a:moveTo>
                    <a:pt x="0" y="243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Freeform 97"/>
            <p:cNvSpPr/>
            <p:nvPr/>
          </p:nvSpPr>
          <p:spPr bwMode="auto">
            <a:xfrm>
              <a:off x="1458912" y="2116"/>
              <a:ext cx="1588" cy="154"/>
            </a:xfrm>
            <a:custGeom>
              <a:avLst/>
              <a:gdLst>
                <a:gd name="T0" fmla="*/ 0 w 1"/>
                <a:gd name="T1" fmla="*/ 616 h 616"/>
                <a:gd name="T2" fmla="*/ 0 w 1"/>
                <a:gd name="T3" fmla="*/ 0 h 616"/>
                <a:gd name="T4" fmla="*/ 1 w 1"/>
                <a:gd name="T5" fmla="*/ 0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16">
                  <a:moveTo>
                    <a:pt x="0" y="61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2" name="Group 98"/>
            <p:cNvGrpSpPr/>
            <p:nvPr/>
          </p:nvGrpSpPr>
          <p:grpSpPr bwMode="auto">
            <a:xfrm>
              <a:off x="2406650" y="2270"/>
              <a:ext cx="206375" cy="162"/>
              <a:chOff x="2370" y="2151"/>
              <a:chExt cx="130" cy="162"/>
            </a:xfrm>
          </p:grpSpPr>
          <p:sp>
            <p:nvSpPr>
              <p:cNvPr id="200" name="Freeform 99"/>
              <p:cNvSpPr/>
              <p:nvPr/>
            </p:nvSpPr>
            <p:spPr bwMode="auto">
              <a:xfrm>
                <a:off x="2499" y="2243"/>
                <a:ext cx="1" cy="70"/>
              </a:xfrm>
              <a:custGeom>
                <a:avLst/>
                <a:gdLst>
                  <a:gd name="T0" fmla="*/ 0 w 1"/>
                  <a:gd name="T1" fmla="*/ 278 h 278"/>
                  <a:gd name="T2" fmla="*/ 0 w 1"/>
                  <a:gd name="T3" fmla="*/ 0 h 278"/>
                  <a:gd name="T4" fmla="*/ 1 w 1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8">
                    <a:moveTo>
                      <a:pt x="0" y="27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1" name="Freeform 100"/>
              <p:cNvSpPr/>
              <p:nvPr/>
            </p:nvSpPr>
            <p:spPr bwMode="auto">
              <a:xfrm>
                <a:off x="2499" y="2151"/>
                <a:ext cx="1" cy="69"/>
              </a:xfrm>
              <a:custGeom>
                <a:avLst/>
                <a:gdLst>
                  <a:gd name="T0" fmla="*/ 0 w 1"/>
                  <a:gd name="T1" fmla="*/ 277 h 277"/>
                  <a:gd name="T2" fmla="*/ 0 w 1"/>
                  <a:gd name="T3" fmla="*/ 0 h 277"/>
                  <a:gd name="T4" fmla="*/ 1 w 1"/>
                  <a:gd name="T5" fmla="*/ 0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7">
                    <a:moveTo>
                      <a:pt x="0" y="2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2" name="Freeform 101"/>
              <p:cNvSpPr/>
              <p:nvPr/>
            </p:nvSpPr>
            <p:spPr bwMode="auto">
              <a:xfrm>
                <a:off x="2370" y="2243"/>
                <a:ext cx="1" cy="70"/>
              </a:xfrm>
              <a:custGeom>
                <a:avLst/>
                <a:gdLst>
                  <a:gd name="T0" fmla="*/ 0 w 2"/>
                  <a:gd name="T1" fmla="*/ 278 h 278"/>
                  <a:gd name="T2" fmla="*/ 0 w 2"/>
                  <a:gd name="T3" fmla="*/ 0 h 278"/>
                  <a:gd name="T4" fmla="*/ 2 w 2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78">
                    <a:moveTo>
                      <a:pt x="0" y="27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3" name="Freeform 102"/>
              <p:cNvSpPr/>
              <p:nvPr/>
            </p:nvSpPr>
            <p:spPr bwMode="auto">
              <a:xfrm>
                <a:off x="2370" y="2151"/>
                <a:ext cx="1" cy="69"/>
              </a:xfrm>
              <a:custGeom>
                <a:avLst/>
                <a:gdLst>
                  <a:gd name="T0" fmla="*/ 0 w 2"/>
                  <a:gd name="T1" fmla="*/ 277 h 277"/>
                  <a:gd name="T2" fmla="*/ 0 w 2"/>
                  <a:gd name="T3" fmla="*/ 0 h 277"/>
                  <a:gd name="T4" fmla="*/ 2 w 2"/>
                  <a:gd name="T5" fmla="*/ 0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77">
                    <a:moveTo>
                      <a:pt x="0" y="27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3" name="Group 103"/>
            <p:cNvGrpSpPr/>
            <p:nvPr/>
          </p:nvGrpSpPr>
          <p:grpSpPr bwMode="auto">
            <a:xfrm>
              <a:off x="1330325" y="2270"/>
              <a:ext cx="207963" cy="162"/>
              <a:chOff x="1692" y="2151"/>
              <a:chExt cx="131" cy="162"/>
            </a:xfrm>
          </p:grpSpPr>
          <p:sp>
            <p:nvSpPr>
              <p:cNvPr id="196" name="Freeform 104"/>
              <p:cNvSpPr/>
              <p:nvPr/>
            </p:nvSpPr>
            <p:spPr bwMode="auto">
              <a:xfrm>
                <a:off x="1822" y="2243"/>
                <a:ext cx="1" cy="70"/>
              </a:xfrm>
              <a:custGeom>
                <a:avLst/>
                <a:gdLst>
                  <a:gd name="T0" fmla="*/ 0 w 2"/>
                  <a:gd name="T1" fmla="*/ 278 h 278"/>
                  <a:gd name="T2" fmla="*/ 0 w 2"/>
                  <a:gd name="T3" fmla="*/ 0 h 278"/>
                  <a:gd name="T4" fmla="*/ 2 w 2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78">
                    <a:moveTo>
                      <a:pt x="0" y="27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7" name="Freeform 105"/>
              <p:cNvSpPr/>
              <p:nvPr/>
            </p:nvSpPr>
            <p:spPr bwMode="auto">
              <a:xfrm>
                <a:off x="1822" y="2151"/>
                <a:ext cx="1" cy="69"/>
              </a:xfrm>
              <a:custGeom>
                <a:avLst/>
                <a:gdLst>
                  <a:gd name="T0" fmla="*/ 0 w 2"/>
                  <a:gd name="T1" fmla="*/ 277 h 277"/>
                  <a:gd name="T2" fmla="*/ 0 w 2"/>
                  <a:gd name="T3" fmla="*/ 0 h 277"/>
                  <a:gd name="T4" fmla="*/ 2 w 2"/>
                  <a:gd name="T5" fmla="*/ 0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77">
                    <a:moveTo>
                      <a:pt x="0" y="27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8" name="Freeform 106"/>
              <p:cNvSpPr/>
              <p:nvPr/>
            </p:nvSpPr>
            <p:spPr bwMode="auto">
              <a:xfrm>
                <a:off x="1692" y="2243"/>
                <a:ext cx="1" cy="70"/>
              </a:xfrm>
              <a:custGeom>
                <a:avLst/>
                <a:gdLst>
                  <a:gd name="T0" fmla="*/ 0 w 1"/>
                  <a:gd name="T1" fmla="*/ 278 h 278"/>
                  <a:gd name="T2" fmla="*/ 0 w 1"/>
                  <a:gd name="T3" fmla="*/ 0 h 278"/>
                  <a:gd name="T4" fmla="*/ 1 w 1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8">
                    <a:moveTo>
                      <a:pt x="0" y="27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9" name="Freeform 107"/>
              <p:cNvSpPr/>
              <p:nvPr/>
            </p:nvSpPr>
            <p:spPr bwMode="auto">
              <a:xfrm>
                <a:off x="1692" y="2151"/>
                <a:ext cx="1" cy="69"/>
              </a:xfrm>
              <a:custGeom>
                <a:avLst/>
                <a:gdLst>
                  <a:gd name="T0" fmla="*/ 0 w 1"/>
                  <a:gd name="T1" fmla="*/ 277 h 277"/>
                  <a:gd name="T2" fmla="*/ 0 w 1"/>
                  <a:gd name="T3" fmla="*/ 0 h 277"/>
                  <a:gd name="T4" fmla="*/ 1 w 1"/>
                  <a:gd name="T5" fmla="*/ 0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7">
                    <a:moveTo>
                      <a:pt x="0" y="2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4" name="Group 108"/>
            <p:cNvGrpSpPr/>
            <p:nvPr/>
          </p:nvGrpSpPr>
          <p:grpSpPr bwMode="auto">
            <a:xfrm>
              <a:off x="2406650" y="1220"/>
              <a:ext cx="206375" cy="162"/>
              <a:chOff x="2370" y="1101"/>
              <a:chExt cx="130" cy="162"/>
            </a:xfrm>
          </p:grpSpPr>
          <p:sp>
            <p:nvSpPr>
              <p:cNvPr id="192" name="Freeform 109"/>
              <p:cNvSpPr/>
              <p:nvPr/>
            </p:nvSpPr>
            <p:spPr bwMode="auto">
              <a:xfrm>
                <a:off x="2499" y="1194"/>
                <a:ext cx="1" cy="69"/>
              </a:xfrm>
              <a:custGeom>
                <a:avLst/>
                <a:gdLst>
                  <a:gd name="T0" fmla="*/ 0 w 1"/>
                  <a:gd name="T1" fmla="*/ 277 h 277"/>
                  <a:gd name="T2" fmla="*/ 0 w 1"/>
                  <a:gd name="T3" fmla="*/ 0 h 277"/>
                  <a:gd name="T4" fmla="*/ 1 w 1"/>
                  <a:gd name="T5" fmla="*/ 0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7">
                    <a:moveTo>
                      <a:pt x="0" y="2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3" name="Freeform 110"/>
              <p:cNvSpPr/>
              <p:nvPr/>
            </p:nvSpPr>
            <p:spPr bwMode="auto">
              <a:xfrm>
                <a:off x="2499" y="1101"/>
                <a:ext cx="1" cy="69"/>
              </a:xfrm>
              <a:custGeom>
                <a:avLst/>
                <a:gdLst>
                  <a:gd name="T0" fmla="*/ 0 w 1"/>
                  <a:gd name="T1" fmla="*/ 278 h 278"/>
                  <a:gd name="T2" fmla="*/ 0 w 1"/>
                  <a:gd name="T3" fmla="*/ 0 h 278"/>
                  <a:gd name="T4" fmla="*/ 1 w 1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8">
                    <a:moveTo>
                      <a:pt x="0" y="27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4" name="Freeform 111"/>
              <p:cNvSpPr/>
              <p:nvPr/>
            </p:nvSpPr>
            <p:spPr bwMode="auto">
              <a:xfrm>
                <a:off x="2370" y="1194"/>
                <a:ext cx="1" cy="69"/>
              </a:xfrm>
              <a:custGeom>
                <a:avLst/>
                <a:gdLst>
                  <a:gd name="T0" fmla="*/ 0 w 2"/>
                  <a:gd name="T1" fmla="*/ 277 h 277"/>
                  <a:gd name="T2" fmla="*/ 0 w 2"/>
                  <a:gd name="T3" fmla="*/ 0 h 277"/>
                  <a:gd name="T4" fmla="*/ 2 w 2"/>
                  <a:gd name="T5" fmla="*/ 0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77">
                    <a:moveTo>
                      <a:pt x="0" y="27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5" name="Freeform 112"/>
              <p:cNvSpPr/>
              <p:nvPr/>
            </p:nvSpPr>
            <p:spPr bwMode="auto">
              <a:xfrm>
                <a:off x="2370" y="1101"/>
                <a:ext cx="1" cy="69"/>
              </a:xfrm>
              <a:custGeom>
                <a:avLst/>
                <a:gdLst>
                  <a:gd name="T0" fmla="*/ 0 w 2"/>
                  <a:gd name="T1" fmla="*/ 278 h 278"/>
                  <a:gd name="T2" fmla="*/ 0 w 2"/>
                  <a:gd name="T3" fmla="*/ 0 h 278"/>
                  <a:gd name="T4" fmla="*/ 2 w 2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78">
                    <a:moveTo>
                      <a:pt x="0" y="27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5" name="Group 113"/>
            <p:cNvGrpSpPr/>
            <p:nvPr/>
          </p:nvGrpSpPr>
          <p:grpSpPr bwMode="auto">
            <a:xfrm>
              <a:off x="1330325" y="1220"/>
              <a:ext cx="207963" cy="162"/>
              <a:chOff x="1692" y="1101"/>
              <a:chExt cx="131" cy="162"/>
            </a:xfrm>
          </p:grpSpPr>
          <p:sp>
            <p:nvSpPr>
              <p:cNvPr id="188" name="Freeform 114"/>
              <p:cNvSpPr/>
              <p:nvPr/>
            </p:nvSpPr>
            <p:spPr bwMode="auto">
              <a:xfrm>
                <a:off x="1822" y="1194"/>
                <a:ext cx="1" cy="69"/>
              </a:xfrm>
              <a:custGeom>
                <a:avLst/>
                <a:gdLst>
                  <a:gd name="T0" fmla="*/ 0 w 2"/>
                  <a:gd name="T1" fmla="*/ 277 h 277"/>
                  <a:gd name="T2" fmla="*/ 0 w 2"/>
                  <a:gd name="T3" fmla="*/ 0 h 277"/>
                  <a:gd name="T4" fmla="*/ 2 w 2"/>
                  <a:gd name="T5" fmla="*/ 0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77">
                    <a:moveTo>
                      <a:pt x="0" y="27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9" name="Freeform 115"/>
              <p:cNvSpPr/>
              <p:nvPr/>
            </p:nvSpPr>
            <p:spPr bwMode="auto">
              <a:xfrm>
                <a:off x="1822" y="1101"/>
                <a:ext cx="1" cy="69"/>
              </a:xfrm>
              <a:custGeom>
                <a:avLst/>
                <a:gdLst>
                  <a:gd name="T0" fmla="*/ 0 w 2"/>
                  <a:gd name="T1" fmla="*/ 278 h 278"/>
                  <a:gd name="T2" fmla="*/ 0 w 2"/>
                  <a:gd name="T3" fmla="*/ 0 h 278"/>
                  <a:gd name="T4" fmla="*/ 2 w 2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78">
                    <a:moveTo>
                      <a:pt x="0" y="27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0" name="Freeform 116"/>
              <p:cNvSpPr/>
              <p:nvPr/>
            </p:nvSpPr>
            <p:spPr bwMode="auto">
              <a:xfrm>
                <a:off x="1692" y="1194"/>
                <a:ext cx="1" cy="69"/>
              </a:xfrm>
              <a:custGeom>
                <a:avLst/>
                <a:gdLst>
                  <a:gd name="T0" fmla="*/ 0 w 1"/>
                  <a:gd name="T1" fmla="*/ 277 h 277"/>
                  <a:gd name="T2" fmla="*/ 0 w 1"/>
                  <a:gd name="T3" fmla="*/ 0 h 277"/>
                  <a:gd name="T4" fmla="*/ 1 w 1"/>
                  <a:gd name="T5" fmla="*/ 0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7">
                    <a:moveTo>
                      <a:pt x="0" y="2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1" name="Freeform 117"/>
              <p:cNvSpPr/>
              <p:nvPr/>
            </p:nvSpPr>
            <p:spPr bwMode="auto">
              <a:xfrm>
                <a:off x="1692" y="1101"/>
                <a:ext cx="1" cy="69"/>
              </a:xfrm>
              <a:custGeom>
                <a:avLst/>
                <a:gdLst>
                  <a:gd name="T0" fmla="*/ 0 w 1"/>
                  <a:gd name="T1" fmla="*/ 278 h 278"/>
                  <a:gd name="T2" fmla="*/ 0 w 1"/>
                  <a:gd name="T3" fmla="*/ 0 h 278"/>
                  <a:gd name="T4" fmla="*/ 1 w 1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8">
                    <a:moveTo>
                      <a:pt x="0" y="27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6" name="Freeform 118"/>
            <p:cNvSpPr/>
            <p:nvPr/>
          </p:nvSpPr>
          <p:spPr bwMode="auto">
            <a:xfrm>
              <a:off x="2482850" y="1661"/>
              <a:ext cx="231775" cy="1"/>
            </a:xfrm>
            <a:custGeom>
              <a:avLst/>
              <a:gdLst>
                <a:gd name="T0" fmla="*/ 0 w 585"/>
                <a:gd name="T1" fmla="*/ 584 w 585"/>
                <a:gd name="T2" fmla="*/ 585 w 58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85">
                  <a:moveTo>
                    <a:pt x="0" y="0"/>
                  </a:moveTo>
                  <a:lnTo>
                    <a:pt x="584" y="0"/>
                  </a:lnTo>
                  <a:lnTo>
                    <a:pt x="585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Freeform 119"/>
            <p:cNvSpPr/>
            <p:nvPr/>
          </p:nvSpPr>
          <p:spPr bwMode="auto">
            <a:xfrm>
              <a:off x="2413000" y="1499"/>
              <a:ext cx="69850" cy="162"/>
            </a:xfrm>
            <a:custGeom>
              <a:avLst/>
              <a:gdLst>
                <a:gd name="T0" fmla="*/ 0 w 176"/>
                <a:gd name="T1" fmla="*/ 0 h 650"/>
                <a:gd name="T2" fmla="*/ 175 w 176"/>
                <a:gd name="T3" fmla="*/ 650 h 650"/>
                <a:gd name="T4" fmla="*/ 176 w 176"/>
                <a:gd name="T5" fmla="*/ 650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6" h="650">
                  <a:moveTo>
                    <a:pt x="0" y="0"/>
                  </a:moveTo>
                  <a:lnTo>
                    <a:pt x="175" y="650"/>
                  </a:lnTo>
                  <a:lnTo>
                    <a:pt x="176" y="65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8" name="Group 120"/>
            <p:cNvGrpSpPr/>
            <p:nvPr/>
          </p:nvGrpSpPr>
          <p:grpSpPr bwMode="auto">
            <a:xfrm>
              <a:off x="2320925" y="1220"/>
              <a:ext cx="1588" cy="1212"/>
              <a:chOff x="2316" y="1101"/>
              <a:chExt cx="1" cy="1212"/>
            </a:xfrm>
          </p:grpSpPr>
          <p:sp>
            <p:nvSpPr>
              <p:cNvPr id="178" name="Freeform 121"/>
              <p:cNvSpPr/>
              <p:nvPr/>
            </p:nvSpPr>
            <p:spPr bwMode="auto">
              <a:xfrm>
                <a:off x="2316" y="2249"/>
                <a:ext cx="1" cy="64"/>
              </a:xfrm>
              <a:custGeom>
                <a:avLst/>
                <a:gdLst>
                  <a:gd name="T0" fmla="*/ 0 w 1"/>
                  <a:gd name="T1" fmla="*/ 255 h 255"/>
                  <a:gd name="T2" fmla="*/ 0 w 1"/>
                  <a:gd name="T3" fmla="*/ 0 h 255"/>
                  <a:gd name="T4" fmla="*/ 1 w 1"/>
                  <a:gd name="T5" fmla="*/ 0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55">
                    <a:moveTo>
                      <a:pt x="0" y="25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9" name="Freeform 122"/>
              <p:cNvSpPr/>
              <p:nvPr/>
            </p:nvSpPr>
            <p:spPr bwMode="auto">
              <a:xfrm>
                <a:off x="2316" y="2132"/>
                <a:ext cx="1" cy="94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0" name="Freeform 123"/>
              <p:cNvSpPr/>
              <p:nvPr/>
            </p:nvSpPr>
            <p:spPr bwMode="auto">
              <a:xfrm>
                <a:off x="2316" y="2015"/>
                <a:ext cx="1" cy="94"/>
              </a:xfrm>
              <a:custGeom>
                <a:avLst/>
                <a:gdLst>
                  <a:gd name="T0" fmla="*/ 0 w 1"/>
                  <a:gd name="T1" fmla="*/ 375 h 375"/>
                  <a:gd name="T2" fmla="*/ 0 w 1"/>
                  <a:gd name="T3" fmla="*/ 0 h 375"/>
                  <a:gd name="T4" fmla="*/ 1 w 1"/>
                  <a:gd name="T5" fmla="*/ 0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5">
                    <a:moveTo>
                      <a:pt x="0" y="37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Freeform 124"/>
              <p:cNvSpPr/>
              <p:nvPr/>
            </p:nvSpPr>
            <p:spPr bwMode="auto">
              <a:xfrm>
                <a:off x="2316" y="1899"/>
                <a:ext cx="1" cy="93"/>
              </a:xfrm>
              <a:custGeom>
                <a:avLst/>
                <a:gdLst>
                  <a:gd name="T0" fmla="*/ 0 w 1"/>
                  <a:gd name="T1" fmla="*/ 373 h 373"/>
                  <a:gd name="T2" fmla="*/ 0 w 1"/>
                  <a:gd name="T3" fmla="*/ 0 h 373"/>
                  <a:gd name="T4" fmla="*/ 1 w 1"/>
                  <a:gd name="T5" fmla="*/ 0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3">
                    <a:moveTo>
                      <a:pt x="0" y="37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2" name="Freeform 125"/>
              <p:cNvSpPr/>
              <p:nvPr/>
            </p:nvSpPr>
            <p:spPr bwMode="auto">
              <a:xfrm>
                <a:off x="2316" y="1782"/>
                <a:ext cx="1" cy="93"/>
              </a:xfrm>
              <a:custGeom>
                <a:avLst/>
                <a:gdLst>
                  <a:gd name="T0" fmla="*/ 0 w 1"/>
                  <a:gd name="T1" fmla="*/ 375 h 375"/>
                  <a:gd name="T2" fmla="*/ 0 w 1"/>
                  <a:gd name="T3" fmla="*/ 0 h 375"/>
                  <a:gd name="T4" fmla="*/ 1 w 1"/>
                  <a:gd name="T5" fmla="*/ 0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5">
                    <a:moveTo>
                      <a:pt x="0" y="37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3" name="Freeform 126"/>
              <p:cNvSpPr/>
              <p:nvPr/>
            </p:nvSpPr>
            <p:spPr bwMode="auto">
              <a:xfrm>
                <a:off x="2316" y="1665"/>
                <a:ext cx="1" cy="93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4" name="Freeform 127"/>
              <p:cNvSpPr/>
              <p:nvPr/>
            </p:nvSpPr>
            <p:spPr bwMode="auto">
              <a:xfrm>
                <a:off x="2316" y="1548"/>
                <a:ext cx="1" cy="94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Freeform 128"/>
              <p:cNvSpPr/>
              <p:nvPr/>
            </p:nvSpPr>
            <p:spPr bwMode="auto">
              <a:xfrm>
                <a:off x="2316" y="1461"/>
                <a:ext cx="1" cy="64"/>
              </a:xfrm>
              <a:custGeom>
                <a:avLst/>
                <a:gdLst>
                  <a:gd name="T0" fmla="*/ 0 w 1"/>
                  <a:gd name="T1" fmla="*/ 256 h 256"/>
                  <a:gd name="T2" fmla="*/ 0 w 1"/>
                  <a:gd name="T3" fmla="*/ 0 h 256"/>
                  <a:gd name="T4" fmla="*/ 1 w 1"/>
                  <a:gd name="T5" fmla="*/ 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56">
                    <a:moveTo>
                      <a:pt x="0" y="25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Freeform 129"/>
              <p:cNvSpPr/>
              <p:nvPr/>
            </p:nvSpPr>
            <p:spPr bwMode="auto">
              <a:xfrm>
                <a:off x="2316" y="1211"/>
                <a:ext cx="1" cy="88"/>
              </a:xfrm>
              <a:custGeom>
                <a:avLst/>
                <a:gdLst>
                  <a:gd name="T0" fmla="*/ 0 w 1"/>
                  <a:gd name="T1" fmla="*/ 349 h 349"/>
                  <a:gd name="T2" fmla="*/ 0 w 1"/>
                  <a:gd name="T3" fmla="*/ 0 h 349"/>
                  <a:gd name="T4" fmla="*/ 1 w 1"/>
                  <a:gd name="T5" fmla="*/ 0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49">
                    <a:moveTo>
                      <a:pt x="0" y="34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7" name="Freeform 130"/>
              <p:cNvSpPr/>
              <p:nvPr/>
            </p:nvSpPr>
            <p:spPr bwMode="auto">
              <a:xfrm>
                <a:off x="2316" y="1101"/>
                <a:ext cx="1" cy="87"/>
              </a:xfrm>
              <a:custGeom>
                <a:avLst/>
                <a:gdLst>
                  <a:gd name="T0" fmla="*/ 0 w 1"/>
                  <a:gd name="T1" fmla="*/ 349 h 349"/>
                  <a:gd name="T2" fmla="*/ 0 w 1"/>
                  <a:gd name="T3" fmla="*/ 0 h 349"/>
                  <a:gd name="T4" fmla="*/ 1 w 1"/>
                  <a:gd name="T5" fmla="*/ 0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49">
                    <a:moveTo>
                      <a:pt x="0" y="34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9" name="Freeform 131"/>
            <p:cNvSpPr/>
            <p:nvPr/>
          </p:nvSpPr>
          <p:spPr bwMode="auto">
            <a:xfrm>
              <a:off x="941387" y="2189"/>
              <a:ext cx="185738" cy="1"/>
            </a:xfrm>
            <a:custGeom>
              <a:avLst/>
              <a:gdLst>
                <a:gd name="T0" fmla="*/ 470 w 470"/>
                <a:gd name="T1" fmla="*/ 0 w 470"/>
                <a:gd name="T2" fmla="*/ 1 w 47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70">
                  <a:moveTo>
                    <a:pt x="470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Freeform 132"/>
            <p:cNvSpPr/>
            <p:nvPr/>
          </p:nvSpPr>
          <p:spPr bwMode="auto">
            <a:xfrm>
              <a:off x="941387" y="1718"/>
              <a:ext cx="185738" cy="1"/>
            </a:xfrm>
            <a:custGeom>
              <a:avLst/>
              <a:gdLst>
                <a:gd name="T0" fmla="*/ 470 w 470"/>
                <a:gd name="T1" fmla="*/ 0 w 470"/>
                <a:gd name="T2" fmla="*/ 1 w 47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70">
                  <a:moveTo>
                    <a:pt x="470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Freeform 133"/>
            <p:cNvSpPr/>
            <p:nvPr/>
          </p:nvSpPr>
          <p:spPr bwMode="auto">
            <a:xfrm>
              <a:off x="1127125" y="1791"/>
              <a:ext cx="331788" cy="1"/>
            </a:xfrm>
            <a:custGeom>
              <a:avLst/>
              <a:gdLst>
                <a:gd name="T0" fmla="*/ 836 w 836"/>
                <a:gd name="T1" fmla="*/ 0 w 836"/>
                <a:gd name="T2" fmla="*/ 2 w 83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836">
                  <a:moveTo>
                    <a:pt x="83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Freeform 134"/>
            <p:cNvSpPr/>
            <p:nvPr/>
          </p:nvSpPr>
          <p:spPr bwMode="auto">
            <a:xfrm>
              <a:off x="1127125" y="2116"/>
              <a:ext cx="331788" cy="1"/>
            </a:xfrm>
            <a:custGeom>
              <a:avLst/>
              <a:gdLst>
                <a:gd name="T0" fmla="*/ 836 w 836"/>
                <a:gd name="T1" fmla="*/ 0 w 836"/>
                <a:gd name="T2" fmla="*/ 2 w 83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836">
                  <a:moveTo>
                    <a:pt x="83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Freeform 135"/>
            <p:cNvSpPr/>
            <p:nvPr/>
          </p:nvSpPr>
          <p:spPr bwMode="auto">
            <a:xfrm>
              <a:off x="1127125" y="1718"/>
              <a:ext cx="1588" cy="471"/>
            </a:xfrm>
            <a:custGeom>
              <a:avLst/>
              <a:gdLst>
                <a:gd name="T0" fmla="*/ 0 w 2"/>
                <a:gd name="T1" fmla="*/ 0 h 1882"/>
                <a:gd name="T2" fmla="*/ 0 w 2"/>
                <a:gd name="T3" fmla="*/ 1882 h 1882"/>
                <a:gd name="T4" fmla="*/ 2 w 2"/>
                <a:gd name="T5" fmla="*/ 1882 h 1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882">
                  <a:moveTo>
                    <a:pt x="0" y="0"/>
                  </a:moveTo>
                  <a:lnTo>
                    <a:pt x="0" y="1882"/>
                  </a:lnTo>
                  <a:lnTo>
                    <a:pt x="2" y="1882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Freeform 136"/>
            <p:cNvSpPr/>
            <p:nvPr/>
          </p:nvSpPr>
          <p:spPr bwMode="auto">
            <a:xfrm>
              <a:off x="941387" y="1718"/>
              <a:ext cx="1588" cy="471"/>
            </a:xfrm>
            <a:custGeom>
              <a:avLst/>
              <a:gdLst>
                <a:gd name="T0" fmla="*/ 0 w 1"/>
                <a:gd name="T1" fmla="*/ 0 h 1882"/>
                <a:gd name="T2" fmla="*/ 0 w 1"/>
                <a:gd name="T3" fmla="*/ 1882 h 1882"/>
                <a:gd name="T4" fmla="*/ 1 w 1"/>
                <a:gd name="T5" fmla="*/ 1882 h 1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882">
                  <a:moveTo>
                    <a:pt x="0" y="0"/>
                  </a:moveTo>
                  <a:lnTo>
                    <a:pt x="0" y="1882"/>
                  </a:lnTo>
                  <a:lnTo>
                    <a:pt x="1" y="1882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Freeform 137"/>
            <p:cNvSpPr/>
            <p:nvPr/>
          </p:nvSpPr>
          <p:spPr bwMode="auto">
            <a:xfrm>
              <a:off x="1458912" y="1382"/>
              <a:ext cx="1588" cy="409"/>
            </a:xfrm>
            <a:custGeom>
              <a:avLst/>
              <a:gdLst>
                <a:gd name="T0" fmla="*/ 0 w 1"/>
                <a:gd name="T1" fmla="*/ 1637 h 1637"/>
                <a:gd name="T2" fmla="*/ 0 w 1"/>
                <a:gd name="T3" fmla="*/ 0 h 1637"/>
                <a:gd name="T4" fmla="*/ 1 w 1"/>
                <a:gd name="T5" fmla="*/ 0 h 16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637">
                  <a:moveTo>
                    <a:pt x="0" y="163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Freeform 138"/>
            <p:cNvSpPr/>
            <p:nvPr/>
          </p:nvSpPr>
          <p:spPr bwMode="auto">
            <a:xfrm>
              <a:off x="1458912" y="1791"/>
              <a:ext cx="60325" cy="325"/>
            </a:xfrm>
            <a:custGeom>
              <a:avLst/>
              <a:gdLst>
                <a:gd name="T0" fmla="*/ 0 w 154"/>
                <a:gd name="T1" fmla="*/ 1298 h 1298"/>
                <a:gd name="T2" fmla="*/ 154 w 154"/>
                <a:gd name="T3" fmla="*/ 874 h 1298"/>
                <a:gd name="T4" fmla="*/ 154 w 154"/>
                <a:gd name="T5" fmla="*/ 423 h 1298"/>
                <a:gd name="T6" fmla="*/ 0 w 154"/>
                <a:gd name="T7" fmla="*/ 0 h 1298"/>
                <a:gd name="T8" fmla="*/ 1 w 154"/>
                <a:gd name="T9" fmla="*/ 0 h 1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" h="1298">
                  <a:moveTo>
                    <a:pt x="0" y="1298"/>
                  </a:moveTo>
                  <a:lnTo>
                    <a:pt x="154" y="874"/>
                  </a:lnTo>
                  <a:lnTo>
                    <a:pt x="154" y="423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7" name="Group 139"/>
            <p:cNvGrpSpPr/>
            <p:nvPr/>
          </p:nvGrpSpPr>
          <p:grpSpPr bwMode="auto">
            <a:xfrm>
              <a:off x="1622425" y="1220"/>
              <a:ext cx="1588" cy="1212"/>
              <a:chOff x="1876" y="1101"/>
              <a:chExt cx="1" cy="1212"/>
            </a:xfrm>
          </p:grpSpPr>
          <p:sp>
            <p:nvSpPr>
              <p:cNvPr id="168" name="Freeform 140"/>
              <p:cNvSpPr/>
              <p:nvPr/>
            </p:nvSpPr>
            <p:spPr bwMode="auto">
              <a:xfrm>
                <a:off x="1876" y="2243"/>
                <a:ext cx="1" cy="70"/>
              </a:xfrm>
              <a:custGeom>
                <a:avLst/>
                <a:gdLst>
                  <a:gd name="T0" fmla="*/ 0 w 1"/>
                  <a:gd name="T1" fmla="*/ 281 h 281"/>
                  <a:gd name="T2" fmla="*/ 0 w 1"/>
                  <a:gd name="T3" fmla="*/ 0 h 281"/>
                  <a:gd name="T4" fmla="*/ 1 w 1"/>
                  <a:gd name="T5" fmla="*/ 0 h 2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81">
                    <a:moveTo>
                      <a:pt x="0" y="28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Freeform 141"/>
              <p:cNvSpPr/>
              <p:nvPr/>
            </p:nvSpPr>
            <p:spPr bwMode="auto">
              <a:xfrm>
                <a:off x="1876" y="2126"/>
                <a:ext cx="1" cy="93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Freeform 142"/>
              <p:cNvSpPr/>
              <p:nvPr/>
            </p:nvSpPr>
            <p:spPr bwMode="auto">
              <a:xfrm>
                <a:off x="1876" y="2009"/>
                <a:ext cx="1" cy="94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Freeform 143"/>
              <p:cNvSpPr/>
              <p:nvPr/>
            </p:nvSpPr>
            <p:spPr bwMode="auto">
              <a:xfrm>
                <a:off x="1876" y="1916"/>
                <a:ext cx="1" cy="70"/>
              </a:xfrm>
              <a:custGeom>
                <a:avLst/>
                <a:gdLst>
                  <a:gd name="T0" fmla="*/ 0 w 1"/>
                  <a:gd name="T1" fmla="*/ 281 h 281"/>
                  <a:gd name="T2" fmla="*/ 0 w 1"/>
                  <a:gd name="T3" fmla="*/ 0 h 281"/>
                  <a:gd name="T4" fmla="*/ 1 w 1"/>
                  <a:gd name="T5" fmla="*/ 0 h 2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81">
                    <a:moveTo>
                      <a:pt x="0" y="28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2" name="Freeform 144"/>
              <p:cNvSpPr/>
              <p:nvPr/>
            </p:nvSpPr>
            <p:spPr bwMode="auto">
              <a:xfrm>
                <a:off x="1876" y="1672"/>
                <a:ext cx="1" cy="81"/>
              </a:xfrm>
              <a:custGeom>
                <a:avLst/>
                <a:gdLst>
                  <a:gd name="T0" fmla="*/ 0 w 1"/>
                  <a:gd name="T1" fmla="*/ 324 h 324"/>
                  <a:gd name="T2" fmla="*/ 0 w 1"/>
                  <a:gd name="T3" fmla="*/ 0 h 324"/>
                  <a:gd name="T4" fmla="*/ 1 w 1"/>
                  <a:gd name="T5" fmla="*/ 0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24">
                    <a:moveTo>
                      <a:pt x="0" y="32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Freeform 145"/>
              <p:cNvSpPr/>
              <p:nvPr/>
            </p:nvSpPr>
            <p:spPr bwMode="auto">
              <a:xfrm>
                <a:off x="1876" y="1556"/>
                <a:ext cx="1" cy="93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" name="Freeform 146"/>
              <p:cNvSpPr/>
              <p:nvPr/>
            </p:nvSpPr>
            <p:spPr bwMode="auto">
              <a:xfrm>
                <a:off x="1876" y="1439"/>
                <a:ext cx="1" cy="93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5" name="Freeform 147"/>
              <p:cNvSpPr/>
              <p:nvPr/>
            </p:nvSpPr>
            <p:spPr bwMode="auto">
              <a:xfrm>
                <a:off x="1876" y="1322"/>
                <a:ext cx="1" cy="93"/>
              </a:xfrm>
              <a:custGeom>
                <a:avLst/>
                <a:gdLst>
                  <a:gd name="T0" fmla="*/ 0 w 1"/>
                  <a:gd name="T1" fmla="*/ 373 h 373"/>
                  <a:gd name="T2" fmla="*/ 0 w 1"/>
                  <a:gd name="T3" fmla="*/ 0 h 373"/>
                  <a:gd name="T4" fmla="*/ 1 w 1"/>
                  <a:gd name="T5" fmla="*/ 0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3">
                    <a:moveTo>
                      <a:pt x="0" y="37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6" name="Freeform 148"/>
              <p:cNvSpPr/>
              <p:nvPr/>
            </p:nvSpPr>
            <p:spPr bwMode="auto">
              <a:xfrm>
                <a:off x="1876" y="1205"/>
                <a:ext cx="1" cy="94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7" name="Freeform 149"/>
              <p:cNvSpPr/>
              <p:nvPr/>
            </p:nvSpPr>
            <p:spPr bwMode="auto">
              <a:xfrm>
                <a:off x="1876" y="1101"/>
                <a:ext cx="1" cy="81"/>
              </a:xfrm>
              <a:custGeom>
                <a:avLst/>
                <a:gdLst>
                  <a:gd name="T0" fmla="*/ 0 w 1"/>
                  <a:gd name="T1" fmla="*/ 324 h 324"/>
                  <a:gd name="T2" fmla="*/ 0 w 1"/>
                  <a:gd name="T3" fmla="*/ 0 h 324"/>
                  <a:gd name="T4" fmla="*/ 1 w 1"/>
                  <a:gd name="T5" fmla="*/ 0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24">
                    <a:moveTo>
                      <a:pt x="0" y="32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8" name="Group 150"/>
            <p:cNvGrpSpPr/>
            <p:nvPr/>
          </p:nvGrpSpPr>
          <p:grpSpPr bwMode="auto">
            <a:xfrm>
              <a:off x="1971675" y="1115"/>
              <a:ext cx="1588" cy="1419"/>
              <a:chOff x="2096" y="996"/>
              <a:chExt cx="1" cy="1419"/>
            </a:xfrm>
          </p:grpSpPr>
          <p:sp>
            <p:nvSpPr>
              <p:cNvPr id="163" name="Freeform 151"/>
              <p:cNvSpPr/>
              <p:nvPr/>
            </p:nvSpPr>
            <p:spPr bwMode="auto">
              <a:xfrm>
                <a:off x="2096" y="2036"/>
                <a:ext cx="1" cy="379"/>
              </a:xfrm>
              <a:custGeom>
                <a:avLst/>
                <a:gdLst>
                  <a:gd name="T0" fmla="*/ 0 w 2"/>
                  <a:gd name="T1" fmla="*/ 1517 h 1517"/>
                  <a:gd name="T2" fmla="*/ 0 w 2"/>
                  <a:gd name="T3" fmla="*/ 0 h 1517"/>
                  <a:gd name="T4" fmla="*/ 2 w 2"/>
                  <a:gd name="T5" fmla="*/ 0 h 15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517">
                    <a:moveTo>
                      <a:pt x="0" y="151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4" name="Freeform 152"/>
              <p:cNvSpPr/>
              <p:nvPr/>
            </p:nvSpPr>
            <p:spPr bwMode="auto">
              <a:xfrm>
                <a:off x="2096" y="1984"/>
                <a:ext cx="1" cy="15"/>
              </a:xfrm>
              <a:custGeom>
                <a:avLst/>
                <a:gdLst>
                  <a:gd name="T0" fmla="*/ 0 w 2"/>
                  <a:gd name="T1" fmla="*/ 58 h 58"/>
                  <a:gd name="T2" fmla="*/ 0 w 2"/>
                  <a:gd name="T3" fmla="*/ 0 h 58"/>
                  <a:gd name="T4" fmla="*/ 2 w 2"/>
                  <a:gd name="T5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58">
                    <a:moveTo>
                      <a:pt x="0" y="5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5" name="Freeform 153"/>
              <p:cNvSpPr/>
              <p:nvPr/>
            </p:nvSpPr>
            <p:spPr bwMode="auto">
              <a:xfrm>
                <a:off x="2096" y="1517"/>
                <a:ext cx="1" cy="430"/>
              </a:xfrm>
              <a:custGeom>
                <a:avLst/>
                <a:gdLst>
                  <a:gd name="T0" fmla="*/ 0 w 2"/>
                  <a:gd name="T1" fmla="*/ 1720 h 1720"/>
                  <a:gd name="T2" fmla="*/ 0 w 2"/>
                  <a:gd name="T3" fmla="*/ 0 h 1720"/>
                  <a:gd name="T4" fmla="*/ 2 w 2"/>
                  <a:gd name="T5" fmla="*/ 0 h 1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720">
                    <a:moveTo>
                      <a:pt x="0" y="172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6" name="Freeform 154"/>
              <p:cNvSpPr/>
              <p:nvPr/>
            </p:nvSpPr>
            <p:spPr bwMode="auto">
              <a:xfrm>
                <a:off x="2096" y="1465"/>
                <a:ext cx="1" cy="15"/>
              </a:xfrm>
              <a:custGeom>
                <a:avLst/>
                <a:gdLst>
                  <a:gd name="T0" fmla="*/ 0 w 2"/>
                  <a:gd name="T1" fmla="*/ 60 h 60"/>
                  <a:gd name="T2" fmla="*/ 0 w 2"/>
                  <a:gd name="T3" fmla="*/ 0 h 60"/>
                  <a:gd name="T4" fmla="*/ 2 w 2"/>
                  <a:gd name="T5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60">
                    <a:moveTo>
                      <a:pt x="0" y="6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7" name="Freeform 155"/>
              <p:cNvSpPr/>
              <p:nvPr/>
            </p:nvSpPr>
            <p:spPr bwMode="auto">
              <a:xfrm>
                <a:off x="2096" y="996"/>
                <a:ext cx="1" cy="432"/>
              </a:xfrm>
              <a:custGeom>
                <a:avLst/>
                <a:gdLst>
                  <a:gd name="T0" fmla="*/ 0 w 2"/>
                  <a:gd name="T1" fmla="*/ 1731 h 1731"/>
                  <a:gd name="T2" fmla="*/ 0 w 2"/>
                  <a:gd name="T3" fmla="*/ 0 h 1731"/>
                  <a:gd name="T4" fmla="*/ 2 w 2"/>
                  <a:gd name="T5" fmla="*/ 0 h 1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731">
                    <a:moveTo>
                      <a:pt x="0" y="1731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9" name="Group 156"/>
            <p:cNvGrpSpPr/>
            <p:nvPr/>
          </p:nvGrpSpPr>
          <p:grpSpPr bwMode="auto">
            <a:xfrm>
              <a:off x="804862" y="1953"/>
              <a:ext cx="933450" cy="1"/>
              <a:chOff x="1361" y="1834"/>
              <a:chExt cx="588" cy="1"/>
            </a:xfrm>
          </p:grpSpPr>
          <p:sp>
            <p:nvSpPr>
              <p:cNvPr id="160" name="Freeform 157"/>
              <p:cNvSpPr/>
              <p:nvPr/>
            </p:nvSpPr>
            <p:spPr bwMode="auto">
              <a:xfrm>
                <a:off x="1722" y="1834"/>
                <a:ext cx="227" cy="1"/>
              </a:xfrm>
              <a:custGeom>
                <a:avLst/>
                <a:gdLst>
                  <a:gd name="T0" fmla="*/ 907 w 907"/>
                  <a:gd name="T1" fmla="*/ 0 w 907"/>
                  <a:gd name="T2" fmla="*/ 2 w 90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07">
                    <a:moveTo>
                      <a:pt x="907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1" name="Freeform 158"/>
              <p:cNvSpPr/>
              <p:nvPr/>
            </p:nvSpPr>
            <p:spPr bwMode="auto">
              <a:xfrm>
                <a:off x="1361" y="1834"/>
                <a:ext cx="277" cy="1"/>
              </a:xfrm>
              <a:custGeom>
                <a:avLst/>
                <a:gdLst>
                  <a:gd name="T0" fmla="*/ 1105 w 1105"/>
                  <a:gd name="T1" fmla="*/ 0 w 1105"/>
                  <a:gd name="T2" fmla="*/ 1 w 110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105">
                    <a:moveTo>
                      <a:pt x="1105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" name="Freeform 159"/>
              <p:cNvSpPr/>
              <p:nvPr/>
            </p:nvSpPr>
            <p:spPr bwMode="auto">
              <a:xfrm>
                <a:off x="1669" y="1834"/>
                <a:ext cx="22" cy="1"/>
              </a:xfrm>
              <a:custGeom>
                <a:avLst/>
                <a:gdLst>
                  <a:gd name="T0" fmla="*/ 89 w 89"/>
                  <a:gd name="T1" fmla="*/ 0 w 89"/>
                  <a:gd name="T2" fmla="*/ 1 w 8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89">
                    <a:moveTo>
                      <a:pt x="8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0" name="Group 160"/>
            <p:cNvGrpSpPr/>
            <p:nvPr/>
          </p:nvGrpSpPr>
          <p:grpSpPr bwMode="auto">
            <a:xfrm>
              <a:off x="941387" y="1872"/>
              <a:ext cx="681038" cy="164"/>
              <a:chOff x="1447" y="1753"/>
              <a:chExt cx="429" cy="164"/>
            </a:xfrm>
          </p:grpSpPr>
          <p:sp>
            <p:nvSpPr>
              <p:cNvPr id="147" name="Freeform 161"/>
              <p:cNvSpPr/>
              <p:nvPr/>
            </p:nvSpPr>
            <p:spPr bwMode="auto">
              <a:xfrm>
                <a:off x="1790" y="1753"/>
                <a:ext cx="86" cy="1"/>
              </a:xfrm>
              <a:custGeom>
                <a:avLst/>
                <a:gdLst>
                  <a:gd name="T0" fmla="*/ 344 w 344"/>
                  <a:gd name="T1" fmla="*/ 0 w 344"/>
                  <a:gd name="T2" fmla="*/ 1 w 34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44">
                    <a:moveTo>
                      <a:pt x="344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8" name="Freeform 162"/>
              <p:cNvSpPr/>
              <p:nvPr/>
            </p:nvSpPr>
            <p:spPr bwMode="auto">
              <a:xfrm>
                <a:off x="1673" y="1753"/>
                <a:ext cx="93" cy="1"/>
              </a:xfrm>
              <a:custGeom>
                <a:avLst/>
                <a:gdLst>
                  <a:gd name="T0" fmla="*/ 375 w 375"/>
                  <a:gd name="T1" fmla="*/ 0 w 375"/>
                  <a:gd name="T2" fmla="*/ 2 w 37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5">
                    <a:moveTo>
                      <a:pt x="375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9" name="Freeform 163"/>
              <p:cNvSpPr/>
              <p:nvPr/>
            </p:nvSpPr>
            <p:spPr bwMode="auto">
              <a:xfrm>
                <a:off x="1556" y="1753"/>
                <a:ext cx="94" cy="1"/>
              </a:xfrm>
              <a:custGeom>
                <a:avLst/>
                <a:gdLst>
                  <a:gd name="T0" fmla="*/ 374 w 374"/>
                  <a:gd name="T1" fmla="*/ 0 w 374"/>
                  <a:gd name="T2" fmla="*/ 1 w 37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4">
                    <a:moveTo>
                      <a:pt x="374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0" name="Freeform 164"/>
              <p:cNvSpPr/>
              <p:nvPr/>
            </p:nvSpPr>
            <p:spPr bwMode="auto">
              <a:xfrm>
                <a:off x="1447" y="1753"/>
                <a:ext cx="86" cy="1"/>
              </a:xfrm>
              <a:custGeom>
                <a:avLst/>
                <a:gdLst>
                  <a:gd name="T0" fmla="*/ 344 w 344"/>
                  <a:gd name="T1" fmla="*/ 0 w 344"/>
                  <a:gd name="T2" fmla="*/ 1 w 34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44">
                    <a:moveTo>
                      <a:pt x="344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1" name="Freeform 165"/>
              <p:cNvSpPr/>
              <p:nvPr/>
            </p:nvSpPr>
            <p:spPr bwMode="auto">
              <a:xfrm>
                <a:off x="1825" y="1916"/>
                <a:ext cx="51" cy="1"/>
              </a:xfrm>
              <a:custGeom>
                <a:avLst/>
                <a:gdLst>
                  <a:gd name="T0" fmla="*/ 204 w 204"/>
                  <a:gd name="T1" fmla="*/ 0 w 204"/>
                  <a:gd name="T2" fmla="*/ 2 w 20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04">
                    <a:moveTo>
                      <a:pt x="204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2" name="Freeform 166"/>
              <p:cNvSpPr/>
              <p:nvPr/>
            </p:nvSpPr>
            <p:spPr bwMode="auto">
              <a:xfrm>
                <a:off x="1708" y="1916"/>
                <a:ext cx="93" cy="1"/>
              </a:xfrm>
              <a:custGeom>
                <a:avLst/>
                <a:gdLst>
                  <a:gd name="T0" fmla="*/ 373 w 373"/>
                  <a:gd name="T1" fmla="*/ 0 w 373"/>
                  <a:gd name="T2" fmla="*/ 1 w 37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3">
                    <a:moveTo>
                      <a:pt x="373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3" name="Freeform 167"/>
              <p:cNvSpPr/>
              <p:nvPr/>
            </p:nvSpPr>
            <p:spPr bwMode="auto">
              <a:xfrm>
                <a:off x="1591" y="1916"/>
                <a:ext cx="94" cy="1"/>
              </a:xfrm>
              <a:custGeom>
                <a:avLst/>
                <a:gdLst>
                  <a:gd name="T0" fmla="*/ 374 w 374"/>
                  <a:gd name="T1" fmla="*/ 0 w 374"/>
                  <a:gd name="T2" fmla="*/ 1 w 37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4">
                    <a:moveTo>
                      <a:pt x="374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4" name="Freeform 168"/>
              <p:cNvSpPr/>
              <p:nvPr/>
            </p:nvSpPr>
            <p:spPr bwMode="auto">
              <a:xfrm>
                <a:off x="1517" y="1916"/>
                <a:ext cx="51" cy="1"/>
              </a:xfrm>
              <a:custGeom>
                <a:avLst/>
                <a:gdLst>
                  <a:gd name="T0" fmla="*/ 203 w 203"/>
                  <a:gd name="T1" fmla="*/ 0 w 203"/>
                  <a:gd name="T2" fmla="*/ 1 w 20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03">
                    <a:moveTo>
                      <a:pt x="203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5" name="Freeform 169"/>
              <p:cNvSpPr/>
              <p:nvPr/>
            </p:nvSpPr>
            <p:spPr bwMode="auto">
              <a:xfrm>
                <a:off x="1517" y="1773"/>
                <a:ext cx="47" cy="1"/>
              </a:xfrm>
              <a:custGeom>
                <a:avLst/>
                <a:gdLst>
                  <a:gd name="T0" fmla="*/ 188 w 188"/>
                  <a:gd name="T1" fmla="*/ 0 w 188"/>
                  <a:gd name="T2" fmla="*/ 1 w 18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88">
                    <a:moveTo>
                      <a:pt x="188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6" name="Freeform 170"/>
              <p:cNvSpPr/>
              <p:nvPr/>
            </p:nvSpPr>
            <p:spPr bwMode="auto">
              <a:xfrm>
                <a:off x="1447" y="1773"/>
                <a:ext cx="47" cy="1"/>
              </a:xfrm>
              <a:custGeom>
                <a:avLst/>
                <a:gdLst>
                  <a:gd name="T0" fmla="*/ 189 w 189"/>
                  <a:gd name="T1" fmla="*/ 0 w 189"/>
                  <a:gd name="T2" fmla="*/ 1 w 18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89">
                    <a:moveTo>
                      <a:pt x="18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7" name="Freeform 171"/>
              <p:cNvSpPr/>
              <p:nvPr/>
            </p:nvSpPr>
            <p:spPr bwMode="auto">
              <a:xfrm>
                <a:off x="1517" y="1896"/>
                <a:ext cx="47" cy="1"/>
              </a:xfrm>
              <a:custGeom>
                <a:avLst/>
                <a:gdLst>
                  <a:gd name="T0" fmla="*/ 188 w 188"/>
                  <a:gd name="T1" fmla="*/ 0 w 188"/>
                  <a:gd name="T2" fmla="*/ 1 w 18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88">
                    <a:moveTo>
                      <a:pt x="188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8" name="Freeform 172"/>
              <p:cNvSpPr/>
              <p:nvPr/>
            </p:nvSpPr>
            <p:spPr bwMode="auto">
              <a:xfrm>
                <a:off x="1447" y="1896"/>
                <a:ext cx="47" cy="1"/>
              </a:xfrm>
              <a:custGeom>
                <a:avLst/>
                <a:gdLst>
                  <a:gd name="T0" fmla="*/ 189 w 189"/>
                  <a:gd name="T1" fmla="*/ 0 w 189"/>
                  <a:gd name="T2" fmla="*/ 1 w 18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89">
                    <a:moveTo>
                      <a:pt x="18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9" name="Freeform 173"/>
              <p:cNvSpPr/>
              <p:nvPr/>
            </p:nvSpPr>
            <p:spPr bwMode="auto">
              <a:xfrm>
                <a:off x="1447" y="1916"/>
                <a:ext cx="45" cy="1"/>
              </a:xfrm>
              <a:custGeom>
                <a:avLst/>
                <a:gdLst>
                  <a:gd name="T0" fmla="*/ 180 w 180"/>
                  <a:gd name="T1" fmla="*/ 0 w 180"/>
                  <a:gd name="T2" fmla="*/ 1 w 18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80">
                    <a:moveTo>
                      <a:pt x="180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1" name="Group 174"/>
            <p:cNvGrpSpPr/>
            <p:nvPr/>
          </p:nvGrpSpPr>
          <p:grpSpPr bwMode="auto">
            <a:xfrm>
              <a:off x="1971675" y="2664"/>
              <a:ext cx="1588" cy="1145"/>
              <a:chOff x="2096" y="2545"/>
              <a:chExt cx="1" cy="1145"/>
            </a:xfrm>
          </p:grpSpPr>
          <p:sp>
            <p:nvSpPr>
              <p:cNvPr id="142" name="Freeform 175"/>
              <p:cNvSpPr/>
              <p:nvPr/>
            </p:nvSpPr>
            <p:spPr bwMode="auto">
              <a:xfrm>
                <a:off x="2096" y="3283"/>
                <a:ext cx="1" cy="407"/>
              </a:xfrm>
              <a:custGeom>
                <a:avLst/>
                <a:gdLst>
                  <a:gd name="T0" fmla="*/ 0 w 2"/>
                  <a:gd name="T1" fmla="*/ 1630 h 1630"/>
                  <a:gd name="T2" fmla="*/ 0 w 2"/>
                  <a:gd name="T3" fmla="*/ 0 h 1630"/>
                  <a:gd name="T4" fmla="*/ 2 w 2"/>
                  <a:gd name="T5" fmla="*/ 0 h 1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630">
                    <a:moveTo>
                      <a:pt x="0" y="163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3" name="Freeform 176"/>
              <p:cNvSpPr/>
              <p:nvPr/>
            </p:nvSpPr>
            <p:spPr bwMode="auto">
              <a:xfrm>
                <a:off x="2096" y="3240"/>
                <a:ext cx="1" cy="17"/>
              </a:xfrm>
              <a:custGeom>
                <a:avLst/>
                <a:gdLst>
                  <a:gd name="T0" fmla="*/ 0 w 2"/>
                  <a:gd name="T1" fmla="*/ 67 h 67"/>
                  <a:gd name="T2" fmla="*/ 0 w 2"/>
                  <a:gd name="T3" fmla="*/ 0 h 67"/>
                  <a:gd name="T4" fmla="*/ 2 w 2"/>
                  <a:gd name="T5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67">
                    <a:moveTo>
                      <a:pt x="0" y="6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4" name="Freeform 177"/>
              <p:cNvSpPr/>
              <p:nvPr/>
            </p:nvSpPr>
            <p:spPr bwMode="auto">
              <a:xfrm>
                <a:off x="2096" y="2758"/>
                <a:ext cx="1" cy="453"/>
              </a:xfrm>
              <a:custGeom>
                <a:avLst/>
                <a:gdLst>
                  <a:gd name="T0" fmla="*/ 0 w 2"/>
                  <a:gd name="T1" fmla="*/ 1809 h 1809"/>
                  <a:gd name="T2" fmla="*/ 0 w 2"/>
                  <a:gd name="T3" fmla="*/ 0 h 1809"/>
                  <a:gd name="T4" fmla="*/ 2 w 2"/>
                  <a:gd name="T5" fmla="*/ 0 h 1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809">
                    <a:moveTo>
                      <a:pt x="0" y="1809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5" name="Freeform 178"/>
              <p:cNvSpPr/>
              <p:nvPr/>
            </p:nvSpPr>
            <p:spPr bwMode="auto">
              <a:xfrm>
                <a:off x="2096" y="2716"/>
                <a:ext cx="1" cy="17"/>
              </a:xfrm>
              <a:custGeom>
                <a:avLst/>
                <a:gdLst>
                  <a:gd name="T0" fmla="*/ 0 w 2"/>
                  <a:gd name="T1" fmla="*/ 67 h 67"/>
                  <a:gd name="T2" fmla="*/ 0 w 2"/>
                  <a:gd name="T3" fmla="*/ 0 h 67"/>
                  <a:gd name="T4" fmla="*/ 2 w 2"/>
                  <a:gd name="T5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67">
                    <a:moveTo>
                      <a:pt x="0" y="6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6" name="Freeform 179"/>
              <p:cNvSpPr/>
              <p:nvPr/>
            </p:nvSpPr>
            <p:spPr bwMode="auto">
              <a:xfrm>
                <a:off x="2096" y="2545"/>
                <a:ext cx="1" cy="146"/>
              </a:xfrm>
              <a:custGeom>
                <a:avLst/>
                <a:gdLst>
                  <a:gd name="T0" fmla="*/ 0 w 1"/>
                  <a:gd name="T1" fmla="*/ 146 h 146"/>
                  <a:gd name="T2" fmla="*/ 0 w 1"/>
                  <a:gd name="T3" fmla="*/ 47 h 146"/>
                  <a:gd name="T4" fmla="*/ 1 w 1"/>
                  <a:gd name="T5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46">
                    <a:moveTo>
                      <a:pt x="0" y="146"/>
                    </a:moveTo>
                    <a:lnTo>
                      <a:pt x="0" y="47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2" name="Group 180"/>
            <p:cNvGrpSpPr/>
            <p:nvPr/>
          </p:nvGrpSpPr>
          <p:grpSpPr bwMode="auto">
            <a:xfrm>
              <a:off x="2233612" y="1499"/>
              <a:ext cx="549275" cy="1"/>
              <a:chOff x="2261" y="1380"/>
              <a:chExt cx="346" cy="1"/>
            </a:xfrm>
          </p:grpSpPr>
          <p:sp>
            <p:nvSpPr>
              <p:cNvPr id="139" name="Freeform 181"/>
              <p:cNvSpPr/>
              <p:nvPr/>
            </p:nvSpPr>
            <p:spPr bwMode="auto">
              <a:xfrm>
                <a:off x="2261" y="1380"/>
                <a:ext cx="156" cy="1"/>
              </a:xfrm>
              <a:custGeom>
                <a:avLst/>
                <a:gdLst>
                  <a:gd name="T0" fmla="*/ 0 w 626"/>
                  <a:gd name="T1" fmla="*/ 625 w 626"/>
                  <a:gd name="T2" fmla="*/ 626 w 62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26">
                    <a:moveTo>
                      <a:pt x="0" y="0"/>
                    </a:moveTo>
                    <a:lnTo>
                      <a:pt x="625" y="0"/>
                    </a:lnTo>
                    <a:lnTo>
                      <a:pt x="626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0" name="Freeform 182"/>
              <p:cNvSpPr/>
              <p:nvPr/>
            </p:nvSpPr>
            <p:spPr bwMode="auto">
              <a:xfrm>
                <a:off x="2457" y="1380"/>
                <a:ext cx="16" cy="1"/>
              </a:xfrm>
              <a:custGeom>
                <a:avLst/>
                <a:gdLst>
                  <a:gd name="T0" fmla="*/ 0 w 65"/>
                  <a:gd name="T1" fmla="*/ 64 w 65"/>
                  <a:gd name="T2" fmla="*/ 65 w 6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5">
                    <a:moveTo>
                      <a:pt x="0" y="0"/>
                    </a:moveTo>
                    <a:lnTo>
                      <a:pt x="64" y="0"/>
                    </a:lnTo>
                    <a:lnTo>
                      <a:pt x="65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1" name="Freeform 183"/>
              <p:cNvSpPr/>
              <p:nvPr/>
            </p:nvSpPr>
            <p:spPr bwMode="auto">
              <a:xfrm>
                <a:off x="2509" y="1380"/>
                <a:ext cx="98" cy="1"/>
              </a:xfrm>
              <a:custGeom>
                <a:avLst/>
                <a:gdLst>
                  <a:gd name="T0" fmla="*/ 0 w 392"/>
                  <a:gd name="T1" fmla="*/ 391 w 392"/>
                  <a:gd name="T2" fmla="*/ 392 w 39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92">
                    <a:moveTo>
                      <a:pt x="0" y="0"/>
                    </a:moveTo>
                    <a:lnTo>
                      <a:pt x="391" y="0"/>
                    </a:lnTo>
                    <a:lnTo>
                      <a:pt x="39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3" name="Freeform 184"/>
            <p:cNvSpPr/>
            <p:nvPr/>
          </p:nvSpPr>
          <p:spPr bwMode="auto">
            <a:xfrm>
              <a:off x="1127125" y="3073"/>
              <a:ext cx="100013" cy="1"/>
            </a:xfrm>
            <a:custGeom>
              <a:avLst/>
              <a:gdLst>
                <a:gd name="T0" fmla="*/ 252 w 252"/>
                <a:gd name="T1" fmla="*/ 0 w 252"/>
                <a:gd name="T2" fmla="*/ 2 w 25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2">
                  <a:moveTo>
                    <a:pt x="25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Freeform 185"/>
            <p:cNvSpPr/>
            <p:nvPr/>
          </p:nvSpPr>
          <p:spPr bwMode="auto">
            <a:xfrm>
              <a:off x="1127125" y="3398"/>
              <a:ext cx="100013" cy="1"/>
            </a:xfrm>
            <a:custGeom>
              <a:avLst/>
              <a:gdLst>
                <a:gd name="T0" fmla="*/ 252 w 252"/>
                <a:gd name="T1" fmla="*/ 0 w 252"/>
                <a:gd name="T2" fmla="*/ 2 w 25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2">
                  <a:moveTo>
                    <a:pt x="25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Freeform 186"/>
            <p:cNvSpPr/>
            <p:nvPr/>
          </p:nvSpPr>
          <p:spPr bwMode="auto">
            <a:xfrm>
              <a:off x="884237" y="3515"/>
              <a:ext cx="304800" cy="1"/>
            </a:xfrm>
            <a:custGeom>
              <a:avLst/>
              <a:gdLst>
                <a:gd name="T0" fmla="*/ 0 w 769"/>
                <a:gd name="T1" fmla="*/ 768 w 769"/>
                <a:gd name="T2" fmla="*/ 769 w 76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9">
                  <a:moveTo>
                    <a:pt x="0" y="0"/>
                  </a:moveTo>
                  <a:lnTo>
                    <a:pt x="768" y="0"/>
                  </a:lnTo>
                  <a:lnTo>
                    <a:pt x="769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187"/>
            <p:cNvSpPr/>
            <p:nvPr/>
          </p:nvSpPr>
          <p:spPr bwMode="auto">
            <a:xfrm>
              <a:off x="884237" y="2956"/>
              <a:ext cx="304800" cy="1"/>
            </a:xfrm>
            <a:custGeom>
              <a:avLst/>
              <a:gdLst>
                <a:gd name="T0" fmla="*/ 0 w 769"/>
                <a:gd name="T1" fmla="*/ 768 w 769"/>
                <a:gd name="T2" fmla="*/ 769 w 76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9">
                  <a:moveTo>
                    <a:pt x="0" y="0"/>
                  </a:moveTo>
                  <a:lnTo>
                    <a:pt x="768" y="0"/>
                  </a:lnTo>
                  <a:lnTo>
                    <a:pt x="769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7" name="Group 188"/>
            <p:cNvGrpSpPr/>
            <p:nvPr/>
          </p:nvGrpSpPr>
          <p:grpSpPr bwMode="auto">
            <a:xfrm>
              <a:off x="941387" y="2897"/>
              <a:ext cx="185738" cy="122"/>
              <a:chOff x="1447" y="2778"/>
              <a:chExt cx="117" cy="122"/>
            </a:xfrm>
          </p:grpSpPr>
          <p:sp>
            <p:nvSpPr>
              <p:cNvPr id="135" name="Freeform 189"/>
              <p:cNvSpPr/>
              <p:nvPr/>
            </p:nvSpPr>
            <p:spPr bwMode="auto">
              <a:xfrm>
                <a:off x="1447" y="2778"/>
                <a:ext cx="47" cy="1"/>
              </a:xfrm>
              <a:custGeom>
                <a:avLst/>
                <a:gdLst>
                  <a:gd name="T0" fmla="*/ 0 w 190"/>
                  <a:gd name="T1" fmla="*/ 189 w 190"/>
                  <a:gd name="T2" fmla="*/ 190 w 1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0">
                    <a:moveTo>
                      <a:pt x="0" y="0"/>
                    </a:moveTo>
                    <a:lnTo>
                      <a:pt x="189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6" name="Freeform 190"/>
              <p:cNvSpPr/>
              <p:nvPr/>
            </p:nvSpPr>
            <p:spPr bwMode="auto">
              <a:xfrm>
                <a:off x="1517" y="2778"/>
                <a:ext cx="47" cy="1"/>
              </a:xfrm>
              <a:custGeom>
                <a:avLst/>
                <a:gdLst>
                  <a:gd name="T0" fmla="*/ 0 w 190"/>
                  <a:gd name="T1" fmla="*/ 188 w 190"/>
                  <a:gd name="T2" fmla="*/ 190 w 1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0">
                    <a:moveTo>
                      <a:pt x="0" y="0"/>
                    </a:moveTo>
                    <a:lnTo>
                      <a:pt x="188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7" name="Freeform 191"/>
              <p:cNvSpPr/>
              <p:nvPr/>
            </p:nvSpPr>
            <p:spPr bwMode="auto">
              <a:xfrm>
                <a:off x="1447" y="2899"/>
                <a:ext cx="47" cy="1"/>
              </a:xfrm>
              <a:custGeom>
                <a:avLst/>
                <a:gdLst>
                  <a:gd name="T0" fmla="*/ 0 w 190"/>
                  <a:gd name="T1" fmla="*/ 189 w 190"/>
                  <a:gd name="T2" fmla="*/ 190 w 1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0">
                    <a:moveTo>
                      <a:pt x="0" y="0"/>
                    </a:moveTo>
                    <a:lnTo>
                      <a:pt x="189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8" name="Freeform 192"/>
              <p:cNvSpPr/>
              <p:nvPr/>
            </p:nvSpPr>
            <p:spPr bwMode="auto">
              <a:xfrm>
                <a:off x="1517" y="2899"/>
                <a:ext cx="47" cy="1"/>
              </a:xfrm>
              <a:custGeom>
                <a:avLst/>
                <a:gdLst>
                  <a:gd name="T0" fmla="*/ 0 w 190"/>
                  <a:gd name="T1" fmla="*/ 188 w 190"/>
                  <a:gd name="T2" fmla="*/ 190 w 1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0">
                    <a:moveTo>
                      <a:pt x="0" y="0"/>
                    </a:moveTo>
                    <a:lnTo>
                      <a:pt x="188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8" name="Group 193"/>
            <p:cNvGrpSpPr/>
            <p:nvPr/>
          </p:nvGrpSpPr>
          <p:grpSpPr bwMode="auto">
            <a:xfrm>
              <a:off x="941387" y="3453"/>
              <a:ext cx="185738" cy="123"/>
              <a:chOff x="1447" y="3334"/>
              <a:chExt cx="117" cy="123"/>
            </a:xfrm>
          </p:grpSpPr>
          <p:sp>
            <p:nvSpPr>
              <p:cNvPr id="131" name="Freeform 194"/>
              <p:cNvSpPr/>
              <p:nvPr/>
            </p:nvSpPr>
            <p:spPr bwMode="auto">
              <a:xfrm>
                <a:off x="1447" y="3334"/>
                <a:ext cx="47" cy="1"/>
              </a:xfrm>
              <a:custGeom>
                <a:avLst/>
                <a:gdLst>
                  <a:gd name="T0" fmla="*/ 0 w 190"/>
                  <a:gd name="T1" fmla="*/ 189 w 190"/>
                  <a:gd name="T2" fmla="*/ 190 w 1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0">
                    <a:moveTo>
                      <a:pt x="0" y="0"/>
                    </a:moveTo>
                    <a:lnTo>
                      <a:pt x="189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Freeform 195"/>
              <p:cNvSpPr/>
              <p:nvPr/>
            </p:nvSpPr>
            <p:spPr bwMode="auto">
              <a:xfrm>
                <a:off x="1517" y="3334"/>
                <a:ext cx="47" cy="1"/>
              </a:xfrm>
              <a:custGeom>
                <a:avLst/>
                <a:gdLst>
                  <a:gd name="T0" fmla="*/ 0 w 190"/>
                  <a:gd name="T1" fmla="*/ 188 w 190"/>
                  <a:gd name="T2" fmla="*/ 190 w 1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0">
                    <a:moveTo>
                      <a:pt x="0" y="0"/>
                    </a:moveTo>
                    <a:lnTo>
                      <a:pt x="188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Freeform 196"/>
              <p:cNvSpPr/>
              <p:nvPr/>
            </p:nvSpPr>
            <p:spPr bwMode="auto">
              <a:xfrm>
                <a:off x="1447" y="3456"/>
                <a:ext cx="47" cy="1"/>
              </a:xfrm>
              <a:custGeom>
                <a:avLst/>
                <a:gdLst>
                  <a:gd name="T0" fmla="*/ 0 w 190"/>
                  <a:gd name="T1" fmla="*/ 189 w 190"/>
                  <a:gd name="T2" fmla="*/ 190 w 1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0">
                    <a:moveTo>
                      <a:pt x="0" y="0"/>
                    </a:moveTo>
                    <a:lnTo>
                      <a:pt x="189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Freeform 197"/>
              <p:cNvSpPr/>
              <p:nvPr/>
            </p:nvSpPr>
            <p:spPr bwMode="auto">
              <a:xfrm>
                <a:off x="1517" y="3456"/>
                <a:ext cx="47" cy="1"/>
              </a:xfrm>
              <a:custGeom>
                <a:avLst/>
                <a:gdLst>
                  <a:gd name="T0" fmla="*/ 0 w 190"/>
                  <a:gd name="T1" fmla="*/ 188 w 190"/>
                  <a:gd name="T2" fmla="*/ 190 w 1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0">
                    <a:moveTo>
                      <a:pt x="0" y="0"/>
                    </a:moveTo>
                    <a:lnTo>
                      <a:pt x="188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9" name="Group 198"/>
            <p:cNvGrpSpPr/>
            <p:nvPr/>
          </p:nvGrpSpPr>
          <p:grpSpPr bwMode="auto">
            <a:xfrm>
              <a:off x="1433512" y="1157"/>
              <a:ext cx="1588" cy="282"/>
              <a:chOff x="1757" y="1038"/>
              <a:chExt cx="1" cy="282"/>
            </a:xfrm>
          </p:grpSpPr>
          <p:sp>
            <p:nvSpPr>
              <p:cNvPr id="128" name="Freeform 199"/>
              <p:cNvSpPr/>
              <p:nvPr/>
            </p:nvSpPr>
            <p:spPr bwMode="auto">
              <a:xfrm>
                <a:off x="1757" y="1218"/>
                <a:ext cx="1" cy="102"/>
              </a:xfrm>
              <a:custGeom>
                <a:avLst/>
                <a:gdLst>
                  <a:gd name="T0" fmla="*/ 0 w 1"/>
                  <a:gd name="T1" fmla="*/ 410 h 410"/>
                  <a:gd name="T2" fmla="*/ 0 w 1"/>
                  <a:gd name="T3" fmla="*/ 0 h 410"/>
                  <a:gd name="T4" fmla="*/ 1 w 1"/>
                  <a:gd name="T5" fmla="*/ 0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10">
                    <a:moveTo>
                      <a:pt x="0" y="41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9" name="Freeform 200"/>
              <p:cNvSpPr/>
              <p:nvPr/>
            </p:nvSpPr>
            <p:spPr bwMode="auto">
              <a:xfrm>
                <a:off x="1757" y="1179"/>
                <a:ext cx="1" cy="13"/>
              </a:xfrm>
              <a:custGeom>
                <a:avLst/>
                <a:gdLst>
                  <a:gd name="T0" fmla="*/ 0 w 1"/>
                  <a:gd name="T1" fmla="*/ 52 h 52"/>
                  <a:gd name="T2" fmla="*/ 0 w 1"/>
                  <a:gd name="T3" fmla="*/ 0 h 52"/>
                  <a:gd name="T4" fmla="*/ 1 w 1"/>
                  <a:gd name="T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2">
                    <a:moveTo>
                      <a:pt x="0" y="5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0" name="Freeform 201"/>
              <p:cNvSpPr/>
              <p:nvPr/>
            </p:nvSpPr>
            <p:spPr bwMode="auto">
              <a:xfrm>
                <a:off x="1757" y="1038"/>
                <a:ext cx="1" cy="120"/>
              </a:xfrm>
              <a:custGeom>
                <a:avLst/>
                <a:gdLst>
                  <a:gd name="T0" fmla="*/ 0 w 1"/>
                  <a:gd name="T1" fmla="*/ 480 h 480"/>
                  <a:gd name="T2" fmla="*/ 0 w 1"/>
                  <a:gd name="T3" fmla="*/ 0 h 480"/>
                  <a:gd name="T4" fmla="*/ 1 w 1"/>
                  <a:gd name="T5" fmla="*/ 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80">
                    <a:moveTo>
                      <a:pt x="0" y="48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0" name="Group 202"/>
            <p:cNvGrpSpPr/>
            <p:nvPr/>
          </p:nvGrpSpPr>
          <p:grpSpPr bwMode="auto">
            <a:xfrm>
              <a:off x="2508250" y="1157"/>
              <a:ext cx="1588" cy="299"/>
              <a:chOff x="2434" y="1038"/>
              <a:chExt cx="1" cy="299"/>
            </a:xfrm>
          </p:grpSpPr>
          <p:sp>
            <p:nvSpPr>
              <p:cNvPr id="125" name="Freeform 203"/>
              <p:cNvSpPr/>
              <p:nvPr/>
            </p:nvSpPr>
            <p:spPr bwMode="auto">
              <a:xfrm>
                <a:off x="2434" y="1209"/>
                <a:ext cx="1" cy="128"/>
              </a:xfrm>
              <a:custGeom>
                <a:avLst/>
                <a:gdLst>
                  <a:gd name="T0" fmla="*/ 0 w 1"/>
                  <a:gd name="T1" fmla="*/ 513 h 513"/>
                  <a:gd name="T2" fmla="*/ 0 w 1"/>
                  <a:gd name="T3" fmla="*/ 0 h 513"/>
                  <a:gd name="T4" fmla="*/ 1 w 1"/>
                  <a:gd name="T5" fmla="*/ 0 h 5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13">
                    <a:moveTo>
                      <a:pt x="0" y="51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6" name="Freeform 204"/>
              <p:cNvSpPr/>
              <p:nvPr/>
            </p:nvSpPr>
            <p:spPr bwMode="auto">
              <a:xfrm>
                <a:off x="2434" y="1179"/>
                <a:ext cx="1" cy="13"/>
              </a:xfrm>
              <a:custGeom>
                <a:avLst/>
                <a:gdLst>
                  <a:gd name="T0" fmla="*/ 0 w 1"/>
                  <a:gd name="T1" fmla="*/ 52 h 52"/>
                  <a:gd name="T2" fmla="*/ 0 w 1"/>
                  <a:gd name="T3" fmla="*/ 0 h 52"/>
                  <a:gd name="T4" fmla="*/ 1 w 1"/>
                  <a:gd name="T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2">
                    <a:moveTo>
                      <a:pt x="0" y="5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Freeform 205"/>
              <p:cNvSpPr/>
              <p:nvPr/>
            </p:nvSpPr>
            <p:spPr bwMode="auto">
              <a:xfrm>
                <a:off x="2434" y="1038"/>
                <a:ext cx="1" cy="124"/>
              </a:xfrm>
              <a:custGeom>
                <a:avLst/>
                <a:gdLst>
                  <a:gd name="T0" fmla="*/ 0 w 1"/>
                  <a:gd name="T1" fmla="*/ 497 h 497"/>
                  <a:gd name="T2" fmla="*/ 0 w 1"/>
                  <a:gd name="T3" fmla="*/ 0 h 497"/>
                  <a:gd name="T4" fmla="*/ 1 w 1"/>
                  <a:gd name="T5" fmla="*/ 0 h 4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97">
                    <a:moveTo>
                      <a:pt x="0" y="49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1" name="Group 206"/>
            <p:cNvGrpSpPr/>
            <p:nvPr/>
          </p:nvGrpSpPr>
          <p:grpSpPr bwMode="auto">
            <a:xfrm>
              <a:off x="2508250" y="2214"/>
              <a:ext cx="1588" cy="286"/>
              <a:chOff x="2434" y="2095"/>
              <a:chExt cx="1" cy="286"/>
            </a:xfrm>
          </p:grpSpPr>
          <p:sp>
            <p:nvSpPr>
              <p:cNvPr id="122" name="Freeform 207"/>
              <p:cNvSpPr/>
              <p:nvPr/>
            </p:nvSpPr>
            <p:spPr bwMode="auto">
              <a:xfrm>
                <a:off x="2434" y="2266"/>
                <a:ext cx="1" cy="115"/>
              </a:xfrm>
              <a:custGeom>
                <a:avLst/>
                <a:gdLst>
                  <a:gd name="T0" fmla="*/ 0 w 1"/>
                  <a:gd name="T1" fmla="*/ 462 h 462"/>
                  <a:gd name="T2" fmla="*/ 0 w 1"/>
                  <a:gd name="T3" fmla="*/ 0 h 462"/>
                  <a:gd name="T4" fmla="*/ 1 w 1"/>
                  <a:gd name="T5" fmla="*/ 0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62">
                    <a:moveTo>
                      <a:pt x="0" y="46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Freeform 208"/>
              <p:cNvSpPr/>
              <p:nvPr/>
            </p:nvSpPr>
            <p:spPr bwMode="auto">
              <a:xfrm>
                <a:off x="2434" y="2236"/>
                <a:ext cx="1" cy="13"/>
              </a:xfrm>
              <a:custGeom>
                <a:avLst/>
                <a:gdLst>
                  <a:gd name="T0" fmla="*/ 0 w 1"/>
                  <a:gd name="T1" fmla="*/ 50 h 50"/>
                  <a:gd name="T2" fmla="*/ 0 w 1"/>
                  <a:gd name="T3" fmla="*/ 0 h 50"/>
                  <a:gd name="T4" fmla="*/ 1 w 1"/>
                  <a:gd name="T5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0">
                    <a:moveTo>
                      <a:pt x="0" y="5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Freeform 209"/>
              <p:cNvSpPr/>
              <p:nvPr/>
            </p:nvSpPr>
            <p:spPr bwMode="auto">
              <a:xfrm>
                <a:off x="2434" y="2095"/>
                <a:ext cx="1" cy="124"/>
              </a:xfrm>
              <a:custGeom>
                <a:avLst/>
                <a:gdLst>
                  <a:gd name="T0" fmla="*/ 0 w 1"/>
                  <a:gd name="T1" fmla="*/ 495 h 495"/>
                  <a:gd name="T2" fmla="*/ 0 w 1"/>
                  <a:gd name="T3" fmla="*/ 0 h 495"/>
                  <a:gd name="T4" fmla="*/ 1 w 1"/>
                  <a:gd name="T5" fmla="*/ 0 h 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95">
                    <a:moveTo>
                      <a:pt x="0" y="49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2" name="Group 210"/>
            <p:cNvGrpSpPr/>
            <p:nvPr/>
          </p:nvGrpSpPr>
          <p:grpSpPr bwMode="auto">
            <a:xfrm>
              <a:off x="1433512" y="2205"/>
              <a:ext cx="1588" cy="295"/>
              <a:chOff x="1757" y="2086"/>
              <a:chExt cx="1" cy="295"/>
            </a:xfrm>
          </p:grpSpPr>
          <p:sp>
            <p:nvSpPr>
              <p:cNvPr id="119" name="Freeform 211"/>
              <p:cNvSpPr/>
              <p:nvPr/>
            </p:nvSpPr>
            <p:spPr bwMode="auto">
              <a:xfrm>
                <a:off x="1757" y="2266"/>
                <a:ext cx="1" cy="115"/>
              </a:xfrm>
              <a:custGeom>
                <a:avLst/>
                <a:gdLst>
                  <a:gd name="T0" fmla="*/ 0 w 1"/>
                  <a:gd name="T1" fmla="*/ 462 h 462"/>
                  <a:gd name="T2" fmla="*/ 0 w 1"/>
                  <a:gd name="T3" fmla="*/ 0 h 462"/>
                  <a:gd name="T4" fmla="*/ 1 w 1"/>
                  <a:gd name="T5" fmla="*/ 0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62">
                    <a:moveTo>
                      <a:pt x="0" y="46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0" name="Freeform 212"/>
              <p:cNvSpPr/>
              <p:nvPr/>
            </p:nvSpPr>
            <p:spPr bwMode="auto">
              <a:xfrm>
                <a:off x="1757" y="2231"/>
                <a:ext cx="1" cy="13"/>
              </a:xfrm>
              <a:custGeom>
                <a:avLst/>
                <a:gdLst>
                  <a:gd name="T0" fmla="*/ 0 w 1"/>
                  <a:gd name="T1" fmla="*/ 51 h 51"/>
                  <a:gd name="T2" fmla="*/ 0 w 1"/>
                  <a:gd name="T3" fmla="*/ 0 h 51"/>
                  <a:gd name="T4" fmla="*/ 1 w 1"/>
                  <a:gd name="T5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1">
                    <a:moveTo>
                      <a:pt x="0" y="5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1" name="Freeform 213"/>
              <p:cNvSpPr/>
              <p:nvPr/>
            </p:nvSpPr>
            <p:spPr bwMode="auto">
              <a:xfrm>
                <a:off x="1757" y="2086"/>
                <a:ext cx="1" cy="124"/>
              </a:xfrm>
              <a:custGeom>
                <a:avLst/>
                <a:gdLst>
                  <a:gd name="T0" fmla="*/ 0 w 1"/>
                  <a:gd name="T1" fmla="*/ 497 h 497"/>
                  <a:gd name="T2" fmla="*/ 0 w 1"/>
                  <a:gd name="T3" fmla="*/ 0 h 497"/>
                  <a:gd name="T4" fmla="*/ 1 w 1"/>
                  <a:gd name="T5" fmla="*/ 0 h 4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97">
                    <a:moveTo>
                      <a:pt x="0" y="49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3" name="Group 214"/>
            <p:cNvGrpSpPr/>
            <p:nvPr/>
          </p:nvGrpSpPr>
          <p:grpSpPr bwMode="auto">
            <a:xfrm>
              <a:off x="804862" y="3236"/>
              <a:ext cx="2047875" cy="1"/>
              <a:chOff x="1361" y="3117"/>
              <a:chExt cx="1290" cy="1"/>
            </a:xfrm>
          </p:grpSpPr>
          <p:sp>
            <p:nvSpPr>
              <p:cNvPr id="113" name="Freeform 215"/>
              <p:cNvSpPr/>
              <p:nvPr/>
            </p:nvSpPr>
            <p:spPr bwMode="auto">
              <a:xfrm>
                <a:off x="1361" y="3117"/>
                <a:ext cx="301" cy="1"/>
              </a:xfrm>
              <a:custGeom>
                <a:avLst/>
                <a:gdLst>
                  <a:gd name="T0" fmla="*/ 0 w 1204"/>
                  <a:gd name="T1" fmla="*/ 1203 w 1204"/>
                  <a:gd name="T2" fmla="*/ 1204 w 120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204">
                    <a:moveTo>
                      <a:pt x="0" y="0"/>
                    </a:moveTo>
                    <a:lnTo>
                      <a:pt x="1203" y="0"/>
                    </a:lnTo>
                    <a:lnTo>
                      <a:pt x="1204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Line 216"/>
              <p:cNvSpPr>
                <a:spLocks noChangeShapeType="1"/>
              </p:cNvSpPr>
              <p:nvPr/>
            </p:nvSpPr>
            <p:spPr bwMode="auto">
              <a:xfrm>
                <a:off x="2418" y="3117"/>
                <a:ext cx="1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Freeform 217"/>
              <p:cNvSpPr/>
              <p:nvPr/>
            </p:nvSpPr>
            <p:spPr bwMode="auto">
              <a:xfrm>
                <a:off x="1691" y="3117"/>
                <a:ext cx="18" cy="1"/>
              </a:xfrm>
              <a:custGeom>
                <a:avLst/>
                <a:gdLst>
                  <a:gd name="T0" fmla="*/ 0 w 69"/>
                  <a:gd name="T1" fmla="*/ 68 w 69"/>
                  <a:gd name="T2" fmla="*/ 69 w 6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9">
                    <a:moveTo>
                      <a:pt x="0" y="0"/>
                    </a:moveTo>
                    <a:lnTo>
                      <a:pt x="68" y="0"/>
                    </a:lnTo>
                    <a:lnTo>
                      <a:pt x="69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Freeform 218"/>
              <p:cNvSpPr/>
              <p:nvPr/>
            </p:nvSpPr>
            <p:spPr bwMode="auto">
              <a:xfrm>
                <a:off x="2198" y="3117"/>
                <a:ext cx="18" cy="1"/>
              </a:xfrm>
              <a:custGeom>
                <a:avLst/>
                <a:gdLst>
                  <a:gd name="T0" fmla="*/ 0 w 69"/>
                  <a:gd name="T1" fmla="*/ 68 w 69"/>
                  <a:gd name="T2" fmla="*/ 69 w 6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9">
                    <a:moveTo>
                      <a:pt x="0" y="0"/>
                    </a:moveTo>
                    <a:lnTo>
                      <a:pt x="68" y="0"/>
                    </a:lnTo>
                    <a:lnTo>
                      <a:pt x="69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Freeform 219"/>
              <p:cNvSpPr/>
              <p:nvPr/>
            </p:nvSpPr>
            <p:spPr bwMode="auto">
              <a:xfrm>
                <a:off x="2240" y="3117"/>
                <a:ext cx="411" cy="1"/>
              </a:xfrm>
              <a:custGeom>
                <a:avLst/>
                <a:gdLst>
                  <a:gd name="T0" fmla="*/ 0 w 1640"/>
                  <a:gd name="T1" fmla="*/ 1639 w 1640"/>
                  <a:gd name="T2" fmla="*/ 1640 w 164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640">
                    <a:moveTo>
                      <a:pt x="0" y="0"/>
                    </a:moveTo>
                    <a:lnTo>
                      <a:pt x="1639" y="0"/>
                    </a:lnTo>
                    <a:lnTo>
                      <a:pt x="164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Freeform 220"/>
              <p:cNvSpPr/>
              <p:nvPr/>
            </p:nvSpPr>
            <p:spPr bwMode="auto">
              <a:xfrm>
                <a:off x="1738" y="3117"/>
                <a:ext cx="435" cy="1"/>
              </a:xfrm>
              <a:custGeom>
                <a:avLst/>
                <a:gdLst>
                  <a:gd name="T0" fmla="*/ 0 w 1740"/>
                  <a:gd name="T1" fmla="*/ 1739 w 1740"/>
                  <a:gd name="T2" fmla="*/ 1740 w 174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40">
                    <a:moveTo>
                      <a:pt x="0" y="0"/>
                    </a:moveTo>
                    <a:lnTo>
                      <a:pt x="1739" y="0"/>
                    </a:lnTo>
                    <a:lnTo>
                      <a:pt x="174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4" name="Freeform 221"/>
            <p:cNvSpPr/>
            <p:nvPr/>
          </p:nvSpPr>
          <p:spPr bwMode="auto">
            <a:xfrm>
              <a:off x="1628775" y="1871"/>
              <a:ext cx="38100" cy="168"/>
            </a:xfrm>
            <a:custGeom>
              <a:avLst/>
              <a:gdLst>
                <a:gd name="T0" fmla="*/ 0 w 24"/>
                <a:gd name="T1" fmla="*/ 0 h 168"/>
                <a:gd name="T2" fmla="*/ 24 w 24"/>
                <a:gd name="T3" fmla="*/ 80 h 168"/>
                <a:gd name="T4" fmla="*/ 0 w 24"/>
                <a:gd name="T5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" h="168">
                  <a:moveTo>
                    <a:pt x="0" y="0"/>
                  </a:moveTo>
                  <a:cubicBezTo>
                    <a:pt x="12" y="26"/>
                    <a:pt x="24" y="52"/>
                    <a:pt x="24" y="80"/>
                  </a:cubicBezTo>
                  <a:cubicBezTo>
                    <a:pt x="24" y="108"/>
                    <a:pt x="12" y="138"/>
                    <a:pt x="0" y="168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222"/>
            <p:cNvSpPr/>
            <p:nvPr/>
          </p:nvSpPr>
          <p:spPr bwMode="auto">
            <a:xfrm>
              <a:off x="2287587" y="1415"/>
              <a:ext cx="39688" cy="168"/>
            </a:xfrm>
            <a:custGeom>
              <a:avLst/>
              <a:gdLst>
                <a:gd name="T0" fmla="*/ 25 w 25"/>
                <a:gd name="T1" fmla="*/ 0 h 168"/>
                <a:gd name="T2" fmla="*/ 0 w 25"/>
                <a:gd name="T3" fmla="*/ 88 h 168"/>
                <a:gd name="T4" fmla="*/ 25 w 25"/>
                <a:gd name="T5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" h="168">
                  <a:moveTo>
                    <a:pt x="25" y="0"/>
                  </a:moveTo>
                  <a:cubicBezTo>
                    <a:pt x="22" y="15"/>
                    <a:pt x="0" y="60"/>
                    <a:pt x="0" y="88"/>
                  </a:cubicBezTo>
                  <a:cubicBezTo>
                    <a:pt x="0" y="116"/>
                    <a:pt x="11" y="142"/>
                    <a:pt x="25" y="168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Line 223"/>
            <p:cNvSpPr>
              <a:spLocks noChangeShapeType="1"/>
            </p:cNvSpPr>
            <p:nvPr/>
          </p:nvSpPr>
          <p:spPr bwMode="auto">
            <a:xfrm>
              <a:off x="1227137" y="3070"/>
              <a:ext cx="31432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Line 224"/>
            <p:cNvSpPr>
              <a:spLocks noChangeShapeType="1"/>
            </p:cNvSpPr>
            <p:nvPr/>
          </p:nvSpPr>
          <p:spPr bwMode="auto">
            <a:xfrm>
              <a:off x="1227137" y="3402"/>
              <a:ext cx="31432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Oval 225"/>
            <p:cNvSpPr>
              <a:spLocks noChangeArrowheads="1"/>
            </p:cNvSpPr>
            <p:nvPr/>
          </p:nvSpPr>
          <p:spPr bwMode="auto">
            <a:xfrm>
              <a:off x="1330325" y="2826"/>
              <a:ext cx="211138" cy="13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Oval 226"/>
            <p:cNvSpPr>
              <a:spLocks noChangeArrowheads="1"/>
            </p:cNvSpPr>
            <p:nvPr/>
          </p:nvSpPr>
          <p:spPr bwMode="auto">
            <a:xfrm>
              <a:off x="2406650" y="2826"/>
              <a:ext cx="211138" cy="13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Oval 227"/>
            <p:cNvSpPr>
              <a:spLocks noChangeArrowheads="1"/>
            </p:cNvSpPr>
            <p:nvPr/>
          </p:nvSpPr>
          <p:spPr bwMode="auto">
            <a:xfrm>
              <a:off x="2406650" y="3509"/>
              <a:ext cx="211138" cy="13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Arc 228"/>
            <p:cNvSpPr/>
            <p:nvPr/>
          </p:nvSpPr>
          <p:spPr bwMode="auto">
            <a:xfrm>
              <a:off x="2484437" y="2761"/>
              <a:ext cx="230188" cy="13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Line 229"/>
            <p:cNvSpPr>
              <a:spLocks noChangeShapeType="1"/>
            </p:cNvSpPr>
            <p:nvPr/>
          </p:nvSpPr>
          <p:spPr bwMode="auto">
            <a:xfrm>
              <a:off x="2730407" y="1221"/>
              <a:ext cx="0" cy="45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1947969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22284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局部视图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651870" y="1939941"/>
            <a:ext cx="6045647" cy="18429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2400">
                <a:solidFill>
                  <a:srgbClr val="333333"/>
                </a:solidFill>
                <a:latin typeface="黑体" panose="02010609060101010101" pitchFamily="2" charset="-122"/>
              </a:defRPr>
            </a:lvl1pPr>
          </a:lstStyle>
          <a:p>
            <a:pPr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局部视图可按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基本视图的配置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形式配置，也可按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向视图的配置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形式配置。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按基本视图配置：可以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省略标注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grpSp>
        <p:nvGrpSpPr>
          <p:cNvPr id="4" name="Group 29"/>
          <p:cNvGrpSpPr/>
          <p:nvPr/>
        </p:nvGrpSpPr>
        <p:grpSpPr bwMode="auto">
          <a:xfrm>
            <a:off x="9624392" y="2348880"/>
            <a:ext cx="1495425" cy="950913"/>
            <a:chOff x="2023" y="2847"/>
            <a:chExt cx="942" cy="599"/>
          </a:xfrm>
        </p:grpSpPr>
        <p:sp>
          <p:nvSpPr>
            <p:cNvPr id="5" name="Arc 30"/>
            <p:cNvSpPr/>
            <p:nvPr/>
          </p:nvSpPr>
          <p:spPr bwMode="auto">
            <a:xfrm flipV="1">
              <a:off x="2382" y="3132"/>
              <a:ext cx="224" cy="249"/>
            </a:xfrm>
            <a:custGeom>
              <a:avLst/>
              <a:gdLst>
                <a:gd name="G0" fmla="+- 10436 0 0"/>
                <a:gd name="G1" fmla="+- 21600 0 0"/>
                <a:gd name="G2" fmla="+- 21600 0 0"/>
                <a:gd name="T0" fmla="*/ 0 w 19926"/>
                <a:gd name="T1" fmla="*/ 2688 h 21600"/>
                <a:gd name="T2" fmla="*/ 19926 w 19926"/>
                <a:gd name="T3" fmla="*/ 2197 h 21600"/>
                <a:gd name="T4" fmla="*/ 10436 w 19926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926" h="21600" fill="none" extrusionOk="0">
                  <a:moveTo>
                    <a:pt x="0" y="2688"/>
                  </a:moveTo>
                  <a:cubicBezTo>
                    <a:pt x="3195" y="924"/>
                    <a:pt x="6786" y="-1"/>
                    <a:pt x="10436" y="0"/>
                  </a:cubicBezTo>
                  <a:cubicBezTo>
                    <a:pt x="13725" y="0"/>
                    <a:pt x="16971" y="751"/>
                    <a:pt x="19926" y="2196"/>
                  </a:cubicBezTo>
                </a:path>
                <a:path w="19926" h="21600" stroke="0" extrusionOk="0">
                  <a:moveTo>
                    <a:pt x="0" y="2688"/>
                  </a:moveTo>
                  <a:cubicBezTo>
                    <a:pt x="3195" y="924"/>
                    <a:pt x="6786" y="-1"/>
                    <a:pt x="10436" y="0"/>
                  </a:cubicBezTo>
                  <a:cubicBezTo>
                    <a:pt x="13725" y="0"/>
                    <a:pt x="16971" y="751"/>
                    <a:pt x="19926" y="2196"/>
                  </a:cubicBezTo>
                  <a:lnTo>
                    <a:pt x="10436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Arc 31"/>
            <p:cNvSpPr/>
            <p:nvPr/>
          </p:nvSpPr>
          <p:spPr bwMode="auto">
            <a:xfrm>
              <a:off x="2779" y="3037"/>
              <a:ext cx="119" cy="226"/>
            </a:xfrm>
            <a:custGeom>
              <a:avLst/>
              <a:gdLst>
                <a:gd name="G0" fmla="+- 0 0 0"/>
                <a:gd name="G1" fmla="+- 20671 0 0"/>
                <a:gd name="G2" fmla="+- 21600 0 0"/>
                <a:gd name="T0" fmla="*/ 6268 w 21600"/>
                <a:gd name="T1" fmla="*/ 0 h 41819"/>
                <a:gd name="T2" fmla="*/ 4395 w 21600"/>
                <a:gd name="T3" fmla="*/ 41819 h 41819"/>
                <a:gd name="T4" fmla="*/ 0 w 21600"/>
                <a:gd name="T5" fmla="*/ 20671 h 41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1819" fill="none" extrusionOk="0">
                  <a:moveTo>
                    <a:pt x="6267" y="0"/>
                  </a:moveTo>
                  <a:cubicBezTo>
                    <a:pt x="15373" y="2761"/>
                    <a:pt x="21600" y="11155"/>
                    <a:pt x="21600" y="20671"/>
                  </a:cubicBezTo>
                  <a:cubicBezTo>
                    <a:pt x="21600" y="30906"/>
                    <a:pt x="14416" y="39736"/>
                    <a:pt x="4395" y="41819"/>
                  </a:cubicBezTo>
                </a:path>
                <a:path w="21600" h="41819" stroke="0" extrusionOk="0">
                  <a:moveTo>
                    <a:pt x="6267" y="0"/>
                  </a:moveTo>
                  <a:cubicBezTo>
                    <a:pt x="15373" y="2761"/>
                    <a:pt x="21600" y="11155"/>
                    <a:pt x="21600" y="20671"/>
                  </a:cubicBezTo>
                  <a:cubicBezTo>
                    <a:pt x="21600" y="30906"/>
                    <a:pt x="14416" y="39736"/>
                    <a:pt x="4395" y="41819"/>
                  </a:cubicBezTo>
                  <a:lnTo>
                    <a:pt x="0" y="20671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Oval 32"/>
            <p:cNvSpPr>
              <a:spLocks noChangeArrowheads="1"/>
            </p:cNvSpPr>
            <p:nvPr/>
          </p:nvSpPr>
          <p:spPr bwMode="auto">
            <a:xfrm>
              <a:off x="2159" y="3094"/>
              <a:ext cx="113" cy="11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Oval 33"/>
            <p:cNvSpPr>
              <a:spLocks noChangeArrowheads="1"/>
            </p:cNvSpPr>
            <p:nvPr/>
          </p:nvSpPr>
          <p:spPr bwMode="auto">
            <a:xfrm>
              <a:off x="2340" y="2994"/>
              <a:ext cx="315" cy="305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Oval 34"/>
            <p:cNvSpPr>
              <a:spLocks noChangeArrowheads="1"/>
            </p:cNvSpPr>
            <p:nvPr/>
          </p:nvSpPr>
          <p:spPr bwMode="auto">
            <a:xfrm>
              <a:off x="2420" y="3074"/>
              <a:ext cx="156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35"/>
            <p:cNvSpPr/>
            <p:nvPr/>
          </p:nvSpPr>
          <p:spPr bwMode="auto">
            <a:xfrm>
              <a:off x="2218" y="3048"/>
              <a:ext cx="1" cy="197"/>
            </a:xfrm>
            <a:custGeom>
              <a:avLst/>
              <a:gdLst>
                <a:gd name="T0" fmla="*/ 0 w 1"/>
                <a:gd name="T1" fmla="*/ 0 h 788"/>
                <a:gd name="T2" fmla="*/ 0 w 1"/>
                <a:gd name="T3" fmla="*/ 788 h 788"/>
                <a:gd name="T4" fmla="*/ 1 w 1"/>
                <a:gd name="T5" fmla="*/ 788 h 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88">
                  <a:moveTo>
                    <a:pt x="0" y="0"/>
                  </a:moveTo>
                  <a:lnTo>
                    <a:pt x="0" y="788"/>
                  </a:lnTo>
                  <a:lnTo>
                    <a:pt x="1" y="788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Group 37"/>
            <p:cNvGrpSpPr/>
            <p:nvPr/>
          </p:nvGrpSpPr>
          <p:grpSpPr bwMode="auto">
            <a:xfrm>
              <a:off x="2023" y="3146"/>
              <a:ext cx="942" cy="1"/>
              <a:chOff x="3108" y="3027"/>
              <a:chExt cx="942" cy="1"/>
            </a:xfrm>
          </p:grpSpPr>
          <p:sp>
            <p:nvSpPr>
              <p:cNvPr id="26" name="Freeform 38"/>
              <p:cNvSpPr/>
              <p:nvPr/>
            </p:nvSpPr>
            <p:spPr bwMode="auto">
              <a:xfrm>
                <a:off x="3108" y="3027"/>
                <a:ext cx="255" cy="1"/>
              </a:xfrm>
              <a:custGeom>
                <a:avLst/>
                <a:gdLst>
                  <a:gd name="T0" fmla="*/ 0 w 1019"/>
                  <a:gd name="T1" fmla="*/ 1018 w 1019"/>
                  <a:gd name="T2" fmla="*/ 1019 w 101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019">
                    <a:moveTo>
                      <a:pt x="0" y="0"/>
                    </a:moveTo>
                    <a:lnTo>
                      <a:pt x="1018" y="0"/>
                    </a:lnTo>
                    <a:lnTo>
                      <a:pt x="1019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Line 39"/>
              <p:cNvSpPr>
                <a:spLocks noChangeShapeType="1"/>
              </p:cNvSpPr>
              <p:nvPr/>
            </p:nvSpPr>
            <p:spPr bwMode="auto">
              <a:xfrm>
                <a:off x="3742" y="3027"/>
                <a:ext cx="1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Freeform 40"/>
              <p:cNvSpPr/>
              <p:nvPr/>
            </p:nvSpPr>
            <p:spPr bwMode="auto">
              <a:xfrm>
                <a:off x="3384" y="3027"/>
                <a:ext cx="9" cy="1"/>
              </a:xfrm>
              <a:custGeom>
                <a:avLst/>
                <a:gdLst>
                  <a:gd name="T0" fmla="*/ 0 w 35"/>
                  <a:gd name="T1" fmla="*/ 34 w 35"/>
                  <a:gd name="T2" fmla="*/ 35 w 3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5">
                    <a:moveTo>
                      <a:pt x="0" y="0"/>
                    </a:moveTo>
                    <a:lnTo>
                      <a:pt x="34" y="0"/>
                    </a:lnTo>
                    <a:lnTo>
                      <a:pt x="35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Freeform 41"/>
              <p:cNvSpPr/>
              <p:nvPr/>
            </p:nvSpPr>
            <p:spPr bwMode="auto">
              <a:xfrm>
                <a:off x="3409" y="3027"/>
                <a:ext cx="356" cy="1"/>
              </a:xfrm>
              <a:custGeom>
                <a:avLst/>
                <a:gdLst>
                  <a:gd name="T0" fmla="*/ 0 w 1421"/>
                  <a:gd name="T1" fmla="*/ 1420 w 1421"/>
                  <a:gd name="T2" fmla="*/ 1421 w 142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21">
                    <a:moveTo>
                      <a:pt x="0" y="0"/>
                    </a:moveTo>
                    <a:lnTo>
                      <a:pt x="1420" y="0"/>
                    </a:lnTo>
                    <a:lnTo>
                      <a:pt x="142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Freeform 42"/>
              <p:cNvSpPr/>
              <p:nvPr/>
            </p:nvSpPr>
            <p:spPr bwMode="auto">
              <a:xfrm>
                <a:off x="3786" y="3027"/>
                <a:ext cx="12" cy="1"/>
              </a:xfrm>
              <a:custGeom>
                <a:avLst/>
                <a:gdLst>
                  <a:gd name="T0" fmla="*/ 0 w 52"/>
                  <a:gd name="T1" fmla="*/ 51 w 52"/>
                  <a:gd name="T2" fmla="*/ 52 w 5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52">
                    <a:moveTo>
                      <a:pt x="0" y="0"/>
                    </a:moveTo>
                    <a:lnTo>
                      <a:pt x="51" y="0"/>
                    </a:lnTo>
                    <a:lnTo>
                      <a:pt x="5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Freeform 43"/>
              <p:cNvSpPr/>
              <p:nvPr/>
            </p:nvSpPr>
            <p:spPr bwMode="auto">
              <a:xfrm>
                <a:off x="3819" y="3027"/>
                <a:ext cx="231" cy="1"/>
              </a:xfrm>
              <a:custGeom>
                <a:avLst/>
                <a:gdLst>
                  <a:gd name="T0" fmla="*/ 0 w 923"/>
                  <a:gd name="T1" fmla="*/ 922 w 923"/>
                  <a:gd name="T2" fmla="*/ 923 w 92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23">
                    <a:moveTo>
                      <a:pt x="0" y="0"/>
                    </a:moveTo>
                    <a:lnTo>
                      <a:pt x="922" y="0"/>
                    </a:lnTo>
                    <a:lnTo>
                      <a:pt x="923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" name="Group 44"/>
            <p:cNvGrpSpPr/>
            <p:nvPr/>
          </p:nvGrpSpPr>
          <p:grpSpPr bwMode="auto">
            <a:xfrm>
              <a:off x="2495" y="2847"/>
              <a:ext cx="1" cy="599"/>
              <a:chOff x="3580" y="2728"/>
              <a:chExt cx="1" cy="599"/>
            </a:xfrm>
          </p:grpSpPr>
          <p:sp>
            <p:nvSpPr>
              <p:cNvPr id="23" name="Freeform 45"/>
              <p:cNvSpPr/>
              <p:nvPr/>
            </p:nvSpPr>
            <p:spPr bwMode="auto">
              <a:xfrm>
                <a:off x="3580" y="2728"/>
                <a:ext cx="1" cy="148"/>
              </a:xfrm>
              <a:custGeom>
                <a:avLst/>
                <a:gdLst>
                  <a:gd name="T0" fmla="*/ 0 w 1"/>
                  <a:gd name="T1" fmla="*/ 0 h 595"/>
                  <a:gd name="T2" fmla="*/ 0 w 1"/>
                  <a:gd name="T3" fmla="*/ 595 h 595"/>
                  <a:gd name="T4" fmla="*/ 1 w 1"/>
                  <a:gd name="T5" fmla="*/ 595 h 5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95">
                    <a:moveTo>
                      <a:pt x="0" y="0"/>
                    </a:moveTo>
                    <a:lnTo>
                      <a:pt x="0" y="595"/>
                    </a:lnTo>
                    <a:lnTo>
                      <a:pt x="1" y="595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Freeform 46"/>
              <p:cNvSpPr/>
              <p:nvPr/>
            </p:nvSpPr>
            <p:spPr bwMode="auto">
              <a:xfrm>
                <a:off x="3580" y="2927"/>
                <a:ext cx="1" cy="400"/>
              </a:xfrm>
              <a:custGeom>
                <a:avLst/>
                <a:gdLst>
                  <a:gd name="T0" fmla="*/ 0 w 1"/>
                  <a:gd name="T1" fmla="*/ 0 h 1601"/>
                  <a:gd name="T2" fmla="*/ 0 w 1"/>
                  <a:gd name="T3" fmla="*/ 1601 h 1601"/>
                  <a:gd name="T4" fmla="*/ 1 w 1"/>
                  <a:gd name="T5" fmla="*/ 1601 h 16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601">
                    <a:moveTo>
                      <a:pt x="0" y="0"/>
                    </a:moveTo>
                    <a:lnTo>
                      <a:pt x="0" y="1601"/>
                    </a:lnTo>
                    <a:lnTo>
                      <a:pt x="1" y="1601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Freeform 47"/>
              <p:cNvSpPr/>
              <p:nvPr/>
            </p:nvSpPr>
            <p:spPr bwMode="auto">
              <a:xfrm>
                <a:off x="3580" y="2900"/>
                <a:ext cx="1" cy="8"/>
              </a:xfrm>
              <a:custGeom>
                <a:avLst/>
                <a:gdLst>
                  <a:gd name="T0" fmla="*/ 0 w 1"/>
                  <a:gd name="T1" fmla="*/ 0 h 33"/>
                  <a:gd name="T2" fmla="*/ 0 w 1"/>
                  <a:gd name="T3" fmla="*/ 33 h 33"/>
                  <a:gd name="T4" fmla="*/ 1 w 1"/>
                  <a:gd name="T5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3">
                    <a:moveTo>
                      <a:pt x="0" y="0"/>
                    </a:moveTo>
                    <a:lnTo>
                      <a:pt x="0" y="33"/>
                    </a:lnTo>
                    <a:lnTo>
                      <a:pt x="1" y="33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3" name="Freeform 48"/>
            <p:cNvSpPr/>
            <p:nvPr/>
          </p:nvSpPr>
          <p:spPr bwMode="auto">
            <a:xfrm>
              <a:off x="2772" y="3048"/>
              <a:ext cx="1" cy="197"/>
            </a:xfrm>
            <a:custGeom>
              <a:avLst/>
              <a:gdLst>
                <a:gd name="T0" fmla="*/ 0 w 1"/>
                <a:gd name="T1" fmla="*/ 0 h 788"/>
                <a:gd name="T2" fmla="*/ 0 w 1"/>
                <a:gd name="T3" fmla="*/ 788 h 788"/>
                <a:gd name="T4" fmla="*/ 1 w 1"/>
                <a:gd name="T5" fmla="*/ 788 h 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88">
                  <a:moveTo>
                    <a:pt x="0" y="0"/>
                  </a:moveTo>
                  <a:lnTo>
                    <a:pt x="0" y="788"/>
                  </a:lnTo>
                  <a:lnTo>
                    <a:pt x="1" y="788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49"/>
            <p:cNvSpPr/>
            <p:nvPr/>
          </p:nvSpPr>
          <p:spPr bwMode="auto">
            <a:xfrm>
              <a:off x="2400" y="2910"/>
              <a:ext cx="190" cy="20"/>
            </a:xfrm>
            <a:custGeom>
              <a:avLst/>
              <a:gdLst>
                <a:gd name="T0" fmla="*/ 759 w 759"/>
                <a:gd name="T1" fmla="*/ 80 h 80"/>
                <a:gd name="T2" fmla="*/ 380 w 759"/>
                <a:gd name="T3" fmla="*/ 0 h 80"/>
                <a:gd name="T4" fmla="*/ 0 w 759"/>
                <a:gd name="T5" fmla="*/ 80 h 80"/>
                <a:gd name="T6" fmla="*/ 1 w 759"/>
                <a:gd name="T7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9" h="80">
                  <a:moveTo>
                    <a:pt x="759" y="80"/>
                  </a:moveTo>
                  <a:lnTo>
                    <a:pt x="380" y="0"/>
                  </a:lnTo>
                  <a:lnTo>
                    <a:pt x="0" y="80"/>
                  </a:lnTo>
                  <a:lnTo>
                    <a:pt x="1" y="8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Freeform 50"/>
            <p:cNvSpPr/>
            <p:nvPr/>
          </p:nvSpPr>
          <p:spPr bwMode="auto">
            <a:xfrm>
              <a:off x="2155" y="2930"/>
              <a:ext cx="245" cy="111"/>
            </a:xfrm>
            <a:custGeom>
              <a:avLst/>
              <a:gdLst>
                <a:gd name="T0" fmla="*/ 0 w 245"/>
                <a:gd name="T1" fmla="*/ 111 h 111"/>
                <a:gd name="T2" fmla="*/ 245 w 245"/>
                <a:gd name="T3" fmla="*/ 0 h 111"/>
                <a:gd name="T4" fmla="*/ 245 w 245"/>
                <a:gd name="T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11">
                  <a:moveTo>
                    <a:pt x="0" y="111"/>
                  </a:moveTo>
                  <a:lnTo>
                    <a:pt x="245" y="0"/>
                  </a:lnTo>
                  <a:lnTo>
                    <a:pt x="245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Freeform 51"/>
            <p:cNvSpPr/>
            <p:nvPr/>
          </p:nvSpPr>
          <p:spPr bwMode="auto">
            <a:xfrm>
              <a:off x="2590" y="2930"/>
              <a:ext cx="232" cy="103"/>
            </a:xfrm>
            <a:custGeom>
              <a:avLst/>
              <a:gdLst>
                <a:gd name="T0" fmla="*/ 927 w 927"/>
                <a:gd name="T1" fmla="*/ 410 h 410"/>
                <a:gd name="T2" fmla="*/ 0 w 927"/>
                <a:gd name="T3" fmla="*/ 0 h 410"/>
                <a:gd name="T4" fmla="*/ 1 w 927"/>
                <a:gd name="T5" fmla="*/ 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27" h="410">
                  <a:moveTo>
                    <a:pt x="927" y="41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52"/>
            <p:cNvSpPr/>
            <p:nvPr/>
          </p:nvSpPr>
          <p:spPr bwMode="auto">
            <a:xfrm>
              <a:off x="2168" y="3259"/>
              <a:ext cx="232" cy="102"/>
            </a:xfrm>
            <a:custGeom>
              <a:avLst/>
              <a:gdLst>
                <a:gd name="T0" fmla="*/ 0 w 928"/>
                <a:gd name="T1" fmla="*/ 0 h 409"/>
                <a:gd name="T2" fmla="*/ 927 w 928"/>
                <a:gd name="T3" fmla="*/ 409 h 409"/>
                <a:gd name="T4" fmla="*/ 928 w 928"/>
                <a:gd name="T5" fmla="*/ 409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28" h="409">
                  <a:moveTo>
                    <a:pt x="0" y="0"/>
                  </a:moveTo>
                  <a:lnTo>
                    <a:pt x="927" y="409"/>
                  </a:lnTo>
                  <a:lnTo>
                    <a:pt x="928" y="409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Freeform 53"/>
            <p:cNvSpPr/>
            <p:nvPr/>
          </p:nvSpPr>
          <p:spPr bwMode="auto">
            <a:xfrm>
              <a:off x="2590" y="3265"/>
              <a:ext cx="232" cy="102"/>
            </a:xfrm>
            <a:custGeom>
              <a:avLst/>
              <a:gdLst>
                <a:gd name="T0" fmla="*/ 232 w 232"/>
                <a:gd name="T1" fmla="*/ 0 h 102"/>
                <a:gd name="T2" fmla="*/ 3 w 232"/>
                <a:gd name="T3" fmla="*/ 100 h 102"/>
                <a:gd name="T4" fmla="*/ 0 w 232"/>
                <a:gd name="T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2" h="102">
                  <a:moveTo>
                    <a:pt x="232" y="0"/>
                  </a:moveTo>
                  <a:lnTo>
                    <a:pt x="3" y="100"/>
                  </a:lnTo>
                  <a:lnTo>
                    <a:pt x="0" y="102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Arc 54"/>
            <p:cNvSpPr/>
            <p:nvPr/>
          </p:nvSpPr>
          <p:spPr bwMode="auto">
            <a:xfrm>
              <a:off x="2382" y="2910"/>
              <a:ext cx="236" cy="249"/>
            </a:xfrm>
            <a:custGeom>
              <a:avLst/>
              <a:gdLst>
                <a:gd name="G0" fmla="+- 10436 0 0"/>
                <a:gd name="G1" fmla="+- 21600 0 0"/>
                <a:gd name="G2" fmla="+- 21600 0 0"/>
                <a:gd name="T0" fmla="*/ 0 w 21031"/>
                <a:gd name="T1" fmla="*/ 2688 h 21600"/>
                <a:gd name="T2" fmla="*/ 21031 w 21031"/>
                <a:gd name="T3" fmla="*/ 2777 h 21600"/>
                <a:gd name="T4" fmla="*/ 10436 w 21031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031" h="21600" fill="none" extrusionOk="0">
                  <a:moveTo>
                    <a:pt x="0" y="2688"/>
                  </a:moveTo>
                  <a:cubicBezTo>
                    <a:pt x="3195" y="924"/>
                    <a:pt x="6786" y="-1"/>
                    <a:pt x="10436" y="0"/>
                  </a:cubicBezTo>
                  <a:cubicBezTo>
                    <a:pt x="14147" y="0"/>
                    <a:pt x="17796" y="956"/>
                    <a:pt x="21031" y="2776"/>
                  </a:cubicBezTo>
                </a:path>
                <a:path w="21031" h="21600" stroke="0" extrusionOk="0">
                  <a:moveTo>
                    <a:pt x="0" y="2688"/>
                  </a:moveTo>
                  <a:cubicBezTo>
                    <a:pt x="3195" y="924"/>
                    <a:pt x="6786" y="-1"/>
                    <a:pt x="10436" y="0"/>
                  </a:cubicBezTo>
                  <a:cubicBezTo>
                    <a:pt x="14147" y="0"/>
                    <a:pt x="17796" y="956"/>
                    <a:pt x="21031" y="2776"/>
                  </a:cubicBezTo>
                  <a:lnTo>
                    <a:pt x="10436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Arc 55"/>
            <p:cNvSpPr/>
            <p:nvPr/>
          </p:nvSpPr>
          <p:spPr bwMode="auto">
            <a:xfrm flipH="1">
              <a:off x="2092" y="3038"/>
              <a:ext cx="119" cy="223"/>
            </a:xfrm>
            <a:custGeom>
              <a:avLst/>
              <a:gdLst>
                <a:gd name="G0" fmla="+- 0 0 0"/>
                <a:gd name="G1" fmla="+- 20169 0 0"/>
                <a:gd name="G2" fmla="+- 21600 0 0"/>
                <a:gd name="T0" fmla="*/ 7731 w 21600"/>
                <a:gd name="T1" fmla="*/ 0 h 41317"/>
                <a:gd name="T2" fmla="*/ 4395 w 21600"/>
                <a:gd name="T3" fmla="*/ 41317 h 41317"/>
                <a:gd name="T4" fmla="*/ 0 w 21600"/>
                <a:gd name="T5" fmla="*/ 20169 h 41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1317" fill="none" extrusionOk="0">
                  <a:moveTo>
                    <a:pt x="7731" y="-1"/>
                  </a:moveTo>
                  <a:cubicBezTo>
                    <a:pt x="16084" y="3202"/>
                    <a:pt x="21600" y="11222"/>
                    <a:pt x="21600" y="20169"/>
                  </a:cubicBezTo>
                  <a:cubicBezTo>
                    <a:pt x="21600" y="30404"/>
                    <a:pt x="14416" y="39234"/>
                    <a:pt x="4395" y="41317"/>
                  </a:cubicBezTo>
                </a:path>
                <a:path w="21600" h="41317" stroke="0" extrusionOk="0">
                  <a:moveTo>
                    <a:pt x="7731" y="-1"/>
                  </a:moveTo>
                  <a:cubicBezTo>
                    <a:pt x="16084" y="3202"/>
                    <a:pt x="21600" y="11222"/>
                    <a:pt x="21600" y="20169"/>
                  </a:cubicBezTo>
                  <a:cubicBezTo>
                    <a:pt x="21600" y="30404"/>
                    <a:pt x="14416" y="39234"/>
                    <a:pt x="4395" y="41317"/>
                  </a:cubicBezTo>
                  <a:lnTo>
                    <a:pt x="0" y="20169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Oval 56"/>
            <p:cNvSpPr>
              <a:spLocks noChangeArrowheads="1"/>
            </p:cNvSpPr>
            <p:nvPr/>
          </p:nvSpPr>
          <p:spPr bwMode="auto">
            <a:xfrm>
              <a:off x="2719" y="3094"/>
              <a:ext cx="113" cy="11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2" name="Group 57"/>
          <p:cNvGrpSpPr/>
          <p:nvPr/>
        </p:nvGrpSpPr>
        <p:grpSpPr bwMode="auto">
          <a:xfrm>
            <a:off x="7060166" y="1493218"/>
            <a:ext cx="1911640" cy="4276725"/>
            <a:chOff x="804862" y="1115"/>
            <a:chExt cx="2047875" cy="2694"/>
          </a:xfrm>
        </p:grpSpPr>
        <p:sp>
          <p:nvSpPr>
            <p:cNvPr id="33" name="Arc 58"/>
            <p:cNvSpPr/>
            <p:nvPr/>
          </p:nvSpPr>
          <p:spPr bwMode="auto">
            <a:xfrm rot="5400000">
              <a:off x="2611373" y="-99547"/>
              <a:ext cx="130" cy="20637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Arc 59"/>
            <p:cNvSpPr/>
            <p:nvPr/>
          </p:nvSpPr>
          <p:spPr bwMode="auto">
            <a:xfrm rot="10800000">
              <a:off x="1227137" y="3574"/>
              <a:ext cx="206375" cy="13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Arc 60"/>
            <p:cNvSpPr/>
            <p:nvPr/>
          </p:nvSpPr>
          <p:spPr bwMode="auto">
            <a:xfrm flipH="1">
              <a:off x="1227137" y="2761"/>
              <a:ext cx="206375" cy="13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61"/>
            <p:cNvSpPr/>
            <p:nvPr/>
          </p:nvSpPr>
          <p:spPr bwMode="auto">
            <a:xfrm>
              <a:off x="2714625" y="2897"/>
              <a:ext cx="1588" cy="677"/>
            </a:xfrm>
            <a:custGeom>
              <a:avLst/>
              <a:gdLst>
                <a:gd name="T0" fmla="*/ 0 w 1"/>
                <a:gd name="T1" fmla="*/ 2709 h 2709"/>
                <a:gd name="T2" fmla="*/ 0 w 1"/>
                <a:gd name="T3" fmla="*/ 0 h 2709"/>
                <a:gd name="T4" fmla="*/ 1 w 1"/>
                <a:gd name="T5" fmla="*/ 0 h 2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709">
                  <a:moveTo>
                    <a:pt x="0" y="270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Freeform 62"/>
            <p:cNvSpPr/>
            <p:nvPr/>
          </p:nvSpPr>
          <p:spPr bwMode="auto">
            <a:xfrm>
              <a:off x="1227137" y="2897"/>
              <a:ext cx="1588" cy="677"/>
            </a:xfrm>
            <a:custGeom>
              <a:avLst/>
              <a:gdLst>
                <a:gd name="T0" fmla="*/ 0 w 1"/>
                <a:gd name="T1" fmla="*/ 0 h 2709"/>
                <a:gd name="T2" fmla="*/ 0 w 1"/>
                <a:gd name="T3" fmla="*/ 2709 h 2709"/>
                <a:gd name="T4" fmla="*/ 1 w 1"/>
                <a:gd name="T5" fmla="*/ 2709 h 2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709">
                  <a:moveTo>
                    <a:pt x="0" y="0"/>
                  </a:moveTo>
                  <a:lnTo>
                    <a:pt x="0" y="2709"/>
                  </a:lnTo>
                  <a:lnTo>
                    <a:pt x="1" y="2709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Freeform 63"/>
            <p:cNvSpPr/>
            <p:nvPr/>
          </p:nvSpPr>
          <p:spPr bwMode="auto">
            <a:xfrm>
              <a:off x="1433512" y="3704"/>
              <a:ext cx="1076325" cy="1"/>
            </a:xfrm>
            <a:custGeom>
              <a:avLst/>
              <a:gdLst>
                <a:gd name="T0" fmla="*/ 0 w 2713"/>
                <a:gd name="T1" fmla="*/ 2712 w 2713"/>
                <a:gd name="T2" fmla="*/ 2713 w 27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713">
                  <a:moveTo>
                    <a:pt x="0" y="0"/>
                  </a:moveTo>
                  <a:lnTo>
                    <a:pt x="2712" y="0"/>
                  </a:lnTo>
                  <a:lnTo>
                    <a:pt x="2713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Oval 64"/>
            <p:cNvSpPr>
              <a:spLocks noChangeArrowheads="1"/>
            </p:cNvSpPr>
            <p:nvPr/>
          </p:nvSpPr>
          <p:spPr bwMode="auto">
            <a:xfrm>
              <a:off x="1330325" y="3509"/>
              <a:ext cx="211138" cy="13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Line 65"/>
            <p:cNvSpPr>
              <a:spLocks noChangeShapeType="1"/>
            </p:cNvSpPr>
            <p:nvPr/>
          </p:nvSpPr>
          <p:spPr bwMode="auto">
            <a:xfrm flipH="1">
              <a:off x="2406650" y="3070"/>
              <a:ext cx="31432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Line 66"/>
            <p:cNvSpPr>
              <a:spLocks noChangeShapeType="1"/>
            </p:cNvSpPr>
            <p:nvPr/>
          </p:nvSpPr>
          <p:spPr bwMode="auto">
            <a:xfrm flipH="1">
              <a:off x="2406650" y="3402"/>
              <a:ext cx="31432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Line 67"/>
            <p:cNvSpPr>
              <a:spLocks noChangeShapeType="1"/>
            </p:cNvSpPr>
            <p:nvPr/>
          </p:nvSpPr>
          <p:spPr bwMode="auto">
            <a:xfrm flipH="1">
              <a:off x="2287587" y="3322"/>
              <a:ext cx="4333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Line 68"/>
            <p:cNvSpPr>
              <a:spLocks noChangeShapeType="1"/>
            </p:cNvSpPr>
            <p:nvPr/>
          </p:nvSpPr>
          <p:spPr bwMode="auto">
            <a:xfrm flipH="1">
              <a:off x="2287587" y="3154"/>
              <a:ext cx="4333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Line 69"/>
            <p:cNvSpPr>
              <a:spLocks noChangeShapeType="1"/>
            </p:cNvSpPr>
            <p:nvPr/>
          </p:nvSpPr>
          <p:spPr bwMode="auto">
            <a:xfrm>
              <a:off x="941387" y="3154"/>
              <a:ext cx="7254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Line 70"/>
            <p:cNvSpPr>
              <a:spLocks noChangeShapeType="1"/>
            </p:cNvSpPr>
            <p:nvPr/>
          </p:nvSpPr>
          <p:spPr bwMode="auto">
            <a:xfrm>
              <a:off x="942975" y="3318"/>
              <a:ext cx="7239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Oval 71"/>
            <p:cNvSpPr>
              <a:spLocks noChangeArrowheads="1"/>
            </p:cNvSpPr>
            <p:nvPr/>
          </p:nvSpPr>
          <p:spPr bwMode="auto">
            <a:xfrm>
              <a:off x="1476375" y="2923"/>
              <a:ext cx="1000125" cy="630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Oval 72"/>
            <p:cNvSpPr>
              <a:spLocks noChangeArrowheads="1"/>
            </p:cNvSpPr>
            <p:nvPr/>
          </p:nvSpPr>
          <p:spPr bwMode="auto">
            <a:xfrm>
              <a:off x="1624012" y="3020"/>
              <a:ext cx="696913" cy="426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Rectangle 73"/>
            <p:cNvSpPr>
              <a:spLocks noChangeArrowheads="1"/>
            </p:cNvSpPr>
            <p:nvPr/>
          </p:nvSpPr>
          <p:spPr bwMode="auto">
            <a:xfrm>
              <a:off x="942975" y="2836"/>
              <a:ext cx="190500" cy="803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Freeform 74"/>
            <p:cNvSpPr/>
            <p:nvPr/>
          </p:nvSpPr>
          <p:spPr bwMode="auto">
            <a:xfrm>
              <a:off x="2413000" y="1382"/>
              <a:ext cx="1588" cy="117"/>
            </a:xfrm>
            <a:custGeom>
              <a:avLst/>
              <a:gdLst>
                <a:gd name="T0" fmla="*/ 0 w 1"/>
                <a:gd name="T1" fmla="*/ 466 h 466"/>
                <a:gd name="T2" fmla="*/ 0 w 1"/>
                <a:gd name="T3" fmla="*/ 0 h 466"/>
                <a:gd name="T4" fmla="*/ 1 w 1"/>
                <a:gd name="T5" fmla="*/ 0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66">
                  <a:moveTo>
                    <a:pt x="0" y="46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1" name="Group 75"/>
            <p:cNvGrpSpPr/>
            <p:nvPr/>
          </p:nvGrpSpPr>
          <p:grpSpPr bwMode="auto">
            <a:xfrm>
              <a:off x="2320925" y="1418"/>
              <a:ext cx="393700" cy="1"/>
              <a:chOff x="2316" y="1299"/>
              <a:chExt cx="248" cy="1"/>
            </a:xfrm>
          </p:grpSpPr>
          <p:sp>
            <p:nvSpPr>
              <p:cNvPr id="203" name="Freeform 76"/>
              <p:cNvSpPr/>
              <p:nvPr/>
            </p:nvSpPr>
            <p:spPr bwMode="auto">
              <a:xfrm>
                <a:off x="2316" y="1299"/>
                <a:ext cx="54" cy="1"/>
              </a:xfrm>
              <a:custGeom>
                <a:avLst/>
                <a:gdLst>
                  <a:gd name="T0" fmla="*/ 0 w 218"/>
                  <a:gd name="T1" fmla="*/ 217 w 218"/>
                  <a:gd name="T2" fmla="*/ 218 w 21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8">
                    <a:moveTo>
                      <a:pt x="0" y="0"/>
                    </a:moveTo>
                    <a:lnTo>
                      <a:pt x="217" y="0"/>
                    </a:lnTo>
                    <a:lnTo>
                      <a:pt x="218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4" name="Freeform 77"/>
              <p:cNvSpPr/>
              <p:nvPr/>
            </p:nvSpPr>
            <p:spPr bwMode="auto">
              <a:xfrm>
                <a:off x="2393" y="1299"/>
                <a:ext cx="94" cy="1"/>
              </a:xfrm>
              <a:custGeom>
                <a:avLst/>
                <a:gdLst>
                  <a:gd name="T0" fmla="*/ 0 w 375"/>
                  <a:gd name="T1" fmla="*/ 374 w 375"/>
                  <a:gd name="T2" fmla="*/ 375 w 37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5">
                    <a:moveTo>
                      <a:pt x="0" y="0"/>
                    </a:moveTo>
                    <a:lnTo>
                      <a:pt x="374" y="0"/>
                    </a:lnTo>
                    <a:lnTo>
                      <a:pt x="375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5" name="Freeform 78"/>
              <p:cNvSpPr/>
              <p:nvPr/>
            </p:nvSpPr>
            <p:spPr bwMode="auto">
              <a:xfrm>
                <a:off x="2510" y="1299"/>
                <a:ext cx="54" cy="1"/>
              </a:xfrm>
              <a:custGeom>
                <a:avLst/>
                <a:gdLst>
                  <a:gd name="T0" fmla="*/ 0 w 218"/>
                  <a:gd name="T1" fmla="*/ 217 w 218"/>
                  <a:gd name="T2" fmla="*/ 218 w 21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8">
                    <a:moveTo>
                      <a:pt x="0" y="0"/>
                    </a:moveTo>
                    <a:lnTo>
                      <a:pt x="217" y="0"/>
                    </a:lnTo>
                    <a:lnTo>
                      <a:pt x="218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2" name="Group 79"/>
            <p:cNvGrpSpPr/>
            <p:nvPr/>
          </p:nvGrpSpPr>
          <p:grpSpPr bwMode="auto">
            <a:xfrm>
              <a:off x="2320925" y="1580"/>
              <a:ext cx="393700" cy="1"/>
              <a:chOff x="2316" y="1461"/>
              <a:chExt cx="248" cy="1"/>
            </a:xfrm>
          </p:grpSpPr>
          <p:sp>
            <p:nvSpPr>
              <p:cNvPr id="200" name="Freeform 80"/>
              <p:cNvSpPr/>
              <p:nvPr/>
            </p:nvSpPr>
            <p:spPr bwMode="auto">
              <a:xfrm>
                <a:off x="2316" y="1461"/>
                <a:ext cx="54" cy="1"/>
              </a:xfrm>
              <a:custGeom>
                <a:avLst/>
                <a:gdLst>
                  <a:gd name="T0" fmla="*/ 0 w 218"/>
                  <a:gd name="T1" fmla="*/ 217 w 218"/>
                  <a:gd name="T2" fmla="*/ 218 w 21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8">
                    <a:moveTo>
                      <a:pt x="0" y="0"/>
                    </a:moveTo>
                    <a:lnTo>
                      <a:pt x="217" y="0"/>
                    </a:lnTo>
                    <a:lnTo>
                      <a:pt x="218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1" name="Freeform 81"/>
              <p:cNvSpPr/>
              <p:nvPr/>
            </p:nvSpPr>
            <p:spPr bwMode="auto">
              <a:xfrm>
                <a:off x="2393" y="1461"/>
                <a:ext cx="94" cy="1"/>
              </a:xfrm>
              <a:custGeom>
                <a:avLst/>
                <a:gdLst>
                  <a:gd name="T0" fmla="*/ 0 w 375"/>
                  <a:gd name="T1" fmla="*/ 374 w 375"/>
                  <a:gd name="T2" fmla="*/ 375 w 37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5">
                    <a:moveTo>
                      <a:pt x="0" y="0"/>
                    </a:moveTo>
                    <a:lnTo>
                      <a:pt x="374" y="0"/>
                    </a:lnTo>
                    <a:lnTo>
                      <a:pt x="375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2" name="Freeform 82"/>
              <p:cNvSpPr/>
              <p:nvPr/>
            </p:nvSpPr>
            <p:spPr bwMode="auto">
              <a:xfrm>
                <a:off x="2510" y="1461"/>
                <a:ext cx="54" cy="1"/>
              </a:xfrm>
              <a:custGeom>
                <a:avLst/>
                <a:gdLst>
                  <a:gd name="T0" fmla="*/ 0 w 218"/>
                  <a:gd name="T1" fmla="*/ 217 w 218"/>
                  <a:gd name="T2" fmla="*/ 218 w 21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8">
                    <a:moveTo>
                      <a:pt x="0" y="0"/>
                    </a:moveTo>
                    <a:lnTo>
                      <a:pt x="217" y="0"/>
                    </a:lnTo>
                    <a:lnTo>
                      <a:pt x="218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3" name="Rectangle 83"/>
            <p:cNvSpPr>
              <a:spLocks noChangeArrowheads="1"/>
            </p:cNvSpPr>
            <p:nvPr/>
          </p:nvSpPr>
          <p:spPr bwMode="auto">
            <a:xfrm>
              <a:off x="1227137" y="2271"/>
              <a:ext cx="1487488" cy="16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Freeform 84"/>
            <p:cNvSpPr/>
            <p:nvPr/>
          </p:nvSpPr>
          <p:spPr bwMode="auto">
            <a:xfrm>
              <a:off x="1433512" y="2767"/>
              <a:ext cx="1074738" cy="1"/>
            </a:xfrm>
            <a:custGeom>
              <a:avLst/>
              <a:gdLst>
                <a:gd name="T0" fmla="*/ 2712 w 2712"/>
                <a:gd name="T1" fmla="*/ 0 w 2712"/>
                <a:gd name="T2" fmla="*/ 1 w 27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712">
                  <a:moveTo>
                    <a:pt x="2712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Freeform 85"/>
            <p:cNvSpPr/>
            <p:nvPr/>
          </p:nvSpPr>
          <p:spPr bwMode="auto">
            <a:xfrm>
              <a:off x="2508250" y="2799"/>
              <a:ext cx="1588" cy="195"/>
            </a:xfrm>
            <a:custGeom>
              <a:avLst/>
              <a:gdLst>
                <a:gd name="T0" fmla="*/ 0 w 1"/>
                <a:gd name="T1" fmla="*/ 779 h 779"/>
                <a:gd name="T2" fmla="*/ 0 w 1"/>
                <a:gd name="T3" fmla="*/ 0 h 779"/>
                <a:gd name="T4" fmla="*/ 1 w 1"/>
                <a:gd name="T5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79">
                  <a:moveTo>
                    <a:pt x="0" y="77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Freeform 86"/>
            <p:cNvSpPr/>
            <p:nvPr/>
          </p:nvSpPr>
          <p:spPr bwMode="auto">
            <a:xfrm>
              <a:off x="2351087" y="2897"/>
              <a:ext cx="304800" cy="1"/>
            </a:xfrm>
            <a:custGeom>
              <a:avLst/>
              <a:gdLst>
                <a:gd name="T0" fmla="*/ 769 w 769"/>
                <a:gd name="T1" fmla="*/ 0 w 769"/>
                <a:gd name="T2" fmla="*/ 1 w 76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9">
                  <a:moveTo>
                    <a:pt x="76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Freeform 87"/>
            <p:cNvSpPr/>
            <p:nvPr/>
          </p:nvSpPr>
          <p:spPr bwMode="auto">
            <a:xfrm>
              <a:off x="1433512" y="2799"/>
              <a:ext cx="1588" cy="195"/>
            </a:xfrm>
            <a:custGeom>
              <a:avLst/>
              <a:gdLst>
                <a:gd name="T0" fmla="*/ 0 w 1"/>
                <a:gd name="T1" fmla="*/ 779 h 779"/>
                <a:gd name="T2" fmla="*/ 0 w 1"/>
                <a:gd name="T3" fmla="*/ 0 h 779"/>
                <a:gd name="T4" fmla="*/ 1 w 1"/>
                <a:gd name="T5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79">
                  <a:moveTo>
                    <a:pt x="0" y="77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Freeform 88"/>
            <p:cNvSpPr/>
            <p:nvPr/>
          </p:nvSpPr>
          <p:spPr bwMode="auto">
            <a:xfrm>
              <a:off x="1287462" y="2897"/>
              <a:ext cx="306388" cy="1"/>
            </a:xfrm>
            <a:custGeom>
              <a:avLst/>
              <a:gdLst>
                <a:gd name="T0" fmla="*/ 768 w 768"/>
                <a:gd name="T1" fmla="*/ 0 w 768"/>
                <a:gd name="T2" fmla="*/ 1 w 76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8">
                  <a:moveTo>
                    <a:pt x="76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Freeform 89"/>
            <p:cNvSpPr/>
            <p:nvPr/>
          </p:nvSpPr>
          <p:spPr bwMode="auto">
            <a:xfrm>
              <a:off x="1433512" y="3477"/>
              <a:ext cx="1588" cy="194"/>
            </a:xfrm>
            <a:custGeom>
              <a:avLst/>
              <a:gdLst>
                <a:gd name="T0" fmla="*/ 0 w 1"/>
                <a:gd name="T1" fmla="*/ 779 h 779"/>
                <a:gd name="T2" fmla="*/ 0 w 1"/>
                <a:gd name="T3" fmla="*/ 0 h 779"/>
                <a:gd name="T4" fmla="*/ 1 w 1"/>
                <a:gd name="T5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79">
                  <a:moveTo>
                    <a:pt x="0" y="77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Freeform 90"/>
            <p:cNvSpPr/>
            <p:nvPr/>
          </p:nvSpPr>
          <p:spPr bwMode="auto">
            <a:xfrm>
              <a:off x="1287462" y="3574"/>
              <a:ext cx="306388" cy="1"/>
            </a:xfrm>
            <a:custGeom>
              <a:avLst/>
              <a:gdLst>
                <a:gd name="T0" fmla="*/ 768 w 768"/>
                <a:gd name="T1" fmla="*/ 0 w 768"/>
                <a:gd name="T2" fmla="*/ 1 w 76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8">
                  <a:moveTo>
                    <a:pt x="76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Freeform 91"/>
            <p:cNvSpPr/>
            <p:nvPr/>
          </p:nvSpPr>
          <p:spPr bwMode="auto">
            <a:xfrm>
              <a:off x="2508250" y="3477"/>
              <a:ext cx="1588" cy="194"/>
            </a:xfrm>
            <a:custGeom>
              <a:avLst/>
              <a:gdLst>
                <a:gd name="T0" fmla="*/ 0 w 1"/>
                <a:gd name="T1" fmla="*/ 779 h 779"/>
                <a:gd name="T2" fmla="*/ 0 w 1"/>
                <a:gd name="T3" fmla="*/ 0 h 779"/>
                <a:gd name="T4" fmla="*/ 1 w 1"/>
                <a:gd name="T5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79">
                  <a:moveTo>
                    <a:pt x="0" y="77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Freeform 92"/>
            <p:cNvSpPr/>
            <p:nvPr/>
          </p:nvSpPr>
          <p:spPr bwMode="auto">
            <a:xfrm>
              <a:off x="2351087" y="3574"/>
              <a:ext cx="304800" cy="1"/>
            </a:xfrm>
            <a:custGeom>
              <a:avLst/>
              <a:gdLst>
                <a:gd name="T0" fmla="*/ 769 w 769"/>
                <a:gd name="T1" fmla="*/ 0 w 769"/>
                <a:gd name="T2" fmla="*/ 1 w 76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9">
                  <a:moveTo>
                    <a:pt x="76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Freeform 93"/>
            <p:cNvSpPr/>
            <p:nvPr/>
          </p:nvSpPr>
          <p:spPr bwMode="auto">
            <a:xfrm>
              <a:off x="1227137" y="1220"/>
              <a:ext cx="1487488" cy="1"/>
            </a:xfrm>
            <a:custGeom>
              <a:avLst/>
              <a:gdLst>
                <a:gd name="T0" fmla="*/ 3749 w 3749"/>
                <a:gd name="T1" fmla="*/ 0 w 3749"/>
                <a:gd name="T2" fmla="*/ 1 w 374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749">
                  <a:moveTo>
                    <a:pt x="374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Freeform 94"/>
            <p:cNvSpPr/>
            <p:nvPr/>
          </p:nvSpPr>
          <p:spPr bwMode="auto">
            <a:xfrm>
              <a:off x="1227137" y="1382"/>
              <a:ext cx="1487488" cy="1"/>
            </a:xfrm>
            <a:custGeom>
              <a:avLst/>
              <a:gdLst>
                <a:gd name="T0" fmla="*/ 3749 w 3749"/>
                <a:gd name="T1" fmla="*/ 0 w 3749"/>
                <a:gd name="T2" fmla="*/ 1 w 374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749">
                  <a:moveTo>
                    <a:pt x="374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Freeform 95"/>
            <p:cNvSpPr/>
            <p:nvPr/>
          </p:nvSpPr>
          <p:spPr bwMode="auto">
            <a:xfrm>
              <a:off x="1227137" y="1220"/>
              <a:ext cx="1588" cy="162"/>
            </a:xfrm>
            <a:custGeom>
              <a:avLst/>
              <a:gdLst>
                <a:gd name="T0" fmla="*/ 0 w 1"/>
                <a:gd name="T1" fmla="*/ 649 h 649"/>
                <a:gd name="T2" fmla="*/ 0 w 1"/>
                <a:gd name="T3" fmla="*/ 0 h 649"/>
                <a:gd name="T4" fmla="*/ 1 w 1"/>
                <a:gd name="T5" fmla="*/ 0 h 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49">
                  <a:moveTo>
                    <a:pt x="0" y="64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Freeform 96"/>
            <p:cNvSpPr/>
            <p:nvPr/>
          </p:nvSpPr>
          <p:spPr bwMode="auto">
            <a:xfrm>
              <a:off x="2482850" y="1661"/>
              <a:ext cx="1588" cy="609"/>
            </a:xfrm>
            <a:custGeom>
              <a:avLst/>
              <a:gdLst>
                <a:gd name="T0" fmla="*/ 0 w 1"/>
                <a:gd name="T1" fmla="*/ 2435 h 2435"/>
                <a:gd name="T2" fmla="*/ 0 w 1"/>
                <a:gd name="T3" fmla="*/ 0 h 2435"/>
                <a:gd name="T4" fmla="*/ 1 w 1"/>
                <a:gd name="T5" fmla="*/ 0 h 2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435">
                  <a:moveTo>
                    <a:pt x="0" y="243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Freeform 97"/>
            <p:cNvSpPr/>
            <p:nvPr/>
          </p:nvSpPr>
          <p:spPr bwMode="auto">
            <a:xfrm>
              <a:off x="1458912" y="2116"/>
              <a:ext cx="1588" cy="154"/>
            </a:xfrm>
            <a:custGeom>
              <a:avLst/>
              <a:gdLst>
                <a:gd name="T0" fmla="*/ 0 w 1"/>
                <a:gd name="T1" fmla="*/ 616 h 616"/>
                <a:gd name="T2" fmla="*/ 0 w 1"/>
                <a:gd name="T3" fmla="*/ 0 h 616"/>
                <a:gd name="T4" fmla="*/ 1 w 1"/>
                <a:gd name="T5" fmla="*/ 0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16">
                  <a:moveTo>
                    <a:pt x="0" y="61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8" name="Group 98"/>
            <p:cNvGrpSpPr/>
            <p:nvPr/>
          </p:nvGrpSpPr>
          <p:grpSpPr bwMode="auto">
            <a:xfrm>
              <a:off x="2406650" y="2270"/>
              <a:ext cx="206375" cy="162"/>
              <a:chOff x="2370" y="2151"/>
              <a:chExt cx="130" cy="162"/>
            </a:xfrm>
          </p:grpSpPr>
          <p:sp>
            <p:nvSpPr>
              <p:cNvPr id="196" name="Freeform 99"/>
              <p:cNvSpPr/>
              <p:nvPr/>
            </p:nvSpPr>
            <p:spPr bwMode="auto">
              <a:xfrm>
                <a:off x="2499" y="2243"/>
                <a:ext cx="1" cy="70"/>
              </a:xfrm>
              <a:custGeom>
                <a:avLst/>
                <a:gdLst>
                  <a:gd name="T0" fmla="*/ 0 w 1"/>
                  <a:gd name="T1" fmla="*/ 278 h 278"/>
                  <a:gd name="T2" fmla="*/ 0 w 1"/>
                  <a:gd name="T3" fmla="*/ 0 h 278"/>
                  <a:gd name="T4" fmla="*/ 1 w 1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8">
                    <a:moveTo>
                      <a:pt x="0" y="27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7" name="Freeform 100"/>
              <p:cNvSpPr/>
              <p:nvPr/>
            </p:nvSpPr>
            <p:spPr bwMode="auto">
              <a:xfrm>
                <a:off x="2499" y="2151"/>
                <a:ext cx="1" cy="69"/>
              </a:xfrm>
              <a:custGeom>
                <a:avLst/>
                <a:gdLst>
                  <a:gd name="T0" fmla="*/ 0 w 1"/>
                  <a:gd name="T1" fmla="*/ 277 h 277"/>
                  <a:gd name="T2" fmla="*/ 0 w 1"/>
                  <a:gd name="T3" fmla="*/ 0 h 277"/>
                  <a:gd name="T4" fmla="*/ 1 w 1"/>
                  <a:gd name="T5" fmla="*/ 0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7">
                    <a:moveTo>
                      <a:pt x="0" y="2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8" name="Freeform 101"/>
              <p:cNvSpPr/>
              <p:nvPr/>
            </p:nvSpPr>
            <p:spPr bwMode="auto">
              <a:xfrm>
                <a:off x="2370" y="2243"/>
                <a:ext cx="1" cy="70"/>
              </a:xfrm>
              <a:custGeom>
                <a:avLst/>
                <a:gdLst>
                  <a:gd name="T0" fmla="*/ 0 w 2"/>
                  <a:gd name="T1" fmla="*/ 278 h 278"/>
                  <a:gd name="T2" fmla="*/ 0 w 2"/>
                  <a:gd name="T3" fmla="*/ 0 h 278"/>
                  <a:gd name="T4" fmla="*/ 2 w 2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78">
                    <a:moveTo>
                      <a:pt x="0" y="27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9" name="Freeform 102"/>
              <p:cNvSpPr/>
              <p:nvPr/>
            </p:nvSpPr>
            <p:spPr bwMode="auto">
              <a:xfrm>
                <a:off x="2370" y="2151"/>
                <a:ext cx="1" cy="69"/>
              </a:xfrm>
              <a:custGeom>
                <a:avLst/>
                <a:gdLst>
                  <a:gd name="T0" fmla="*/ 0 w 2"/>
                  <a:gd name="T1" fmla="*/ 277 h 277"/>
                  <a:gd name="T2" fmla="*/ 0 w 2"/>
                  <a:gd name="T3" fmla="*/ 0 h 277"/>
                  <a:gd name="T4" fmla="*/ 2 w 2"/>
                  <a:gd name="T5" fmla="*/ 0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77">
                    <a:moveTo>
                      <a:pt x="0" y="27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9" name="Group 103"/>
            <p:cNvGrpSpPr/>
            <p:nvPr/>
          </p:nvGrpSpPr>
          <p:grpSpPr bwMode="auto">
            <a:xfrm>
              <a:off x="1330325" y="2270"/>
              <a:ext cx="207963" cy="162"/>
              <a:chOff x="1692" y="2151"/>
              <a:chExt cx="131" cy="162"/>
            </a:xfrm>
          </p:grpSpPr>
          <p:sp>
            <p:nvSpPr>
              <p:cNvPr id="192" name="Freeform 104"/>
              <p:cNvSpPr/>
              <p:nvPr/>
            </p:nvSpPr>
            <p:spPr bwMode="auto">
              <a:xfrm>
                <a:off x="1822" y="2243"/>
                <a:ext cx="1" cy="70"/>
              </a:xfrm>
              <a:custGeom>
                <a:avLst/>
                <a:gdLst>
                  <a:gd name="T0" fmla="*/ 0 w 2"/>
                  <a:gd name="T1" fmla="*/ 278 h 278"/>
                  <a:gd name="T2" fmla="*/ 0 w 2"/>
                  <a:gd name="T3" fmla="*/ 0 h 278"/>
                  <a:gd name="T4" fmla="*/ 2 w 2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78">
                    <a:moveTo>
                      <a:pt x="0" y="27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3" name="Freeform 105"/>
              <p:cNvSpPr/>
              <p:nvPr/>
            </p:nvSpPr>
            <p:spPr bwMode="auto">
              <a:xfrm>
                <a:off x="1822" y="2151"/>
                <a:ext cx="1" cy="69"/>
              </a:xfrm>
              <a:custGeom>
                <a:avLst/>
                <a:gdLst>
                  <a:gd name="T0" fmla="*/ 0 w 2"/>
                  <a:gd name="T1" fmla="*/ 277 h 277"/>
                  <a:gd name="T2" fmla="*/ 0 w 2"/>
                  <a:gd name="T3" fmla="*/ 0 h 277"/>
                  <a:gd name="T4" fmla="*/ 2 w 2"/>
                  <a:gd name="T5" fmla="*/ 0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77">
                    <a:moveTo>
                      <a:pt x="0" y="27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4" name="Freeform 106"/>
              <p:cNvSpPr/>
              <p:nvPr/>
            </p:nvSpPr>
            <p:spPr bwMode="auto">
              <a:xfrm>
                <a:off x="1692" y="2243"/>
                <a:ext cx="1" cy="70"/>
              </a:xfrm>
              <a:custGeom>
                <a:avLst/>
                <a:gdLst>
                  <a:gd name="T0" fmla="*/ 0 w 1"/>
                  <a:gd name="T1" fmla="*/ 278 h 278"/>
                  <a:gd name="T2" fmla="*/ 0 w 1"/>
                  <a:gd name="T3" fmla="*/ 0 h 278"/>
                  <a:gd name="T4" fmla="*/ 1 w 1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8">
                    <a:moveTo>
                      <a:pt x="0" y="27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5" name="Freeform 107"/>
              <p:cNvSpPr/>
              <p:nvPr/>
            </p:nvSpPr>
            <p:spPr bwMode="auto">
              <a:xfrm>
                <a:off x="1692" y="2151"/>
                <a:ext cx="1" cy="69"/>
              </a:xfrm>
              <a:custGeom>
                <a:avLst/>
                <a:gdLst>
                  <a:gd name="T0" fmla="*/ 0 w 1"/>
                  <a:gd name="T1" fmla="*/ 277 h 277"/>
                  <a:gd name="T2" fmla="*/ 0 w 1"/>
                  <a:gd name="T3" fmla="*/ 0 h 277"/>
                  <a:gd name="T4" fmla="*/ 1 w 1"/>
                  <a:gd name="T5" fmla="*/ 0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7">
                    <a:moveTo>
                      <a:pt x="0" y="2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0" name="Group 108"/>
            <p:cNvGrpSpPr/>
            <p:nvPr/>
          </p:nvGrpSpPr>
          <p:grpSpPr bwMode="auto">
            <a:xfrm>
              <a:off x="2406650" y="1220"/>
              <a:ext cx="206375" cy="162"/>
              <a:chOff x="2370" y="1101"/>
              <a:chExt cx="130" cy="162"/>
            </a:xfrm>
          </p:grpSpPr>
          <p:sp>
            <p:nvSpPr>
              <p:cNvPr id="188" name="Freeform 109"/>
              <p:cNvSpPr/>
              <p:nvPr/>
            </p:nvSpPr>
            <p:spPr bwMode="auto">
              <a:xfrm>
                <a:off x="2499" y="1194"/>
                <a:ext cx="1" cy="69"/>
              </a:xfrm>
              <a:custGeom>
                <a:avLst/>
                <a:gdLst>
                  <a:gd name="T0" fmla="*/ 0 w 1"/>
                  <a:gd name="T1" fmla="*/ 277 h 277"/>
                  <a:gd name="T2" fmla="*/ 0 w 1"/>
                  <a:gd name="T3" fmla="*/ 0 h 277"/>
                  <a:gd name="T4" fmla="*/ 1 w 1"/>
                  <a:gd name="T5" fmla="*/ 0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7">
                    <a:moveTo>
                      <a:pt x="0" y="2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9" name="Freeform 110"/>
              <p:cNvSpPr/>
              <p:nvPr/>
            </p:nvSpPr>
            <p:spPr bwMode="auto">
              <a:xfrm>
                <a:off x="2499" y="1101"/>
                <a:ext cx="1" cy="69"/>
              </a:xfrm>
              <a:custGeom>
                <a:avLst/>
                <a:gdLst>
                  <a:gd name="T0" fmla="*/ 0 w 1"/>
                  <a:gd name="T1" fmla="*/ 278 h 278"/>
                  <a:gd name="T2" fmla="*/ 0 w 1"/>
                  <a:gd name="T3" fmla="*/ 0 h 278"/>
                  <a:gd name="T4" fmla="*/ 1 w 1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8">
                    <a:moveTo>
                      <a:pt x="0" y="27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0" name="Freeform 111"/>
              <p:cNvSpPr/>
              <p:nvPr/>
            </p:nvSpPr>
            <p:spPr bwMode="auto">
              <a:xfrm>
                <a:off x="2370" y="1194"/>
                <a:ext cx="1" cy="69"/>
              </a:xfrm>
              <a:custGeom>
                <a:avLst/>
                <a:gdLst>
                  <a:gd name="T0" fmla="*/ 0 w 2"/>
                  <a:gd name="T1" fmla="*/ 277 h 277"/>
                  <a:gd name="T2" fmla="*/ 0 w 2"/>
                  <a:gd name="T3" fmla="*/ 0 h 277"/>
                  <a:gd name="T4" fmla="*/ 2 w 2"/>
                  <a:gd name="T5" fmla="*/ 0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77">
                    <a:moveTo>
                      <a:pt x="0" y="27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1" name="Freeform 112"/>
              <p:cNvSpPr/>
              <p:nvPr/>
            </p:nvSpPr>
            <p:spPr bwMode="auto">
              <a:xfrm>
                <a:off x="2370" y="1101"/>
                <a:ext cx="1" cy="69"/>
              </a:xfrm>
              <a:custGeom>
                <a:avLst/>
                <a:gdLst>
                  <a:gd name="T0" fmla="*/ 0 w 2"/>
                  <a:gd name="T1" fmla="*/ 278 h 278"/>
                  <a:gd name="T2" fmla="*/ 0 w 2"/>
                  <a:gd name="T3" fmla="*/ 0 h 278"/>
                  <a:gd name="T4" fmla="*/ 2 w 2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78">
                    <a:moveTo>
                      <a:pt x="0" y="27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1" name="Group 113"/>
            <p:cNvGrpSpPr/>
            <p:nvPr/>
          </p:nvGrpSpPr>
          <p:grpSpPr bwMode="auto">
            <a:xfrm>
              <a:off x="1330325" y="1220"/>
              <a:ext cx="207963" cy="162"/>
              <a:chOff x="1692" y="1101"/>
              <a:chExt cx="131" cy="162"/>
            </a:xfrm>
          </p:grpSpPr>
          <p:sp>
            <p:nvSpPr>
              <p:cNvPr id="184" name="Freeform 114"/>
              <p:cNvSpPr/>
              <p:nvPr/>
            </p:nvSpPr>
            <p:spPr bwMode="auto">
              <a:xfrm>
                <a:off x="1822" y="1194"/>
                <a:ext cx="1" cy="69"/>
              </a:xfrm>
              <a:custGeom>
                <a:avLst/>
                <a:gdLst>
                  <a:gd name="T0" fmla="*/ 0 w 2"/>
                  <a:gd name="T1" fmla="*/ 277 h 277"/>
                  <a:gd name="T2" fmla="*/ 0 w 2"/>
                  <a:gd name="T3" fmla="*/ 0 h 277"/>
                  <a:gd name="T4" fmla="*/ 2 w 2"/>
                  <a:gd name="T5" fmla="*/ 0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77">
                    <a:moveTo>
                      <a:pt x="0" y="27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Freeform 115"/>
              <p:cNvSpPr/>
              <p:nvPr/>
            </p:nvSpPr>
            <p:spPr bwMode="auto">
              <a:xfrm>
                <a:off x="1822" y="1101"/>
                <a:ext cx="1" cy="69"/>
              </a:xfrm>
              <a:custGeom>
                <a:avLst/>
                <a:gdLst>
                  <a:gd name="T0" fmla="*/ 0 w 2"/>
                  <a:gd name="T1" fmla="*/ 278 h 278"/>
                  <a:gd name="T2" fmla="*/ 0 w 2"/>
                  <a:gd name="T3" fmla="*/ 0 h 278"/>
                  <a:gd name="T4" fmla="*/ 2 w 2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78">
                    <a:moveTo>
                      <a:pt x="0" y="27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Freeform 116"/>
              <p:cNvSpPr/>
              <p:nvPr/>
            </p:nvSpPr>
            <p:spPr bwMode="auto">
              <a:xfrm>
                <a:off x="1692" y="1194"/>
                <a:ext cx="1" cy="69"/>
              </a:xfrm>
              <a:custGeom>
                <a:avLst/>
                <a:gdLst>
                  <a:gd name="T0" fmla="*/ 0 w 1"/>
                  <a:gd name="T1" fmla="*/ 277 h 277"/>
                  <a:gd name="T2" fmla="*/ 0 w 1"/>
                  <a:gd name="T3" fmla="*/ 0 h 277"/>
                  <a:gd name="T4" fmla="*/ 1 w 1"/>
                  <a:gd name="T5" fmla="*/ 0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7">
                    <a:moveTo>
                      <a:pt x="0" y="2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7" name="Freeform 117"/>
              <p:cNvSpPr/>
              <p:nvPr/>
            </p:nvSpPr>
            <p:spPr bwMode="auto">
              <a:xfrm>
                <a:off x="1692" y="1101"/>
                <a:ext cx="1" cy="69"/>
              </a:xfrm>
              <a:custGeom>
                <a:avLst/>
                <a:gdLst>
                  <a:gd name="T0" fmla="*/ 0 w 1"/>
                  <a:gd name="T1" fmla="*/ 278 h 278"/>
                  <a:gd name="T2" fmla="*/ 0 w 1"/>
                  <a:gd name="T3" fmla="*/ 0 h 278"/>
                  <a:gd name="T4" fmla="*/ 1 w 1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8">
                    <a:moveTo>
                      <a:pt x="0" y="27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2" name="Freeform 118"/>
            <p:cNvSpPr/>
            <p:nvPr/>
          </p:nvSpPr>
          <p:spPr bwMode="auto">
            <a:xfrm>
              <a:off x="2482850" y="1661"/>
              <a:ext cx="231775" cy="1"/>
            </a:xfrm>
            <a:custGeom>
              <a:avLst/>
              <a:gdLst>
                <a:gd name="T0" fmla="*/ 0 w 585"/>
                <a:gd name="T1" fmla="*/ 584 w 585"/>
                <a:gd name="T2" fmla="*/ 585 w 58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85">
                  <a:moveTo>
                    <a:pt x="0" y="0"/>
                  </a:moveTo>
                  <a:lnTo>
                    <a:pt x="584" y="0"/>
                  </a:lnTo>
                  <a:lnTo>
                    <a:pt x="585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Freeform 119"/>
            <p:cNvSpPr/>
            <p:nvPr/>
          </p:nvSpPr>
          <p:spPr bwMode="auto">
            <a:xfrm>
              <a:off x="2413000" y="1499"/>
              <a:ext cx="69850" cy="162"/>
            </a:xfrm>
            <a:custGeom>
              <a:avLst/>
              <a:gdLst>
                <a:gd name="T0" fmla="*/ 0 w 176"/>
                <a:gd name="T1" fmla="*/ 0 h 650"/>
                <a:gd name="T2" fmla="*/ 175 w 176"/>
                <a:gd name="T3" fmla="*/ 650 h 650"/>
                <a:gd name="T4" fmla="*/ 176 w 176"/>
                <a:gd name="T5" fmla="*/ 650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6" h="650">
                  <a:moveTo>
                    <a:pt x="0" y="0"/>
                  </a:moveTo>
                  <a:lnTo>
                    <a:pt x="175" y="650"/>
                  </a:lnTo>
                  <a:lnTo>
                    <a:pt x="176" y="65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4" name="Group 120"/>
            <p:cNvGrpSpPr/>
            <p:nvPr/>
          </p:nvGrpSpPr>
          <p:grpSpPr bwMode="auto">
            <a:xfrm>
              <a:off x="2320925" y="1220"/>
              <a:ext cx="1588" cy="1212"/>
              <a:chOff x="2316" y="1101"/>
              <a:chExt cx="1" cy="1212"/>
            </a:xfrm>
          </p:grpSpPr>
          <p:sp>
            <p:nvSpPr>
              <p:cNvPr id="174" name="Freeform 121"/>
              <p:cNvSpPr/>
              <p:nvPr/>
            </p:nvSpPr>
            <p:spPr bwMode="auto">
              <a:xfrm>
                <a:off x="2316" y="2249"/>
                <a:ext cx="1" cy="64"/>
              </a:xfrm>
              <a:custGeom>
                <a:avLst/>
                <a:gdLst>
                  <a:gd name="T0" fmla="*/ 0 w 1"/>
                  <a:gd name="T1" fmla="*/ 255 h 255"/>
                  <a:gd name="T2" fmla="*/ 0 w 1"/>
                  <a:gd name="T3" fmla="*/ 0 h 255"/>
                  <a:gd name="T4" fmla="*/ 1 w 1"/>
                  <a:gd name="T5" fmla="*/ 0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55">
                    <a:moveTo>
                      <a:pt x="0" y="25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5" name="Freeform 122"/>
              <p:cNvSpPr/>
              <p:nvPr/>
            </p:nvSpPr>
            <p:spPr bwMode="auto">
              <a:xfrm>
                <a:off x="2316" y="2132"/>
                <a:ext cx="1" cy="94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6" name="Freeform 123"/>
              <p:cNvSpPr/>
              <p:nvPr/>
            </p:nvSpPr>
            <p:spPr bwMode="auto">
              <a:xfrm>
                <a:off x="2316" y="2015"/>
                <a:ext cx="1" cy="94"/>
              </a:xfrm>
              <a:custGeom>
                <a:avLst/>
                <a:gdLst>
                  <a:gd name="T0" fmla="*/ 0 w 1"/>
                  <a:gd name="T1" fmla="*/ 375 h 375"/>
                  <a:gd name="T2" fmla="*/ 0 w 1"/>
                  <a:gd name="T3" fmla="*/ 0 h 375"/>
                  <a:gd name="T4" fmla="*/ 1 w 1"/>
                  <a:gd name="T5" fmla="*/ 0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5">
                    <a:moveTo>
                      <a:pt x="0" y="37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7" name="Freeform 124"/>
              <p:cNvSpPr/>
              <p:nvPr/>
            </p:nvSpPr>
            <p:spPr bwMode="auto">
              <a:xfrm>
                <a:off x="2316" y="1899"/>
                <a:ext cx="1" cy="93"/>
              </a:xfrm>
              <a:custGeom>
                <a:avLst/>
                <a:gdLst>
                  <a:gd name="T0" fmla="*/ 0 w 1"/>
                  <a:gd name="T1" fmla="*/ 373 h 373"/>
                  <a:gd name="T2" fmla="*/ 0 w 1"/>
                  <a:gd name="T3" fmla="*/ 0 h 373"/>
                  <a:gd name="T4" fmla="*/ 1 w 1"/>
                  <a:gd name="T5" fmla="*/ 0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3">
                    <a:moveTo>
                      <a:pt x="0" y="37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8" name="Freeform 125"/>
              <p:cNvSpPr/>
              <p:nvPr/>
            </p:nvSpPr>
            <p:spPr bwMode="auto">
              <a:xfrm>
                <a:off x="2316" y="1782"/>
                <a:ext cx="1" cy="93"/>
              </a:xfrm>
              <a:custGeom>
                <a:avLst/>
                <a:gdLst>
                  <a:gd name="T0" fmla="*/ 0 w 1"/>
                  <a:gd name="T1" fmla="*/ 375 h 375"/>
                  <a:gd name="T2" fmla="*/ 0 w 1"/>
                  <a:gd name="T3" fmla="*/ 0 h 375"/>
                  <a:gd name="T4" fmla="*/ 1 w 1"/>
                  <a:gd name="T5" fmla="*/ 0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5">
                    <a:moveTo>
                      <a:pt x="0" y="37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9" name="Freeform 126"/>
              <p:cNvSpPr/>
              <p:nvPr/>
            </p:nvSpPr>
            <p:spPr bwMode="auto">
              <a:xfrm>
                <a:off x="2316" y="1665"/>
                <a:ext cx="1" cy="93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0" name="Freeform 127"/>
              <p:cNvSpPr/>
              <p:nvPr/>
            </p:nvSpPr>
            <p:spPr bwMode="auto">
              <a:xfrm>
                <a:off x="2316" y="1548"/>
                <a:ext cx="1" cy="94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Freeform 128"/>
              <p:cNvSpPr/>
              <p:nvPr/>
            </p:nvSpPr>
            <p:spPr bwMode="auto">
              <a:xfrm>
                <a:off x="2316" y="1461"/>
                <a:ext cx="1" cy="64"/>
              </a:xfrm>
              <a:custGeom>
                <a:avLst/>
                <a:gdLst>
                  <a:gd name="T0" fmla="*/ 0 w 1"/>
                  <a:gd name="T1" fmla="*/ 256 h 256"/>
                  <a:gd name="T2" fmla="*/ 0 w 1"/>
                  <a:gd name="T3" fmla="*/ 0 h 256"/>
                  <a:gd name="T4" fmla="*/ 1 w 1"/>
                  <a:gd name="T5" fmla="*/ 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56">
                    <a:moveTo>
                      <a:pt x="0" y="25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2" name="Freeform 129"/>
              <p:cNvSpPr/>
              <p:nvPr/>
            </p:nvSpPr>
            <p:spPr bwMode="auto">
              <a:xfrm>
                <a:off x="2316" y="1211"/>
                <a:ext cx="1" cy="88"/>
              </a:xfrm>
              <a:custGeom>
                <a:avLst/>
                <a:gdLst>
                  <a:gd name="T0" fmla="*/ 0 w 1"/>
                  <a:gd name="T1" fmla="*/ 349 h 349"/>
                  <a:gd name="T2" fmla="*/ 0 w 1"/>
                  <a:gd name="T3" fmla="*/ 0 h 349"/>
                  <a:gd name="T4" fmla="*/ 1 w 1"/>
                  <a:gd name="T5" fmla="*/ 0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49">
                    <a:moveTo>
                      <a:pt x="0" y="34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3" name="Freeform 130"/>
              <p:cNvSpPr/>
              <p:nvPr/>
            </p:nvSpPr>
            <p:spPr bwMode="auto">
              <a:xfrm>
                <a:off x="2316" y="1101"/>
                <a:ext cx="1" cy="87"/>
              </a:xfrm>
              <a:custGeom>
                <a:avLst/>
                <a:gdLst>
                  <a:gd name="T0" fmla="*/ 0 w 1"/>
                  <a:gd name="T1" fmla="*/ 349 h 349"/>
                  <a:gd name="T2" fmla="*/ 0 w 1"/>
                  <a:gd name="T3" fmla="*/ 0 h 349"/>
                  <a:gd name="T4" fmla="*/ 1 w 1"/>
                  <a:gd name="T5" fmla="*/ 0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49">
                    <a:moveTo>
                      <a:pt x="0" y="34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5" name="Freeform 131"/>
            <p:cNvSpPr/>
            <p:nvPr/>
          </p:nvSpPr>
          <p:spPr bwMode="auto">
            <a:xfrm>
              <a:off x="941387" y="2189"/>
              <a:ext cx="185738" cy="1"/>
            </a:xfrm>
            <a:custGeom>
              <a:avLst/>
              <a:gdLst>
                <a:gd name="T0" fmla="*/ 470 w 470"/>
                <a:gd name="T1" fmla="*/ 0 w 470"/>
                <a:gd name="T2" fmla="*/ 1 w 47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70">
                  <a:moveTo>
                    <a:pt x="470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Freeform 132"/>
            <p:cNvSpPr/>
            <p:nvPr/>
          </p:nvSpPr>
          <p:spPr bwMode="auto">
            <a:xfrm>
              <a:off x="941387" y="1718"/>
              <a:ext cx="185738" cy="1"/>
            </a:xfrm>
            <a:custGeom>
              <a:avLst/>
              <a:gdLst>
                <a:gd name="T0" fmla="*/ 470 w 470"/>
                <a:gd name="T1" fmla="*/ 0 w 470"/>
                <a:gd name="T2" fmla="*/ 1 w 47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70">
                  <a:moveTo>
                    <a:pt x="470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Freeform 133"/>
            <p:cNvSpPr/>
            <p:nvPr/>
          </p:nvSpPr>
          <p:spPr bwMode="auto">
            <a:xfrm>
              <a:off x="1127125" y="1791"/>
              <a:ext cx="331788" cy="1"/>
            </a:xfrm>
            <a:custGeom>
              <a:avLst/>
              <a:gdLst>
                <a:gd name="T0" fmla="*/ 836 w 836"/>
                <a:gd name="T1" fmla="*/ 0 w 836"/>
                <a:gd name="T2" fmla="*/ 2 w 83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836">
                  <a:moveTo>
                    <a:pt x="83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Freeform 134"/>
            <p:cNvSpPr/>
            <p:nvPr/>
          </p:nvSpPr>
          <p:spPr bwMode="auto">
            <a:xfrm>
              <a:off x="1127125" y="2116"/>
              <a:ext cx="331788" cy="1"/>
            </a:xfrm>
            <a:custGeom>
              <a:avLst/>
              <a:gdLst>
                <a:gd name="T0" fmla="*/ 836 w 836"/>
                <a:gd name="T1" fmla="*/ 0 w 836"/>
                <a:gd name="T2" fmla="*/ 2 w 83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836">
                  <a:moveTo>
                    <a:pt x="83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Freeform 135"/>
            <p:cNvSpPr/>
            <p:nvPr/>
          </p:nvSpPr>
          <p:spPr bwMode="auto">
            <a:xfrm>
              <a:off x="1127125" y="1718"/>
              <a:ext cx="1588" cy="471"/>
            </a:xfrm>
            <a:custGeom>
              <a:avLst/>
              <a:gdLst>
                <a:gd name="T0" fmla="*/ 0 w 2"/>
                <a:gd name="T1" fmla="*/ 0 h 1882"/>
                <a:gd name="T2" fmla="*/ 0 w 2"/>
                <a:gd name="T3" fmla="*/ 1882 h 1882"/>
                <a:gd name="T4" fmla="*/ 2 w 2"/>
                <a:gd name="T5" fmla="*/ 1882 h 1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882">
                  <a:moveTo>
                    <a:pt x="0" y="0"/>
                  </a:moveTo>
                  <a:lnTo>
                    <a:pt x="0" y="1882"/>
                  </a:lnTo>
                  <a:lnTo>
                    <a:pt x="2" y="1882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Freeform 136"/>
            <p:cNvSpPr/>
            <p:nvPr/>
          </p:nvSpPr>
          <p:spPr bwMode="auto">
            <a:xfrm>
              <a:off x="941387" y="1718"/>
              <a:ext cx="1588" cy="471"/>
            </a:xfrm>
            <a:custGeom>
              <a:avLst/>
              <a:gdLst>
                <a:gd name="T0" fmla="*/ 0 w 1"/>
                <a:gd name="T1" fmla="*/ 0 h 1882"/>
                <a:gd name="T2" fmla="*/ 0 w 1"/>
                <a:gd name="T3" fmla="*/ 1882 h 1882"/>
                <a:gd name="T4" fmla="*/ 1 w 1"/>
                <a:gd name="T5" fmla="*/ 1882 h 1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882">
                  <a:moveTo>
                    <a:pt x="0" y="0"/>
                  </a:moveTo>
                  <a:lnTo>
                    <a:pt x="0" y="1882"/>
                  </a:lnTo>
                  <a:lnTo>
                    <a:pt x="1" y="1882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Freeform 137"/>
            <p:cNvSpPr/>
            <p:nvPr/>
          </p:nvSpPr>
          <p:spPr bwMode="auto">
            <a:xfrm>
              <a:off x="1458912" y="1382"/>
              <a:ext cx="1588" cy="409"/>
            </a:xfrm>
            <a:custGeom>
              <a:avLst/>
              <a:gdLst>
                <a:gd name="T0" fmla="*/ 0 w 1"/>
                <a:gd name="T1" fmla="*/ 1637 h 1637"/>
                <a:gd name="T2" fmla="*/ 0 w 1"/>
                <a:gd name="T3" fmla="*/ 0 h 1637"/>
                <a:gd name="T4" fmla="*/ 1 w 1"/>
                <a:gd name="T5" fmla="*/ 0 h 16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637">
                  <a:moveTo>
                    <a:pt x="0" y="163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Freeform 138"/>
            <p:cNvSpPr/>
            <p:nvPr/>
          </p:nvSpPr>
          <p:spPr bwMode="auto">
            <a:xfrm>
              <a:off x="1458912" y="1791"/>
              <a:ext cx="60325" cy="325"/>
            </a:xfrm>
            <a:custGeom>
              <a:avLst/>
              <a:gdLst>
                <a:gd name="T0" fmla="*/ 0 w 154"/>
                <a:gd name="T1" fmla="*/ 1298 h 1298"/>
                <a:gd name="T2" fmla="*/ 154 w 154"/>
                <a:gd name="T3" fmla="*/ 874 h 1298"/>
                <a:gd name="T4" fmla="*/ 154 w 154"/>
                <a:gd name="T5" fmla="*/ 423 h 1298"/>
                <a:gd name="T6" fmla="*/ 0 w 154"/>
                <a:gd name="T7" fmla="*/ 0 h 1298"/>
                <a:gd name="T8" fmla="*/ 1 w 154"/>
                <a:gd name="T9" fmla="*/ 0 h 1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" h="1298">
                  <a:moveTo>
                    <a:pt x="0" y="1298"/>
                  </a:moveTo>
                  <a:lnTo>
                    <a:pt x="154" y="874"/>
                  </a:lnTo>
                  <a:lnTo>
                    <a:pt x="154" y="423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3" name="Group 139"/>
            <p:cNvGrpSpPr/>
            <p:nvPr/>
          </p:nvGrpSpPr>
          <p:grpSpPr bwMode="auto">
            <a:xfrm>
              <a:off x="1622425" y="1220"/>
              <a:ext cx="1588" cy="1212"/>
              <a:chOff x="1876" y="1101"/>
              <a:chExt cx="1" cy="1212"/>
            </a:xfrm>
          </p:grpSpPr>
          <p:sp>
            <p:nvSpPr>
              <p:cNvPr id="164" name="Freeform 140"/>
              <p:cNvSpPr/>
              <p:nvPr/>
            </p:nvSpPr>
            <p:spPr bwMode="auto">
              <a:xfrm>
                <a:off x="1876" y="2243"/>
                <a:ext cx="1" cy="70"/>
              </a:xfrm>
              <a:custGeom>
                <a:avLst/>
                <a:gdLst>
                  <a:gd name="T0" fmla="*/ 0 w 1"/>
                  <a:gd name="T1" fmla="*/ 281 h 281"/>
                  <a:gd name="T2" fmla="*/ 0 w 1"/>
                  <a:gd name="T3" fmla="*/ 0 h 281"/>
                  <a:gd name="T4" fmla="*/ 1 w 1"/>
                  <a:gd name="T5" fmla="*/ 0 h 2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81">
                    <a:moveTo>
                      <a:pt x="0" y="28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5" name="Freeform 141"/>
              <p:cNvSpPr/>
              <p:nvPr/>
            </p:nvSpPr>
            <p:spPr bwMode="auto">
              <a:xfrm>
                <a:off x="1876" y="2126"/>
                <a:ext cx="1" cy="93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6" name="Freeform 142"/>
              <p:cNvSpPr/>
              <p:nvPr/>
            </p:nvSpPr>
            <p:spPr bwMode="auto">
              <a:xfrm>
                <a:off x="1876" y="2009"/>
                <a:ext cx="1" cy="94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7" name="Freeform 143"/>
              <p:cNvSpPr/>
              <p:nvPr/>
            </p:nvSpPr>
            <p:spPr bwMode="auto">
              <a:xfrm>
                <a:off x="1876" y="1916"/>
                <a:ext cx="1" cy="70"/>
              </a:xfrm>
              <a:custGeom>
                <a:avLst/>
                <a:gdLst>
                  <a:gd name="T0" fmla="*/ 0 w 1"/>
                  <a:gd name="T1" fmla="*/ 281 h 281"/>
                  <a:gd name="T2" fmla="*/ 0 w 1"/>
                  <a:gd name="T3" fmla="*/ 0 h 281"/>
                  <a:gd name="T4" fmla="*/ 1 w 1"/>
                  <a:gd name="T5" fmla="*/ 0 h 2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81">
                    <a:moveTo>
                      <a:pt x="0" y="28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8" name="Freeform 144"/>
              <p:cNvSpPr/>
              <p:nvPr/>
            </p:nvSpPr>
            <p:spPr bwMode="auto">
              <a:xfrm>
                <a:off x="1876" y="1672"/>
                <a:ext cx="1" cy="81"/>
              </a:xfrm>
              <a:custGeom>
                <a:avLst/>
                <a:gdLst>
                  <a:gd name="T0" fmla="*/ 0 w 1"/>
                  <a:gd name="T1" fmla="*/ 324 h 324"/>
                  <a:gd name="T2" fmla="*/ 0 w 1"/>
                  <a:gd name="T3" fmla="*/ 0 h 324"/>
                  <a:gd name="T4" fmla="*/ 1 w 1"/>
                  <a:gd name="T5" fmla="*/ 0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24">
                    <a:moveTo>
                      <a:pt x="0" y="32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Freeform 145"/>
              <p:cNvSpPr/>
              <p:nvPr/>
            </p:nvSpPr>
            <p:spPr bwMode="auto">
              <a:xfrm>
                <a:off x="1876" y="1556"/>
                <a:ext cx="1" cy="93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Freeform 146"/>
              <p:cNvSpPr/>
              <p:nvPr/>
            </p:nvSpPr>
            <p:spPr bwMode="auto">
              <a:xfrm>
                <a:off x="1876" y="1439"/>
                <a:ext cx="1" cy="93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Freeform 147"/>
              <p:cNvSpPr/>
              <p:nvPr/>
            </p:nvSpPr>
            <p:spPr bwMode="auto">
              <a:xfrm>
                <a:off x="1876" y="1322"/>
                <a:ext cx="1" cy="93"/>
              </a:xfrm>
              <a:custGeom>
                <a:avLst/>
                <a:gdLst>
                  <a:gd name="T0" fmla="*/ 0 w 1"/>
                  <a:gd name="T1" fmla="*/ 373 h 373"/>
                  <a:gd name="T2" fmla="*/ 0 w 1"/>
                  <a:gd name="T3" fmla="*/ 0 h 373"/>
                  <a:gd name="T4" fmla="*/ 1 w 1"/>
                  <a:gd name="T5" fmla="*/ 0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3">
                    <a:moveTo>
                      <a:pt x="0" y="37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2" name="Freeform 148"/>
              <p:cNvSpPr/>
              <p:nvPr/>
            </p:nvSpPr>
            <p:spPr bwMode="auto">
              <a:xfrm>
                <a:off x="1876" y="1205"/>
                <a:ext cx="1" cy="94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Freeform 149"/>
              <p:cNvSpPr/>
              <p:nvPr/>
            </p:nvSpPr>
            <p:spPr bwMode="auto">
              <a:xfrm>
                <a:off x="1876" y="1101"/>
                <a:ext cx="1" cy="81"/>
              </a:xfrm>
              <a:custGeom>
                <a:avLst/>
                <a:gdLst>
                  <a:gd name="T0" fmla="*/ 0 w 1"/>
                  <a:gd name="T1" fmla="*/ 324 h 324"/>
                  <a:gd name="T2" fmla="*/ 0 w 1"/>
                  <a:gd name="T3" fmla="*/ 0 h 324"/>
                  <a:gd name="T4" fmla="*/ 1 w 1"/>
                  <a:gd name="T5" fmla="*/ 0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24">
                    <a:moveTo>
                      <a:pt x="0" y="32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4" name="Group 150"/>
            <p:cNvGrpSpPr/>
            <p:nvPr/>
          </p:nvGrpSpPr>
          <p:grpSpPr bwMode="auto">
            <a:xfrm>
              <a:off x="1971675" y="1115"/>
              <a:ext cx="1588" cy="1419"/>
              <a:chOff x="2096" y="996"/>
              <a:chExt cx="1" cy="1419"/>
            </a:xfrm>
          </p:grpSpPr>
          <p:sp>
            <p:nvSpPr>
              <p:cNvPr id="159" name="Freeform 151"/>
              <p:cNvSpPr/>
              <p:nvPr/>
            </p:nvSpPr>
            <p:spPr bwMode="auto">
              <a:xfrm>
                <a:off x="2096" y="2036"/>
                <a:ext cx="1" cy="379"/>
              </a:xfrm>
              <a:custGeom>
                <a:avLst/>
                <a:gdLst>
                  <a:gd name="T0" fmla="*/ 0 w 2"/>
                  <a:gd name="T1" fmla="*/ 1517 h 1517"/>
                  <a:gd name="T2" fmla="*/ 0 w 2"/>
                  <a:gd name="T3" fmla="*/ 0 h 1517"/>
                  <a:gd name="T4" fmla="*/ 2 w 2"/>
                  <a:gd name="T5" fmla="*/ 0 h 15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517">
                    <a:moveTo>
                      <a:pt x="0" y="151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0" name="Freeform 152"/>
              <p:cNvSpPr/>
              <p:nvPr/>
            </p:nvSpPr>
            <p:spPr bwMode="auto">
              <a:xfrm>
                <a:off x="2096" y="1984"/>
                <a:ext cx="1" cy="15"/>
              </a:xfrm>
              <a:custGeom>
                <a:avLst/>
                <a:gdLst>
                  <a:gd name="T0" fmla="*/ 0 w 2"/>
                  <a:gd name="T1" fmla="*/ 58 h 58"/>
                  <a:gd name="T2" fmla="*/ 0 w 2"/>
                  <a:gd name="T3" fmla="*/ 0 h 58"/>
                  <a:gd name="T4" fmla="*/ 2 w 2"/>
                  <a:gd name="T5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58">
                    <a:moveTo>
                      <a:pt x="0" y="5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1" name="Freeform 153"/>
              <p:cNvSpPr/>
              <p:nvPr/>
            </p:nvSpPr>
            <p:spPr bwMode="auto">
              <a:xfrm>
                <a:off x="2096" y="1517"/>
                <a:ext cx="1" cy="430"/>
              </a:xfrm>
              <a:custGeom>
                <a:avLst/>
                <a:gdLst>
                  <a:gd name="T0" fmla="*/ 0 w 2"/>
                  <a:gd name="T1" fmla="*/ 1720 h 1720"/>
                  <a:gd name="T2" fmla="*/ 0 w 2"/>
                  <a:gd name="T3" fmla="*/ 0 h 1720"/>
                  <a:gd name="T4" fmla="*/ 2 w 2"/>
                  <a:gd name="T5" fmla="*/ 0 h 1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720">
                    <a:moveTo>
                      <a:pt x="0" y="172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" name="Freeform 154"/>
              <p:cNvSpPr/>
              <p:nvPr/>
            </p:nvSpPr>
            <p:spPr bwMode="auto">
              <a:xfrm>
                <a:off x="2096" y="1465"/>
                <a:ext cx="1" cy="15"/>
              </a:xfrm>
              <a:custGeom>
                <a:avLst/>
                <a:gdLst>
                  <a:gd name="T0" fmla="*/ 0 w 2"/>
                  <a:gd name="T1" fmla="*/ 60 h 60"/>
                  <a:gd name="T2" fmla="*/ 0 w 2"/>
                  <a:gd name="T3" fmla="*/ 0 h 60"/>
                  <a:gd name="T4" fmla="*/ 2 w 2"/>
                  <a:gd name="T5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60">
                    <a:moveTo>
                      <a:pt x="0" y="6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3" name="Freeform 155"/>
              <p:cNvSpPr/>
              <p:nvPr/>
            </p:nvSpPr>
            <p:spPr bwMode="auto">
              <a:xfrm>
                <a:off x="2096" y="996"/>
                <a:ext cx="1" cy="432"/>
              </a:xfrm>
              <a:custGeom>
                <a:avLst/>
                <a:gdLst>
                  <a:gd name="T0" fmla="*/ 0 w 2"/>
                  <a:gd name="T1" fmla="*/ 1731 h 1731"/>
                  <a:gd name="T2" fmla="*/ 0 w 2"/>
                  <a:gd name="T3" fmla="*/ 0 h 1731"/>
                  <a:gd name="T4" fmla="*/ 2 w 2"/>
                  <a:gd name="T5" fmla="*/ 0 h 1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731">
                    <a:moveTo>
                      <a:pt x="0" y="1731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5" name="Group 156"/>
            <p:cNvGrpSpPr/>
            <p:nvPr/>
          </p:nvGrpSpPr>
          <p:grpSpPr bwMode="auto">
            <a:xfrm>
              <a:off x="804862" y="1953"/>
              <a:ext cx="933450" cy="1"/>
              <a:chOff x="1361" y="1834"/>
              <a:chExt cx="588" cy="1"/>
            </a:xfrm>
          </p:grpSpPr>
          <p:sp>
            <p:nvSpPr>
              <p:cNvPr id="156" name="Freeform 157"/>
              <p:cNvSpPr/>
              <p:nvPr/>
            </p:nvSpPr>
            <p:spPr bwMode="auto">
              <a:xfrm>
                <a:off x="1722" y="1834"/>
                <a:ext cx="227" cy="1"/>
              </a:xfrm>
              <a:custGeom>
                <a:avLst/>
                <a:gdLst>
                  <a:gd name="T0" fmla="*/ 907 w 907"/>
                  <a:gd name="T1" fmla="*/ 0 w 907"/>
                  <a:gd name="T2" fmla="*/ 2 w 90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07">
                    <a:moveTo>
                      <a:pt x="907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7" name="Freeform 158"/>
              <p:cNvSpPr/>
              <p:nvPr/>
            </p:nvSpPr>
            <p:spPr bwMode="auto">
              <a:xfrm>
                <a:off x="1361" y="1834"/>
                <a:ext cx="277" cy="1"/>
              </a:xfrm>
              <a:custGeom>
                <a:avLst/>
                <a:gdLst>
                  <a:gd name="T0" fmla="*/ 1105 w 1105"/>
                  <a:gd name="T1" fmla="*/ 0 w 1105"/>
                  <a:gd name="T2" fmla="*/ 1 w 110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105">
                    <a:moveTo>
                      <a:pt x="1105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8" name="Freeform 159"/>
              <p:cNvSpPr/>
              <p:nvPr/>
            </p:nvSpPr>
            <p:spPr bwMode="auto">
              <a:xfrm>
                <a:off x="1669" y="1834"/>
                <a:ext cx="22" cy="1"/>
              </a:xfrm>
              <a:custGeom>
                <a:avLst/>
                <a:gdLst>
                  <a:gd name="T0" fmla="*/ 89 w 89"/>
                  <a:gd name="T1" fmla="*/ 0 w 89"/>
                  <a:gd name="T2" fmla="*/ 1 w 8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89">
                    <a:moveTo>
                      <a:pt x="8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6" name="Group 160"/>
            <p:cNvGrpSpPr/>
            <p:nvPr/>
          </p:nvGrpSpPr>
          <p:grpSpPr bwMode="auto">
            <a:xfrm>
              <a:off x="941387" y="1872"/>
              <a:ext cx="681038" cy="164"/>
              <a:chOff x="1447" y="1753"/>
              <a:chExt cx="429" cy="164"/>
            </a:xfrm>
          </p:grpSpPr>
          <p:sp>
            <p:nvSpPr>
              <p:cNvPr id="143" name="Freeform 161"/>
              <p:cNvSpPr/>
              <p:nvPr/>
            </p:nvSpPr>
            <p:spPr bwMode="auto">
              <a:xfrm>
                <a:off x="1790" y="1753"/>
                <a:ext cx="86" cy="1"/>
              </a:xfrm>
              <a:custGeom>
                <a:avLst/>
                <a:gdLst>
                  <a:gd name="T0" fmla="*/ 344 w 344"/>
                  <a:gd name="T1" fmla="*/ 0 w 344"/>
                  <a:gd name="T2" fmla="*/ 1 w 34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44">
                    <a:moveTo>
                      <a:pt x="344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4" name="Freeform 162"/>
              <p:cNvSpPr/>
              <p:nvPr/>
            </p:nvSpPr>
            <p:spPr bwMode="auto">
              <a:xfrm>
                <a:off x="1673" y="1753"/>
                <a:ext cx="93" cy="1"/>
              </a:xfrm>
              <a:custGeom>
                <a:avLst/>
                <a:gdLst>
                  <a:gd name="T0" fmla="*/ 375 w 375"/>
                  <a:gd name="T1" fmla="*/ 0 w 375"/>
                  <a:gd name="T2" fmla="*/ 2 w 37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5">
                    <a:moveTo>
                      <a:pt x="375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5" name="Freeform 163"/>
              <p:cNvSpPr/>
              <p:nvPr/>
            </p:nvSpPr>
            <p:spPr bwMode="auto">
              <a:xfrm>
                <a:off x="1556" y="1753"/>
                <a:ext cx="94" cy="1"/>
              </a:xfrm>
              <a:custGeom>
                <a:avLst/>
                <a:gdLst>
                  <a:gd name="T0" fmla="*/ 374 w 374"/>
                  <a:gd name="T1" fmla="*/ 0 w 374"/>
                  <a:gd name="T2" fmla="*/ 1 w 37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4">
                    <a:moveTo>
                      <a:pt x="374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6" name="Freeform 164"/>
              <p:cNvSpPr/>
              <p:nvPr/>
            </p:nvSpPr>
            <p:spPr bwMode="auto">
              <a:xfrm>
                <a:off x="1447" y="1753"/>
                <a:ext cx="86" cy="1"/>
              </a:xfrm>
              <a:custGeom>
                <a:avLst/>
                <a:gdLst>
                  <a:gd name="T0" fmla="*/ 344 w 344"/>
                  <a:gd name="T1" fmla="*/ 0 w 344"/>
                  <a:gd name="T2" fmla="*/ 1 w 34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44">
                    <a:moveTo>
                      <a:pt x="344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7" name="Freeform 165"/>
              <p:cNvSpPr/>
              <p:nvPr/>
            </p:nvSpPr>
            <p:spPr bwMode="auto">
              <a:xfrm>
                <a:off x="1825" y="1916"/>
                <a:ext cx="51" cy="1"/>
              </a:xfrm>
              <a:custGeom>
                <a:avLst/>
                <a:gdLst>
                  <a:gd name="T0" fmla="*/ 204 w 204"/>
                  <a:gd name="T1" fmla="*/ 0 w 204"/>
                  <a:gd name="T2" fmla="*/ 2 w 20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04">
                    <a:moveTo>
                      <a:pt x="204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8" name="Freeform 166"/>
              <p:cNvSpPr/>
              <p:nvPr/>
            </p:nvSpPr>
            <p:spPr bwMode="auto">
              <a:xfrm>
                <a:off x="1708" y="1916"/>
                <a:ext cx="93" cy="1"/>
              </a:xfrm>
              <a:custGeom>
                <a:avLst/>
                <a:gdLst>
                  <a:gd name="T0" fmla="*/ 373 w 373"/>
                  <a:gd name="T1" fmla="*/ 0 w 373"/>
                  <a:gd name="T2" fmla="*/ 1 w 37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3">
                    <a:moveTo>
                      <a:pt x="373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9" name="Freeform 167"/>
              <p:cNvSpPr/>
              <p:nvPr/>
            </p:nvSpPr>
            <p:spPr bwMode="auto">
              <a:xfrm>
                <a:off x="1591" y="1916"/>
                <a:ext cx="94" cy="1"/>
              </a:xfrm>
              <a:custGeom>
                <a:avLst/>
                <a:gdLst>
                  <a:gd name="T0" fmla="*/ 374 w 374"/>
                  <a:gd name="T1" fmla="*/ 0 w 374"/>
                  <a:gd name="T2" fmla="*/ 1 w 37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4">
                    <a:moveTo>
                      <a:pt x="374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0" name="Freeform 168"/>
              <p:cNvSpPr/>
              <p:nvPr/>
            </p:nvSpPr>
            <p:spPr bwMode="auto">
              <a:xfrm>
                <a:off x="1517" y="1916"/>
                <a:ext cx="51" cy="1"/>
              </a:xfrm>
              <a:custGeom>
                <a:avLst/>
                <a:gdLst>
                  <a:gd name="T0" fmla="*/ 203 w 203"/>
                  <a:gd name="T1" fmla="*/ 0 w 203"/>
                  <a:gd name="T2" fmla="*/ 1 w 20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03">
                    <a:moveTo>
                      <a:pt x="203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1" name="Freeform 169"/>
              <p:cNvSpPr/>
              <p:nvPr/>
            </p:nvSpPr>
            <p:spPr bwMode="auto">
              <a:xfrm>
                <a:off x="1517" y="1773"/>
                <a:ext cx="47" cy="1"/>
              </a:xfrm>
              <a:custGeom>
                <a:avLst/>
                <a:gdLst>
                  <a:gd name="T0" fmla="*/ 188 w 188"/>
                  <a:gd name="T1" fmla="*/ 0 w 188"/>
                  <a:gd name="T2" fmla="*/ 1 w 18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88">
                    <a:moveTo>
                      <a:pt x="188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2" name="Freeform 170"/>
              <p:cNvSpPr/>
              <p:nvPr/>
            </p:nvSpPr>
            <p:spPr bwMode="auto">
              <a:xfrm>
                <a:off x="1447" y="1773"/>
                <a:ext cx="47" cy="1"/>
              </a:xfrm>
              <a:custGeom>
                <a:avLst/>
                <a:gdLst>
                  <a:gd name="T0" fmla="*/ 189 w 189"/>
                  <a:gd name="T1" fmla="*/ 0 w 189"/>
                  <a:gd name="T2" fmla="*/ 1 w 18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89">
                    <a:moveTo>
                      <a:pt x="18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3" name="Freeform 171"/>
              <p:cNvSpPr/>
              <p:nvPr/>
            </p:nvSpPr>
            <p:spPr bwMode="auto">
              <a:xfrm>
                <a:off x="1517" y="1896"/>
                <a:ext cx="47" cy="1"/>
              </a:xfrm>
              <a:custGeom>
                <a:avLst/>
                <a:gdLst>
                  <a:gd name="T0" fmla="*/ 188 w 188"/>
                  <a:gd name="T1" fmla="*/ 0 w 188"/>
                  <a:gd name="T2" fmla="*/ 1 w 18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88">
                    <a:moveTo>
                      <a:pt x="188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4" name="Freeform 172"/>
              <p:cNvSpPr/>
              <p:nvPr/>
            </p:nvSpPr>
            <p:spPr bwMode="auto">
              <a:xfrm>
                <a:off x="1447" y="1896"/>
                <a:ext cx="47" cy="1"/>
              </a:xfrm>
              <a:custGeom>
                <a:avLst/>
                <a:gdLst>
                  <a:gd name="T0" fmla="*/ 189 w 189"/>
                  <a:gd name="T1" fmla="*/ 0 w 189"/>
                  <a:gd name="T2" fmla="*/ 1 w 18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89">
                    <a:moveTo>
                      <a:pt x="18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5" name="Freeform 173"/>
              <p:cNvSpPr/>
              <p:nvPr/>
            </p:nvSpPr>
            <p:spPr bwMode="auto">
              <a:xfrm>
                <a:off x="1447" y="1916"/>
                <a:ext cx="45" cy="1"/>
              </a:xfrm>
              <a:custGeom>
                <a:avLst/>
                <a:gdLst>
                  <a:gd name="T0" fmla="*/ 180 w 180"/>
                  <a:gd name="T1" fmla="*/ 0 w 180"/>
                  <a:gd name="T2" fmla="*/ 1 w 18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80">
                    <a:moveTo>
                      <a:pt x="180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7" name="Group 174"/>
            <p:cNvGrpSpPr/>
            <p:nvPr/>
          </p:nvGrpSpPr>
          <p:grpSpPr bwMode="auto">
            <a:xfrm>
              <a:off x="1971675" y="2664"/>
              <a:ext cx="1588" cy="1145"/>
              <a:chOff x="2096" y="2545"/>
              <a:chExt cx="1" cy="1145"/>
            </a:xfrm>
          </p:grpSpPr>
          <p:sp>
            <p:nvSpPr>
              <p:cNvPr id="138" name="Freeform 175"/>
              <p:cNvSpPr/>
              <p:nvPr/>
            </p:nvSpPr>
            <p:spPr bwMode="auto">
              <a:xfrm>
                <a:off x="2096" y="3283"/>
                <a:ext cx="1" cy="407"/>
              </a:xfrm>
              <a:custGeom>
                <a:avLst/>
                <a:gdLst>
                  <a:gd name="T0" fmla="*/ 0 w 2"/>
                  <a:gd name="T1" fmla="*/ 1630 h 1630"/>
                  <a:gd name="T2" fmla="*/ 0 w 2"/>
                  <a:gd name="T3" fmla="*/ 0 h 1630"/>
                  <a:gd name="T4" fmla="*/ 2 w 2"/>
                  <a:gd name="T5" fmla="*/ 0 h 1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630">
                    <a:moveTo>
                      <a:pt x="0" y="163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9" name="Freeform 176"/>
              <p:cNvSpPr/>
              <p:nvPr/>
            </p:nvSpPr>
            <p:spPr bwMode="auto">
              <a:xfrm>
                <a:off x="2096" y="3240"/>
                <a:ext cx="1" cy="17"/>
              </a:xfrm>
              <a:custGeom>
                <a:avLst/>
                <a:gdLst>
                  <a:gd name="T0" fmla="*/ 0 w 2"/>
                  <a:gd name="T1" fmla="*/ 67 h 67"/>
                  <a:gd name="T2" fmla="*/ 0 w 2"/>
                  <a:gd name="T3" fmla="*/ 0 h 67"/>
                  <a:gd name="T4" fmla="*/ 2 w 2"/>
                  <a:gd name="T5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67">
                    <a:moveTo>
                      <a:pt x="0" y="6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0" name="Freeform 177"/>
              <p:cNvSpPr/>
              <p:nvPr/>
            </p:nvSpPr>
            <p:spPr bwMode="auto">
              <a:xfrm>
                <a:off x="2096" y="2758"/>
                <a:ext cx="1" cy="453"/>
              </a:xfrm>
              <a:custGeom>
                <a:avLst/>
                <a:gdLst>
                  <a:gd name="T0" fmla="*/ 0 w 2"/>
                  <a:gd name="T1" fmla="*/ 1809 h 1809"/>
                  <a:gd name="T2" fmla="*/ 0 w 2"/>
                  <a:gd name="T3" fmla="*/ 0 h 1809"/>
                  <a:gd name="T4" fmla="*/ 2 w 2"/>
                  <a:gd name="T5" fmla="*/ 0 h 1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809">
                    <a:moveTo>
                      <a:pt x="0" y="1809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1" name="Freeform 178"/>
              <p:cNvSpPr/>
              <p:nvPr/>
            </p:nvSpPr>
            <p:spPr bwMode="auto">
              <a:xfrm>
                <a:off x="2096" y="2716"/>
                <a:ext cx="1" cy="17"/>
              </a:xfrm>
              <a:custGeom>
                <a:avLst/>
                <a:gdLst>
                  <a:gd name="T0" fmla="*/ 0 w 2"/>
                  <a:gd name="T1" fmla="*/ 67 h 67"/>
                  <a:gd name="T2" fmla="*/ 0 w 2"/>
                  <a:gd name="T3" fmla="*/ 0 h 67"/>
                  <a:gd name="T4" fmla="*/ 2 w 2"/>
                  <a:gd name="T5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67">
                    <a:moveTo>
                      <a:pt x="0" y="6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2" name="Freeform 179"/>
              <p:cNvSpPr/>
              <p:nvPr/>
            </p:nvSpPr>
            <p:spPr bwMode="auto">
              <a:xfrm>
                <a:off x="2096" y="2545"/>
                <a:ext cx="1" cy="146"/>
              </a:xfrm>
              <a:custGeom>
                <a:avLst/>
                <a:gdLst>
                  <a:gd name="T0" fmla="*/ 0 w 1"/>
                  <a:gd name="T1" fmla="*/ 146 h 146"/>
                  <a:gd name="T2" fmla="*/ 0 w 1"/>
                  <a:gd name="T3" fmla="*/ 47 h 146"/>
                  <a:gd name="T4" fmla="*/ 1 w 1"/>
                  <a:gd name="T5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46">
                    <a:moveTo>
                      <a:pt x="0" y="146"/>
                    </a:moveTo>
                    <a:lnTo>
                      <a:pt x="0" y="47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8" name="Group 180"/>
            <p:cNvGrpSpPr/>
            <p:nvPr/>
          </p:nvGrpSpPr>
          <p:grpSpPr bwMode="auto">
            <a:xfrm>
              <a:off x="2233612" y="1499"/>
              <a:ext cx="549275" cy="1"/>
              <a:chOff x="2261" y="1380"/>
              <a:chExt cx="346" cy="1"/>
            </a:xfrm>
          </p:grpSpPr>
          <p:sp>
            <p:nvSpPr>
              <p:cNvPr id="135" name="Freeform 181"/>
              <p:cNvSpPr/>
              <p:nvPr/>
            </p:nvSpPr>
            <p:spPr bwMode="auto">
              <a:xfrm>
                <a:off x="2261" y="1380"/>
                <a:ext cx="156" cy="1"/>
              </a:xfrm>
              <a:custGeom>
                <a:avLst/>
                <a:gdLst>
                  <a:gd name="T0" fmla="*/ 0 w 626"/>
                  <a:gd name="T1" fmla="*/ 625 w 626"/>
                  <a:gd name="T2" fmla="*/ 626 w 62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26">
                    <a:moveTo>
                      <a:pt x="0" y="0"/>
                    </a:moveTo>
                    <a:lnTo>
                      <a:pt x="625" y="0"/>
                    </a:lnTo>
                    <a:lnTo>
                      <a:pt x="626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6" name="Freeform 182"/>
              <p:cNvSpPr/>
              <p:nvPr/>
            </p:nvSpPr>
            <p:spPr bwMode="auto">
              <a:xfrm>
                <a:off x="2457" y="1380"/>
                <a:ext cx="16" cy="1"/>
              </a:xfrm>
              <a:custGeom>
                <a:avLst/>
                <a:gdLst>
                  <a:gd name="T0" fmla="*/ 0 w 65"/>
                  <a:gd name="T1" fmla="*/ 64 w 65"/>
                  <a:gd name="T2" fmla="*/ 65 w 6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5">
                    <a:moveTo>
                      <a:pt x="0" y="0"/>
                    </a:moveTo>
                    <a:lnTo>
                      <a:pt x="64" y="0"/>
                    </a:lnTo>
                    <a:lnTo>
                      <a:pt x="65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7" name="Freeform 183"/>
              <p:cNvSpPr/>
              <p:nvPr/>
            </p:nvSpPr>
            <p:spPr bwMode="auto">
              <a:xfrm>
                <a:off x="2509" y="1380"/>
                <a:ext cx="98" cy="1"/>
              </a:xfrm>
              <a:custGeom>
                <a:avLst/>
                <a:gdLst>
                  <a:gd name="T0" fmla="*/ 0 w 392"/>
                  <a:gd name="T1" fmla="*/ 391 w 392"/>
                  <a:gd name="T2" fmla="*/ 392 w 39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92">
                    <a:moveTo>
                      <a:pt x="0" y="0"/>
                    </a:moveTo>
                    <a:lnTo>
                      <a:pt x="391" y="0"/>
                    </a:lnTo>
                    <a:lnTo>
                      <a:pt x="39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9" name="Freeform 184"/>
            <p:cNvSpPr/>
            <p:nvPr/>
          </p:nvSpPr>
          <p:spPr bwMode="auto">
            <a:xfrm>
              <a:off x="1127125" y="3073"/>
              <a:ext cx="100013" cy="1"/>
            </a:xfrm>
            <a:custGeom>
              <a:avLst/>
              <a:gdLst>
                <a:gd name="T0" fmla="*/ 252 w 252"/>
                <a:gd name="T1" fmla="*/ 0 w 252"/>
                <a:gd name="T2" fmla="*/ 2 w 25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2">
                  <a:moveTo>
                    <a:pt x="25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Freeform 185"/>
            <p:cNvSpPr/>
            <p:nvPr/>
          </p:nvSpPr>
          <p:spPr bwMode="auto">
            <a:xfrm>
              <a:off x="1127125" y="3398"/>
              <a:ext cx="100013" cy="1"/>
            </a:xfrm>
            <a:custGeom>
              <a:avLst/>
              <a:gdLst>
                <a:gd name="T0" fmla="*/ 252 w 252"/>
                <a:gd name="T1" fmla="*/ 0 w 252"/>
                <a:gd name="T2" fmla="*/ 2 w 25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2">
                  <a:moveTo>
                    <a:pt x="25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Freeform 186"/>
            <p:cNvSpPr/>
            <p:nvPr/>
          </p:nvSpPr>
          <p:spPr bwMode="auto">
            <a:xfrm>
              <a:off x="884237" y="3515"/>
              <a:ext cx="304800" cy="1"/>
            </a:xfrm>
            <a:custGeom>
              <a:avLst/>
              <a:gdLst>
                <a:gd name="T0" fmla="*/ 0 w 769"/>
                <a:gd name="T1" fmla="*/ 768 w 769"/>
                <a:gd name="T2" fmla="*/ 769 w 76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9">
                  <a:moveTo>
                    <a:pt x="0" y="0"/>
                  </a:moveTo>
                  <a:lnTo>
                    <a:pt x="768" y="0"/>
                  </a:lnTo>
                  <a:lnTo>
                    <a:pt x="769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Freeform 187"/>
            <p:cNvSpPr/>
            <p:nvPr/>
          </p:nvSpPr>
          <p:spPr bwMode="auto">
            <a:xfrm>
              <a:off x="884237" y="2956"/>
              <a:ext cx="304800" cy="1"/>
            </a:xfrm>
            <a:custGeom>
              <a:avLst/>
              <a:gdLst>
                <a:gd name="T0" fmla="*/ 0 w 769"/>
                <a:gd name="T1" fmla="*/ 768 w 769"/>
                <a:gd name="T2" fmla="*/ 769 w 76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9">
                  <a:moveTo>
                    <a:pt x="0" y="0"/>
                  </a:moveTo>
                  <a:lnTo>
                    <a:pt x="768" y="0"/>
                  </a:lnTo>
                  <a:lnTo>
                    <a:pt x="769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3" name="Group 188"/>
            <p:cNvGrpSpPr/>
            <p:nvPr/>
          </p:nvGrpSpPr>
          <p:grpSpPr bwMode="auto">
            <a:xfrm>
              <a:off x="941387" y="2897"/>
              <a:ext cx="185738" cy="122"/>
              <a:chOff x="1447" y="2778"/>
              <a:chExt cx="117" cy="122"/>
            </a:xfrm>
          </p:grpSpPr>
          <p:sp>
            <p:nvSpPr>
              <p:cNvPr id="131" name="Freeform 189"/>
              <p:cNvSpPr/>
              <p:nvPr/>
            </p:nvSpPr>
            <p:spPr bwMode="auto">
              <a:xfrm>
                <a:off x="1447" y="2778"/>
                <a:ext cx="47" cy="1"/>
              </a:xfrm>
              <a:custGeom>
                <a:avLst/>
                <a:gdLst>
                  <a:gd name="T0" fmla="*/ 0 w 190"/>
                  <a:gd name="T1" fmla="*/ 189 w 190"/>
                  <a:gd name="T2" fmla="*/ 190 w 1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0">
                    <a:moveTo>
                      <a:pt x="0" y="0"/>
                    </a:moveTo>
                    <a:lnTo>
                      <a:pt x="189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Freeform 190"/>
              <p:cNvSpPr/>
              <p:nvPr/>
            </p:nvSpPr>
            <p:spPr bwMode="auto">
              <a:xfrm>
                <a:off x="1517" y="2778"/>
                <a:ext cx="47" cy="1"/>
              </a:xfrm>
              <a:custGeom>
                <a:avLst/>
                <a:gdLst>
                  <a:gd name="T0" fmla="*/ 0 w 190"/>
                  <a:gd name="T1" fmla="*/ 188 w 190"/>
                  <a:gd name="T2" fmla="*/ 190 w 1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0">
                    <a:moveTo>
                      <a:pt x="0" y="0"/>
                    </a:moveTo>
                    <a:lnTo>
                      <a:pt x="188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Freeform 191"/>
              <p:cNvSpPr/>
              <p:nvPr/>
            </p:nvSpPr>
            <p:spPr bwMode="auto">
              <a:xfrm>
                <a:off x="1447" y="2899"/>
                <a:ext cx="47" cy="1"/>
              </a:xfrm>
              <a:custGeom>
                <a:avLst/>
                <a:gdLst>
                  <a:gd name="T0" fmla="*/ 0 w 190"/>
                  <a:gd name="T1" fmla="*/ 189 w 190"/>
                  <a:gd name="T2" fmla="*/ 190 w 1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0">
                    <a:moveTo>
                      <a:pt x="0" y="0"/>
                    </a:moveTo>
                    <a:lnTo>
                      <a:pt x="189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Freeform 192"/>
              <p:cNvSpPr/>
              <p:nvPr/>
            </p:nvSpPr>
            <p:spPr bwMode="auto">
              <a:xfrm>
                <a:off x="1517" y="2899"/>
                <a:ext cx="47" cy="1"/>
              </a:xfrm>
              <a:custGeom>
                <a:avLst/>
                <a:gdLst>
                  <a:gd name="T0" fmla="*/ 0 w 190"/>
                  <a:gd name="T1" fmla="*/ 188 w 190"/>
                  <a:gd name="T2" fmla="*/ 190 w 1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0">
                    <a:moveTo>
                      <a:pt x="0" y="0"/>
                    </a:moveTo>
                    <a:lnTo>
                      <a:pt x="188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4" name="Group 193"/>
            <p:cNvGrpSpPr/>
            <p:nvPr/>
          </p:nvGrpSpPr>
          <p:grpSpPr bwMode="auto">
            <a:xfrm>
              <a:off x="941387" y="3453"/>
              <a:ext cx="185738" cy="123"/>
              <a:chOff x="1447" y="3334"/>
              <a:chExt cx="117" cy="123"/>
            </a:xfrm>
          </p:grpSpPr>
          <p:sp>
            <p:nvSpPr>
              <p:cNvPr id="127" name="Freeform 194"/>
              <p:cNvSpPr/>
              <p:nvPr/>
            </p:nvSpPr>
            <p:spPr bwMode="auto">
              <a:xfrm>
                <a:off x="1447" y="3334"/>
                <a:ext cx="47" cy="1"/>
              </a:xfrm>
              <a:custGeom>
                <a:avLst/>
                <a:gdLst>
                  <a:gd name="T0" fmla="*/ 0 w 190"/>
                  <a:gd name="T1" fmla="*/ 189 w 190"/>
                  <a:gd name="T2" fmla="*/ 190 w 1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0">
                    <a:moveTo>
                      <a:pt x="0" y="0"/>
                    </a:moveTo>
                    <a:lnTo>
                      <a:pt x="189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8" name="Freeform 195"/>
              <p:cNvSpPr/>
              <p:nvPr/>
            </p:nvSpPr>
            <p:spPr bwMode="auto">
              <a:xfrm>
                <a:off x="1517" y="3334"/>
                <a:ext cx="47" cy="1"/>
              </a:xfrm>
              <a:custGeom>
                <a:avLst/>
                <a:gdLst>
                  <a:gd name="T0" fmla="*/ 0 w 190"/>
                  <a:gd name="T1" fmla="*/ 188 w 190"/>
                  <a:gd name="T2" fmla="*/ 190 w 1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0">
                    <a:moveTo>
                      <a:pt x="0" y="0"/>
                    </a:moveTo>
                    <a:lnTo>
                      <a:pt x="188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9" name="Freeform 196"/>
              <p:cNvSpPr/>
              <p:nvPr/>
            </p:nvSpPr>
            <p:spPr bwMode="auto">
              <a:xfrm>
                <a:off x="1447" y="3456"/>
                <a:ext cx="47" cy="1"/>
              </a:xfrm>
              <a:custGeom>
                <a:avLst/>
                <a:gdLst>
                  <a:gd name="T0" fmla="*/ 0 w 190"/>
                  <a:gd name="T1" fmla="*/ 189 w 190"/>
                  <a:gd name="T2" fmla="*/ 190 w 1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0">
                    <a:moveTo>
                      <a:pt x="0" y="0"/>
                    </a:moveTo>
                    <a:lnTo>
                      <a:pt x="189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0" name="Freeform 197"/>
              <p:cNvSpPr/>
              <p:nvPr/>
            </p:nvSpPr>
            <p:spPr bwMode="auto">
              <a:xfrm>
                <a:off x="1517" y="3456"/>
                <a:ext cx="47" cy="1"/>
              </a:xfrm>
              <a:custGeom>
                <a:avLst/>
                <a:gdLst>
                  <a:gd name="T0" fmla="*/ 0 w 190"/>
                  <a:gd name="T1" fmla="*/ 188 w 190"/>
                  <a:gd name="T2" fmla="*/ 190 w 1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0">
                    <a:moveTo>
                      <a:pt x="0" y="0"/>
                    </a:moveTo>
                    <a:lnTo>
                      <a:pt x="188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5" name="Group 198"/>
            <p:cNvGrpSpPr/>
            <p:nvPr/>
          </p:nvGrpSpPr>
          <p:grpSpPr bwMode="auto">
            <a:xfrm>
              <a:off x="1433512" y="1157"/>
              <a:ext cx="1588" cy="282"/>
              <a:chOff x="1757" y="1038"/>
              <a:chExt cx="1" cy="282"/>
            </a:xfrm>
          </p:grpSpPr>
          <p:sp>
            <p:nvSpPr>
              <p:cNvPr id="124" name="Freeform 199"/>
              <p:cNvSpPr/>
              <p:nvPr/>
            </p:nvSpPr>
            <p:spPr bwMode="auto">
              <a:xfrm>
                <a:off x="1757" y="1218"/>
                <a:ext cx="1" cy="102"/>
              </a:xfrm>
              <a:custGeom>
                <a:avLst/>
                <a:gdLst>
                  <a:gd name="T0" fmla="*/ 0 w 1"/>
                  <a:gd name="T1" fmla="*/ 410 h 410"/>
                  <a:gd name="T2" fmla="*/ 0 w 1"/>
                  <a:gd name="T3" fmla="*/ 0 h 410"/>
                  <a:gd name="T4" fmla="*/ 1 w 1"/>
                  <a:gd name="T5" fmla="*/ 0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10">
                    <a:moveTo>
                      <a:pt x="0" y="41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5" name="Freeform 200"/>
              <p:cNvSpPr/>
              <p:nvPr/>
            </p:nvSpPr>
            <p:spPr bwMode="auto">
              <a:xfrm>
                <a:off x="1757" y="1179"/>
                <a:ext cx="1" cy="13"/>
              </a:xfrm>
              <a:custGeom>
                <a:avLst/>
                <a:gdLst>
                  <a:gd name="T0" fmla="*/ 0 w 1"/>
                  <a:gd name="T1" fmla="*/ 52 h 52"/>
                  <a:gd name="T2" fmla="*/ 0 w 1"/>
                  <a:gd name="T3" fmla="*/ 0 h 52"/>
                  <a:gd name="T4" fmla="*/ 1 w 1"/>
                  <a:gd name="T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2">
                    <a:moveTo>
                      <a:pt x="0" y="5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6" name="Freeform 201"/>
              <p:cNvSpPr/>
              <p:nvPr/>
            </p:nvSpPr>
            <p:spPr bwMode="auto">
              <a:xfrm>
                <a:off x="1757" y="1038"/>
                <a:ext cx="1" cy="120"/>
              </a:xfrm>
              <a:custGeom>
                <a:avLst/>
                <a:gdLst>
                  <a:gd name="T0" fmla="*/ 0 w 1"/>
                  <a:gd name="T1" fmla="*/ 480 h 480"/>
                  <a:gd name="T2" fmla="*/ 0 w 1"/>
                  <a:gd name="T3" fmla="*/ 0 h 480"/>
                  <a:gd name="T4" fmla="*/ 1 w 1"/>
                  <a:gd name="T5" fmla="*/ 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80">
                    <a:moveTo>
                      <a:pt x="0" y="48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6" name="Group 202"/>
            <p:cNvGrpSpPr/>
            <p:nvPr/>
          </p:nvGrpSpPr>
          <p:grpSpPr bwMode="auto">
            <a:xfrm>
              <a:off x="2508250" y="1157"/>
              <a:ext cx="1588" cy="299"/>
              <a:chOff x="2434" y="1038"/>
              <a:chExt cx="1" cy="299"/>
            </a:xfrm>
          </p:grpSpPr>
          <p:sp>
            <p:nvSpPr>
              <p:cNvPr id="121" name="Freeform 203"/>
              <p:cNvSpPr/>
              <p:nvPr/>
            </p:nvSpPr>
            <p:spPr bwMode="auto">
              <a:xfrm>
                <a:off x="2434" y="1209"/>
                <a:ext cx="1" cy="128"/>
              </a:xfrm>
              <a:custGeom>
                <a:avLst/>
                <a:gdLst>
                  <a:gd name="T0" fmla="*/ 0 w 1"/>
                  <a:gd name="T1" fmla="*/ 513 h 513"/>
                  <a:gd name="T2" fmla="*/ 0 w 1"/>
                  <a:gd name="T3" fmla="*/ 0 h 513"/>
                  <a:gd name="T4" fmla="*/ 1 w 1"/>
                  <a:gd name="T5" fmla="*/ 0 h 5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13">
                    <a:moveTo>
                      <a:pt x="0" y="51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2" name="Freeform 204"/>
              <p:cNvSpPr/>
              <p:nvPr/>
            </p:nvSpPr>
            <p:spPr bwMode="auto">
              <a:xfrm>
                <a:off x="2434" y="1179"/>
                <a:ext cx="1" cy="13"/>
              </a:xfrm>
              <a:custGeom>
                <a:avLst/>
                <a:gdLst>
                  <a:gd name="T0" fmla="*/ 0 w 1"/>
                  <a:gd name="T1" fmla="*/ 52 h 52"/>
                  <a:gd name="T2" fmla="*/ 0 w 1"/>
                  <a:gd name="T3" fmla="*/ 0 h 52"/>
                  <a:gd name="T4" fmla="*/ 1 w 1"/>
                  <a:gd name="T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2">
                    <a:moveTo>
                      <a:pt x="0" y="5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Freeform 205"/>
              <p:cNvSpPr/>
              <p:nvPr/>
            </p:nvSpPr>
            <p:spPr bwMode="auto">
              <a:xfrm>
                <a:off x="2434" y="1038"/>
                <a:ext cx="1" cy="124"/>
              </a:xfrm>
              <a:custGeom>
                <a:avLst/>
                <a:gdLst>
                  <a:gd name="T0" fmla="*/ 0 w 1"/>
                  <a:gd name="T1" fmla="*/ 497 h 497"/>
                  <a:gd name="T2" fmla="*/ 0 w 1"/>
                  <a:gd name="T3" fmla="*/ 0 h 497"/>
                  <a:gd name="T4" fmla="*/ 1 w 1"/>
                  <a:gd name="T5" fmla="*/ 0 h 4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97">
                    <a:moveTo>
                      <a:pt x="0" y="49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7" name="Group 206"/>
            <p:cNvGrpSpPr/>
            <p:nvPr/>
          </p:nvGrpSpPr>
          <p:grpSpPr bwMode="auto">
            <a:xfrm>
              <a:off x="2508250" y="2214"/>
              <a:ext cx="1588" cy="286"/>
              <a:chOff x="2434" y="2095"/>
              <a:chExt cx="1" cy="286"/>
            </a:xfrm>
          </p:grpSpPr>
          <p:sp>
            <p:nvSpPr>
              <p:cNvPr id="118" name="Freeform 207"/>
              <p:cNvSpPr/>
              <p:nvPr/>
            </p:nvSpPr>
            <p:spPr bwMode="auto">
              <a:xfrm>
                <a:off x="2434" y="2266"/>
                <a:ext cx="1" cy="115"/>
              </a:xfrm>
              <a:custGeom>
                <a:avLst/>
                <a:gdLst>
                  <a:gd name="T0" fmla="*/ 0 w 1"/>
                  <a:gd name="T1" fmla="*/ 462 h 462"/>
                  <a:gd name="T2" fmla="*/ 0 w 1"/>
                  <a:gd name="T3" fmla="*/ 0 h 462"/>
                  <a:gd name="T4" fmla="*/ 1 w 1"/>
                  <a:gd name="T5" fmla="*/ 0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62">
                    <a:moveTo>
                      <a:pt x="0" y="46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Freeform 208"/>
              <p:cNvSpPr/>
              <p:nvPr/>
            </p:nvSpPr>
            <p:spPr bwMode="auto">
              <a:xfrm>
                <a:off x="2434" y="2236"/>
                <a:ext cx="1" cy="13"/>
              </a:xfrm>
              <a:custGeom>
                <a:avLst/>
                <a:gdLst>
                  <a:gd name="T0" fmla="*/ 0 w 1"/>
                  <a:gd name="T1" fmla="*/ 50 h 50"/>
                  <a:gd name="T2" fmla="*/ 0 w 1"/>
                  <a:gd name="T3" fmla="*/ 0 h 50"/>
                  <a:gd name="T4" fmla="*/ 1 w 1"/>
                  <a:gd name="T5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0">
                    <a:moveTo>
                      <a:pt x="0" y="5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0" name="Freeform 209"/>
              <p:cNvSpPr/>
              <p:nvPr/>
            </p:nvSpPr>
            <p:spPr bwMode="auto">
              <a:xfrm>
                <a:off x="2434" y="2095"/>
                <a:ext cx="1" cy="124"/>
              </a:xfrm>
              <a:custGeom>
                <a:avLst/>
                <a:gdLst>
                  <a:gd name="T0" fmla="*/ 0 w 1"/>
                  <a:gd name="T1" fmla="*/ 495 h 495"/>
                  <a:gd name="T2" fmla="*/ 0 w 1"/>
                  <a:gd name="T3" fmla="*/ 0 h 495"/>
                  <a:gd name="T4" fmla="*/ 1 w 1"/>
                  <a:gd name="T5" fmla="*/ 0 h 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95">
                    <a:moveTo>
                      <a:pt x="0" y="49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8" name="Group 210"/>
            <p:cNvGrpSpPr/>
            <p:nvPr/>
          </p:nvGrpSpPr>
          <p:grpSpPr bwMode="auto">
            <a:xfrm>
              <a:off x="1433512" y="2205"/>
              <a:ext cx="1588" cy="295"/>
              <a:chOff x="1757" y="2086"/>
              <a:chExt cx="1" cy="295"/>
            </a:xfrm>
          </p:grpSpPr>
          <p:sp>
            <p:nvSpPr>
              <p:cNvPr id="115" name="Freeform 211"/>
              <p:cNvSpPr/>
              <p:nvPr/>
            </p:nvSpPr>
            <p:spPr bwMode="auto">
              <a:xfrm>
                <a:off x="1757" y="2266"/>
                <a:ext cx="1" cy="115"/>
              </a:xfrm>
              <a:custGeom>
                <a:avLst/>
                <a:gdLst>
                  <a:gd name="T0" fmla="*/ 0 w 1"/>
                  <a:gd name="T1" fmla="*/ 462 h 462"/>
                  <a:gd name="T2" fmla="*/ 0 w 1"/>
                  <a:gd name="T3" fmla="*/ 0 h 462"/>
                  <a:gd name="T4" fmla="*/ 1 w 1"/>
                  <a:gd name="T5" fmla="*/ 0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62">
                    <a:moveTo>
                      <a:pt x="0" y="46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Freeform 212"/>
              <p:cNvSpPr/>
              <p:nvPr/>
            </p:nvSpPr>
            <p:spPr bwMode="auto">
              <a:xfrm>
                <a:off x="1757" y="2231"/>
                <a:ext cx="1" cy="13"/>
              </a:xfrm>
              <a:custGeom>
                <a:avLst/>
                <a:gdLst>
                  <a:gd name="T0" fmla="*/ 0 w 1"/>
                  <a:gd name="T1" fmla="*/ 51 h 51"/>
                  <a:gd name="T2" fmla="*/ 0 w 1"/>
                  <a:gd name="T3" fmla="*/ 0 h 51"/>
                  <a:gd name="T4" fmla="*/ 1 w 1"/>
                  <a:gd name="T5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1">
                    <a:moveTo>
                      <a:pt x="0" y="5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Freeform 213"/>
              <p:cNvSpPr/>
              <p:nvPr/>
            </p:nvSpPr>
            <p:spPr bwMode="auto">
              <a:xfrm>
                <a:off x="1757" y="2086"/>
                <a:ext cx="1" cy="124"/>
              </a:xfrm>
              <a:custGeom>
                <a:avLst/>
                <a:gdLst>
                  <a:gd name="T0" fmla="*/ 0 w 1"/>
                  <a:gd name="T1" fmla="*/ 497 h 497"/>
                  <a:gd name="T2" fmla="*/ 0 w 1"/>
                  <a:gd name="T3" fmla="*/ 0 h 497"/>
                  <a:gd name="T4" fmla="*/ 1 w 1"/>
                  <a:gd name="T5" fmla="*/ 0 h 4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97">
                    <a:moveTo>
                      <a:pt x="0" y="49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9" name="Group 214"/>
            <p:cNvGrpSpPr/>
            <p:nvPr/>
          </p:nvGrpSpPr>
          <p:grpSpPr bwMode="auto">
            <a:xfrm>
              <a:off x="804862" y="3236"/>
              <a:ext cx="2047875" cy="1"/>
              <a:chOff x="1361" y="3117"/>
              <a:chExt cx="1290" cy="1"/>
            </a:xfrm>
          </p:grpSpPr>
          <p:sp>
            <p:nvSpPr>
              <p:cNvPr id="109" name="Freeform 215"/>
              <p:cNvSpPr/>
              <p:nvPr/>
            </p:nvSpPr>
            <p:spPr bwMode="auto">
              <a:xfrm>
                <a:off x="1361" y="3117"/>
                <a:ext cx="301" cy="1"/>
              </a:xfrm>
              <a:custGeom>
                <a:avLst/>
                <a:gdLst>
                  <a:gd name="T0" fmla="*/ 0 w 1204"/>
                  <a:gd name="T1" fmla="*/ 1203 w 1204"/>
                  <a:gd name="T2" fmla="*/ 1204 w 120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204">
                    <a:moveTo>
                      <a:pt x="0" y="0"/>
                    </a:moveTo>
                    <a:lnTo>
                      <a:pt x="1203" y="0"/>
                    </a:lnTo>
                    <a:lnTo>
                      <a:pt x="1204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Line 216"/>
              <p:cNvSpPr>
                <a:spLocks noChangeShapeType="1"/>
              </p:cNvSpPr>
              <p:nvPr/>
            </p:nvSpPr>
            <p:spPr bwMode="auto">
              <a:xfrm>
                <a:off x="2418" y="3117"/>
                <a:ext cx="1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Freeform 217"/>
              <p:cNvSpPr/>
              <p:nvPr/>
            </p:nvSpPr>
            <p:spPr bwMode="auto">
              <a:xfrm>
                <a:off x="1691" y="3117"/>
                <a:ext cx="18" cy="1"/>
              </a:xfrm>
              <a:custGeom>
                <a:avLst/>
                <a:gdLst>
                  <a:gd name="T0" fmla="*/ 0 w 69"/>
                  <a:gd name="T1" fmla="*/ 68 w 69"/>
                  <a:gd name="T2" fmla="*/ 69 w 6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9">
                    <a:moveTo>
                      <a:pt x="0" y="0"/>
                    </a:moveTo>
                    <a:lnTo>
                      <a:pt x="68" y="0"/>
                    </a:lnTo>
                    <a:lnTo>
                      <a:pt x="69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Freeform 218"/>
              <p:cNvSpPr/>
              <p:nvPr/>
            </p:nvSpPr>
            <p:spPr bwMode="auto">
              <a:xfrm>
                <a:off x="2198" y="3117"/>
                <a:ext cx="18" cy="1"/>
              </a:xfrm>
              <a:custGeom>
                <a:avLst/>
                <a:gdLst>
                  <a:gd name="T0" fmla="*/ 0 w 69"/>
                  <a:gd name="T1" fmla="*/ 68 w 69"/>
                  <a:gd name="T2" fmla="*/ 69 w 6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9">
                    <a:moveTo>
                      <a:pt x="0" y="0"/>
                    </a:moveTo>
                    <a:lnTo>
                      <a:pt x="68" y="0"/>
                    </a:lnTo>
                    <a:lnTo>
                      <a:pt x="69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Freeform 219"/>
              <p:cNvSpPr/>
              <p:nvPr/>
            </p:nvSpPr>
            <p:spPr bwMode="auto">
              <a:xfrm>
                <a:off x="2240" y="3117"/>
                <a:ext cx="411" cy="1"/>
              </a:xfrm>
              <a:custGeom>
                <a:avLst/>
                <a:gdLst>
                  <a:gd name="T0" fmla="*/ 0 w 1640"/>
                  <a:gd name="T1" fmla="*/ 1639 w 1640"/>
                  <a:gd name="T2" fmla="*/ 1640 w 164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640">
                    <a:moveTo>
                      <a:pt x="0" y="0"/>
                    </a:moveTo>
                    <a:lnTo>
                      <a:pt x="1639" y="0"/>
                    </a:lnTo>
                    <a:lnTo>
                      <a:pt x="164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Freeform 220"/>
              <p:cNvSpPr/>
              <p:nvPr/>
            </p:nvSpPr>
            <p:spPr bwMode="auto">
              <a:xfrm>
                <a:off x="1738" y="3117"/>
                <a:ext cx="435" cy="1"/>
              </a:xfrm>
              <a:custGeom>
                <a:avLst/>
                <a:gdLst>
                  <a:gd name="T0" fmla="*/ 0 w 1740"/>
                  <a:gd name="T1" fmla="*/ 1739 w 1740"/>
                  <a:gd name="T2" fmla="*/ 1740 w 174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40">
                    <a:moveTo>
                      <a:pt x="0" y="0"/>
                    </a:moveTo>
                    <a:lnTo>
                      <a:pt x="1739" y="0"/>
                    </a:lnTo>
                    <a:lnTo>
                      <a:pt x="174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285750" indent="-285750" algn="ctr">
                  <a:buFont typeface="Wingdings" panose="05000000000000000000" pitchFamily="2" charset="2"/>
                  <a:buChar char="l"/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0" name="Freeform 221"/>
            <p:cNvSpPr/>
            <p:nvPr/>
          </p:nvSpPr>
          <p:spPr bwMode="auto">
            <a:xfrm>
              <a:off x="1628775" y="1871"/>
              <a:ext cx="38100" cy="168"/>
            </a:xfrm>
            <a:custGeom>
              <a:avLst/>
              <a:gdLst>
                <a:gd name="T0" fmla="*/ 0 w 24"/>
                <a:gd name="T1" fmla="*/ 0 h 168"/>
                <a:gd name="T2" fmla="*/ 24 w 24"/>
                <a:gd name="T3" fmla="*/ 80 h 168"/>
                <a:gd name="T4" fmla="*/ 0 w 24"/>
                <a:gd name="T5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" h="168">
                  <a:moveTo>
                    <a:pt x="0" y="0"/>
                  </a:moveTo>
                  <a:cubicBezTo>
                    <a:pt x="12" y="26"/>
                    <a:pt x="24" y="52"/>
                    <a:pt x="24" y="80"/>
                  </a:cubicBezTo>
                  <a:cubicBezTo>
                    <a:pt x="24" y="108"/>
                    <a:pt x="12" y="138"/>
                    <a:pt x="0" y="168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Freeform 222"/>
            <p:cNvSpPr/>
            <p:nvPr/>
          </p:nvSpPr>
          <p:spPr bwMode="auto">
            <a:xfrm>
              <a:off x="2287587" y="1415"/>
              <a:ext cx="39688" cy="168"/>
            </a:xfrm>
            <a:custGeom>
              <a:avLst/>
              <a:gdLst>
                <a:gd name="T0" fmla="*/ 25 w 25"/>
                <a:gd name="T1" fmla="*/ 0 h 168"/>
                <a:gd name="T2" fmla="*/ 0 w 25"/>
                <a:gd name="T3" fmla="*/ 88 h 168"/>
                <a:gd name="T4" fmla="*/ 25 w 25"/>
                <a:gd name="T5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" h="168">
                  <a:moveTo>
                    <a:pt x="25" y="0"/>
                  </a:moveTo>
                  <a:cubicBezTo>
                    <a:pt x="22" y="15"/>
                    <a:pt x="0" y="60"/>
                    <a:pt x="0" y="88"/>
                  </a:cubicBezTo>
                  <a:cubicBezTo>
                    <a:pt x="0" y="116"/>
                    <a:pt x="11" y="142"/>
                    <a:pt x="25" y="168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Line 223"/>
            <p:cNvSpPr>
              <a:spLocks noChangeShapeType="1"/>
            </p:cNvSpPr>
            <p:nvPr/>
          </p:nvSpPr>
          <p:spPr bwMode="auto">
            <a:xfrm>
              <a:off x="1227137" y="3070"/>
              <a:ext cx="31432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Line 224"/>
            <p:cNvSpPr>
              <a:spLocks noChangeShapeType="1"/>
            </p:cNvSpPr>
            <p:nvPr/>
          </p:nvSpPr>
          <p:spPr bwMode="auto">
            <a:xfrm>
              <a:off x="1227137" y="3402"/>
              <a:ext cx="31432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Oval 225"/>
            <p:cNvSpPr>
              <a:spLocks noChangeArrowheads="1"/>
            </p:cNvSpPr>
            <p:nvPr/>
          </p:nvSpPr>
          <p:spPr bwMode="auto">
            <a:xfrm>
              <a:off x="1330325" y="2826"/>
              <a:ext cx="211138" cy="13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Oval 226"/>
            <p:cNvSpPr>
              <a:spLocks noChangeArrowheads="1"/>
            </p:cNvSpPr>
            <p:nvPr/>
          </p:nvSpPr>
          <p:spPr bwMode="auto">
            <a:xfrm>
              <a:off x="2406650" y="2826"/>
              <a:ext cx="211138" cy="13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Oval 227"/>
            <p:cNvSpPr>
              <a:spLocks noChangeArrowheads="1"/>
            </p:cNvSpPr>
            <p:nvPr/>
          </p:nvSpPr>
          <p:spPr bwMode="auto">
            <a:xfrm>
              <a:off x="2406650" y="3509"/>
              <a:ext cx="211138" cy="13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Arc 228"/>
            <p:cNvSpPr/>
            <p:nvPr/>
          </p:nvSpPr>
          <p:spPr bwMode="auto">
            <a:xfrm>
              <a:off x="2484437" y="2761"/>
              <a:ext cx="230188" cy="13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Line 229"/>
            <p:cNvSpPr>
              <a:spLocks noChangeShapeType="1"/>
            </p:cNvSpPr>
            <p:nvPr/>
          </p:nvSpPr>
          <p:spPr bwMode="auto">
            <a:xfrm>
              <a:off x="2730407" y="1221"/>
              <a:ext cx="0" cy="45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marL="285750" indent="-285750" algn="ctr">
                <a:buFont typeface="Wingdings" panose="05000000000000000000" pitchFamily="2" charset="2"/>
                <a:buChar char="l"/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1947969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18694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(4)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斜视图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792937" y="1842109"/>
            <a:ext cx="9347353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kumimoji="1" lang="zh-CN" altLang="en-US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当物体的表面与投影面成倾斜位置时，其投影不反映实形。</a:t>
            </a:r>
            <a:endParaRPr kumimoji="1" lang="zh-CN" altLang="en-US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806990" y="3397246"/>
            <a:ext cx="6186309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增设一个与倾斜表面平行的辅助投影面。</a:t>
            </a:r>
            <a:endParaRPr kumimoji="1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806990" y="2735716"/>
            <a:ext cx="1989138" cy="5222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解决方法：</a:t>
            </a:r>
            <a:endParaRPr kumimoji="1" lang="zh-CN" altLang="en-US" sz="280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806990" y="4025758"/>
            <a:ext cx="4955203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将倾斜部分向辅助投影面投射。</a:t>
            </a:r>
            <a:endParaRPr kumimoji="1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774023" y="4750552"/>
            <a:ext cx="5572277" cy="1065193"/>
          </a:xfrm>
          <a:prstGeom prst="snip2Diag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斜视图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物体向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不平行于基本投影面</a:t>
            </a:r>
            <a:endParaRPr kumimoji="1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的平面投射所得的视图。</a:t>
            </a:r>
            <a:endParaRPr kumimoji="1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8"/>
          <p:cNvGrpSpPr/>
          <p:nvPr/>
        </p:nvGrpSpPr>
        <p:grpSpPr bwMode="auto">
          <a:xfrm>
            <a:off x="7184236" y="2567810"/>
            <a:ext cx="4654550" cy="3516313"/>
            <a:chOff x="1146" y="895"/>
            <a:chExt cx="2932" cy="2215"/>
          </a:xfrm>
        </p:grpSpPr>
        <p:sp>
          <p:nvSpPr>
            <p:cNvPr id="9" name="Freeform 9"/>
            <p:cNvSpPr/>
            <p:nvPr/>
          </p:nvSpPr>
          <p:spPr bwMode="auto">
            <a:xfrm>
              <a:off x="1156" y="2270"/>
              <a:ext cx="2922" cy="788"/>
            </a:xfrm>
            <a:custGeom>
              <a:avLst/>
              <a:gdLst>
                <a:gd name="T0" fmla="*/ 0 w 2922"/>
                <a:gd name="T1" fmla="*/ 0 h 788"/>
                <a:gd name="T2" fmla="*/ 788 w 2922"/>
                <a:gd name="T3" fmla="*/ 788 h 788"/>
                <a:gd name="T4" fmla="*/ 2922 w 2922"/>
                <a:gd name="T5" fmla="*/ 788 h 788"/>
                <a:gd name="T6" fmla="*/ 2134 w 2922"/>
                <a:gd name="T7" fmla="*/ 0 h 788"/>
                <a:gd name="T8" fmla="*/ 0 w 2922"/>
                <a:gd name="T9" fmla="*/ 0 h 7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22"/>
                <a:gd name="T16" fmla="*/ 0 h 788"/>
                <a:gd name="T17" fmla="*/ 2922 w 2922"/>
                <a:gd name="T18" fmla="*/ 788 h 7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22" h="788">
                  <a:moveTo>
                    <a:pt x="0" y="0"/>
                  </a:moveTo>
                  <a:lnTo>
                    <a:pt x="788" y="788"/>
                  </a:lnTo>
                  <a:lnTo>
                    <a:pt x="2922" y="788"/>
                  </a:lnTo>
                  <a:lnTo>
                    <a:pt x="213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FF"/>
            </a:solidFill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1158" y="923"/>
              <a:ext cx="2135" cy="1352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rgbClr val="000000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1146" y="895"/>
              <a:ext cx="269" cy="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V</a:t>
              </a:r>
              <a:endParaRPr kumimoji="1" lang="en-US" altLang="zh-CN" sz="2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 rot="1328603">
              <a:off x="3644" y="2780"/>
              <a:ext cx="291" cy="330"/>
            </a:xfrm>
            <a:prstGeom prst="rect">
              <a:avLst/>
            </a:prstGeom>
            <a:noFill/>
            <a:ln>
              <a:noFill/>
            </a:ln>
            <a:scene3d>
              <a:camera prst="isometricTopUp"/>
              <a:lightRig rig="threePt" dir="t"/>
            </a:scene3d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kumimoji="1" lang="en-US" altLang="zh-CN" sz="28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Group 13"/>
          <p:cNvGrpSpPr/>
          <p:nvPr/>
        </p:nvGrpSpPr>
        <p:grpSpPr bwMode="auto">
          <a:xfrm>
            <a:off x="7901786" y="5131622"/>
            <a:ext cx="1909762" cy="568325"/>
            <a:chOff x="1598" y="2510"/>
            <a:chExt cx="1203" cy="358"/>
          </a:xfrm>
        </p:grpSpPr>
        <p:sp>
          <p:nvSpPr>
            <p:cNvPr id="14" name="Freeform 14"/>
            <p:cNvSpPr/>
            <p:nvPr/>
          </p:nvSpPr>
          <p:spPr bwMode="auto">
            <a:xfrm>
              <a:off x="1598" y="2549"/>
              <a:ext cx="282" cy="282"/>
            </a:xfrm>
            <a:custGeom>
              <a:avLst/>
              <a:gdLst>
                <a:gd name="T0" fmla="*/ 0 w 845"/>
                <a:gd name="T1" fmla="*/ 0 h 844"/>
                <a:gd name="T2" fmla="*/ 3 w 845"/>
                <a:gd name="T3" fmla="*/ 3 h 844"/>
                <a:gd name="T4" fmla="*/ 3 w 845"/>
                <a:gd name="T5" fmla="*/ 3 h 844"/>
                <a:gd name="T6" fmla="*/ 0 60000 65536"/>
                <a:gd name="T7" fmla="*/ 0 60000 65536"/>
                <a:gd name="T8" fmla="*/ 0 60000 65536"/>
                <a:gd name="T9" fmla="*/ 0 w 845"/>
                <a:gd name="T10" fmla="*/ 0 h 844"/>
                <a:gd name="T11" fmla="*/ 845 w 845"/>
                <a:gd name="T12" fmla="*/ 844 h 8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5" h="844">
                  <a:moveTo>
                    <a:pt x="0" y="0"/>
                  </a:moveTo>
                  <a:lnTo>
                    <a:pt x="844" y="844"/>
                  </a:lnTo>
                  <a:lnTo>
                    <a:pt x="845" y="844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Freeform 15"/>
            <p:cNvSpPr/>
            <p:nvPr/>
          </p:nvSpPr>
          <p:spPr bwMode="auto">
            <a:xfrm>
              <a:off x="1598" y="2549"/>
              <a:ext cx="949" cy="1"/>
            </a:xfrm>
            <a:custGeom>
              <a:avLst/>
              <a:gdLst>
                <a:gd name="T0" fmla="*/ 0 w 2846"/>
                <a:gd name="T1" fmla="*/ 0 h 1"/>
                <a:gd name="T2" fmla="*/ 12 w 2846"/>
                <a:gd name="T3" fmla="*/ 0 h 1"/>
                <a:gd name="T4" fmla="*/ 12 w 2846"/>
                <a:gd name="T5" fmla="*/ 0 h 1"/>
                <a:gd name="T6" fmla="*/ 0 60000 65536"/>
                <a:gd name="T7" fmla="*/ 0 60000 65536"/>
                <a:gd name="T8" fmla="*/ 0 60000 65536"/>
                <a:gd name="T9" fmla="*/ 0 w 2846"/>
                <a:gd name="T10" fmla="*/ 0 h 1"/>
                <a:gd name="T11" fmla="*/ 2846 w 284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46" h="1">
                  <a:moveTo>
                    <a:pt x="0" y="0"/>
                  </a:moveTo>
                  <a:lnTo>
                    <a:pt x="2845" y="0"/>
                  </a:lnTo>
                  <a:lnTo>
                    <a:pt x="2846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Freeform 16"/>
            <p:cNvSpPr/>
            <p:nvPr/>
          </p:nvSpPr>
          <p:spPr bwMode="auto">
            <a:xfrm>
              <a:off x="1879" y="2831"/>
              <a:ext cx="922" cy="1"/>
            </a:xfrm>
            <a:custGeom>
              <a:avLst/>
              <a:gdLst>
                <a:gd name="T0" fmla="*/ 0 w 2766"/>
                <a:gd name="T1" fmla="*/ 0 h 1"/>
                <a:gd name="T2" fmla="*/ 11 w 2766"/>
                <a:gd name="T3" fmla="*/ 0 h 1"/>
                <a:gd name="T4" fmla="*/ 11 w 2766"/>
                <a:gd name="T5" fmla="*/ 0 h 1"/>
                <a:gd name="T6" fmla="*/ 0 60000 65536"/>
                <a:gd name="T7" fmla="*/ 0 60000 65536"/>
                <a:gd name="T8" fmla="*/ 0 60000 65536"/>
                <a:gd name="T9" fmla="*/ 0 w 2766"/>
                <a:gd name="T10" fmla="*/ 0 h 1"/>
                <a:gd name="T11" fmla="*/ 2766 w 276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66" h="1">
                  <a:moveTo>
                    <a:pt x="0" y="0"/>
                  </a:moveTo>
                  <a:lnTo>
                    <a:pt x="2765" y="0"/>
                  </a:lnTo>
                  <a:lnTo>
                    <a:pt x="2766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17"/>
            <p:cNvSpPr/>
            <p:nvPr/>
          </p:nvSpPr>
          <p:spPr bwMode="auto">
            <a:xfrm>
              <a:off x="1972" y="2510"/>
              <a:ext cx="358" cy="358"/>
            </a:xfrm>
            <a:custGeom>
              <a:avLst/>
              <a:gdLst>
                <a:gd name="T0" fmla="*/ 0 w 1075"/>
                <a:gd name="T1" fmla="*/ 0 h 1075"/>
                <a:gd name="T2" fmla="*/ 4 w 1075"/>
                <a:gd name="T3" fmla="*/ 4 h 1075"/>
                <a:gd name="T4" fmla="*/ 4 w 1075"/>
                <a:gd name="T5" fmla="*/ 4 h 1075"/>
                <a:gd name="T6" fmla="*/ 0 60000 65536"/>
                <a:gd name="T7" fmla="*/ 0 60000 65536"/>
                <a:gd name="T8" fmla="*/ 0 60000 65536"/>
                <a:gd name="T9" fmla="*/ 0 w 1075"/>
                <a:gd name="T10" fmla="*/ 0 h 1075"/>
                <a:gd name="T11" fmla="*/ 1075 w 1075"/>
                <a:gd name="T12" fmla="*/ 1075 h 10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75" h="1075">
                  <a:moveTo>
                    <a:pt x="0" y="0"/>
                  </a:moveTo>
                  <a:lnTo>
                    <a:pt x="1074" y="1075"/>
                  </a:lnTo>
                  <a:lnTo>
                    <a:pt x="1075" y="107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Freeform 18"/>
            <p:cNvSpPr/>
            <p:nvPr/>
          </p:nvSpPr>
          <p:spPr bwMode="auto">
            <a:xfrm>
              <a:off x="1887" y="2587"/>
              <a:ext cx="486" cy="163"/>
            </a:xfrm>
            <a:custGeom>
              <a:avLst/>
              <a:gdLst>
                <a:gd name="T0" fmla="*/ 0 w 1460"/>
                <a:gd name="T1" fmla="*/ 1 h 487"/>
                <a:gd name="T2" fmla="*/ 0 w 1460"/>
                <a:gd name="T3" fmla="*/ 1 h 487"/>
                <a:gd name="T4" fmla="*/ 0 w 1460"/>
                <a:gd name="T5" fmla="*/ 1 h 487"/>
                <a:gd name="T6" fmla="*/ 0 w 1460"/>
                <a:gd name="T7" fmla="*/ 1 h 487"/>
                <a:gd name="T8" fmla="*/ 1 w 1460"/>
                <a:gd name="T9" fmla="*/ 1 h 487"/>
                <a:gd name="T10" fmla="*/ 1 w 1460"/>
                <a:gd name="T11" fmla="*/ 2 h 487"/>
                <a:gd name="T12" fmla="*/ 2 w 1460"/>
                <a:gd name="T13" fmla="*/ 2 h 487"/>
                <a:gd name="T14" fmla="*/ 2 w 1460"/>
                <a:gd name="T15" fmla="*/ 2 h 487"/>
                <a:gd name="T16" fmla="*/ 3 w 1460"/>
                <a:gd name="T17" fmla="*/ 2 h 487"/>
                <a:gd name="T18" fmla="*/ 3 w 1460"/>
                <a:gd name="T19" fmla="*/ 2 h 487"/>
                <a:gd name="T20" fmla="*/ 4 w 1460"/>
                <a:gd name="T21" fmla="*/ 2 h 487"/>
                <a:gd name="T22" fmla="*/ 4 w 1460"/>
                <a:gd name="T23" fmla="*/ 2 h 487"/>
                <a:gd name="T24" fmla="*/ 5 w 1460"/>
                <a:gd name="T25" fmla="*/ 2 h 487"/>
                <a:gd name="T26" fmla="*/ 5 w 1460"/>
                <a:gd name="T27" fmla="*/ 2 h 487"/>
                <a:gd name="T28" fmla="*/ 6 w 1460"/>
                <a:gd name="T29" fmla="*/ 2 h 487"/>
                <a:gd name="T30" fmla="*/ 6 w 1460"/>
                <a:gd name="T31" fmla="*/ 2 h 487"/>
                <a:gd name="T32" fmla="*/ 6 w 1460"/>
                <a:gd name="T33" fmla="*/ 1 h 487"/>
                <a:gd name="T34" fmla="*/ 6 w 1460"/>
                <a:gd name="T35" fmla="*/ 1 h 487"/>
                <a:gd name="T36" fmla="*/ 6 w 1460"/>
                <a:gd name="T37" fmla="*/ 1 h 487"/>
                <a:gd name="T38" fmla="*/ 6 w 1460"/>
                <a:gd name="T39" fmla="*/ 1 h 487"/>
                <a:gd name="T40" fmla="*/ 5 w 1460"/>
                <a:gd name="T41" fmla="*/ 1 h 487"/>
                <a:gd name="T42" fmla="*/ 5 w 1460"/>
                <a:gd name="T43" fmla="*/ 1 h 487"/>
                <a:gd name="T44" fmla="*/ 5 w 1460"/>
                <a:gd name="T45" fmla="*/ 0 h 487"/>
                <a:gd name="T46" fmla="*/ 4 w 1460"/>
                <a:gd name="T47" fmla="*/ 0 h 487"/>
                <a:gd name="T48" fmla="*/ 4 w 1460"/>
                <a:gd name="T49" fmla="*/ 0 h 487"/>
                <a:gd name="T50" fmla="*/ 3 w 1460"/>
                <a:gd name="T51" fmla="*/ 0 h 487"/>
                <a:gd name="T52" fmla="*/ 2 w 1460"/>
                <a:gd name="T53" fmla="*/ 0 h 487"/>
                <a:gd name="T54" fmla="*/ 2 w 1460"/>
                <a:gd name="T55" fmla="*/ 0 h 487"/>
                <a:gd name="T56" fmla="*/ 1 w 1460"/>
                <a:gd name="T57" fmla="*/ 0 h 487"/>
                <a:gd name="T58" fmla="*/ 1 w 1460"/>
                <a:gd name="T59" fmla="*/ 0 h 487"/>
                <a:gd name="T60" fmla="*/ 1 w 1460"/>
                <a:gd name="T61" fmla="*/ 0 h 487"/>
                <a:gd name="T62" fmla="*/ 0 w 1460"/>
                <a:gd name="T63" fmla="*/ 0 h 487"/>
                <a:gd name="T64" fmla="*/ 0 w 1460"/>
                <a:gd name="T65" fmla="*/ 0 h 487"/>
                <a:gd name="T66" fmla="*/ 0 w 1460"/>
                <a:gd name="T67" fmla="*/ 1 h 487"/>
                <a:gd name="T68" fmla="*/ 0 w 1460"/>
                <a:gd name="T69" fmla="*/ 1 h 48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460"/>
                <a:gd name="T106" fmla="*/ 0 h 487"/>
                <a:gd name="T107" fmla="*/ 1460 w 1460"/>
                <a:gd name="T108" fmla="*/ 487 h 48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460" h="487">
                  <a:moveTo>
                    <a:pt x="0" y="153"/>
                  </a:moveTo>
                  <a:lnTo>
                    <a:pt x="8" y="198"/>
                  </a:lnTo>
                  <a:lnTo>
                    <a:pt x="43" y="245"/>
                  </a:lnTo>
                  <a:lnTo>
                    <a:pt x="102" y="290"/>
                  </a:lnTo>
                  <a:lnTo>
                    <a:pt x="183" y="335"/>
                  </a:lnTo>
                  <a:lnTo>
                    <a:pt x="285" y="376"/>
                  </a:lnTo>
                  <a:lnTo>
                    <a:pt x="402" y="412"/>
                  </a:lnTo>
                  <a:lnTo>
                    <a:pt x="531" y="443"/>
                  </a:lnTo>
                  <a:lnTo>
                    <a:pt x="668" y="465"/>
                  </a:lnTo>
                  <a:lnTo>
                    <a:pt x="807" y="480"/>
                  </a:lnTo>
                  <a:lnTo>
                    <a:pt x="943" y="487"/>
                  </a:lnTo>
                  <a:lnTo>
                    <a:pt x="1072" y="484"/>
                  </a:lnTo>
                  <a:lnTo>
                    <a:pt x="1188" y="473"/>
                  </a:lnTo>
                  <a:lnTo>
                    <a:pt x="1287" y="454"/>
                  </a:lnTo>
                  <a:lnTo>
                    <a:pt x="1367" y="427"/>
                  </a:lnTo>
                  <a:lnTo>
                    <a:pt x="1423" y="394"/>
                  </a:lnTo>
                  <a:lnTo>
                    <a:pt x="1455" y="354"/>
                  </a:lnTo>
                  <a:lnTo>
                    <a:pt x="1460" y="311"/>
                  </a:lnTo>
                  <a:lnTo>
                    <a:pt x="1439" y="266"/>
                  </a:lnTo>
                  <a:lnTo>
                    <a:pt x="1392" y="220"/>
                  </a:lnTo>
                  <a:lnTo>
                    <a:pt x="1322" y="174"/>
                  </a:lnTo>
                  <a:lnTo>
                    <a:pt x="1230" y="130"/>
                  </a:lnTo>
                  <a:lnTo>
                    <a:pt x="1120" y="92"/>
                  </a:lnTo>
                  <a:lnTo>
                    <a:pt x="996" y="59"/>
                  </a:lnTo>
                  <a:lnTo>
                    <a:pt x="862" y="32"/>
                  </a:lnTo>
                  <a:lnTo>
                    <a:pt x="724" y="12"/>
                  </a:lnTo>
                  <a:lnTo>
                    <a:pt x="585" y="2"/>
                  </a:lnTo>
                  <a:lnTo>
                    <a:pt x="453" y="0"/>
                  </a:lnTo>
                  <a:lnTo>
                    <a:pt x="330" y="7"/>
                  </a:lnTo>
                  <a:lnTo>
                    <a:pt x="221" y="21"/>
                  </a:lnTo>
                  <a:lnTo>
                    <a:pt x="132" y="45"/>
                  </a:lnTo>
                  <a:lnTo>
                    <a:pt x="63" y="76"/>
                  </a:lnTo>
                  <a:lnTo>
                    <a:pt x="19" y="112"/>
                  </a:lnTo>
                  <a:lnTo>
                    <a:pt x="0" y="153"/>
                  </a:lnTo>
                  <a:lnTo>
                    <a:pt x="2" y="15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Freeform 19"/>
            <p:cNvSpPr/>
            <p:nvPr/>
          </p:nvSpPr>
          <p:spPr bwMode="auto">
            <a:xfrm>
              <a:off x="2407" y="2549"/>
              <a:ext cx="281" cy="282"/>
            </a:xfrm>
            <a:custGeom>
              <a:avLst/>
              <a:gdLst>
                <a:gd name="T0" fmla="*/ 0 w 844"/>
                <a:gd name="T1" fmla="*/ 0 h 844"/>
                <a:gd name="T2" fmla="*/ 3 w 844"/>
                <a:gd name="T3" fmla="*/ 3 h 844"/>
                <a:gd name="T4" fmla="*/ 3 w 844"/>
                <a:gd name="T5" fmla="*/ 3 h 844"/>
                <a:gd name="T6" fmla="*/ 0 60000 65536"/>
                <a:gd name="T7" fmla="*/ 0 60000 65536"/>
                <a:gd name="T8" fmla="*/ 0 60000 65536"/>
                <a:gd name="T9" fmla="*/ 0 w 844"/>
                <a:gd name="T10" fmla="*/ 0 h 844"/>
                <a:gd name="T11" fmla="*/ 844 w 844"/>
                <a:gd name="T12" fmla="*/ 844 h 8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4" h="844">
                  <a:moveTo>
                    <a:pt x="0" y="0"/>
                  </a:moveTo>
                  <a:lnTo>
                    <a:pt x="843" y="844"/>
                  </a:lnTo>
                  <a:lnTo>
                    <a:pt x="844" y="844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2546" y="2549"/>
              <a:ext cx="255" cy="282"/>
            </a:xfrm>
            <a:custGeom>
              <a:avLst/>
              <a:gdLst>
                <a:gd name="T0" fmla="*/ 0 w 765"/>
                <a:gd name="T1" fmla="*/ 0 h 844"/>
                <a:gd name="T2" fmla="*/ 1 w 765"/>
                <a:gd name="T3" fmla="*/ 1 h 844"/>
                <a:gd name="T4" fmla="*/ 2 w 765"/>
                <a:gd name="T5" fmla="*/ 2 h 844"/>
                <a:gd name="T6" fmla="*/ 2 w 765"/>
                <a:gd name="T7" fmla="*/ 2 h 844"/>
                <a:gd name="T8" fmla="*/ 2 w 765"/>
                <a:gd name="T9" fmla="*/ 3 h 844"/>
                <a:gd name="T10" fmla="*/ 3 w 765"/>
                <a:gd name="T11" fmla="*/ 3 h 844"/>
                <a:gd name="T12" fmla="*/ 3 w 765"/>
                <a:gd name="T13" fmla="*/ 3 h 844"/>
                <a:gd name="T14" fmla="*/ 3 w 765"/>
                <a:gd name="T15" fmla="*/ 3 h 8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65"/>
                <a:gd name="T25" fmla="*/ 0 h 844"/>
                <a:gd name="T26" fmla="*/ 765 w 765"/>
                <a:gd name="T27" fmla="*/ 844 h 8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65" h="844">
                  <a:moveTo>
                    <a:pt x="0" y="0"/>
                  </a:moveTo>
                  <a:lnTo>
                    <a:pt x="244" y="256"/>
                  </a:lnTo>
                  <a:lnTo>
                    <a:pt x="391" y="383"/>
                  </a:lnTo>
                  <a:lnTo>
                    <a:pt x="522" y="575"/>
                  </a:lnTo>
                  <a:lnTo>
                    <a:pt x="573" y="696"/>
                  </a:lnTo>
                  <a:lnTo>
                    <a:pt x="638" y="751"/>
                  </a:lnTo>
                  <a:lnTo>
                    <a:pt x="764" y="844"/>
                  </a:lnTo>
                  <a:lnTo>
                    <a:pt x="765" y="84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2" name="Group 21"/>
            <p:cNvGrpSpPr/>
            <p:nvPr/>
          </p:nvGrpSpPr>
          <p:grpSpPr bwMode="auto">
            <a:xfrm>
              <a:off x="1792" y="2668"/>
              <a:ext cx="669" cy="1"/>
              <a:chOff x="1792" y="2668"/>
              <a:chExt cx="669" cy="1"/>
            </a:xfrm>
          </p:grpSpPr>
          <p:sp>
            <p:nvSpPr>
              <p:cNvPr id="23" name="Freeform 22"/>
              <p:cNvSpPr/>
              <p:nvPr/>
            </p:nvSpPr>
            <p:spPr bwMode="auto">
              <a:xfrm>
                <a:off x="1792" y="2668"/>
                <a:ext cx="403" cy="1"/>
              </a:xfrm>
              <a:custGeom>
                <a:avLst/>
                <a:gdLst>
                  <a:gd name="T0" fmla="*/ 0 w 1207"/>
                  <a:gd name="T1" fmla="*/ 0 h 1"/>
                  <a:gd name="T2" fmla="*/ 5 w 1207"/>
                  <a:gd name="T3" fmla="*/ 0 h 1"/>
                  <a:gd name="T4" fmla="*/ 5 w 120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207"/>
                  <a:gd name="T10" fmla="*/ 0 h 1"/>
                  <a:gd name="T11" fmla="*/ 1207 w 120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07" h="1">
                    <a:moveTo>
                      <a:pt x="0" y="0"/>
                    </a:moveTo>
                    <a:lnTo>
                      <a:pt x="1206" y="0"/>
                    </a:lnTo>
                    <a:lnTo>
                      <a:pt x="120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Freeform 23"/>
              <p:cNvSpPr/>
              <p:nvPr/>
            </p:nvSpPr>
            <p:spPr bwMode="auto">
              <a:xfrm>
                <a:off x="2236" y="2668"/>
                <a:ext cx="21" cy="1"/>
              </a:xfrm>
              <a:custGeom>
                <a:avLst/>
                <a:gdLst>
                  <a:gd name="T0" fmla="*/ 0 w 64"/>
                  <a:gd name="T1" fmla="*/ 0 h 1"/>
                  <a:gd name="T2" fmla="*/ 0 w 64"/>
                  <a:gd name="T3" fmla="*/ 0 h 1"/>
                  <a:gd name="T4" fmla="*/ 0 w 6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4"/>
                  <a:gd name="T10" fmla="*/ 0 h 1"/>
                  <a:gd name="T11" fmla="*/ 64 w 6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4" h="1">
                    <a:moveTo>
                      <a:pt x="0" y="0"/>
                    </a:moveTo>
                    <a:lnTo>
                      <a:pt x="63" y="0"/>
                    </a:lnTo>
                    <a:lnTo>
                      <a:pt x="6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Freeform 24"/>
              <p:cNvSpPr/>
              <p:nvPr/>
            </p:nvSpPr>
            <p:spPr bwMode="auto">
              <a:xfrm>
                <a:off x="2299" y="2668"/>
                <a:ext cx="162" cy="1"/>
              </a:xfrm>
              <a:custGeom>
                <a:avLst/>
                <a:gdLst>
                  <a:gd name="T0" fmla="*/ 0 w 485"/>
                  <a:gd name="T1" fmla="*/ 0 h 1"/>
                  <a:gd name="T2" fmla="*/ 2 w 485"/>
                  <a:gd name="T3" fmla="*/ 0 h 1"/>
                  <a:gd name="T4" fmla="*/ 2 w 48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85"/>
                  <a:gd name="T10" fmla="*/ 0 h 1"/>
                  <a:gd name="T11" fmla="*/ 485 w 48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5" h="1">
                    <a:moveTo>
                      <a:pt x="0" y="0"/>
                    </a:moveTo>
                    <a:lnTo>
                      <a:pt x="484" y="0"/>
                    </a:lnTo>
                    <a:lnTo>
                      <a:pt x="48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6" name="Group 25"/>
          <p:cNvGrpSpPr/>
          <p:nvPr/>
        </p:nvGrpSpPr>
        <p:grpSpPr bwMode="auto">
          <a:xfrm>
            <a:off x="7466811" y="2739260"/>
            <a:ext cx="2108200" cy="1033462"/>
            <a:chOff x="1324" y="1003"/>
            <a:chExt cx="1328" cy="651"/>
          </a:xfrm>
        </p:grpSpPr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2431" y="1105"/>
              <a:ext cx="115" cy="11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>
              <a:off x="2160" y="1376"/>
              <a:ext cx="119" cy="1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28"/>
            <p:cNvSpPr>
              <a:spLocks noChangeShapeType="1"/>
            </p:cNvSpPr>
            <p:nvPr/>
          </p:nvSpPr>
          <p:spPr bwMode="auto">
            <a:xfrm>
              <a:off x="1975" y="1448"/>
              <a:ext cx="0" cy="1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>
              <a:off x="1463" y="1448"/>
              <a:ext cx="0" cy="16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>
              <a:off x="2265" y="1200"/>
              <a:ext cx="177" cy="17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Freeform 31"/>
            <p:cNvSpPr/>
            <p:nvPr/>
          </p:nvSpPr>
          <p:spPr bwMode="auto">
            <a:xfrm>
              <a:off x="1324" y="1447"/>
              <a:ext cx="765" cy="1"/>
            </a:xfrm>
            <a:custGeom>
              <a:avLst/>
              <a:gdLst>
                <a:gd name="T0" fmla="*/ 0 w 2297"/>
                <a:gd name="T1" fmla="*/ 0 h 1"/>
                <a:gd name="T2" fmla="*/ 9 w 2297"/>
                <a:gd name="T3" fmla="*/ 0 h 1"/>
                <a:gd name="T4" fmla="*/ 9 w 2297"/>
                <a:gd name="T5" fmla="*/ 0 h 1"/>
                <a:gd name="T6" fmla="*/ 0 60000 65536"/>
                <a:gd name="T7" fmla="*/ 0 60000 65536"/>
                <a:gd name="T8" fmla="*/ 0 60000 65536"/>
                <a:gd name="T9" fmla="*/ 0 w 2297"/>
                <a:gd name="T10" fmla="*/ 0 h 1"/>
                <a:gd name="T11" fmla="*/ 2297 w 229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7" h="1">
                  <a:moveTo>
                    <a:pt x="0" y="0"/>
                  </a:moveTo>
                  <a:lnTo>
                    <a:pt x="2296" y="0"/>
                  </a:lnTo>
                  <a:lnTo>
                    <a:pt x="2297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Freeform 32"/>
            <p:cNvSpPr/>
            <p:nvPr/>
          </p:nvSpPr>
          <p:spPr bwMode="auto">
            <a:xfrm>
              <a:off x="1324" y="1447"/>
              <a:ext cx="1" cy="168"/>
            </a:xfrm>
            <a:custGeom>
              <a:avLst/>
              <a:gdLst>
                <a:gd name="T0" fmla="*/ 0 w 1"/>
                <a:gd name="T1" fmla="*/ 0 h 503"/>
                <a:gd name="T2" fmla="*/ 0 w 1"/>
                <a:gd name="T3" fmla="*/ 2 h 503"/>
                <a:gd name="T4" fmla="*/ 1 w 1"/>
                <a:gd name="T5" fmla="*/ 2 h 503"/>
                <a:gd name="T6" fmla="*/ 0 60000 65536"/>
                <a:gd name="T7" fmla="*/ 0 60000 65536"/>
                <a:gd name="T8" fmla="*/ 0 60000 65536"/>
                <a:gd name="T9" fmla="*/ 0 w 1"/>
                <a:gd name="T10" fmla="*/ 0 h 503"/>
                <a:gd name="T11" fmla="*/ 1 w 1"/>
                <a:gd name="T12" fmla="*/ 503 h 5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03">
                  <a:moveTo>
                    <a:pt x="0" y="0"/>
                  </a:moveTo>
                  <a:lnTo>
                    <a:pt x="0" y="503"/>
                  </a:lnTo>
                  <a:lnTo>
                    <a:pt x="1" y="50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Freeform 33"/>
            <p:cNvSpPr/>
            <p:nvPr/>
          </p:nvSpPr>
          <p:spPr bwMode="auto">
            <a:xfrm>
              <a:off x="2089" y="1003"/>
              <a:ext cx="444" cy="444"/>
            </a:xfrm>
            <a:custGeom>
              <a:avLst/>
              <a:gdLst>
                <a:gd name="T0" fmla="*/ 0 w 1332"/>
                <a:gd name="T1" fmla="*/ 5 h 1332"/>
                <a:gd name="T2" fmla="*/ 5 w 1332"/>
                <a:gd name="T3" fmla="*/ 0 h 1332"/>
                <a:gd name="T4" fmla="*/ 5 w 1332"/>
                <a:gd name="T5" fmla="*/ 0 h 1332"/>
                <a:gd name="T6" fmla="*/ 0 60000 65536"/>
                <a:gd name="T7" fmla="*/ 0 60000 65536"/>
                <a:gd name="T8" fmla="*/ 0 60000 65536"/>
                <a:gd name="T9" fmla="*/ 0 w 1332"/>
                <a:gd name="T10" fmla="*/ 0 h 1332"/>
                <a:gd name="T11" fmla="*/ 1332 w 1332"/>
                <a:gd name="T12" fmla="*/ 1332 h 13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32" h="1332">
                  <a:moveTo>
                    <a:pt x="0" y="1332"/>
                  </a:moveTo>
                  <a:lnTo>
                    <a:pt x="1331" y="0"/>
                  </a:lnTo>
                  <a:lnTo>
                    <a:pt x="133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Freeform 34"/>
            <p:cNvSpPr/>
            <p:nvPr/>
          </p:nvSpPr>
          <p:spPr bwMode="auto">
            <a:xfrm>
              <a:off x="1324" y="1615"/>
              <a:ext cx="834" cy="1"/>
            </a:xfrm>
            <a:custGeom>
              <a:avLst/>
              <a:gdLst>
                <a:gd name="T0" fmla="*/ 0 w 2504"/>
                <a:gd name="T1" fmla="*/ 0 h 1"/>
                <a:gd name="T2" fmla="*/ 10 w 2504"/>
                <a:gd name="T3" fmla="*/ 0 h 1"/>
                <a:gd name="T4" fmla="*/ 10 w 2504"/>
                <a:gd name="T5" fmla="*/ 0 h 1"/>
                <a:gd name="T6" fmla="*/ 0 60000 65536"/>
                <a:gd name="T7" fmla="*/ 0 60000 65536"/>
                <a:gd name="T8" fmla="*/ 0 60000 65536"/>
                <a:gd name="T9" fmla="*/ 0 w 2504"/>
                <a:gd name="T10" fmla="*/ 0 h 1"/>
                <a:gd name="T11" fmla="*/ 2504 w 250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04" h="1">
                  <a:moveTo>
                    <a:pt x="0" y="0"/>
                  </a:moveTo>
                  <a:lnTo>
                    <a:pt x="2503" y="0"/>
                  </a:lnTo>
                  <a:lnTo>
                    <a:pt x="2504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35"/>
            <p:cNvSpPr/>
            <p:nvPr/>
          </p:nvSpPr>
          <p:spPr bwMode="auto">
            <a:xfrm>
              <a:off x="2158" y="1122"/>
              <a:ext cx="494" cy="493"/>
            </a:xfrm>
            <a:custGeom>
              <a:avLst/>
              <a:gdLst>
                <a:gd name="T0" fmla="*/ 0 w 1481"/>
                <a:gd name="T1" fmla="*/ 6 h 1479"/>
                <a:gd name="T2" fmla="*/ 6 w 1481"/>
                <a:gd name="T3" fmla="*/ 0 h 1479"/>
                <a:gd name="T4" fmla="*/ 6 w 1481"/>
                <a:gd name="T5" fmla="*/ 0 h 1479"/>
                <a:gd name="T6" fmla="*/ 0 60000 65536"/>
                <a:gd name="T7" fmla="*/ 0 60000 65536"/>
                <a:gd name="T8" fmla="*/ 0 60000 65536"/>
                <a:gd name="T9" fmla="*/ 0 w 1481"/>
                <a:gd name="T10" fmla="*/ 0 h 1479"/>
                <a:gd name="T11" fmla="*/ 1481 w 1481"/>
                <a:gd name="T12" fmla="*/ 1479 h 14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81" h="1479">
                  <a:moveTo>
                    <a:pt x="0" y="1479"/>
                  </a:moveTo>
                  <a:lnTo>
                    <a:pt x="1480" y="0"/>
                  </a:lnTo>
                  <a:lnTo>
                    <a:pt x="148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Freeform 36"/>
            <p:cNvSpPr/>
            <p:nvPr/>
          </p:nvSpPr>
          <p:spPr bwMode="auto">
            <a:xfrm>
              <a:off x="2533" y="1003"/>
              <a:ext cx="119" cy="119"/>
            </a:xfrm>
            <a:custGeom>
              <a:avLst/>
              <a:gdLst>
                <a:gd name="T0" fmla="*/ 0 w 357"/>
                <a:gd name="T1" fmla="*/ 0 h 356"/>
                <a:gd name="T2" fmla="*/ 1 w 357"/>
                <a:gd name="T3" fmla="*/ 1 h 356"/>
                <a:gd name="T4" fmla="*/ 1 w 357"/>
                <a:gd name="T5" fmla="*/ 1 h 356"/>
                <a:gd name="T6" fmla="*/ 0 60000 65536"/>
                <a:gd name="T7" fmla="*/ 0 60000 65536"/>
                <a:gd name="T8" fmla="*/ 0 60000 65536"/>
                <a:gd name="T9" fmla="*/ 0 w 357"/>
                <a:gd name="T10" fmla="*/ 0 h 356"/>
                <a:gd name="T11" fmla="*/ 357 w 357"/>
                <a:gd name="T12" fmla="*/ 356 h 3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7" h="356">
                  <a:moveTo>
                    <a:pt x="0" y="0"/>
                  </a:moveTo>
                  <a:lnTo>
                    <a:pt x="356" y="356"/>
                  </a:lnTo>
                  <a:lnTo>
                    <a:pt x="357" y="356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 flipV="1">
              <a:off x="1718" y="1411"/>
              <a:ext cx="0" cy="24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Freeform 38"/>
          <p:cNvSpPr/>
          <p:nvPr/>
        </p:nvSpPr>
        <p:spPr bwMode="auto">
          <a:xfrm>
            <a:off x="9246398" y="3423472"/>
            <a:ext cx="2573338" cy="2571750"/>
          </a:xfrm>
          <a:custGeom>
            <a:avLst/>
            <a:gdLst>
              <a:gd name="T0" fmla="*/ 0 w 1621"/>
              <a:gd name="T1" fmla="*/ 2147483647 h 1620"/>
              <a:gd name="T2" fmla="*/ 2147483647 w 1621"/>
              <a:gd name="T3" fmla="*/ 0 h 1620"/>
              <a:gd name="T4" fmla="*/ 2147483647 w 1621"/>
              <a:gd name="T5" fmla="*/ 2147483647 h 1620"/>
              <a:gd name="T6" fmla="*/ 2147483647 w 1621"/>
              <a:gd name="T7" fmla="*/ 2147483647 h 1620"/>
              <a:gd name="T8" fmla="*/ 0 w 1621"/>
              <a:gd name="T9" fmla="*/ 2147483647 h 16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21"/>
              <a:gd name="T16" fmla="*/ 0 h 1620"/>
              <a:gd name="T17" fmla="*/ 1621 w 1621"/>
              <a:gd name="T18" fmla="*/ 1620 h 16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21" h="1620">
                <a:moveTo>
                  <a:pt x="0" y="844"/>
                </a:moveTo>
                <a:lnTo>
                  <a:pt x="844" y="0"/>
                </a:lnTo>
                <a:lnTo>
                  <a:pt x="1621" y="777"/>
                </a:lnTo>
                <a:lnTo>
                  <a:pt x="778" y="1620"/>
                </a:lnTo>
                <a:lnTo>
                  <a:pt x="0" y="844"/>
                </a:lnTo>
                <a:close/>
              </a:path>
            </a:pathLst>
          </a:custGeom>
          <a:solidFill>
            <a:srgbClr val="FFFFCC"/>
          </a:solidFill>
          <a:ln w="12700">
            <a:solidFill>
              <a:srgbClr val="000000"/>
            </a:solidFill>
            <a:round/>
            <a:headEnd type="none" w="sm" len="lg"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1" name="Group 39"/>
          <p:cNvGrpSpPr/>
          <p:nvPr/>
        </p:nvGrpSpPr>
        <p:grpSpPr bwMode="auto">
          <a:xfrm>
            <a:off x="9975061" y="3453635"/>
            <a:ext cx="1041400" cy="1803400"/>
            <a:chOff x="2904" y="1453"/>
            <a:chExt cx="656" cy="1136"/>
          </a:xfrm>
        </p:grpSpPr>
        <p:grpSp>
          <p:nvGrpSpPr>
            <p:cNvPr id="42" name="Group 40"/>
            <p:cNvGrpSpPr/>
            <p:nvPr/>
          </p:nvGrpSpPr>
          <p:grpSpPr bwMode="auto">
            <a:xfrm>
              <a:off x="2982" y="1453"/>
              <a:ext cx="532" cy="532"/>
              <a:chOff x="2982" y="1453"/>
              <a:chExt cx="532" cy="532"/>
            </a:xfrm>
          </p:grpSpPr>
          <p:sp>
            <p:nvSpPr>
              <p:cNvPr id="55" name="Freeform 41"/>
              <p:cNvSpPr/>
              <p:nvPr/>
            </p:nvSpPr>
            <p:spPr bwMode="auto">
              <a:xfrm>
                <a:off x="2982" y="1453"/>
                <a:ext cx="532" cy="532"/>
              </a:xfrm>
              <a:custGeom>
                <a:avLst/>
                <a:gdLst>
                  <a:gd name="T0" fmla="*/ 0 w 1596"/>
                  <a:gd name="T1" fmla="*/ 0 h 1598"/>
                  <a:gd name="T2" fmla="*/ 7 w 1596"/>
                  <a:gd name="T3" fmla="*/ 7 h 1598"/>
                  <a:gd name="T4" fmla="*/ 7 w 1596"/>
                  <a:gd name="T5" fmla="*/ 7 h 1598"/>
                  <a:gd name="T6" fmla="*/ 0 60000 65536"/>
                  <a:gd name="T7" fmla="*/ 0 60000 65536"/>
                  <a:gd name="T8" fmla="*/ 0 60000 65536"/>
                  <a:gd name="T9" fmla="*/ 0 w 1596"/>
                  <a:gd name="T10" fmla="*/ 0 h 1598"/>
                  <a:gd name="T11" fmla="*/ 1596 w 1596"/>
                  <a:gd name="T12" fmla="*/ 1598 h 15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96" h="1598">
                    <a:moveTo>
                      <a:pt x="0" y="0"/>
                    </a:moveTo>
                    <a:lnTo>
                      <a:pt x="1595" y="1598"/>
                    </a:lnTo>
                    <a:lnTo>
                      <a:pt x="1596" y="159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3209" y="1659"/>
                <a:ext cx="144" cy="166"/>
              </a:xfrm>
              <a:custGeom>
                <a:avLst/>
                <a:gdLst>
                  <a:gd name="T0" fmla="*/ 2 w 432"/>
                  <a:gd name="T1" fmla="*/ 2 h 496"/>
                  <a:gd name="T2" fmla="*/ 0 w 432"/>
                  <a:gd name="T3" fmla="*/ 0 h 496"/>
                  <a:gd name="T4" fmla="*/ 0 w 432"/>
                  <a:gd name="T5" fmla="*/ 0 h 496"/>
                  <a:gd name="T6" fmla="*/ 0 60000 65536"/>
                  <a:gd name="T7" fmla="*/ 0 60000 65536"/>
                  <a:gd name="T8" fmla="*/ 0 60000 65536"/>
                  <a:gd name="T9" fmla="*/ 0 w 432"/>
                  <a:gd name="T10" fmla="*/ 0 h 496"/>
                  <a:gd name="T11" fmla="*/ 432 w 432"/>
                  <a:gd name="T12" fmla="*/ 496 h 4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" h="496">
                    <a:moveTo>
                      <a:pt x="432" y="49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3188" y="1659"/>
                <a:ext cx="21" cy="22"/>
              </a:xfrm>
              <a:custGeom>
                <a:avLst/>
                <a:gdLst>
                  <a:gd name="T0" fmla="*/ 0 w 64"/>
                  <a:gd name="T1" fmla="*/ 0 h 64"/>
                  <a:gd name="T2" fmla="*/ 0 w 64"/>
                  <a:gd name="T3" fmla="*/ 0 h 64"/>
                  <a:gd name="T4" fmla="*/ 0 w 64"/>
                  <a:gd name="T5" fmla="*/ 0 h 64"/>
                  <a:gd name="T6" fmla="*/ 0 60000 65536"/>
                  <a:gd name="T7" fmla="*/ 0 60000 65536"/>
                  <a:gd name="T8" fmla="*/ 0 60000 65536"/>
                  <a:gd name="T9" fmla="*/ 0 w 64"/>
                  <a:gd name="T10" fmla="*/ 0 h 64"/>
                  <a:gd name="T11" fmla="*/ 64 w 64"/>
                  <a:gd name="T12" fmla="*/ 64 h 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4" h="64">
                    <a:moveTo>
                      <a:pt x="64" y="0"/>
                    </a:moveTo>
                    <a:lnTo>
                      <a:pt x="0" y="64"/>
                    </a:lnTo>
                    <a:lnTo>
                      <a:pt x="1" y="64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Freeform 44"/>
              <p:cNvSpPr/>
              <p:nvPr/>
            </p:nvSpPr>
            <p:spPr bwMode="auto">
              <a:xfrm>
                <a:off x="3188" y="1681"/>
                <a:ext cx="166" cy="144"/>
              </a:xfrm>
              <a:custGeom>
                <a:avLst/>
                <a:gdLst>
                  <a:gd name="T0" fmla="*/ 0 w 497"/>
                  <a:gd name="T1" fmla="*/ 0 h 432"/>
                  <a:gd name="T2" fmla="*/ 2 w 497"/>
                  <a:gd name="T3" fmla="*/ 2 h 432"/>
                  <a:gd name="T4" fmla="*/ 2 w 497"/>
                  <a:gd name="T5" fmla="*/ 2 h 432"/>
                  <a:gd name="T6" fmla="*/ 0 60000 65536"/>
                  <a:gd name="T7" fmla="*/ 0 60000 65536"/>
                  <a:gd name="T8" fmla="*/ 0 60000 65536"/>
                  <a:gd name="T9" fmla="*/ 0 w 497"/>
                  <a:gd name="T10" fmla="*/ 0 h 432"/>
                  <a:gd name="T11" fmla="*/ 497 w 497"/>
                  <a:gd name="T12" fmla="*/ 432 h 4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97" h="432">
                    <a:moveTo>
                      <a:pt x="0" y="0"/>
                    </a:moveTo>
                    <a:lnTo>
                      <a:pt x="496" y="432"/>
                    </a:lnTo>
                    <a:lnTo>
                      <a:pt x="497" y="432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" name="Group 45"/>
            <p:cNvGrpSpPr/>
            <p:nvPr/>
          </p:nvGrpSpPr>
          <p:grpSpPr bwMode="auto">
            <a:xfrm>
              <a:off x="2904" y="1939"/>
              <a:ext cx="656" cy="650"/>
              <a:chOff x="2904" y="1939"/>
              <a:chExt cx="656" cy="650"/>
            </a:xfrm>
          </p:grpSpPr>
          <p:sp>
            <p:nvSpPr>
              <p:cNvPr id="44" name="Freeform 46"/>
              <p:cNvSpPr/>
              <p:nvPr/>
            </p:nvSpPr>
            <p:spPr bwMode="auto">
              <a:xfrm>
                <a:off x="3077" y="2023"/>
                <a:ext cx="383" cy="383"/>
              </a:xfrm>
              <a:custGeom>
                <a:avLst/>
                <a:gdLst>
                  <a:gd name="T0" fmla="*/ 0 w 1149"/>
                  <a:gd name="T1" fmla="*/ 0 h 1148"/>
                  <a:gd name="T2" fmla="*/ 5 w 1149"/>
                  <a:gd name="T3" fmla="*/ 5 h 1148"/>
                  <a:gd name="T4" fmla="*/ 5 w 1149"/>
                  <a:gd name="T5" fmla="*/ 5 h 1148"/>
                  <a:gd name="T6" fmla="*/ 0 60000 65536"/>
                  <a:gd name="T7" fmla="*/ 0 60000 65536"/>
                  <a:gd name="T8" fmla="*/ 0 60000 65536"/>
                  <a:gd name="T9" fmla="*/ 0 w 1149"/>
                  <a:gd name="T10" fmla="*/ 0 h 1148"/>
                  <a:gd name="T11" fmla="*/ 1149 w 1149"/>
                  <a:gd name="T12" fmla="*/ 1148 h 11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49" h="1148">
                    <a:moveTo>
                      <a:pt x="0" y="0"/>
                    </a:moveTo>
                    <a:lnTo>
                      <a:pt x="1148" y="1148"/>
                    </a:lnTo>
                    <a:lnTo>
                      <a:pt x="1149" y="114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Freeform 47"/>
              <p:cNvSpPr/>
              <p:nvPr/>
            </p:nvSpPr>
            <p:spPr bwMode="auto">
              <a:xfrm>
                <a:off x="3136" y="1947"/>
                <a:ext cx="415" cy="416"/>
              </a:xfrm>
              <a:custGeom>
                <a:avLst/>
                <a:gdLst>
                  <a:gd name="T0" fmla="*/ 3 w 1247"/>
                  <a:gd name="T1" fmla="*/ 5 h 1249"/>
                  <a:gd name="T2" fmla="*/ 4 w 1247"/>
                  <a:gd name="T3" fmla="*/ 5 h 1249"/>
                  <a:gd name="T4" fmla="*/ 4 w 1247"/>
                  <a:gd name="T5" fmla="*/ 4 h 1249"/>
                  <a:gd name="T6" fmla="*/ 5 w 1247"/>
                  <a:gd name="T7" fmla="*/ 3 h 1249"/>
                  <a:gd name="T8" fmla="*/ 5 w 1247"/>
                  <a:gd name="T9" fmla="*/ 3 h 1249"/>
                  <a:gd name="T10" fmla="*/ 5 w 1247"/>
                  <a:gd name="T11" fmla="*/ 2 h 1249"/>
                  <a:gd name="T12" fmla="*/ 5 w 1247"/>
                  <a:gd name="T13" fmla="*/ 2 h 1249"/>
                  <a:gd name="T14" fmla="*/ 5 w 1247"/>
                  <a:gd name="T15" fmla="*/ 1 h 1249"/>
                  <a:gd name="T16" fmla="*/ 5 w 1247"/>
                  <a:gd name="T17" fmla="*/ 1 h 1249"/>
                  <a:gd name="T18" fmla="*/ 4 w 1247"/>
                  <a:gd name="T19" fmla="*/ 0 h 1249"/>
                  <a:gd name="T20" fmla="*/ 4 w 1247"/>
                  <a:gd name="T21" fmla="*/ 0 h 1249"/>
                  <a:gd name="T22" fmla="*/ 4 w 1247"/>
                  <a:gd name="T23" fmla="*/ 0 h 1249"/>
                  <a:gd name="T24" fmla="*/ 3 w 1247"/>
                  <a:gd name="T25" fmla="*/ 0 h 1249"/>
                  <a:gd name="T26" fmla="*/ 2 w 1247"/>
                  <a:gd name="T27" fmla="*/ 0 h 1249"/>
                  <a:gd name="T28" fmla="*/ 2 w 1247"/>
                  <a:gd name="T29" fmla="*/ 0 h 1249"/>
                  <a:gd name="T30" fmla="*/ 1 w 1247"/>
                  <a:gd name="T31" fmla="*/ 1 h 1249"/>
                  <a:gd name="T32" fmla="*/ 1 w 1247"/>
                  <a:gd name="T33" fmla="*/ 1 h 1249"/>
                  <a:gd name="T34" fmla="*/ 0 w 1247"/>
                  <a:gd name="T35" fmla="*/ 2 h 1249"/>
                  <a:gd name="T36" fmla="*/ 0 w 1247"/>
                  <a:gd name="T37" fmla="*/ 2 h 124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247"/>
                  <a:gd name="T58" fmla="*/ 0 h 1249"/>
                  <a:gd name="T59" fmla="*/ 1247 w 1247"/>
                  <a:gd name="T60" fmla="*/ 1249 h 124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247" h="1249">
                    <a:moveTo>
                      <a:pt x="843" y="1249"/>
                    </a:moveTo>
                    <a:lnTo>
                      <a:pt x="966" y="1110"/>
                    </a:lnTo>
                    <a:lnTo>
                      <a:pt x="1071" y="963"/>
                    </a:lnTo>
                    <a:lnTo>
                      <a:pt x="1155" y="811"/>
                    </a:lnTo>
                    <a:lnTo>
                      <a:pt x="1212" y="658"/>
                    </a:lnTo>
                    <a:lnTo>
                      <a:pt x="1244" y="512"/>
                    </a:lnTo>
                    <a:lnTo>
                      <a:pt x="1247" y="376"/>
                    </a:lnTo>
                    <a:lnTo>
                      <a:pt x="1222" y="257"/>
                    </a:lnTo>
                    <a:lnTo>
                      <a:pt x="1168" y="156"/>
                    </a:lnTo>
                    <a:lnTo>
                      <a:pt x="1091" y="79"/>
                    </a:lnTo>
                    <a:lnTo>
                      <a:pt x="990" y="25"/>
                    </a:lnTo>
                    <a:lnTo>
                      <a:pt x="871" y="0"/>
                    </a:lnTo>
                    <a:lnTo>
                      <a:pt x="735" y="3"/>
                    </a:lnTo>
                    <a:lnTo>
                      <a:pt x="589" y="35"/>
                    </a:lnTo>
                    <a:lnTo>
                      <a:pt x="437" y="92"/>
                    </a:lnTo>
                    <a:lnTo>
                      <a:pt x="286" y="176"/>
                    </a:lnTo>
                    <a:lnTo>
                      <a:pt x="138" y="281"/>
                    </a:lnTo>
                    <a:lnTo>
                      <a:pt x="0" y="404"/>
                    </a:lnTo>
                    <a:lnTo>
                      <a:pt x="1" y="404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Freeform 48"/>
              <p:cNvSpPr/>
              <p:nvPr/>
            </p:nvSpPr>
            <p:spPr bwMode="auto">
              <a:xfrm>
                <a:off x="2904" y="2082"/>
                <a:ext cx="232" cy="232"/>
              </a:xfrm>
              <a:custGeom>
                <a:avLst/>
                <a:gdLst>
                  <a:gd name="T0" fmla="*/ 0 w 696"/>
                  <a:gd name="T1" fmla="*/ 3 h 697"/>
                  <a:gd name="T2" fmla="*/ 3 w 696"/>
                  <a:gd name="T3" fmla="*/ 0 h 697"/>
                  <a:gd name="T4" fmla="*/ 3 w 696"/>
                  <a:gd name="T5" fmla="*/ 0 h 697"/>
                  <a:gd name="T6" fmla="*/ 0 60000 65536"/>
                  <a:gd name="T7" fmla="*/ 0 60000 65536"/>
                  <a:gd name="T8" fmla="*/ 0 60000 65536"/>
                  <a:gd name="T9" fmla="*/ 0 w 696"/>
                  <a:gd name="T10" fmla="*/ 0 h 697"/>
                  <a:gd name="T11" fmla="*/ 696 w 696"/>
                  <a:gd name="T12" fmla="*/ 697 h 69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6" h="697">
                    <a:moveTo>
                      <a:pt x="0" y="697"/>
                    </a:moveTo>
                    <a:lnTo>
                      <a:pt x="695" y="0"/>
                    </a:lnTo>
                    <a:lnTo>
                      <a:pt x="696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Freeform 49"/>
              <p:cNvSpPr/>
              <p:nvPr/>
            </p:nvSpPr>
            <p:spPr bwMode="auto">
              <a:xfrm>
                <a:off x="3192" y="2363"/>
                <a:ext cx="225" cy="226"/>
              </a:xfrm>
              <a:custGeom>
                <a:avLst/>
                <a:gdLst>
                  <a:gd name="T0" fmla="*/ 0 w 675"/>
                  <a:gd name="T1" fmla="*/ 3 h 676"/>
                  <a:gd name="T2" fmla="*/ 3 w 675"/>
                  <a:gd name="T3" fmla="*/ 0 h 676"/>
                  <a:gd name="T4" fmla="*/ 3 w 675"/>
                  <a:gd name="T5" fmla="*/ 0 h 676"/>
                  <a:gd name="T6" fmla="*/ 0 60000 65536"/>
                  <a:gd name="T7" fmla="*/ 0 60000 65536"/>
                  <a:gd name="T8" fmla="*/ 0 60000 65536"/>
                  <a:gd name="T9" fmla="*/ 0 w 675"/>
                  <a:gd name="T10" fmla="*/ 0 h 676"/>
                  <a:gd name="T11" fmla="*/ 675 w 675"/>
                  <a:gd name="T12" fmla="*/ 676 h 6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75" h="676">
                    <a:moveTo>
                      <a:pt x="0" y="676"/>
                    </a:moveTo>
                    <a:lnTo>
                      <a:pt x="674" y="0"/>
                    </a:lnTo>
                    <a:lnTo>
                      <a:pt x="675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Freeform 50"/>
              <p:cNvSpPr/>
              <p:nvPr/>
            </p:nvSpPr>
            <p:spPr bwMode="auto">
              <a:xfrm>
                <a:off x="2929" y="2289"/>
                <a:ext cx="282" cy="281"/>
              </a:xfrm>
              <a:custGeom>
                <a:avLst/>
                <a:gdLst>
                  <a:gd name="T0" fmla="*/ 0 w 845"/>
                  <a:gd name="T1" fmla="*/ 0 h 844"/>
                  <a:gd name="T2" fmla="*/ 3 w 845"/>
                  <a:gd name="T3" fmla="*/ 3 h 844"/>
                  <a:gd name="T4" fmla="*/ 3 w 845"/>
                  <a:gd name="T5" fmla="*/ 3 h 844"/>
                  <a:gd name="T6" fmla="*/ 0 60000 65536"/>
                  <a:gd name="T7" fmla="*/ 0 60000 65536"/>
                  <a:gd name="T8" fmla="*/ 0 60000 65536"/>
                  <a:gd name="T9" fmla="*/ 0 w 845"/>
                  <a:gd name="T10" fmla="*/ 0 h 844"/>
                  <a:gd name="T11" fmla="*/ 845 w 845"/>
                  <a:gd name="T12" fmla="*/ 844 h 8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45" h="844">
                    <a:moveTo>
                      <a:pt x="0" y="0"/>
                    </a:moveTo>
                    <a:lnTo>
                      <a:pt x="843" y="844"/>
                    </a:lnTo>
                    <a:lnTo>
                      <a:pt x="845" y="844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" name="Freeform 51"/>
              <p:cNvSpPr/>
              <p:nvPr/>
            </p:nvSpPr>
            <p:spPr bwMode="auto">
              <a:xfrm>
                <a:off x="3118" y="2063"/>
                <a:ext cx="317" cy="318"/>
              </a:xfrm>
              <a:custGeom>
                <a:avLst/>
                <a:gdLst>
                  <a:gd name="T0" fmla="*/ 4 w 952"/>
                  <a:gd name="T1" fmla="*/ 0 h 953"/>
                  <a:gd name="T2" fmla="*/ 3 w 952"/>
                  <a:gd name="T3" fmla="*/ 0 h 953"/>
                  <a:gd name="T4" fmla="*/ 3 w 952"/>
                  <a:gd name="T5" fmla="*/ 0 h 953"/>
                  <a:gd name="T6" fmla="*/ 3 w 952"/>
                  <a:gd name="T7" fmla="*/ 0 h 953"/>
                  <a:gd name="T8" fmla="*/ 2 w 952"/>
                  <a:gd name="T9" fmla="*/ 0 h 953"/>
                  <a:gd name="T10" fmla="*/ 2 w 952"/>
                  <a:gd name="T11" fmla="*/ 0 h 953"/>
                  <a:gd name="T12" fmla="*/ 2 w 952"/>
                  <a:gd name="T13" fmla="*/ 0 h 953"/>
                  <a:gd name="T14" fmla="*/ 1 w 952"/>
                  <a:gd name="T15" fmla="*/ 1 h 953"/>
                  <a:gd name="T16" fmla="*/ 1 w 952"/>
                  <a:gd name="T17" fmla="*/ 1 h 953"/>
                  <a:gd name="T18" fmla="*/ 1 w 952"/>
                  <a:gd name="T19" fmla="*/ 1 h 953"/>
                  <a:gd name="T20" fmla="*/ 0 w 952"/>
                  <a:gd name="T21" fmla="*/ 2 h 953"/>
                  <a:gd name="T22" fmla="*/ 0 w 952"/>
                  <a:gd name="T23" fmla="*/ 2 h 953"/>
                  <a:gd name="T24" fmla="*/ 0 w 952"/>
                  <a:gd name="T25" fmla="*/ 2 h 953"/>
                  <a:gd name="T26" fmla="*/ 0 w 952"/>
                  <a:gd name="T27" fmla="*/ 3 h 953"/>
                  <a:gd name="T28" fmla="*/ 0 w 952"/>
                  <a:gd name="T29" fmla="*/ 3 h 953"/>
                  <a:gd name="T30" fmla="*/ 0 w 952"/>
                  <a:gd name="T31" fmla="*/ 3 h 953"/>
                  <a:gd name="T32" fmla="*/ 0 w 952"/>
                  <a:gd name="T33" fmla="*/ 4 h 953"/>
                  <a:gd name="T34" fmla="*/ 0 w 952"/>
                  <a:gd name="T35" fmla="*/ 4 h 953"/>
                  <a:gd name="T36" fmla="*/ 1 w 952"/>
                  <a:gd name="T37" fmla="*/ 4 h 953"/>
                  <a:gd name="T38" fmla="*/ 1 w 952"/>
                  <a:gd name="T39" fmla="*/ 4 h 953"/>
                  <a:gd name="T40" fmla="*/ 1 w 952"/>
                  <a:gd name="T41" fmla="*/ 4 h 953"/>
                  <a:gd name="T42" fmla="*/ 2 w 952"/>
                  <a:gd name="T43" fmla="*/ 4 h 953"/>
                  <a:gd name="T44" fmla="*/ 2 w 952"/>
                  <a:gd name="T45" fmla="*/ 4 h 953"/>
                  <a:gd name="T46" fmla="*/ 2 w 952"/>
                  <a:gd name="T47" fmla="*/ 4 h 953"/>
                  <a:gd name="T48" fmla="*/ 3 w 952"/>
                  <a:gd name="T49" fmla="*/ 3 h 953"/>
                  <a:gd name="T50" fmla="*/ 3 w 952"/>
                  <a:gd name="T51" fmla="*/ 3 h 953"/>
                  <a:gd name="T52" fmla="*/ 3 w 952"/>
                  <a:gd name="T53" fmla="*/ 3 h 953"/>
                  <a:gd name="T54" fmla="*/ 4 w 952"/>
                  <a:gd name="T55" fmla="*/ 2 h 953"/>
                  <a:gd name="T56" fmla="*/ 4 w 952"/>
                  <a:gd name="T57" fmla="*/ 2 h 953"/>
                  <a:gd name="T58" fmla="*/ 4 w 952"/>
                  <a:gd name="T59" fmla="*/ 1 h 953"/>
                  <a:gd name="T60" fmla="*/ 4 w 952"/>
                  <a:gd name="T61" fmla="*/ 1 h 953"/>
                  <a:gd name="T62" fmla="*/ 4 w 952"/>
                  <a:gd name="T63" fmla="*/ 1 h 953"/>
                  <a:gd name="T64" fmla="*/ 4 w 952"/>
                  <a:gd name="T65" fmla="*/ 1 h 953"/>
                  <a:gd name="T66" fmla="*/ 4 w 952"/>
                  <a:gd name="T67" fmla="*/ 0 h 953"/>
                  <a:gd name="T68" fmla="*/ 4 w 952"/>
                  <a:gd name="T69" fmla="*/ 0 h 953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952"/>
                  <a:gd name="T106" fmla="*/ 0 h 953"/>
                  <a:gd name="T107" fmla="*/ 952 w 952"/>
                  <a:gd name="T108" fmla="*/ 953 h 953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952" h="953">
                    <a:moveTo>
                      <a:pt x="876" y="75"/>
                    </a:moveTo>
                    <a:lnTo>
                      <a:pt x="820" y="34"/>
                    </a:lnTo>
                    <a:lnTo>
                      <a:pt x="752" y="9"/>
                    </a:lnTo>
                    <a:lnTo>
                      <a:pt x="674" y="0"/>
                    </a:lnTo>
                    <a:lnTo>
                      <a:pt x="587" y="9"/>
                    </a:lnTo>
                    <a:lnTo>
                      <a:pt x="498" y="34"/>
                    </a:lnTo>
                    <a:lnTo>
                      <a:pt x="408" y="77"/>
                    </a:lnTo>
                    <a:lnTo>
                      <a:pt x="319" y="132"/>
                    </a:lnTo>
                    <a:lnTo>
                      <a:pt x="236" y="202"/>
                    </a:lnTo>
                    <a:lnTo>
                      <a:pt x="163" y="280"/>
                    </a:lnTo>
                    <a:lnTo>
                      <a:pt x="101" y="366"/>
                    </a:lnTo>
                    <a:lnTo>
                      <a:pt x="52" y="455"/>
                    </a:lnTo>
                    <a:lnTo>
                      <a:pt x="17" y="546"/>
                    </a:lnTo>
                    <a:lnTo>
                      <a:pt x="0" y="635"/>
                    </a:lnTo>
                    <a:lnTo>
                      <a:pt x="0" y="717"/>
                    </a:lnTo>
                    <a:lnTo>
                      <a:pt x="17" y="791"/>
                    </a:lnTo>
                    <a:lnTo>
                      <a:pt x="50" y="853"/>
                    </a:lnTo>
                    <a:lnTo>
                      <a:pt x="99" y="902"/>
                    </a:lnTo>
                    <a:lnTo>
                      <a:pt x="162" y="935"/>
                    </a:lnTo>
                    <a:lnTo>
                      <a:pt x="235" y="953"/>
                    </a:lnTo>
                    <a:lnTo>
                      <a:pt x="317" y="953"/>
                    </a:lnTo>
                    <a:lnTo>
                      <a:pt x="405" y="935"/>
                    </a:lnTo>
                    <a:lnTo>
                      <a:pt x="496" y="902"/>
                    </a:lnTo>
                    <a:lnTo>
                      <a:pt x="586" y="853"/>
                    </a:lnTo>
                    <a:lnTo>
                      <a:pt x="672" y="789"/>
                    </a:lnTo>
                    <a:lnTo>
                      <a:pt x="751" y="716"/>
                    </a:lnTo>
                    <a:lnTo>
                      <a:pt x="819" y="632"/>
                    </a:lnTo>
                    <a:lnTo>
                      <a:pt x="876" y="545"/>
                    </a:lnTo>
                    <a:lnTo>
                      <a:pt x="917" y="454"/>
                    </a:lnTo>
                    <a:lnTo>
                      <a:pt x="942" y="364"/>
                    </a:lnTo>
                    <a:lnTo>
                      <a:pt x="952" y="279"/>
                    </a:lnTo>
                    <a:lnTo>
                      <a:pt x="944" y="200"/>
                    </a:lnTo>
                    <a:lnTo>
                      <a:pt x="918" y="131"/>
                    </a:lnTo>
                    <a:lnTo>
                      <a:pt x="876" y="75"/>
                    </a:lnTo>
                    <a:lnTo>
                      <a:pt x="877" y="7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Freeform 52"/>
              <p:cNvSpPr/>
              <p:nvPr/>
            </p:nvSpPr>
            <p:spPr bwMode="auto">
              <a:xfrm>
                <a:off x="2904" y="2314"/>
                <a:ext cx="288" cy="275"/>
              </a:xfrm>
              <a:custGeom>
                <a:avLst/>
                <a:gdLst>
                  <a:gd name="T0" fmla="*/ 0 w 865"/>
                  <a:gd name="T1" fmla="*/ 0 h 824"/>
                  <a:gd name="T2" fmla="*/ 0 w 865"/>
                  <a:gd name="T3" fmla="*/ 0 h 824"/>
                  <a:gd name="T4" fmla="*/ 1 w 865"/>
                  <a:gd name="T5" fmla="*/ 1 h 824"/>
                  <a:gd name="T6" fmla="*/ 1 w 865"/>
                  <a:gd name="T7" fmla="*/ 2 h 824"/>
                  <a:gd name="T8" fmla="*/ 2 w 865"/>
                  <a:gd name="T9" fmla="*/ 2 h 824"/>
                  <a:gd name="T10" fmla="*/ 2 w 865"/>
                  <a:gd name="T11" fmla="*/ 2 h 824"/>
                  <a:gd name="T12" fmla="*/ 2 w 865"/>
                  <a:gd name="T13" fmla="*/ 3 h 824"/>
                  <a:gd name="T14" fmla="*/ 4 w 865"/>
                  <a:gd name="T15" fmla="*/ 3 h 824"/>
                  <a:gd name="T16" fmla="*/ 4 w 865"/>
                  <a:gd name="T17" fmla="*/ 3 h 82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65"/>
                  <a:gd name="T28" fmla="*/ 0 h 824"/>
                  <a:gd name="T29" fmla="*/ 865 w 865"/>
                  <a:gd name="T30" fmla="*/ 824 h 82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65" h="824">
                    <a:moveTo>
                      <a:pt x="0" y="0"/>
                    </a:moveTo>
                    <a:lnTo>
                      <a:pt x="118" y="96"/>
                    </a:lnTo>
                    <a:lnTo>
                      <a:pt x="176" y="243"/>
                    </a:lnTo>
                    <a:lnTo>
                      <a:pt x="244" y="378"/>
                    </a:lnTo>
                    <a:lnTo>
                      <a:pt x="401" y="432"/>
                    </a:lnTo>
                    <a:lnTo>
                      <a:pt x="515" y="529"/>
                    </a:lnTo>
                    <a:lnTo>
                      <a:pt x="579" y="675"/>
                    </a:lnTo>
                    <a:lnTo>
                      <a:pt x="864" y="824"/>
                    </a:lnTo>
                    <a:lnTo>
                      <a:pt x="865" y="824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1" name="Group 53"/>
              <p:cNvGrpSpPr/>
              <p:nvPr/>
            </p:nvGrpSpPr>
            <p:grpSpPr bwMode="auto">
              <a:xfrm>
                <a:off x="2972" y="1939"/>
                <a:ext cx="588" cy="588"/>
                <a:chOff x="2972" y="1939"/>
                <a:chExt cx="588" cy="588"/>
              </a:xfrm>
            </p:grpSpPr>
            <p:sp>
              <p:nvSpPr>
                <p:cNvPr id="52" name="Freeform 54"/>
                <p:cNvSpPr/>
                <p:nvPr/>
              </p:nvSpPr>
              <p:spPr bwMode="auto">
                <a:xfrm>
                  <a:off x="2972" y="2303"/>
                  <a:ext cx="224" cy="224"/>
                </a:xfrm>
                <a:custGeom>
                  <a:avLst/>
                  <a:gdLst>
                    <a:gd name="T0" fmla="*/ 0 w 672"/>
                    <a:gd name="T1" fmla="*/ 3 h 670"/>
                    <a:gd name="T2" fmla="*/ 3 w 672"/>
                    <a:gd name="T3" fmla="*/ 0 h 670"/>
                    <a:gd name="T4" fmla="*/ 3 w 672"/>
                    <a:gd name="T5" fmla="*/ 0 h 670"/>
                    <a:gd name="T6" fmla="*/ 0 60000 65536"/>
                    <a:gd name="T7" fmla="*/ 0 60000 65536"/>
                    <a:gd name="T8" fmla="*/ 0 60000 65536"/>
                    <a:gd name="T9" fmla="*/ 0 w 672"/>
                    <a:gd name="T10" fmla="*/ 0 h 670"/>
                    <a:gd name="T11" fmla="*/ 672 w 672"/>
                    <a:gd name="T12" fmla="*/ 670 h 67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72" h="670">
                      <a:moveTo>
                        <a:pt x="0" y="670"/>
                      </a:moveTo>
                      <a:lnTo>
                        <a:pt x="670" y="0"/>
                      </a:lnTo>
                      <a:lnTo>
                        <a:pt x="672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" name="Freeform 55"/>
                <p:cNvSpPr/>
                <p:nvPr/>
              </p:nvSpPr>
              <p:spPr bwMode="auto">
                <a:xfrm>
                  <a:off x="3213" y="2272"/>
                  <a:ext cx="14" cy="14"/>
                </a:xfrm>
                <a:custGeom>
                  <a:avLst/>
                  <a:gdLst>
                    <a:gd name="T0" fmla="*/ 0 w 43"/>
                    <a:gd name="T1" fmla="*/ 0 h 41"/>
                    <a:gd name="T2" fmla="*/ 0 w 43"/>
                    <a:gd name="T3" fmla="*/ 0 h 41"/>
                    <a:gd name="T4" fmla="*/ 0 w 43"/>
                    <a:gd name="T5" fmla="*/ 0 h 41"/>
                    <a:gd name="T6" fmla="*/ 0 60000 65536"/>
                    <a:gd name="T7" fmla="*/ 0 60000 65536"/>
                    <a:gd name="T8" fmla="*/ 0 60000 65536"/>
                    <a:gd name="T9" fmla="*/ 0 w 43"/>
                    <a:gd name="T10" fmla="*/ 0 h 41"/>
                    <a:gd name="T11" fmla="*/ 43 w 43"/>
                    <a:gd name="T12" fmla="*/ 41 h 4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" h="41">
                      <a:moveTo>
                        <a:pt x="0" y="41"/>
                      </a:moveTo>
                      <a:lnTo>
                        <a:pt x="41" y="0"/>
                      </a:lnTo>
                      <a:lnTo>
                        <a:pt x="43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4" name="Freeform 56"/>
                <p:cNvSpPr/>
                <p:nvPr/>
              </p:nvSpPr>
              <p:spPr bwMode="auto">
                <a:xfrm>
                  <a:off x="3244" y="1939"/>
                  <a:ext cx="316" cy="316"/>
                </a:xfrm>
                <a:custGeom>
                  <a:avLst/>
                  <a:gdLst>
                    <a:gd name="T0" fmla="*/ 0 w 946"/>
                    <a:gd name="T1" fmla="*/ 4 h 947"/>
                    <a:gd name="T2" fmla="*/ 4 w 946"/>
                    <a:gd name="T3" fmla="*/ 0 h 947"/>
                    <a:gd name="T4" fmla="*/ 4 w 946"/>
                    <a:gd name="T5" fmla="*/ 0 h 947"/>
                    <a:gd name="T6" fmla="*/ 0 60000 65536"/>
                    <a:gd name="T7" fmla="*/ 0 60000 65536"/>
                    <a:gd name="T8" fmla="*/ 0 60000 65536"/>
                    <a:gd name="T9" fmla="*/ 0 w 946"/>
                    <a:gd name="T10" fmla="*/ 0 h 947"/>
                    <a:gd name="T11" fmla="*/ 946 w 946"/>
                    <a:gd name="T12" fmla="*/ 947 h 94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46" h="947">
                      <a:moveTo>
                        <a:pt x="0" y="947"/>
                      </a:moveTo>
                      <a:lnTo>
                        <a:pt x="945" y="0"/>
                      </a:lnTo>
                      <a:lnTo>
                        <a:pt x="946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grpSp>
        <p:nvGrpSpPr>
          <p:cNvPr id="59" name="Group 57"/>
          <p:cNvGrpSpPr/>
          <p:nvPr/>
        </p:nvGrpSpPr>
        <p:grpSpPr bwMode="auto">
          <a:xfrm>
            <a:off x="8168490" y="2559871"/>
            <a:ext cx="663576" cy="523874"/>
            <a:chOff x="3812" y="911"/>
            <a:chExt cx="418" cy="330"/>
          </a:xfrm>
        </p:grpSpPr>
        <p:sp>
          <p:nvSpPr>
            <p:cNvPr id="60" name="Line 58"/>
            <p:cNvSpPr>
              <a:spLocks noChangeShapeType="1"/>
            </p:cNvSpPr>
            <p:nvPr/>
          </p:nvSpPr>
          <p:spPr bwMode="auto">
            <a:xfrm>
              <a:off x="4061" y="1072"/>
              <a:ext cx="169" cy="1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triangle" w="sm" len="lg"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Text Box 59"/>
            <p:cNvSpPr txBox="1">
              <a:spLocks noChangeArrowheads="1"/>
            </p:cNvSpPr>
            <p:nvPr/>
          </p:nvSpPr>
          <p:spPr bwMode="auto">
            <a:xfrm>
              <a:off x="3812" y="911"/>
              <a:ext cx="253" cy="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2" name="Group 60"/>
          <p:cNvGrpSpPr/>
          <p:nvPr/>
        </p:nvGrpSpPr>
        <p:grpSpPr bwMode="auto">
          <a:xfrm>
            <a:off x="7904961" y="3344097"/>
            <a:ext cx="2386012" cy="1257300"/>
            <a:chOff x="801" y="1575"/>
            <a:chExt cx="1503" cy="792"/>
          </a:xfrm>
        </p:grpSpPr>
        <p:sp>
          <p:nvSpPr>
            <p:cNvPr id="63" name="Freeform 61"/>
            <p:cNvSpPr/>
            <p:nvPr/>
          </p:nvSpPr>
          <p:spPr bwMode="auto">
            <a:xfrm>
              <a:off x="1073" y="1607"/>
              <a:ext cx="1231" cy="760"/>
            </a:xfrm>
            <a:custGeom>
              <a:avLst/>
              <a:gdLst>
                <a:gd name="T0" fmla="*/ 0 w 1231"/>
                <a:gd name="T1" fmla="*/ 568 h 760"/>
                <a:gd name="T2" fmla="*/ 0 w 1231"/>
                <a:gd name="T3" fmla="*/ 760 h 760"/>
                <a:gd name="T4" fmla="*/ 847 w 1231"/>
                <a:gd name="T5" fmla="*/ 753 h 760"/>
                <a:gd name="T6" fmla="*/ 1167 w 1231"/>
                <a:gd name="T7" fmla="*/ 433 h 760"/>
                <a:gd name="T8" fmla="*/ 1207 w 1231"/>
                <a:gd name="T9" fmla="*/ 353 h 760"/>
                <a:gd name="T10" fmla="*/ 1231 w 1231"/>
                <a:gd name="T11" fmla="*/ 265 h 760"/>
                <a:gd name="T12" fmla="*/ 1231 w 1231"/>
                <a:gd name="T13" fmla="*/ 185 h 760"/>
                <a:gd name="T14" fmla="*/ 1223 w 1231"/>
                <a:gd name="T15" fmla="*/ 129 h 760"/>
                <a:gd name="T16" fmla="*/ 1088 w 1231"/>
                <a:gd name="T17" fmla="*/ 0 h 760"/>
                <a:gd name="T18" fmla="*/ 1064 w 1231"/>
                <a:gd name="T19" fmla="*/ 72 h 760"/>
                <a:gd name="T20" fmla="*/ 1112 w 1231"/>
                <a:gd name="T21" fmla="*/ 128 h 760"/>
                <a:gd name="T22" fmla="*/ 1096 w 1231"/>
                <a:gd name="T23" fmla="*/ 184 h 760"/>
                <a:gd name="T24" fmla="*/ 1056 w 1231"/>
                <a:gd name="T25" fmla="*/ 248 h 760"/>
                <a:gd name="T26" fmla="*/ 1024 w 1231"/>
                <a:gd name="T27" fmla="*/ 320 h 760"/>
                <a:gd name="T28" fmla="*/ 768 w 1231"/>
                <a:gd name="T29" fmla="*/ 576 h 760"/>
                <a:gd name="T30" fmla="*/ 0 w 1231"/>
                <a:gd name="T31" fmla="*/ 568 h 76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231"/>
                <a:gd name="T49" fmla="*/ 0 h 760"/>
                <a:gd name="T50" fmla="*/ 1231 w 1231"/>
                <a:gd name="T51" fmla="*/ 760 h 76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231" h="760">
                  <a:moveTo>
                    <a:pt x="0" y="568"/>
                  </a:moveTo>
                  <a:lnTo>
                    <a:pt x="0" y="760"/>
                  </a:lnTo>
                  <a:lnTo>
                    <a:pt x="847" y="753"/>
                  </a:lnTo>
                  <a:lnTo>
                    <a:pt x="1167" y="433"/>
                  </a:lnTo>
                  <a:lnTo>
                    <a:pt x="1207" y="353"/>
                  </a:lnTo>
                  <a:lnTo>
                    <a:pt x="1231" y="265"/>
                  </a:lnTo>
                  <a:lnTo>
                    <a:pt x="1231" y="185"/>
                  </a:lnTo>
                  <a:lnTo>
                    <a:pt x="1223" y="129"/>
                  </a:lnTo>
                  <a:lnTo>
                    <a:pt x="1088" y="0"/>
                  </a:lnTo>
                  <a:lnTo>
                    <a:pt x="1064" y="72"/>
                  </a:lnTo>
                  <a:lnTo>
                    <a:pt x="1112" y="128"/>
                  </a:lnTo>
                  <a:lnTo>
                    <a:pt x="1096" y="184"/>
                  </a:lnTo>
                  <a:lnTo>
                    <a:pt x="1056" y="248"/>
                  </a:lnTo>
                  <a:lnTo>
                    <a:pt x="1024" y="320"/>
                  </a:lnTo>
                  <a:lnTo>
                    <a:pt x="768" y="576"/>
                  </a:lnTo>
                  <a:lnTo>
                    <a:pt x="0" y="568"/>
                  </a:lnTo>
                  <a:close/>
                </a:path>
              </a:pathLst>
            </a:custGeom>
            <a:gradFill rotWithShape="0">
              <a:gsLst>
                <a:gs pos="0">
                  <a:srgbClr val="00CC99"/>
                </a:gs>
                <a:gs pos="100000">
                  <a:srgbClr val="005E47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Freeform 62"/>
            <p:cNvSpPr/>
            <p:nvPr/>
          </p:nvSpPr>
          <p:spPr bwMode="auto">
            <a:xfrm>
              <a:off x="1561" y="1575"/>
              <a:ext cx="632" cy="616"/>
            </a:xfrm>
            <a:custGeom>
              <a:avLst/>
              <a:gdLst>
                <a:gd name="T0" fmla="*/ 0 w 632"/>
                <a:gd name="T1" fmla="*/ 336 h 616"/>
                <a:gd name="T2" fmla="*/ 208 w 632"/>
                <a:gd name="T3" fmla="*/ 128 h 616"/>
                <a:gd name="T4" fmla="*/ 272 w 632"/>
                <a:gd name="T5" fmla="*/ 72 h 616"/>
                <a:gd name="T6" fmla="*/ 344 w 632"/>
                <a:gd name="T7" fmla="*/ 24 h 616"/>
                <a:gd name="T8" fmla="*/ 416 w 632"/>
                <a:gd name="T9" fmla="*/ 0 h 616"/>
                <a:gd name="T10" fmla="*/ 504 w 632"/>
                <a:gd name="T11" fmla="*/ 0 h 616"/>
                <a:gd name="T12" fmla="*/ 592 w 632"/>
                <a:gd name="T13" fmla="*/ 32 h 616"/>
                <a:gd name="T14" fmla="*/ 632 w 632"/>
                <a:gd name="T15" fmla="*/ 112 h 616"/>
                <a:gd name="T16" fmla="*/ 624 w 632"/>
                <a:gd name="T17" fmla="*/ 192 h 616"/>
                <a:gd name="T18" fmla="*/ 592 w 632"/>
                <a:gd name="T19" fmla="*/ 264 h 616"/>
                <a:gd name="T20" fmla="*/ 552 w 632"/>
                <a:gd name="T21" fmla="*/ 336 h 616"/>
                <a:gd name="T22" fmla="*/ 528 w 632"/>
                <a:gd name="T23" fmla="*/ 376 h 616"/>
                <a:gd name="T24" fmla="*/ 288 w 632"/>
                <a:gd name="T25" fmla="*/ 616 h 616"/>
                <a:gd name="T26" fmla="*/ 0 w 632"/>
                <a:gd name="T27" fmla="*/ 336 h 61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32"/>
                <a:gd name="T43" fmla="*/ 0 h 616"/>
                <a:gd name="T44" fmla="*/ 632 w 632"/>
                <a:gd name="T45" fmla="*/ 616 h 61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32" h="616">
                  <a:moveTo>
                    <a:pt x="0" y="336"/>
                  </a:moveTo>
                  <a:lnTo>
                    <a:pt x="208" y="128"/>
                  </a:lnTo>
                  <a:lnTo>
                    <a:pt x="272" y="72"/>
                  </a:lnTo>
                  <a:lnTo>
                    <a:pt x="344" y="24"/>
                  </a:lnTo>
                  <a:lnTo>
                    <a:pt x="416" y="0"/>
                  </a:lnTo>
                  <a:lnTo>
                    <a:pt x="504" y="0"/>
                  </a:lnTo>
                  <a:lnTo>
                    <a:pt x="592" y="32"/>
                  </a:lnTo>
                  <a:lnTo>
                    <a:pt x="632" y="112"/>
                  </a:lnTo>
                  <a:lnTo>
                    <a:pt x="624" y="192"/>
                  </a:lnTo>
                  <a:lnTo>
                    <a:pt x="592" y="264"/>
                  </a:lnTo>
                  <a:lnTo>
                    <a:pt x="552" y="336"/>
                  </a:lnTo>
                  <a:lnTo>
                    <a:pt x="528" y="376"/>
                  </a:lnTo>
                  <a:lnTo>
                    <a:pt x="288" y="616"/>
                  </a:lnTo>
                  <a:lnTo>
                    <a:pt x="0" y="336"/>
                  </a:lnTo>
                  <a:close/>
                </a:path>
              </a:pathLst>
            </a:custGeom>
            <a:gradFill rotWithShape="0">
              <a:gsLst>
                <a:gs pos="0">
                  <a:srgbClr val="005E00"/>
                </a:gs>
                <a:gs pos="100000">
                  <a:srgbClr val="00CC00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Freeform 63"/>
            <p:cNvSpPr/>
            <p:nvPr/>
          </p:nvSpPr>
          <p:spPr bwMode="auto">
            <a:xfrm>
              <a:off x="801" y="1911"/>
              <a:ext cx="1048" cy="280"/>
            </a:xfrm>
            <a:custGeom>
              <a:avLst/>
              <a:gdLst>
                <a:gd name="T0" fmla="*/ 0 w 1048"/>
                <a:gd name="T1" fmla="*/ 0 h 280"/>
                <a:gd name="T2" fmla="*/ 768 w 1048"/>
                <a:gd name="T3" fmla="*/ 0 h 280"/>
                <a:gd name="T4" fmla="*/ 1048 w 1048"/>
                <a:gd name="T5" fmla="*/ 280 h 280"/>
                <a:gd name="T6" fmla="*/ 272 w 1048"/>
                <a:gd name="T7" fmla="*/ 280 h 280"/>
                <a:gd name="T8" fmla="*/ 0 w 1048"/>
                <a:gd name="T9" fmla="*/ 0 h 2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8"/>
                <a:gd name="T16" fmla="*/ 0 h 280"/>
                <a:gd name="T17" fmla="*/ 1048 w 1048"/>
                <a:gd name="T18" fmla="*/ 280 h 2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8" h="280">
                  <a:moveTo>
                    <a:pt x="0" y="0"/>
                  </a:moveTo>
                  <a:lnTo>
                    <a:pt x="768" y="0"/>
                  </a:lnTo>
                  <a:lnTo>
                    <a:pt x="1048" y="280"/>
                  </a:lnTo>
                  <a:lnTo>
                    <a:pt x="272" y="28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CC00"/>
                </a:gs>
                <a:gs pos="100000">
                  <a:srgbClr val="005E00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Freeform 64"/>
            <p:cNvSpPr/>
            <p:nvPr/>
          </p:nvSpPr>
          <p:spPr bwMode="auto">
            <a:xfrm>
              <a:off x="1090" y="1973"/>
              <a:ext cx="487" cy="162"/>
            </a:xfrm>
            <a:custGeom>
              <a:avLst/>
              <a:gdLst>
                <a:gd name="T0" fmla="*/ 0 w 1460"/>
                <a:gd name="T1" fmla="*/ 1 h 487"/>
                <a:gd name="T2" fmla="*/ 0 w 1460"/>
                <a:gd name="T3" fmla="*/ 1 h 487"/>
                <a:gd name="T4" fmla="*/ 0 w 1460"/>
                <a:gd name="T5" fmla="*/ 1 h 487"/>
                <a:gd name="T6" fmla="*/ 0 w 1460"/>
                <a:gd name="T7" fmla="*/ 1 h 487"/>
                <a:gd name="T8" fmla="*/ 1 w 1460"/>
                <a:gd name="T9" fmla="*/ 1 h 487"/>
                <a:gd name="T10" fmla="*/ 1 w 1460"/>
                <a:gd name="T11" fmla="*/ 2 h 487"/>
                <a:gd name="T12" fmla="*/ 2 w 1460"/>
                <a:gd name="T13" fmla="*/ 2 h 487"/>
                <a:gd name="T14" fmla="*/ 2 w 1460"/>
                <a:gd name="T15" fmla="*/ 2 h 487"/>
                <a:gd name="T16" fmla="*/ 3 w 1460"/>
                <a:gd name="T17" fmla="*/ 2 h 487"/>
                <a:gd name="T18" fmla="*/ 3 w 1460"/>
                <a:gd name="T19" fmla="*/ 2 h 487"/>
                <a:gd name="T20" fmla="*/ 4 w 1460"/>
                <a:gd name="T21" fmla="*/ 2 h 487"/>
                <a:gd name="T22" fmla="*/ 4 w 1460"/>
                <a:gd name="T23" fmla="*/ 2 h 487"/>
                <a:gd name="T24" fmla="*/ 5 w 1460"/>
                <a:gd name="T25" fmla="*/ 2 h 487"/>
                <a:gd name="T26" fmla="*/ 5 w 1460"/>
                <a:gd name="T27" fmla="*/ 2 h 487"/>
                <a:gd name="T28" fmla="*/ 6 w 1460"/>
                <a:gd name="T29" fmla="*/ 2 h 487"/>
                <a:gd name="T30" fmla="*/ 6 w 1460"/>
                <a:gd name="T31" fmla="*/ 2 h 487"/>
                <a:gd name="T32" fmla="*/ 6 w 1460"/>
                <a:gd name="T33" fmla="*/ 1 h 487"/>
                <a:gd name="T34" fmla="*/ 6 w 1460"/>
                <a:gd name="T35" fmla="*/ 1 h 487"/>
                <a:gd name="T36" fmla="*/ 6 w 1460"/>
                <a:gd name="T37" fmla="*/ 1 h 487"/>
                <a:gd name="T38" fmla="*/ 6 w 1460"/>
                <a:gd name="T39" fmla="*/ 1 h 487"/>
                <a:gd name="T40" fmla="*/ 5 w 1460"/>
                <a:gd name="T41" fmla="*/ 1 h 487"/>
                <a:gd name="T42" fmla="*/ 5 w 1460"/>
                <a:gd name="T43" fmla="*/ 1 h 487"/>
                <a:gd name="T44" fmla="*/ 5 w 1460"/>
                <a:gd name="T45" fmla="*/ 0 h 487"/>
                <a:gd name="T46" fmla="*/ 4 w 1460"/>
                <a:gd name="T47" fmla="*/ 0 h 487"/>
                <a:gd name="T48" fmla="*/ 4 w 1460"/>
                <a:gd name="T49" fmla="*/ 0 h 487"/>
                <a:gd name="T50" fmla="*/ 3 w 1460"/>
                <a:gd name="T51" fmla="*/ 0 h 487"/>
                <a:gd name="T52" fmla="*/ 2 w 1460"/>
                <a:gd name="T53" fmla="*/ 0 h 487"/>
                <a:gd name="T54" fmla="*/ 2 w 1460"/>
                <a:gd name="T55" fmla="*/ 0 h 487"/>
                <a:gd name="T56" fmla="*/ 1 w 1460"/>
                <a:gd name="T57" fmla="*/ 0 h 487"/>
                <a:gd name="T58" fmla="*/ 1 w 1460"/>
                <a:gd name="T59" fmla="*/ 0 h 487"/>
                <a:gd name="T60" fmla="*/ 1 w 1460"/>
                <a:gd name="T61" fmla="*/ 0 h 487"/>
                <a:gd name="T62" fmla="*/ 0 w 1460"/>
                <a:gd name="T63" fmla="*/ 0 h 487"/>
                <a:gd name="T64" fmla="*/ 0 w 1460"/>
                <a:gd name="T65" fmla="*/ 0 h 487"/>
                <a:gd name="T66" fmla="*/ 0 w 1460"/>
                <a:gd name="T67" fmla="*/ 1 h 487"/>
                <a:gd name="T68" fmla="*/ 0 w 1460"/>
                <a:gd name="T69" fmla="*/ 1 h 48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460"/>
                <a:gd name="T106" fmla="*/ 0 h 487"/>
                <a:gd name="T107" fmla="*/ 1460 w 1460"/>
                <a:gd name="T108" fmla="*/ 487 h 48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460" h="487">
                  <a:moveTo>
                    <a:pt x="0" y="155"/>
                  </a:moveTo>
                  <a:lnTo>
                    <a:pt x="8" y="198"/>
                  </a:lnTo>
                  <a:lnTo>
                    <a:pt x="41" y="245"/>
                  </a:lnTo>
                  <a:lnTo>
                    <a:pt x="101" y="291"/>
                  </a:lnTo>
                  <a:lnTo>
                    <a:pt x="182" y="335"/>
                  </a:lnTo>
                  <a:lnTo>
                    <a:pt x="283" y="377"/>
                  </a:lnTo>
                  <a:lnTo>
                    <a:pt x="402" y="412"/>
                  </a:lnTo>
                  <a:lnTo>
                    <a:pt x="531" y="443"/>
                  </a:lnTo>
                  <a:lnTo>
                    <a:pt x="668" y="466"/>
                  </a:lnTo>
                  <a:lnTo>
                    <a:pt x="807" y="482"/>
                  </a:lnTo>
                  <a:lnTo>
                    <a:pt x="943" y="487"/>
                  </a:lnTo>
                  <a:lnTo>
                    <a:pt x="1072" y="486"/>
                  </a:lnTo>
                  <a:lnTo>
                    <a:pt x="1187" y="474"/>
                  </a:lnTo>
                  <a:lnTo>
                    <a:pt x="1287" y="455"/>
                  </a:lnTo>
                  <a:lnTo>
                    <a:pt x="1367" y="427"/>
                  </a:lnTo>
                  <a:lnTo>
                    <a:pt x="1423" y="394"/>
                  </a:lnTo>
                  <a:lnTo>
                    <a:pt x="1455" y="355"/>
                  </a:lnTo>
                  <a:lnTo>
                    <a:pt x="1460" y="311"/>
                  </a:lnTo>
                  <a:lnTo>
                    <a:pt x="1439" y="266"/>
                  </a:lnTo>
                  <a:lnTo>
                    <a:pt x="1392" y="220"/>
                  </a:lnTo>
                  <a:lnTo>
                    <a:pt x="1322" y="174"/>
                  </a:lnTo>
                  <a:lnTo>
                    <a:pt x="1230" y="131"/>
                  </a:lnTo>
                  <a:lnTo>
                    <a:pt x="1120" y="92"/>
                  </a:lnTo>
                  <a:lnTo>
                    <a:pt x="996" y="59"/>
                  </a:lnTo>
                  <a:lnTo>
                    <a:pt x="862" y="32"/>
                  </a:lnTo>
                  <a:lnTo>
                    <a:pt x="723" y="14"/>
                  </a:lnTo>
                  <a:lnTo>
                    <a:pt x="585" y="2"/>
                  </a:lnTo>
                  <a:lnTo>
                    <a:pt x="452" y="0"/>
                  </a:lnTo>
                  <a:lnTo>
                    <a:pt x="330" y="7"/>
                  </a:lnTo>
                  <a:lnTo>
                    <a:pt x="221" y="23"/>
                  </a:lnTo>
                  <a:lnTo>
                    <a:pt x="130" y="46"/>
                  </a:lnTo>
                  <a:lnTo>
                    <a:pt x="63" y="76"/>
                  </a:lnTo>
                  <a:lnTo>
                    <a:pt x="19" y="113"/>
                  </a:lnTo>
                  <a:lnTo>
                    <a:pt x="0" y="155"/>
                  </a:lnTo>
                  <a:lnTo>
                    <a:pt x="1" y="155"/>
                  </a:lnTo>
                </a:path>
              </a:pathLst>
            </a:custGeom>
            <a:gradFill rotWithShape="0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Freeform 65"/>
            <p:cNvSpPr/>
            <p:nvPr/>
          </p:nvSpPr>
          <p:spPr bwMode="auto">
            <a:xfrm>
              <a:off x="1753" y="1688"/>
              <a:ext cx="317" cy="318"/>
            </a:xfrm>
            <a:custGeom>
              <a:avLst/>
              <a:gdLst>
                <a:gd name="T0" fmla="*/ 4 w 952"/>
                <a:gd name="T1" fmla="*/ 0 h 953"/>
                <a:gd name="T2" fmla="*/ 3 w 952"/>
                <a:gd name="T3" fmla="*/ 0 h 953"/>
                <a:gd name="T4" fmla="*/ 3 w 952"/>
                <a:gd name="T5" fmla="*/ 0 h 953"/>
                <a:gd name="T6" fmla="*/ 3 w 952"/>
                <a:gd name="T7" fmla="*/ 0 h 953"/>
                <a:gd name="T8" fmla="*/ 2 w 952"/>
                <a:gd name="T9" fmla="*/ 0 h 953"/>
                <a:gd name="T10" fmla="*/ 2 w 952"/>
                <a:gd name="T11" fmla="*/ 0 h 953"/>
                <a:gd name="T12" fmla="*/ 2 w 952"/>
                <a:gd name="T13" fmla="*/ 0 h 953"/>
                <a:gd name="T14" fmla="*/ 1 w 952"/>
                <a:gd name="T15" fmla="*/ 1 h 953"/>
                <a:gd name="T16" fmla="*/ 1 w 952"/>
                <a:gd name="T17" fmla="*/ 1 h 953"/>
                <a:gd name="T18" fmla="*/ 1 w 952"/>
                <a:gd name="T19" fmla="*/ 1 h 953"/>
                <a:gd name="T20" fmla="*/ 0 w 952"/>
                <a:gd name="T21" fmla="*/ 2 h 953"/>
                <a:gd name="T22" fmla="*/ 0 w 952"/>
                <a:gd name="T23" fmla="*/ 2 h 953"/>
                <a:gd name="T24" fmla="*/ 0 w 952"/>
                <a:gd name="T25" fmla="*/ 2 h 953"/>
                <a:gd name="T26" fmla="*/ 0 w 952"/>
                <a:gd name="T27" fmla="*/ 3 h 953"/>
                <a:gd name="T28" fmla="*/ 0 w 952"/>
                <a:gd name="T29" fmla="*/ 3 h 953"/>
                <a:gd name="T30" fmla="*/ 0 w 952"/>
                <a:gd name="T31" fmla="*/ 3 h 953"/>
                <a:gd name="T32" fmla="*/ 0 w 952"/>
                <a:gd name="T33" fmla="*/ 4 h 953"/>
                <a:gd name="T34" fmla="*/ 0 w 952"/>
                <a:gd name="T35" fmla="*/ 4 h 953"/>
                <a:gd name="T36" fmla="*/ 1 w 952"/>
                <a:gd name="T37" fmla="*/ 4 h 953"/>
                <a:gd name="T38" fmla="*/ 1 w 952"/>
                <a:gd name="T39" fmla="*/ 4 h 953"/>
                <a:gd name="T40" fmla="*/ 1 w 952"/>
                <a:gd name="T41" fmla="*/ 4 h 953"/>
                <a:gd name="T42" fmla="*/ 2 w 952"/>
                <a:gd name="T43" fmla="*/ 4 h 953"/>
                <a:gd name="T44" fmla="*/ 2 w 952"/>
                <a:gd name="T45" fmla="*/ 4 h 953"/>
                <a:gd name="T46" fmla="*/ 2 w 952"/>
                <a:gd name="T47" fmla="*/ 4 h 953"/>
                <a:gd name="T48" fmla="*/ 3 w 952"/>
                <a:gd name="T49" fmla="*/ 3 h 953"/>
                <a:gd name="T50" fmla="*/ 3 w 952"/>
                <a:gd name="T51" fmla="*/ 3 h 953"/>
                <a:gd name="T52" fmla="*/ 3 w 952"/>
                <a:gd name="T53" fmla="*/ 3 h 953"/>
                <a:gd name="T54" fmla="*/ 4 w 952"/>
                <a:gd name="T55" fmla="*/ 2 h 953"/>
                <a:gd name="T56" fmla="*/ 4 w 952"/>
                <a:gd name="T57" fmla="*/ 2 h 953"/>
                <a:gd name="T58" fmla="*/ 4 w 952"/>
                <a:gd name="T59" fmla="*/ 1 h 953"/>
                <a:gd name="T60" fmla="*/ 4 w 952"/>
                <a:gd name="T61" fmla="*/ 1 h 953"/>
                <a:gd name="T62" fmla="*/ 4 w 952"/>
                <a:gd name="T63" fmla="*/ 1 h 953"/>
                <a:gd name="T64" fmla="*/ 4 w 952"/>
                <a:gd name="T65" fmla="*/ 1 h 953"/>
                <a:gd name="T66" fmla="*/ 4 w 952"/>
                <a:gd name="T67" fmla="*/ 0 h 953"/>
                <a:gd name="T68" fmla="*/ 4 w 952"/>
                <a:gd name="T69" fmla="*/ 0 h 95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952"/>
                <a:gd name="T106" fmla="*/ 0 h 953"/>
                <a:gd name="T107" fmla="*/ 952 w 952"/>
                <a:gd name="T108" fmla="*/ 953 h 953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952" h="953">
                  <a:moveTo>
                    <a:pt x="877" y="75"/>
                  </a:moveTo>
                  <a:lnTo>
                    <a:pt x="822" y="34"/>
                  </a:lnTo>
                  <a:lnTo>
                    <a:pt x="752" y="9"/>
                  </a:lnTo>
                  <a:lnTo>
                    <a:pt x="674" y="0"/>
                  </a:lnTo>
                  <a:lnTo>
                    <a:pt x="589" y="9"/>
                  </a:lnTo>
                  <a:lnTo>
                    <a:pt x="499" y="34"/>
                  </a:lnTo>
                  <a:lnTo>
                    <a:pt x="408" y="77"/>
                  </a:lnTo>
                  <a:lnTo>
                    <a:pt x="320" y="132"/>
                  </a:lnTo>
                  <a:lnTo>
                    <a:pt x="238" y="202"/>
                  </a:lnTo>
                  <a:lnTo>
                    <a:pt x="164" y="280"/>
                  </a:lnTo>
                  <a:lnTo>
                    <a:pt x="101" y="366"/>
                  </a:lnTo>
                  <a:lnTo>
                    <a:pt x="52" y="456"/>
                  </a:lnTo>
                  <a:lnTo>
                    <a:pt x="17" y="546"/>
                  </a:lnTo>
                  <a:lnTo>
                    <a:pt x="0" y="635"/>
                  </a:lnTo>
                  <a:lnTo>
                    <a:pt x="0" y="717"/>
                  </a:lnTo>
                  <a:lnTo>
                    <a:pt x="17" y="791"/>
                  </a:lnTo>
                  <a:lnTo>
                    <a:pt x="51" y="853"/>
                  </a:lnTo>
                  <a:lnTo>
                    <a:pt x="100" y="902"/>
                  </a:lnTo>
                  <a:lnTo>
                    <a:pt x="162" y="935"/>
                  </a:lnTo>
                  <a:lnTo>
                    <a:pt x="235" y="953"/>
                  </a:lnTo>
                  <a:lnTo>
                    <a:pt x="318" y="953"/>
                  </a:lnTo>
                  <a:lnTo>
                    <a:pt x="407" y="935"/>
                  </a:lnTo>
                  <a:lnTo>
                    <a:pt x="497" y="902"/>
                  </a:lnTo>
                  <a:lnTo>
                    <a:pt x="586" y="852"/>
                  </a:lnTo>
                  <a:lnTo>
                    <a:pt x="673" y="789"/>
                  </a:lnTo>
                  <a:lnTo>
                    <a:pt x="751" y="716"/>
                  </a:lnTo>
                  <a:lnTo>
                    <a:pt x="820" y="632"/>
                  </a:lnTo>
                  <a:lnTo>
                    <a:pt x="876" y="545"/>
                  </a:lnTo>
                  <a:lnTo>
                    <a:pt x="917" y="454"/>
                  </a:lnTo>
                  <a:lnTo>
                    <a:pt x="944" y="364"/>
                  </a:lnTo>
                  <a:lnTo>
                    <a:pt x="952" y="279"/>
                  </a:lnTo>
                  <a:lnTo>
                    <a:pt x="944" y="200"/>
                  </a:lnTo>
                  <a:lnTo>
                    <a:pt x="919" y="131"/>
                  </a:lnTo>
                  <a:lnTo>
                    <a:pt x="877" y="75"/>
                  </a:lnTo>
                  <a:lnTo>
                    <a:pt x="879" y="75"/>
                  </a:lnTo>
                </a:path>
              </a:pathLst>
            </a:custGeom>
            <a:gradFill rotWithShape="0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18900000" scaled="1"/>
            </a:gradFill>
            <a:ln>
              <a:noFill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Freeform 66"/>
            <p:cNvSpPr/>
            <p:nvPr/>
          </p:nvSpPr>
          <p:spPr bwMode="auto">
            <a:xfrm>
              <a:off x="1229" y="2107"/>
              <a:ext cx="196" cy="32"/>
            </a:xfrm>
            <a:custGeom>
              <a:avLst/>
              <a:gdLst>
                <a:gd name="T0" fmla="*/ 0 w 196"/>
                <a:gd name="T1" fmla="*/ 4 h 32"/>
                <a:gd name="T2" fmla="*/ 52 w 196"/>
                <a:gd name="T3" fmla="*/ 0 h 32"/>
                <a:gd name="T4" fmla="*/ 92 w 196"/>
                <a:gd name="T5" fmla="*/ 4 h 32"/>
                <a:gd name="T6" fmla="*/ 152 w 196"/>
                <a:gd name="T7" fmla="*/ 16 h 32"/>
                <a:gd name="T8" fmla="*/ 196 w 196"/>
                <a:gd name="T9" fmla="*/ 28 h 32"/>
                <a:gd name="T10" fmla="*/ 156 w 196"/>
                <a:gd name="T11" fmla="*/ 32 h 32"/>
                <a:gd name="T12" fmla="*/ 116 w 196"/>
                <a:gd name="T13" fmla="*/ 28 h 32"/>
                <a:gd name="T14" fmla="*/ 80 w 196"/>
                <a:gd name="T15" fmla="*/ 20 h 32"/>
                <a:gd name="T16" fmla="*/ 32 w 196"/>
                <a:gd name="T17" fmla="*/ 16 h 32"/>
                <a:gd name="T18" fmla="*/ 0 w 196"/>
                <a:gd name="T19" fmla="*/ 4 h 3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96"/>
                <a:gd name="T31" fmla="*/ 0 h 32"/>
                <a:gd name="T32" fmla="*/ 196 w 196"/>
                <a:gd name="T33" fmla="*/ 32 h 3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96" h="32">
                  <a:moveTo>
                    <a:pt x="0" y="4"/>
                  </a:moveTo>
                  <a:lnTo>
                    <a:pt x="52" y="0"/>
                  </a:lnTo>
                  <a:lnTo>
                    <a:pt x="92" y="4"/>
                  </a:lnTo>
                  <a:lnTo>
                    <a:pt x="152" y="16"/>
                  </a:lnTo>
                  <a:lnTo>
                    <a:pt x="196" y="28"/>
                  </a:lnTo>
                  <a:lnTo>
                    <a:pt x="156" y="32"/>
                  </a:lnTo>
                  <a:lnTo>
                    <a:pt x="116" y="28"/>
                  </a:lnTo>
                  <a:lnTo>
                    <a:pt x="80" y="20"/>
                  </a:lnTo>
                  <a:lnTo>
                    <a:pt x="32" y="16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Freeform 67"/>
            <p:cNvSpPr/>
            <p:nvPr/>
          </p:nvSpPr>
          <p:spPr bwMode="auto">
            <a:xfrm>
              <a:off x="1833" y="1767"/>
              <a:ext cx="232" cy="240"/>
            </a:xfrm>
            <a:custGeom>
              <a:avLst/>
              <a:gdLst>
                <a:gd name="T0" fmla="*/ 232 w 232"/>
                <a:gd name="T1" fmla="*/ 0 h 240"/>
                <a:gd name="T2" fmla="*/ 184 w 232"/>
                <a:gd name="T3" fmla="*/ 0 h 240"/>
                <a:gd name="T4" fmla="*/ 104 w 232"/>
                <a:gd name="T5" fmla="*/ 32 h 240"/>
                <a:gd name="T6" fmla="*/ 40 w 232"/>
                <a:gd name="T7" fmla="*/ 96 h 240"/>
                <a:gd name="T8" fmla="*/ 0 w 232"/>
                <a:gd name="T9" fmla="*/ 168 h 240"/>
                <a:gd name="T10" fmla="*/ 0 w 232"/>
                <a:gd name="T11" fmla="*/ 240 h 240"/>
                <a:gd name="T12" fmla="*/ 64 w 232"/>
                <a:gd name="T13" fmla="*/ 232 h 240"/>
                <a:gd name="T14" fmla="*/ 128 w 232"/>
                <a:gd name="T15" fmla="*/ 200 h 240"/>
                <a:gd name="T16" fmla="*/ 184 w 232"/>
                <a:gd name="T17" fmla="*/ 144 h 240"/>
                <a:gd name="T18" fmla="*/ 232 w 232"/>
                <a:gd name="T19" fmla="*/ 64 h 240"/>
                <a:gd name="T20" fmla="*/ 232 w 232"/>
                <a:gd name="T21" fmla="*/ 0 h 24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32"/>
                <a:gd name="T34" fmla="*/ 0 h 240"/>
                <a:gd name="T35" fmla="*/ 232 w 232"/>
                <a:gd name="T36" fmla="*/ 240 h 24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32" h="240">
                  <a:moveTo>
                    <a:pt x="232" y="0"/>
                  </a:moveTo>
                  <a:lnTo>
                    <a:pt x="184" y="0"/>
                  </a:lnTo>
                  <a:lnTo>
                    <a:pt x="104" y="32"/>
                  </a:lnTo>
                  <a:lnTo>
                    <a:pt x="40" y="96"/>
                  </a:lnTo>
                  <a:lnTo>
                    <a:pt x="0" y="168"/>
                  </a:lnTo>
                  <a:lnTo>
                    <a:pt x="0" y="240"/>
                  </a:lnTo>
                  <a:lnTo>
                    <a:pt x="64" y="232"/>
                  </a:lnTo>
                  <a:lnTo>
                    <a:pt x="128" y="200"/>
                  </a:lnTo>
                  <a:lnTo>
                    <a:pt x="184" y="144"/>
                  </a:lnTo>
                  <a:lnTo>
                    <a:pt x="232" y="64"/>
                  </a:lnTo>
                  <a:lnTo>
                    <a:pt x="232" y="0"/>
                  </a:lnTo>
                  <a:close/>
                </a:path>
              </a:pathLst>
            </a:custGeom>
            <a:solidFill>
              <a:srgbClr val="66FF66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Freeform 68"/>
            <p:cNvSpPr/>
            <p:nvPr/>
          </p:nvSpPr>
          <p:spPr bwMode="auto">
            <a:xfrm>
              <a:off x="801" y="1911"/>
              <a:ext cx="280" cy="456"/>
            </a:xfrm>
            <a:custGeom>
              <a:avLst/>
              <a:gdLst>
                <a:gd name="T0" fmla="*/ 0 w 280"/>
                <a:gd name="T1" fmla="*/ 0 h 456"/>
                <a:gd name="T2" fmla="*/ 280 w 280"/>
                <a:gd name="T3" fmla="*/ 272 h 456"/>
                <a:gd name="T4" fmla="*/ 280 w 280"/>
                <a:gd name="T5" fmla="*/ 456 h 456"/>
                <a:gd name="T6" fmla="*/ 0 w 280"/>
                <a:gd name="T7" fmla="*/ 176 h 456"/>
                <a:gd name="T8" fmla="*/ 0 w 280"/>
                <a:gd name="T9" fmla="*/ 0 h 4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0"/>
                <a:gd name="T16" fmla="*/ 0 h 456"/>
                <a:gd name="T17" fmla="*/ 280 w 280"/>
                <a:gd name="T18" fmla="*/ 456 h 4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0" h="456">
                  <a:moveTo>
                    <a:pt x="0" y="0"/>
                  </a:moveTo>
                  <a:lnTo>
                    <a:pt x="280" y="272"/>
                  </a:lnTo>
                  <a:lnTo>
                    <a:pt x="280" y="456"/>
                  </a:lnTo>
                  <a:lnTo>
                    <a:pt x="0" y="17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E47"/>
                </a:gs>
                <a:gs pos="100000">
                  <a:srgbClr val="00CC99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1947969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18694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(4)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斜视图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107384" y="3234642"/>
            <a:ext cx="1174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altLang="zh-CN" b="1" i="1" kern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endParaRPr lang="en-US" altLang="zh-CN" b="1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4" name="Group 77"/>
          <p:cNvGrpSpPr/>
          <p:nvPr/>
        </p:nvGrpSpPr>
        <p:grpSpPr bwMode="auto">
          <a:xfrm>
            <a:off x="5966531" y="1447116"/>
            <a:ext cx="414337" cy="1671639"/>
            <a:chOff x="1733" y="46"/>
            <a:chExt cx="261" cy="1053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1798" y="46"/>
              <a:ext cx="74" cy="1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zh-CN" b="1" i="1" kern="0" dirty="0">
                  <a:solidFill>
                    <a:sysClr val="windowText" lastClr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</a:t>
              </a:r>
              <a:endParaRPr lang="en-US" altLang="zh-CN" sz="9600" b="1" kern="0" dirty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" name="Freeform 5"/>
            <p:cNvSpPr/>
            <p:nvPr/>
          </p:nvSpPr>
          <p:spPr bwMode="auto">
            <a:xfrm>
              <a:off x="1733" y="843"/>
              <a:ext cx="261" cy="256"/>
            </a:xfrm>
            <a:custGeom>
              <a:avLst/>
              <a:gdLst>
                <a:gd name="T0" fmla="*/ 0 w 546"/>
                <a:gd name="T1" fmla="*/ 0 h 546"/>
                <a:gd name="T2" fmla="*/ 14 w 546"/>
                <a:gd name="T3" fmla="*/ 12 h 546"/>
                <a:gd name="T4" fmla="*/ 14 w 546"/>
                <a:gd name="T5" fmla="*/ 12 h 546"/>
                <a:gd name="T6" fmla="*/ 0 60000 65536"/>
                <a:gd name="T7" fmla="*/ 0 60000 65536"/>
                <a:gd name="T8" fmla="*/ 0 60000 65536"/>
                <a:gd name="T9" fmla="*/ 0 w 546"/>
                <a:gd name="T10" fmla="*/ 0 h 546"/>
                <a:gd name="T11" fmla="*/ 546 w 546"/>
                <a:gd name="T12" fmla="*/ 546 h 5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6" h="546">
                  <a:moveTo>
                    <a:pt x="0" y="0"/>
                  </a:moveTo>
                  <a:lnTo>
                    <a:pt x="545" y="546"/>
                  </a:lnTo>
                  <a:lnTo>
                    <a:pt x="546" y="54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tailEnd type="triangle" w="sm" len="lg"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7" name="Text Box 71"/>
          <p:cNvSpPr txBox="1">
            <a:spLocks noChangeArrowheads="1"/>
          </p:cNvSpPr>
          <p:nvPr/>
        </p:nvSpPr>
        <p:spPr bwMode="auto">
          <a:xfrm>
            <a:off x="658114" y="2804914"/>
            <a:ext cx="326243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画斜视图的注意事项：</a:t>
            </a:r>
            <a:endParaRPr kumimoji="1" lang="zh-CN" altLang="en-US" sz="240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72"/>
          <p:cNvSpPr txBox="1">
            <a:spLocks noChangeArrowheads="1"/>
          </p:cNvSpPr>
          <p:nvPr/>
        </p:nvSpPr>
        <p:spPr bwMode="auto">
          <a:xfrm>
            <a:off x="614273" y="4235343"/>
            <a:ext cx="3159992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斜视图</a:t>
            </a:r>
            <a:r>
              <a:rPr kumimoji="1" lang="zh-CN" altLang="en-US" sz="2400" dirty="0">
                <a:solidFill>
                  <a:srgbClr val="333333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通常按投射方向配置和标注</a:t>
            </a: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。   </a:t>
            </a:r>
            <a:endParaRPr kumimoji="1" lang="zh-CN" altLang="en-US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9" name="Text Box 73"/>
          <p:cNvSpPr txBox="1">
            <a:spLocks noChangeArrowheads="1"/>
          </p:cNvSpPr>
          <p:nvPr/>
        </p:nvSpPr>
        <p:spPr bwMode="auto">
          <a:xfrm>
            <a:off x="614273" y="5101859"/>
            <a:ext cx="4007375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允许将斜视图旋转配置，但需在斜视图上方注明</a:t>
            </a: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mmercialPi BT" panose="05020102010206080802"/>
              </a:rPr>
              <a:t>。</a:t>
            </a:r>
            <a:endParaRPr kumimoji="1" lang="zh-CN" altLang="en-US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ommercialPi BT" panose="05020102010206080802"/>
            </a:endParaRPr>
          </a:p>
        </p:txBody>
      </p:sp>
      <p:sp>
        <p:nvSpPr>
          <p:cNvPr id="10" name="Text Box 74"/>
          <p:cNvSpPr txBox="1">
            <a:spLocks noChangeArrowheads="1"/>
          </p:cNvSpPr>
          <p:nvPr/>
        </p:nvSpPr>
        <p:spPr bwMode="auto">
          <a:xfrm>
            <a:off x="614273" y="3368826"/>
            <a:ext cx="3214586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斜视图的</a:t>
            </a:r>
            <a:r>
              <a:rPr kumimoji="1" lang="zh-CN" altLang="en-US" sz="2400" dirty="0">
                <a:solidFill>
                  <a:srgbClr val="333333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断裂边界用波浪线表示</a:t>
            </a: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。</a:t>
            </a:r>
            <a:endParaRPr kumimoji="1" lang="zh-CN" altLang="en-US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11" name="AutoShape 75"/>
          <p:cNvSpPr>
            <a:spLocks noChangeArrowheads="1"/>
          </p:cNvSpPr>
          <p:nvPr/>
        </p:nvSpPr>
        <p:spPr bwMode="auto">
          <a:xfrm>
            <a:off x="9130862" y="1556792"/>
            <a:ext cx="2156298" cy="1127616"/>
          </a:xfrm>
          <a:prstGeom prst="wedgeRoundRectCallout">
            <a:avLst>
              <a:gd name="adj1" fmla="val -18250"/>
              <a:gd name="adj2" fmla="val 9920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round/>
          </a:ln>
        </p:spPr>
        <p:txBody>
          <a:bodyPr wrap="none" anchor="ctr"/>
          <a:lstStyle/>
          <a:p>
            <a:pPr algn="ctr">
              <a:spcAft>
                <a:spcPts val="600"/>
              </a:spcAft>
              <a:defRPr/>
            </a:pPr>
            <a:r>
              <a:rPr lang="zh-CN" altLang="en-US" sz="2000" kern="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字母靠近箭头端</a:t>
            </a:r>
            <a:endParaRPr lang="zh-CN" altLang="en-US" sz="2000" kern="0" dirty="0">
              <a:solidFill>
                <a:sysClr val="windowText" lastClr="0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2000" kern="0" dirty="0">
                <a:solidFill>
                  <a:sysClr val="windowText" lastClr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符号方向与旋转</a:t>
            </a:r>
            <a:endParaRPr lang="zh-CN" altLang="en-US" sz="2000" kern="0" dirty="0">
              <a:solidFill>
                <a:sysClr val="windowText" lastClr="0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2000" kern="0" dirty="0">
                <a:solidFill>
                  <a:sysClr val="windowText" lastClr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方向一致</a:t>
            </a:r>
            <a:endParaRPr lang="zh-CN" altLang="en-US" sz="2000" kern="0" dirty="0">
              <a:solidFill>
                <a:sysClr val="windowText" lastClr="0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68"/>
          <p:cNvGrpSpPr/>
          <p:nvPr/>
        </p:nvGrpSpPr>
        <p:grpSpPr bwMode="auto">
          <a:xfrm>
            <a:off x="9586387" y="3229006"/>
            <a:ext cx="898848" cy="761366"/>
            <a:chOff x="7567634" y="2373813"/>
            <a:chExt cx="899300" cy="760016"/>
          </a:xfrm>
        </p:grpSpPr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7567634" y="2373813"/>
              <a:ext cx="301777" cy="275735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zh-CN" b="1" i="1" kern="0" dirty="0">
                  <a:solidFill>
                    <a:sysClr val="windowText" lastClr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</a:t>
              </a:r>
              <a:endParaRPr lang="en-US" altLang="zh-CN" b="1" kern="0" dirty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" name="弧形 13"/>
            <p:cNvSpPr/>
            <p:nvPr/>
          </p:nvSpPr>
          <p:spPr bwMode="auto">
            <a:xfrm rot="18786323">
              <a:off x="7783917" y="2450811"/>
              <a:ext cx="652890" cy="713145"/>
            </a:xfrm>
            <a:prstGeom prst="arc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5" name="组合 78"/>
          <p:cNvGrpSpPr/>
          <p:nvPr/>
        </p:nvGrpSpPr>
        <p:grpSpPr bwMode="auto">
          <a:xfrm>
            <a:off x="6824462" y="3365611"/>
            <a:ext cx="1517650" cy="1714500"/>
            <a:chOff x="3643952" y="2352675"/>
            <a:chExt cx="1517012" cy="1714358"/>
          </a:xfrm>
        </p:grpSpPr>
        <p:sp>
          <p:nvSpPr>
            <p:cNvPr id="17" name="Arc 16"/>
            <p:cNvSpPr/>
            <p:nvPr/>
          </p:nvSpPr>
          <p:spPr bwMode="auto">
            <a:xfrm rot="2732034">
              <a:off x="4253099" y="2644849"/>
              <a:ext cx="1168303" cy="583954"/>
            </a:xfrm>
            <a:custGeom>
              <a:avLst/>
              <a:gdLst>
                <a:gd name="T0" fmla="*/ 0 w 43200"/>
                <a:gd name="T1" fmla="*/ 2147483647 h 21600"/>
                <a:gd name="T2" fmla="*/ 2147483647 w 43200"/>
                <a:gd name="T3" fmla="*/ 2147483647 h 21600"/>
                <a:gd name="T4" fmla="*/ 2147483647 w 43200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21600"/>
                <a:gd name="T11" fmla="*/ 43200 w 432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1600" fill="none" extrusionOk="0">
                  <a:moveTo>
                    <a:pt x="0" y="21471"/>
                  </a:moveTo>
                  <a:cubicBezTo>
                    <a:pt x="71" y="9592"/>
                    <a:pt x="9720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</a:path>
                <a:path w="43200" h="21600" stroke="0" extrusionOk="0">
                  <a:moveTo>
                    <a:pt x="0" y="21471"/>
                  </a:moveTo>
                  <a:cubicBezTo>
                    <a:pt x="71" y="9592"/>
                    <a:pt x="9720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" name="Oval 17"/>
            <p:cNvSpPr>
              <a:spLocks noChangeArrowheads="1"/>
            </p:cNvSpPr>
            <p:nvPr/>
          </p:nvSpPr>
          <p:spPr bwMode="auto">
            <a:xfrm>
              <a:off x="4292966" y="2814600"/>
              <a:ext cx="664883" cy="64288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" name="Freeform 18"/>
            <p:cNvSpPr/>
            <p:nvPr/>
          </p:nvSpPr>
          <p:spPr bwMode="auto">
            <a:xfrm>
              <a:off x="4523057" y="3530502"/>
              <a:ext cx="528415" cy="530181"/>
            </a:xfrm>
            <a:custGeom>
              <a:avLst/>
              <a:gdLst>
                <a:gd name="T0" fmla="*/ 0 w 333"/>
                <a:gd name="T1" fmla="*/ 2147483647 h 334"/>
                <a:gd name="T2" fmla="*/ 2147483647 w 333"/>
                <a:gd name="T3" fmla="*/ 0 h 334"/>
                <a:gd name="T4" fmla="*/ 2147483647 w 333"/>
                <a:gd name="T5" fmla="*/ 2147483647 h 334"/>
                <a:gd name="T6" fmla="*/ 0 60000 65536"/>
                <a:gd name="T7" fmla="*/ 0 60000 65536"/>
                <a:gd name="T8" fmla="*/ 0 60000 65536"/>
                <a:gd name="T9" fmla="*/ 0 w 333"/>
                <a:gd name="T10" fmla="*/ 0 h 334"/>
                <a:gd name="T11" fmla="*/ 333 w 333"/>
                <a:gd name="T12" fmla="*/ 334 h 3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3" h="334">
                  <a:moveTo>
                    <a:pt x="0" y="334"/>
                  </a:moveTo>
                  <a:lnTo>
                    <a:pt x="333" y="0"/>
                  </a:lnTo>
                  <a:lnTo>
                    <a:pt x="325" y="4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" name="Freeform 19"/>
            <p:cNvSpPr/>
            <p:nvPr/>
          </p:nvSpPr>
          <p:spPr bwMode="auto">
            <a:xfrm>
              <a:off x="3647126" y="2716183"/>
              <a:ext cx="571260" cy="569865"/>
            </a:xfrm>
            <a:custGeom>
              <a:avLst/>
              <a:gdLst>
                <a:gd name="T0" fmla="*/ 0 w 755"/>
                <a:gd name="T1" fmla="*/ 2147483647 h 755"/>
                <a:gd name="T2" fmla="*/ 2147483647 w 755"/>
                <a:gd name="T3" fmla="*/ 0 h 755"/>
                <a:gd name="T4" fmla="*/ 2147483647 w 755"/>
                <a:gd name="T5" fmla="*/ 0 h 755"/>
                <a:gd name="T6" fmla="*/ 0 60000 65536"/>
                <a:gd name="T7" fmla="*/ 0 60000 65536"/>
                <a:gd name="T8" fmla="*/ 0 60000 65536"/>
                <a:gd name="T9" fmla="*/ 0 w 755"/>
                <a:gd name="T10" fmla="*/ 0 h 755"/>
                <a:gd name="T11" fmla="*/ 755 w 755"/>
                <a:gd name="T12" fmla="*/ 755 h 7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55" h="755">
                  <a:moveTo>
                    <a:pt x="0" y="755"/>
                  </a:moveTo>
                  <a:lnTo>
                    <a:pt x="754" y="0"/>
                  </a:lnTo>
                  <a:lnTo>
                    <a:pt x="755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3858174" y="3076515"/>
              <a:ext cx="821979" cy="820670"/>
            </a:xfrm>
            <a:custGeom>
              <a:avLst/>
              <a:gdLst>
                <a:gd name="T0" fmla="*/ 0 w 1091"/>
                <a:gd name="T1" fmla="*/ 0 h 1092"/>
                <a:gd name="T2" fmla="*/ 2147483647 w 1091"/>
                <a:gd name="T3" fmla="*/ 2147483647 h 1092"/>
                <a:gd name="T4" fmla="*/ 2147483647 w 1091"/>
                <a:gd name="T5" fmla="*/ 2147483647 h 1092"/>
                <a:gd name="T6" fmla="*/ 0 60000 65536"/>
                <a:gd name="T7" fmla="*/ 0 60000 65536"/>
                <a:gd name="T8" fmla="*/ 0 60000 65536"/>
                <a:gd name="T9" fmla="*/ 0 w 1091"/>
                <a:gd name="T10" fmla="*/ 0 h 1092"/>
                <a:gd name="T11" fmla="*/ 1091 w 1091"/>
                <a:gd name="T12" fmla="*/ 1092 h 10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91" h="1092">
                  <a:moveTo>
                    <a:pt x="0" y="0"/>
                  </a:moveTo>
                  <a:lnTo>
                    <a:pt x="1090" y="1092"/>
                  </a:lnTo>
                  <a:lnTo>
                    <a:pt x="1091" y="109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22" name="Group 22"/>
            <p:cNvGrpSpPr/>
            <p:nvPr/>
          </p:nvGrpSpPr>
          <p:grpSpPr bwMode="auto">
            <a:xfrm>
              <a:off x="3959226" y="2593975"/>
              <a:ext cx="1201738" cy="1201738"/>
              <a:chOff x="2901" y="1865"/>
              <a:chExt cx="757" cy="757"/>
            </a:xfrm>
          </p:grpSpPr>
          <p:sp>
            <p:nvSpPr>
              <p:cNvPr id="28" name="Freeform 23"/>
              <p:cNvSpPr/>
              <p:nvPr/>
            </p:nvSpPr>
            <p:spPr bwMode="auto">
              <a:xfrm>
                <a:off x="3273" y="1865"/>
                <a:ext cx="385" cy="385"/>
              </a:xfrm>
              <a:custGeom>
                <a:avLst/>
                <a:gdLst>
                  <a:gd name="T0" fmla="*/ 19 w 813"/>
                  <a:gd name="T1" fmla="*/ 0 h 814"/>
                  <a:gd name="T2" fmla="*/ 0 w 813"/>
                  <a:gd name="T3" fmla="*/ 19 h 814"/>
                  <a:gd name="T4" fmla="*/ 0 w 813"/>
                  <a:gd name="T5" fmla="*/ 19 h 814"/>
                  <a:gd name="T6" fmla="*/ 0 60000 65536"/>
                  <a:gd name="T7" fmla="*/ 0 60000 65536"/>
                  <a:gd name="T8" fmla="*/ 0 60000 65536"/>
                  <a:gd name="T9" fmla="*/ 0 w 813"/>
                  <a:gd name="T10" fmla="*/ 0 h 814"/>
                  <a:gd name="T11" fmla="*/ 813 w 813"/>
                  <a:gd name="T12" fmla="*/ 814 h 8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13" h="814">
                    <a:moveTo>
                      <a:pt x="813" y="0"/>
                    </a:moveTo>
                    <a:lnTo>
                      <a:pt x="0" y="814"/>
                    </a:lnTo>
                    <a:lnTo>
                      <a:pt x="1" y="814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" name="Freeform 24"/>
              <p:cNvSpPr/>
              <p:nvPr/>
            </p:nvSpPr>
            <p:spPr bwMode="auto">
              <a:xfrm>
                <a:off x="2901" y="2314"/>
                <a:ext cx="308" cy="308"/>
              </a:xfrm>
              <a:custGeom>
                <a:avLst/>
                <a:gdLst>
                  <a:gd name="T0" fmla="*/ 15 w 653"/>
                  <a:gd name="T1" fmla="*/ 0 h 654"/>
                  <a:gd name="T2" fmla="*/ 0 w 653"/>
                  <a:gd name="T3" fmla="*/ 15 h 654"/>
                  <a:gd name="T4" fmla="*/ 0 w 653"/>
                  <a:gd name="T5" fmla="*/ 15 h 654"/>
                  <a:gd name="T6" fmla="*/ 0 60000 65536"/>
                  <a:gd name="T7" fmla="*/ 0 60000 65536"/>
                  <a:gd name="T8" fmla="*/ 0 60000 65536"/>
                  <a:gd name="T9" fmla="*/ 0 w 653"/>
                  <a:gd name="T10" fmla="*/ 0 h 654"/>
                  <a:gd name="T11" fmla="*/ 653 w 653"/>
                  <a:gd name="T12" fmla="*/ 654 h 65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53" h="654">
                    <a:moveTo>
                      <a:pt x="653" y="0"/>
                    </a:moveTo>
                    <a:lnTo>
                      <a:pt x="0" y="654"/>
                    </a:lnTo>
                    <a:lnTo>
                      <a:pt x="1" y="654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0" name="Freeform 25"/>
              <p:cNvSpPr/>
              <p:nvPr/>
            </p:nvSpPr>
            <p:spPr bwMode="auto">
              <a:xfrm>
                <a:off x="3235" y="2276"/>
                <a:ext cx="13" cy="12"/>
              </a:xfrm>
              <a:custGeom>
                <a:avLst/>
                <a:gdLst>
                  <a:gd name="T0" fmla="*/ 1 w 24"/>
                  <a:gd name="T1" fmla="*/ 0 h 23"/>
                  <a:gd name="T2" fmla="*/ 0 w 24"/>
                  <a:gd name="T3" fmla="*/ 1 h 23"/>
                  <a:gd name="T4" fmla="*/ 1 w 24"/>
                  <a:gd name="T5" fmla="*/ 1 h 23"/>
                  <a:gd name="T6" fmla="*/ 0 60000 65536"/>
                  <a:gd name="T7" fmla="*/ 0 60000 65536"/>
                  <a:gd name="T8" fmla="*/ 0 60000 65536"/>
                  <a:gd name="T9" fmla="*/ 0 w 24"/>
                  <a:gd name="T10" fmla="*/ 0 h 23"/>
                  <a:gd name="T11" fmla="*/ 24 w 24"/>
                  <a:gd name="T12" fmla="*/ 23 h 2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" h="23">
                    <a:moveTo>
                      <a:pt x="24" y="0"/>
                    </a:moveTo>
                    <a:lnTo>
                      <a:pt x="0" y="23"/>
                    </a:lnTo>
                    <a:lnTo>
                      <a:pt x="1" y="23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" name="Group 26"/>
            <p:cNvGrpSpPr/>
            <p:nvPr/>
          </p:nvGrpSpPr>
          <p:grpSpPr bwMode="auto">
            <a:xfrm>
              <a:off x="4102101" y="2600325"/>
              <a:ext cx="1058863" cy="1058863"/>
              <a:chOff x="2991" y="1869"/>
              <a:chExt cx="667" cy="667"/>
            </a:xfrm>
          </p:grpSpPr>
          <p:sp>
            <p:nvSpPr>
              <p:cNvPr id="25" name="Freeform 27"/>
              <p:cNvSpPr/>
              <p:nvPr/>
            </p:nvSpPr>
            <p:spPr bwMode="auto">
              <a:xfrm>
                <a:off x="2991" y="1869"/>
                <a:ext cx="376" cy="377"/>
              </a:xfrm>
              <a:custGeom>
                <a:avLst/>
                <a:gdLst>
                  <a:gd name="T0" fmla="*/ 0 w 792"/>
                  <a:gd name="T1" fmla="*/ 0 h 794"/>
                  <a:gd name="T2" fmla="*/ 19 w 792"/>
                  <a:gd name="T3" fmla="*/ 19 h 794"/>
                  <a:gd name="T4" fmla="*/ 19 w 792"/>
                  <a:gd name="T5" fmla="*/ 19 h 794"/>
                  <a:gd name="T6" fmla="*/ 0 60000 65536"/>
                  <a:gd name="T7" fmla="*/ 0 60000 65536"/>
                  <a:gd name="T8" fmla="*/ 0 60000 65536"/>
                  <a:gd name="T9" fmla="*/ 0 w 792"/>
                  <a:gd name="T10" fmla="*/ 0 h 794"/>
                  <a:gd name="T11" fmla="*/ 792 w 792"/>
                  <a:gd name="T12" fmla="*/ 794 h 79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92" h="794">
                    <a:moveTo>
                      <a:pt x="0" y="0"/>
                    </a:moveTo>
                    <a:lnTo>
                      <a:pt x="791" y="794"/>
                    </a:lnTo>
                    <a:lnTo>
                      <a:pt x="792" y="794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6" name="Freeform 28"/>
              <p:cNvSpPr/>
              <p:nvPr/>
            </p:nvSpPr>
            <p:spPr bwMode="auto">
              <a:xfrm>
                <a:off x="3393" y="2271"/>
                <a:ext cx="4" cy="5"/>
              </a:xfrm>
              <a:custGeom>
                <a:avLst/>
                <a:gdLst>
                  <a:gd name="T0" fmla="*/ 0 w 9"/>
                  <a:gd name="T1" fmla="*/ 0 h 7"/>
                  <a:gd name="T2" fmla="*/ 0 w 9"/>
                  <a:gd name="T3" fmla="*/ 1 h 7"/>
                  <a:gd name="T4" fmla="*/ 0 w 9"/>
                  <a:gd name="T5" fmla="*/ 1 h 7"/>
                  <a:gd name="T6" fmla="*/ 0 60000 65536"/>
                  <a:gd name="T7" fmla="*/ 0 60000 65536"/>
                  <a:gd name="T8" fmla="*/ 0 60000 65536"/>
                  <a:gd name="T9" fmla="*/ 0 w 9"/>
                  <a:gd name="T10" fmla="*/ 0 h 7"/>
                  <a:gd name="T11" fmla="*/ 9 w 9"/>
                  <a:gd name="T12" fmla="*/ 7 h 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" h="7">
                    <a:moveTo>
                      <a:pt x="0" y="0"/>
                    </a:moveTo>
                    <a:lnTo>
                      <a:pt x="8" y="7"/>
                    </a:lnTo>
                    <a:lnTo>
                      <a:pt x="9" y="7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7" name="Freeform 29"/>
              <p:cNvSpPr/>
              <p:nvPr/>
            </p:nvSpPr>
            <p:spPr bwMode="auto">
              <a:xfrm>
                <a:off x="3432" y="2314"/>
                <a:ext cx="226" cy="222"/>
              </a:xfrm>
              <a:custGeom>
                <a:avLst/>
                <a:gdLst>
                  <a:gd name="T0" fmla="*/ 0 w 475"/>
                  <a:gd name="T1" fmla="*/ 0 h 475"/>
                  <a:gd name="T2" fmla="*/ 11 w 475"/>
                  <a:gd name="T3" fmla="*/ 11 h 475"/>
                  <a:gd name="T4" fmla="*/ 11 w 475"/>
                  <a:gd name="T5" fmla="*/ 11 h 475"/>
                  <a:gd name="T6" fmla="*/ 0 60000 65536"/>
                  <a:gd name="T7" fmla="*/ 0 60000 65536"/>
                  <a:gd name="T8" fmla="*/ 0 60000 65536"/>
                  <a:gd name="T9" fmla="*/ 0 w 475"/>
                  <a:gd name="T10" fmla="*/ 0 h 475"/>
                  <a:gd name="T11" fmla="*/ 475 w 475"/>
                  <a:gd name="T12" fmla="*/ 475 h 47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75" h="475">
                    <a:moveTo>
                      <a:pt x="0" y="0"/>
                    </a:moveTo>
                    <a:lnTo>
                      <a:pt x="474" y="475"/>
                    </a:lnTo>
                    <a:lnTo>
                      <a:pt x="475" y="475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4" name="任意多边形 69"/>
            <p:cNvSpPr>
              <a:spLocks noChangeArrowheads="1"/>
            </p:cNvSpPr>
            <p:nvPr/>
          </p:nvSpPr>
          <p:spPr bwMode="auto">
            <a:xfrm>
              <a:off x="3643952" y="3274937"/>
              <a:ext cx="872758" cy="792096"/>
            </a:xfrm>
            <a:custGeom>
              <a:avLst/>
              <a:gdLst>
                <a:gd name="T0" fmla="*/ 0 w 873457"/>
                <a:gd name="T1" fmla="*/ 0 h 791570"/>
                <a:gd name="T2" fmla="*/ 272955 w 873457"/>
                <a:gd name="T3" fmla="*/ 177421 h 791570"/>
                <a:gd name="T4" fmla="*/ 450376 w 873457"/>
                <a:gd name="T5" fmla="*/ 464024 h 791570"/>
                <a:gd name="T6" fmla="*/ 736979 w 873457"/>
                <a:gd name="T7" fmla="*/ 627797 h 791570"/>
                <a:gd name="T8" fmla="*/ 873457 w 873457"/>
                <a:gd name="T9" fmla="*/ 791570 h 7915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3457"/>
                <a:gd name="T16" fmla="*/ 0 h 791570"/>
                <a:gd name="T17" fmla="*/ 873457 w 873457"/>
                <a:gd name="T18" fmla="*/ 791570 h 7915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3457" h="791570">
                  <a:moveTo>
                    <a:pt x="0" y="0"/>
                  </a:moveTo>
                  <a:cubicBezTo>
                    <a:pt x="98946" y="50042"/>
                    <a:pt x="197892" y="100084"/>
                    <a:pt x="272955" y="177421"/>
                  </a:cubicBezTo>
                  <a:cubicBezTo>
                    <a:pt x="348018" y="254758"/>
                    <a:pt x="373039" y="388961"/>
                    <a:pt x="450376" y="464024"/>
                  </a:cubicBezTo>
                  <a:cubicBezTo>
                    <a:pt x="527713" y="539087"/>
                    <a:pt x="666465" y="573206"/>
                    <a:pt x="736979" y="627797"/>
                  </a:cubicBezTo>
                  <a:cubicBezTo>
                    <a:pt x="807493" y="682388"/>
                    <a:pt x="873457" y="791570"/>
                    <a:pt x="873457" y="791570"/>
                  </a:cubicBezTo>
                </a:path>
              </a:pathLst>
            </a:custGeom>
            <a:noFill/>
            <a:ln w="9525" algn="ctr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en-US" altLang="zh-CN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31" name="组合 75"/>
          <p:cNvGrpSpPr/>
          <p:nvPr/>
        </p:nvGrpSpPr>
        <p:grpSpPr bwMode="auto">
          <a:xfrm>
            <a:off x="4791781" y="2898092"/>
            <a:ext cx="2481262" cy="2643188"/>
            <a:chOff x="1576388" y="1524000"/>
            <a:chExt cx="2481262" cy="2643188"/>
          </a:xfrm>
        </p:grpSpPr>
        <p:sp>
          <p:nvSpPr>
            <p:cNvPr id="32" name="Line 83"/>
            <p:cNvSpPr>
              <a:spLocks noChangeShapeType="1"/>
            </p:cNvSpPr>
            <p:nvPr/>
          </p:nvSpPr>
          <p:spPr bwMode="auto">
            <a:xfrm>
              <a:off x="3667125" y="1697038"/>
              <a:ext cx="204788" cy="2047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" name="Line 85"/>
            <p:cNvSpPr>
              <a:spLocks noChangeShapeType="1"/>
            </p:cNvSpPr>
            <p:nvPr/>
          </p:nvSpPr>
          <p:spPr bwMode="auto">
            <a:xfrm>
              <a:off x="3198813" y="2165350"/>
              <a:ext cx="203200" cy="203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" name="Line 86"/>
            <p:cNvSpPr>
              <a:spLocks noChangeShapeType="1"/>
            </p:cNvSpPr>
            <p:nvPr/>
          </p:nvSpPr>
          <p:spPr bwMode="auto">
            <a:xfrm>
              <a:off x="2027238" y="2287588"/>
              <a:ext cx="0" cy="2778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5" name="Line 87"/>
            <p:cNvSpPr>
              <a:spLocks noChangeShapeType="1"/>
            </p:cNvSpPr>
            <p:nvPr/>
          </p:nvSpPr>
          <p:spPr bwMode="auto">
            <a:xfrm>
              <a:off x="2854325" y="2295525"/>
              <a:ext cx="0" cy="3095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" name="Freeform 93"/>
            <p:cNvSpPr/>
            <p:nvPr/>
          </p:nvSpPr>
          <p:spPr bwMode="auto">
            <a:xfrm>
              <a:off x="2432050" y="2165350"/>
              <a:ext cx="6350" cy="542925"/>
            </a:xfrm>
            <a:custGeom>
              <a:avLst/>
              <a:gdLst>
                <a:gd name="T0" fmla="*/ 0 w 1"/>
                <a:gd name="T1" fmla="*/ 0 h 721"/>
                <a:gd name="T2" fmla="*/ 0 w 1"/>
                <a:gd name="T3" fmla="*/ 2147483647 h 721"/>
                <a:gd name="T4" fmla="*/ 2147483647 w 1"/>
                <a:gd name="T5" fmla="*/ 2147483647 h 721"/>
                <a:gd name="T6" fmla="*/ 0 60000 65536"/>
                <a:gd name="T7" fmla="*/ 0 60000 65536"/>
                <a:gd name="T8" fmla="*/ 0 60000 65536"/>
                <a:gd name="T9" fmla="*/ 0 w 1"/>
                <a:gd name="T10" fmla="*/ 0 h 721"/>
                <a:gd name="T11" fmla="*/ 1 w 1"/>
                <a:gd name="T12" fmla="*/ 721 h 7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21">
                  <a:moveTo>
                    <a:pt x="0" y="0"/>
                  </a:moveTo>
                  <a:lnTo>
                    <a:pt x="0" y="721"/>
                  </a:lnTo>
                  <a:lnTo>
                    <a:pt x="1" y="72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lgDashDot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" name="Freeform 94"/>
            <p:cNvSpPr/>
            <p:nvPr/>
          </p:nvSpPr>
          <p:spPr bwMode="auto">
            <a:xfrm>
              <a:off x="3362325" y="1860550"/>
              <a:ext cx="325438" cy="331788"/>
            </a:xfrm>
            <a:custGeom>
              <a:avLst/>
              <a:gdLst>
                <a:gd name="T0" fmla="*/ 0 w 434"/>
                <a:gd name="T1" fmla="*/ 0 h 434"/>
                <a:gd name="T2" fmla="*/ 2147483647 w 434"/>
                <a:gd name="T3" fmla="*/ 2147483647 h 434"/>
                <a:gd name="T4" fmla="*/ 2147483647 w 434"/>
                <a:gd name="T5" fmla="*/ 2147483647 h 434"/>
                <a:gd name="T6" fmla="*/ 0 60000 65536"/>
                <a:gd name="T7" fmla="*/ 0 60000 65536"/>
                <a:gd name="T8" fmla="*/ 0 60000 65536"/>
                <a:gd name="T9" fmla="*/ 0 w 434"/>
                <a:gd name="T10" fmla="*/ 0 h 434"/>
                <a:gd name="T11" fmla="*/ 434 w 434"/>
                <a:gd name="T12" fmla="*/ 434 h 4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4" h="434">
                  <a:moveTo>
                    <a:pt x="0" y="0"/>
                  </a:moveTo>
                  <a:lnTo>
                    <a:pt x="433" y="434"/>
                  </a:lnTo>
                  <a:lnTo>
                    <a:pt x="434" y="4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9" name="Freeform 82"/>
            <p:cNvSpPr/>
            <p:nvPr/>
          </p:nvSpPr>
          <p:spPr bwMode="auto">
            <a:xfrm>
              <a:off x="1746250" y="1524000"/>
              <a:ext cx="2311400" cy="1060450"/>
            </a:xfrm>
            <a:custGeom>
              <a:avLst/>
              <a:gdLst>
                <a:gd name="T0" fmla="*/ 0 w 1456"/>
                <a:gd name="T1" fmla="*/ 2147483647 h 668"/>
                <a:gd name="T2" fmla="*/ 2147483647 w 1456"/>
                <a:gd name="T3" fmla="*/ 2147483647 h 668"/>
                <a:gd name="T4" fmla="*/ 2147483647 w 1456"/>
                <a:gd name="T5" fmla="*/ 2147483647 h 668"/>
                <a:gd name="T6" fmla="*/ 2147483647 w 1456"/>
                <a:gd name="T7" fmla="*/ 0 h 668"/>
                <a:gd name="T8" fmla="*/ 2147483647 w 1456"/>
                <a:gd name="T9" fmla="*/ 2147483647 h 668"/>
                <a:gd name="T10" fmla="*/ 2147483647 w 1456"/>
                <a:gd name="T11" fmla="*/ 2147483647 h 668"/>
                <a:gd name="T12" fmla="*/ 0 w 1456"/>
                <a:gd name="T13" fmla="*/ 2147483647 h 668"/>
                <a:gd name="T14" fmla="*/ 0 w 1456"/>
                <a:gd name="T15" fmla="*/ 2147483647 h 6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56"/>
                <a:gd name="T25" fmla="*/ 0 h 668"/>
                <a:gd name="T26" fmla="*/ 1456 w 1456"/>
                <a:gd name="T27" fmla="*/ 668 h 66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56" h="668">
                  <a:moveTo>
                    <a:pt x="0" y="668"/>
                  </a:moveTo>
                  <a:lnTo>
                    <a:pt x="928" y="668"/>
                  </a:lnTo>
                  <a:lnTo>
                    <a:pt x="1456" y="132"/>
                  </a:lnTo>
                  <a:lnTo>
                    <a:pt x="1328" y="0"/>
                  </a:lnTo>
                  <a:lnTo>
                    <a:pt x="848" y="484"/>
                  </a:lnTo>
                  <a:lnTo>
                    <a:pt x="846" y="486"/>
                  </a:lnTo>
                  <a:lnTo>
                    <a:pt x="0" y="492"/>
                  </a:lnTo>
                  <a:lnTo>
                    <a:pt x="0" y="668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0" name="Oval 84"/>
            <p:cNvSpPr>
              <a:spLocks noChangeArrowheads="1"/>
            </p:cNvSpPr>
            <p:nvPr/>
          </p:nvSpPr>
          <p:spPr bwMode="auto">
            <a:xfrm>
              <a:off x="2027238" y="3187700"/>
              <a:ext cx="811212" cy="80486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1" name="Freeform 88"/>
            <p:cNvSpPr/>
            <p:nvPr/>
          </p:nvSpPr>
          <p:spPr bwMode="auto">
            <a:xfrm>
              <a:off x="1746250" y="4160838"/>
              <a:ext cx="1476375" cy="0"/>
            </a:xfrm>
            <a:custGeom>
              <a:avLst/>
              <a:gdLst>
                <a:gd name="T0" fmla="*/ 0 w 1933"/>
                <a:gd name="T1" fmla="*/ 2147483647 w 1933"/>
                <a:gd name="T2" fmla="*/ 2147483647 w 1933"/>
                <a:gd name="T3" fmla="*/ 0 60000 65536"/>
                <a:gd name="T4" fmla="*/ 0 60000 65536"/>
                <a:gd name="T5" fmla="*/ 0 60000 65536"/>
                <a:gd name="T6" fmla="*/ 0 w 1933"/>
                <a:gd name="T7" fmla="*/ 1933 w 1933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1933">
                  <a:moveTo>
                    <a:pt x="0" y="0"/>
                  </a:moveTo>
                  <a:lnTo>
                    <a:pt x="1932" y="0"/>
                  </a:lnTo>
                  <a:lnTo>
                    <a:pt x="1933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2" name="Freeform 89"/>
            <p:cNvSpPr/>
            <p:nvPr/>
          </p:nvSpPr>
          <p:spPr bwMode="auto">
            <a:xfrm>
              <a:off x="1746250" y="2992438"/>
              <a:ext cx="1452563" cy="6350"/>
            </a:xfrm>
            <a:custGeom>
              <a:avLst/>
              <a:gdLst>
                <a:gd name="T0" fmla="*/ 0 w 1928"/>
                <a:gd name="T1" fmla="*/ 0 h 6350"/>
                <a:gd name="T2" fmla="*/ 2147483647 w 1928"/>
                <a:gd name="T3" fmla="*/ 0 h 6350"/>
                <a:gd name="T4" fmla="*/ 2147483647 w 1928"/>
                <a:gd name="T5" fmla="*/ 0 h 6350"/>
                <a:gd name="T6" fmla="*/ 0 60000 65536"/>
                <a:gd name="T7" fmla="*/ 0 60000 65536"/>
                <a:gd name="T8" fmla="*/ 0 60000 65536"/>
                <a:gd name="T9" fmla="*/ 0 w 1928"/>
                <a:gd name="T10" fmla="*/ 0 h 6350"/>
                <a:gd name="T11" fmla="*/ 1928 w 1928"/>
                <a:gd name="T12" fmla="*/ 6350 h 63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8" h="6350">
                  <a:moveTo>
                    <a:pt x="0" y="0"/>
                  </a:moveTo>
                  <a:lnTo>
                    <a:pt x="1927" y="0"/>
                  </a:lnTo>
                  <a:lnTo>
                    <a:pt x="1928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3" name="Freeform 90"/>
            <p:cNvSpPr/>
            <p:nvPr/>
          </p:nvSpPr>
          <p:spPr bwMode="auto">
            <a:xfrm>
              <a:off x="1746250" y="2978150"/>
              <a:ext cx="1588" cy="1189038"/>
            </a:xfrm>
            <a:custGeom>
              <a:avLst/>
              <a:gdLst>
                <a:gd name="T0" fmla="*/ 0 w 1"/>
                <a:gd name="T1" fmla="*/ 2147483647 h 749"/>
                <a:gd name="T2" fmla="*/ 0 w 1"/>
                <a:gd name="T3" fmla="*/ 0 h 749"/>
                <a:gd name="T4" fmla="*/ 0 60000 65536"/>
                <a:gd name="T5" fmla="*/ 0 60000 65536"/>
                <a:gd name="T6" fmla="*/ 0 w 1"/>
                <a:gd name="T7" fmla="*/ 0 h 749"/>
                <a:gd name="T8" fmla="*/ 1 w 1"/>
                <a:gd name="T9" fmla="*/ 749 h 74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749">
                  <a:moveTo>
                    <a:pt x="0" y="749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" name="Freeform 91"/>
            <p:cNvSpPr/>
            <p:nvPr/>
          </p:nvSpPr>
          <p:spPr bwMode="auto">
            <a:xfrm>
              <a:off x="3111500" y="2992438"/>
              <a:ext cx="6350" cy="1168400"/>
            </a:xfrm>
            <a:custGeom>
              <a:avLst/>
              <a:gdLst>
                <a:gd name="T0" fmla="*/ 0 w 1"/>
                <a:gd name="T1" fmla="*/ 2147483647 h 1545"/>
                <a:gd name="T2" fmla="*/ 0 w 1"/>
                <a:gd name="T3" fmla="*/ 0 h 1545"/>
                <a:gd name="T4" fmla="*/ 2147483647 w 1"/>
                <a:gd name="T5" fmla="*/ 0 h 1545"/>
                <a:gd name="T6" fmla="*/ 0 60000 65536"/>
                <a:gd name="T7" fmla="*/ 0 60000 65536"/>
                <a:gd name="T8" fmla="*/ 0 60000 65536"/>
                <a:gd name="T9" fmla="*/ 0 w 1"/>
                <a:gd name="T10" fmla="*/ 0 h 1545"/>
                <a:gd name="T11" fmla="*/ 1 w 1"/>
                <a:gd name="T12" fmla="*/ 1545 h 15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45">
                  <a:moveTo>
                    <a:pt x="0" y="154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5" name="Freeform 95"/>
            <p:cNvSpPr/>
            <p:nvPr/>
          </p:nvSpPr>
          <p:spPr bwMode="auto">
            <a:xfrm>
              <a:off x="2432050" y="3062288"/>
              <a:ext cx="6350" cy="930275"/>
            </a:xfrm>
            <a:custGeom>
              <a:avLst/>
              <a:gdLst>
                <a:gd name="T0" fmla="*/ 0 w 1"/>
                <a:gd name="T1" fmla="*/ 0 h 1239"/>
                <a:gd name="T2" fmla="*/ 0 w 1"/>
                <a:gd name="T3" fmla="*/ 2147483647 h 1239"/>
                <a:gd name="T4" fmla="*/ 2147483647 w 1"/>
                <a:gd name="T5" fmla="*/ 2147483647 h 1239"/>
                <a:gd name="T6" fmla="*/ 0 60000 65536"/>
                <a:gd name="T7" fmla="*/ 0 60000 65536"/>
                <a:gd name="T8" fmla="*/ 0 60000 65536"/>
                <a:gd name="T9" fmla="*/ 0 w 1"/>
                <a:gd name="T10" fmla="*/ 0 h 1239"/>
                <a:gd name="T11" fmla="*/ 1 w 1"/>
                <a:gd name="T12" fmla="*/ 1239 h 12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239">
                  <a:moveTo>
                    <a:pt x="0" y="0"/>
                  </a:moveTo>
                  <a:lnTo>
                    <a:pt x="0" y="1239"/>
                  </a:lnTo>
                  <a:lnTo>
                    <a:pt x="1" y="1239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lgDashDot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46" name="Group 96"/>
            <p:cNvGrpSpPr/>
            <p:nvPr/>
          </p:nvGrpSpPr>
          <p:grpSpPr bwMode="auto">
            <a:xfrm>
              <a:off x="1576388" y="3576638"/>
              <a:ext cx="1744662" cy="6350"/>
              <a:chOff x="1400" y="2605"/>
              <a:chExt cx="1099" cy="4"/>
            </a:xfrm>
          </p:grpSpPr>
          <p:sp>
            <p:nvSpPr>
              <p:cNvPr id="49" name="Freeform 97"/>
              <p:cNvSpPr/>
              <p:nvPr/>
            </p:nvSpPr>
            <p:spPr bwMode="auto">
              <a:xfrm>
                <a:off x="1400" y="2605"/>
                <a:ext cx="599" cy="4"/>
              </a:xfrm>
              <a:custGeom>
                <a:avLst/>
                <a:gdLst>
                  <a:gd name="T0" fmla="*/ 0 w 1258"/>
                  <a:gd name="T1" fmla="*/ 0 h 4"/>
                  <a:gd name="T2" fmla="*/ 31 w 1258"/>
                  <a:gd name="T3" fmla="*/ 0 h 4"/>
                  <a:gd name="T4" fmla="*/ 31 w 1258"/>
                  <a:gd name="T5" fmla="*/ 0 h 4"/>
                  <a:gd name="T6" fmla="*/ 0 60000 65536"/>
                  <a:gd name="T7" fmla="*/ 0 60000 65536"/>
                  <a:gd name="T8" fmla="*/ 0 60000 65536"/>
                  <a:gd name="T9" fmla="*/ 0 w 1258"/>
                  <a:gd name="T10" fmla="*/ 0 h 4"/>
                  <a:gd name="T11" fmla="*/ 1258 w 1258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58" h="4">
                    <a:moveTo>
                      <a:pt x="0" y="0"/>
                    </a:moveTo>
                    <a:lnTo>
                      <a:pt x="1257" y="0"/>
                    </a:lnTo>
                    <a:lnTo>
                      <a:pt x="125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0" name="Freeform 98"/>
              <p:cNvSpPr/>
              <p:nvPr/>
            </p:nvSpPr>
            <p:spPr bwMode="auto">
              <a:xfrm>
                <a:off x="2054" y="2605"/>
                <a:ext cx="13" cy="4"/>
              </a:xfrm>
              <a:custGeom>
                <a:avLst/>
                <a:gdLst>
                  <a:gd name="T0" fmla="*/ 0 w 31"/>
                  <a:gd name="T1" fmla="*/ 0 h 4"/>
                  <a:gd name="T2" fmla="*/ 0 w 31"/>
                  <a:gd name="T3" fmla="*/ 0 h 4"/>
                  <a:gd name="T4" fmla="*/ 0 w 31"/>
                  <a:gd name="T5" fmla="*/ 0 h 4"/>
                  <a:gd name="T6" fmla="*/ 0 60000 65536"/>
                  <a:gd name="T7" fmla="*/ 0 60000 65536"/>
                  <a:gd name="T8" fmla="*/ 0 60000 65536"/>
                  <a:gd name="T9" fmla="*/ 0 w 31"/>
                  <a:gd name="T10" fmla="*/ 0 h 4"/>
                  <a:gd name="T11" fmla="*/ 31 w 31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" h="4">
                    <a:moveTo>
                      <a:pt x="0" y="0"/>
                    </a:moveTo>
                    <a:lnTo>
                      <a:pt x="30" y="0"/>
                    </a:lnTo>
                    <a:lnTo>
                      <a:pt x="3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1" name="Freeform 99"/>
              <p:cNvSpPr/>
              <p:nvPr/>
            </p:nvSpPr>
            <p:spPr bwMode="auto">
              <a:xfrm>
                <a:off x="2119" y="2605"/>
                <a:ext cx="380" cy="4"/>
              </a:xfrm>
              <a:custGeom>
                <a:avLst/>
                <a:gdLst>
                  <a:gd name="T0" fmla="*/ 0 w 804"/>
                  <a:gd name="T1" fmla="*/ 0 h 4"/>
                  <a:gd name="T2" fmla="*/ 19 w 804"/>
                  <a:gd name="T3" fmla="*/ 0 h 4"/>
                  <a:gd name="T4" fmla="*/ 19 w 804"/>
                  <a:gd name="T5" fmla="*/ 0 h 4"/>
                  <a:gd name="T6" fmla="*/ 0 60000 65536"/>
                  <a:gd name="T7" fmla="*/ 0 60000 65536"/>
                  <a:gd name="T8" fmla="*/ 0 60000 65536"/>
                  <a:gd name="T9" fmla="*/ 0 w 804"/>
                  <a:gd name="T10" fmla="*/ 0 h 4"/>
                  <a:gd name="T11" fmla="*/ 804 w 804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4" h="4">
                    <a:moveTo>
                      <a:pt x="0" y="0"/>
                    </a:moveTo>
                    <a:lnTo>
                      <a:pt x="803" y="0"/>
                    </a:lnTo>
                    <a:lnTo>
                      <a:pt x="80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7" name="Line 100"/>
            <p:cNvSpPr>
              <a:spLocks noChangeShapeType="1"/>
            </p:cNvSpPr>
            <p:nvPr/>
          </p:nvSpPr>
          <p:spPr bwMode="auto">
            <a:xfrm>
              <a:off x="2432050" y="3076575"/>
              <a:ext cx="0" cy="10160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" name="任意多边形 71"/>
            <p:cNvSpPr>
              <a:spLocks noChangeArrowheads="1"/>
            </p:cNvSpPr>
            <p:nvPr/>
          </p:nvSpPr>
          <p:spPr bwMode="auto">
            <a:xfrm>
              <a:off x="3194050" y="2978150"/>
              <a:ext cx="84138" cy="1187450"/>
            </a:xfrm>
            <a:custGeom>
              <a:avLst/>
              <a:gdLst>
                <a:gd name="T0" fmla="*/ 0 w 84667"/>
                <a:gd name="T1" fmla="*/ 0 h 1187450"/>
                <a:gd name="T2" fmla="*/ 76200 w 84667"/>
                <a:gd name="T3" fmla="*/ 336550 h 1187450"/>
                <a:gd name="T4" fmla="*/ 6350 w 84667"/>
                <a:gd name="T5" fmla="*/ 736600 h 1187450"/>
                <a:gd name="T6" fmla="*/ 82550 w 84667"/>
                <a:gd name="T7" fmla="*/ 1009650 h 1187450"/>
                <a:gd name="T8" fmla="*/ 19050 w 84667"/>
                <a:gd name="T9" fmla="*/ 1187450 h 11874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667"/>
                <a:gd name="T16" fmla="*/ 0 h 1187450"/>
                <a:gd name="T17" fmla="*/ 84667 w 84667"/>
                <a:gd name="T18" fmla="*/ 1187450 h 11874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667" h="1187450">
                  <a:moveTo>
                    <a:pt x="0" y="0"/>
                  </a:moveTo>
                  <a:cubicBezTo>
                    <a:pt x="37571" y="106891"/>
                    <a:pt x="75142" y="213783"/>
                    <a:pt x="76200" y="336550"/>
                  </a:cubicBezTo>
                  <a:cubicBezTo>
                    <a:pt x="77258" y="459317"/>
                    <a:pt x="5292" y="624417"/>
                    <a:pt x="6350" y="736600"/>
                  </a:cubicBezTo>
                  <a:cubicBezTo>
                    <a:pt x="7408" y="848783"/>
                    <a:pt x="80433" y="934508"/>
                    <a:pt x="82550" y="1009650"/>
                  </a:cubicBezTo>
                  <a:cubicBezTo>
                    <a:pt x="84667" y="1084792"/>
                    <a:pt x="27517" y="1157817"/>
                    <a:pt x="19050" y="1187450"/>
                  </a:cubicBezTo>
                </a:path>
              </a:pathLst>
            </a:custGeom>
            <a:noFill/>
            <a:ln w="9525" algn="ctr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en-US" altLang="zh-CN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52" name="组合 77"/>
          <p:cNvGrpSpPr/>
          <p:nvPr/>
        </p:nvGrpSpPr>
        <p:grpSpPr bwMode="auto">
          <a:xfrm>
            <a:off x="9134274" y="3498247"/>
            <a:ext cx="1500187" cy="1643062"/>
            <a:chOff x="5668963" y="2424113"/>
            <a:chExt cx="1500187" cy="1643062"/>
          </a:xfrm>
        </p:grpSpPr>
        <p:sp>
          <p:nvSpPr>
            <p:cNvPr id="53" name="Arc 31"/>
            <p:cNvSpPr/>
            <p:nvPr/>
          </p:nvSpPr>
          <p:spPr bwMode="auto">
            <a:xfrm>
              <a:off x="5826125" y="2603500"/>
              <a:ext cx="1168400" cy="584200"/>
            </a:xfrm>
            <a:custGeom>
              <a:avLst/>
              <a:gdLst>
                <a:gd name="T0" fmla="*/ 0 w 43200"/>
                <a:gd name="T1" fmla="*/ 2147483647 h 21600"/>
                <a:gd name="T2" fmla="*/ 2147483647 w 43200"/>
                <a:gd name="T3" fmla="*/ 2147483647 h 21600"/>
                <a:gd name="T4" fmla="*/ 2147483647 w 43200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21600"/>
                <a:gd name="T11" fmla="*/ 43200 w 432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1600" fill="none" extrusionOk="0">
                  <a:moveTo>
                    <a:pt x="0" y="21471"/>
                  </a:moveTo>
                  <a:cubicBezTo>
                    <a:pt x="71" y="9592"/>
                    <a:pt x="9720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</a:path>
                <a:path w="43200" h="21600" stroke="0" extrusionOk="0">
                  <a:moveTo>
                    <a:pt x="0" y="21471"/>
                  </a:moveTo>
                  <a:cubicBezTo>
                    <a:pt x="71" y="9592"/>
                    <a:pt x="9720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4" name="Freeform 33"/>
            <p:cNvSpPr/>
            <p:nvPr/>
          </p:nvSpPr>
          <p:spPr bwMode="auto">
            <a:xfrm>
              <a:off x="5830888" y="3687763"/>
              <a:ext cx="1162050" cy="6350"/>
            </a:xfrm>
            <a:custGeom>
              <a:avLst/>
              <a:gdLst>
                <a:gd name="T0" fmla="*/ 0 w 1544"/>
                <a:gd name="T1" fmla="*/ 0 h 6350"/>
                <a:gd name="T2" fmla="*/ 2147483647 w 1544"/>
                <a:gd name="T3" fmla="*/ 0 h 6350"/>
                <a:gd name="T4" fmla="*/ 2147483647 w 1544"/>
                <a:gd name="T5" fmla="*/ 0 h 6350"/>
                <a:gd name="T6" fmla="*/ 0 60000 65536"/>
                <a:gd name="T7" fmla="*/ 0 60000 65536"/>
                <a:gd name="T8" fmla="*/ 0 60000 65536"/>
                <a:gd name="T9" fmla="*/ 0 w 1544"/>
                <a:gd name="T10" fmla="*/ 0 h 6350"/>
                <a:gd name="T11" fmla="*/ 1544 w 1544"/>
                <a:gd name="T12" fmla="*/ 6350 h 63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44" h="6350">
                  <a:moveTo>
                    <a:pt x="0" y="0"/>
                  </a:moveTo>
                  <a:lnTo>
                    <a:pt x="1543" y="0"/>
                  </a:lnTo>
                  <a:lnTo>
                    <a:pt x="1544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5" name="Freeform 34"/>
            <p:cNvSpPr/>
            <p:nvPr/>
          </p:nvSpPr>
          <p:spPr bwMode="auto">
            <a:xfrm>
              <a:off x="5830888" y="3178175"/>
              <a:ext cx="7937" cy="808038"/>
            </a:xfrm>
            <a:custGeom>
              <a:avLst/>
              <a:gdLst>
                <a:gd name="T0" fmla="*/ 0 w 1"/>
                <a:gd name="T1" fmla="*/ 2147483647 h 1068"/>
                <a:gd name="T2" fmla="*/ 0 w 1"/>
                <a:gd name="T3" fmla="*/ 0 h 1068"/>
                <a:gd name="T4" fmla="*/ 2147483647 w 1"/>
                <a:gd name="T5" fmla="*/ 0 h 1068"/>
                <a:gd name="T6" fmla="*/ 0 60000 65536"/>
                <a:gd name="T7" fmla="*/ 0 60000 65536"/>
                <a:gd name="T8" fmla="*/ 0 60000 65536"/>
                <a:gd name="T9" fmla="*/ 0 w 1"/>
                <a:gd name="T10" fmla="*/ 0 h 1068"/>
                <a:gd name="T11" fmla="*/ 1 w 1"/>
                <a:gd name="T12" fmla="*/ 1068 h 10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068">
                  <a:moveTo>
                    <a:pt x="0" y="106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6" name="Freeform 35"/>
            <p:cNvSpPr/>
            <p:nvPr/>
          </p:nvSpPr>
          <p:spPr bwMode="auto">
            <a:xfrm>
              <a:off x="6992938" y="3178175"/>
              <a:ext cx="6350" cy="733425"/>
            </a:xfrm>
            <a:custGeom>
              <a:avLst/>
              <a:gdLst>
                <a:gd name="T0" fmla="*/ 0 w 1"/>
                <a:gd name="T1" fmla="*/ 2147483647 h 971"/>
                <a:gd name="T2" fmla="*/ 0 w 1"/>
                <a:gd name="T3" fmla="*/ 0 h 971"/>
                <a:gd name="T4" fmla="*/ 2147483647 w 1"/>
                <a:gd name="T5" fmla="*/ 0 h 971"/>
                <a:gd name="T6" fmla="*/ 0 60000 65536"/>
                <a:gd name="T7" fmla="*/ 0 60000 65536"/>
                <a:gd name="T8" fmla="*/ 0 60000 65536"/>
                <a:gd name="T9" fmla="*/ 0 w 1"/>
                <a:gd name="T10" fmla="*/ 0 h 971"/>
                <a:gd name="T11" fmla="*/ 1 w 1"/>
                <a:gd name="T12" fmla="*/ 971 h 97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971">
                  <a:moveTo>
                    <a:pt x="0" y="97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57" name="Group 36"/>
            <p:cNvGrpSpPr/>
            <p:nvPr/>
          </p:nvGrpSpPr>
          <p:grpSpPr bwMode="auto">
            <a:xfrm>
              <a:off x="6415088" y="2424113"/>
              <a:ext cx="7937" cy="1643062"/>
              <a:chOff x="4338" y="1758"/>
              <a:chExt cx="5" cy="1035"/>
            </a:xfrm>
          </p:grpSpPr>
          <p:sp>
            <p:nvSpPr>
              <p:cNvPr id="64" name="Freeform 37"/>
              <p:cNvSpPr/>
              <p:nvPr/>
            </p:nvSpPr>
            <p:spPr bwMode="auto">
              <a:xfrm>
                <a:off x="4338" y="1758"/>
                <a:ext cx="5" cy="539"/>
              </a:xfrm>
              <a:custGeom>
                <a:avLst/>
                <a:gdLst>
                  <a:gd name="T0" fmla="*/ 0 w 1"/>
                  <a:gd name="T1" fmla="*/ 0 h 1136"/>
                  <a:gd name="T2" fmla="*/ 0 w 1"/>
                  <a:gd name="T3" fmla="*/ 27 h 1136"/>
                  <a:gd name="T4" fmla="*/ 3125 w 1"/>
                  <a:gd name="T5" fmla="*/ 27 h 113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136"/>
                  <a:gd name="T11" fmla="*/ 1 w 1"/>
                  <a:gd name="T12" fmla="*/ 1136 h 11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136">
                    <a:moveTo>
                      <a:pt x="0" y="0"/>
                    </a:moveTo>
                    <a:lnTo>
                      <a:pt x="0" y="1136"/>
                    </a:lnTo>
                    <a:lnTo>
                      <a:pt x="1" y="1136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5" name="Freeform 38"/>
              <p:cNvSpPr/>
              <p:nvPr/>
            </p:nvSpPr>
            <p:spPr bwMode="auto">
              <a:xfrm>
                <a:off x="4338" y="2382"/>
                <a:ext cx="5" cy="411"/>
              </a:xfrm>
              <a:custGeom>
                <a:avLst/>
                <a:gdLst>
                  <a:gd name="T0" fmla="*/ 0 w 1"/>
                  <a:gd name="T1" fmla="*/ 0 h 861"/>
                  <a:gd name="T2" fmla="*/ 0 w 1"/>
                  <a:gd name="T3" fmla="*/ 21 h 861"/>
                  <a:gd name="T4" fmla="*/ 3125 w 1"/>
                  <a:gd name="T5" fmla="*/ 21 h 86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861"/>
                  <a:gd name="T11" fmla="*/ 1 w 1"/>
                  <a:gd name="T12" fmla="*/ 861 h 86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861">
                    <a:moveTo>
                      <a:pt x="0" y="0"/>
                    </a:moveTo>
                    <a:lnTo>
                      <a:pt x="0" y="861"/>
                    </a:lnTo>
                    <a:lnTo>
                      <a:pt x="1" y="86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6" name="Freeform 39"/>
              <p:cNvSpPr/>
              <p:nvPr/>
            </p:nvSpPr>
            <p:spPr bwMode="auto">
              <a:xfrm>
                <a:off x="4338" y="2331"/>
                <a:ext cx="5" cy="9"/>
              </a:xfrm>
              <a:custGeom>
                <a:avLst/>
                <a:gdLst>
                  <a:gd name="T0" fmla="*/ 0 w 1"/>
                  <a:gd name="T1" fmla="*/ 0 h 15"/>
                  <a:gd name="T2" fmla="*/ 0 w 1"/>
                  <a:gd name="T3" fmla="*/ 1 h 15"/>
                  <a:gd name="T4" fmla="*/ 3125 w 1"/>
                  <a:gd name="T5" fmla="*/ 1 h 1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5"/>
                  <a:gd name="T11" fmla="*/ 1 w 1"/>
                  <a:gd name="T12" fmla="*/ 15 h 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5">
                    <a:moveTo>
                      <a:pt x="0" y="0"/>
                    </a:moveTo>
                    <a:lnTo>
                      <a:pt x="0" y="15"/>
                    </a:lnTo>
                    <a:lnTo>
                      <a:pt x="1" y="15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8" name="Group 40"/>
            <p:cNvGrpSpPr/>
            <p:nvPr/>
          </p:nvGrpSpPr>
          <p:grpSpPr bwMode="auto">
            <a:xfrm>
              <a:off x="5668963" y="3178175"/>
              <a:ext cx="1500187" cy="6350"/>
              <a:chOff x="3868" y="2233"/>
              <a:chExt cx="945" cy="4"/>
            </a:xfrm>
          </p:grpSpPr>
          <p:sp>
            <p:nvSpPr>
              <p:cNvPr id="61" name="Freeform 41"/>
              <p:cNvSpPr/>
              <p:nvPr/>
            </p:nvSpPr>
            <p:spPr bwMode="auto">
              <a:xfrm>
                <a:off x="3868" y="2233"/>
                <a:ext cx="308" cy="4"/>
              </a:xfrm>
              <a:custGeom>
                <a:avLst/>
                <a:gdLst>
                  <a:gd name="T0" fmla="*/ 0 w 650"/>
                  <a:gd name="T1" fmla="*/ 0 h 4"/>
                  <a:gd name="T2" fmla="*/ 16 w 650"/>
                  <a:gd name="T3" fmla="*/ 0 h 4"/>
                  <a:gd name="T4" fmla="*/ 16 w 650"/>
                  <a:gd name="T5" fmla="*/ 0 h 4"/>
                  <a:gd name="T6" fmla="*/ 0 60000 65536"/>
                  <a:gd name="T7" fmla="*/ 0 60000 65536"/>
                  <a:gd name="T8" fmla="*/ 0 60000 65536"/>
                  <a:gd name="T9" fmla="*/ 0 w 650"/>
                  <a:gd name="T10" fmla="*/ 0 h 4"/>
                  <a:gd name="T11" fmla="*/ 650 w 650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50" h="4">
                    <a:moveTo>
                      <a:pt x="0" y="0"/>
                    </a:moveTo>
                    <a:lnTo>
                      <a:pt x="649" y="0"/>
                    </a:lnTo>
                    <a:lnTo>
                      <a:pt x="65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2" name="Freeform 42"/>
              <p:cNvSpPr/>
              <p:nvPr/>
            </p:nvSpPr>
            <p:spPr bwMode="auto">
              <a:xfrm>
                <a:off x="4214" y="2233"/>
                <a:ext cx="9" cy="4"/>
              </a:xfrm>
              <a:custGeom>
                <a:avLst/>
                <a:gdLst>
                  <a:gd name="T0" fmla="*/ 0 w 17"/>
                  <a:gd name="T1" fmla="*/ 0 h 4"/>
                  <a:gd name="T2" fmla="*/ 1 w 17"/>
                  <a:gd name="T3" fmla="*/ 0 h 4"/>
                  <a:gd name="T4" fmla="*/ 1 w 17"/>
                  <a:gd name="T5" fmla="*/ 0 h 4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4"/>
                  <a:gd name="T11" fmla="*/ 17 w 17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4">
                    <a:moveTo>
                      <a:pt x="0" y="0"/>
                    </a:moveTo>
                    <a:lnTo>
                      <a:pt x="16" y="0"/>
                    </a:lnTo>
                    <a:lnTo>
                      <a:pt x="1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3" name="Freeform 43"/>
              <p:cNvSpPr/>
              <p:nvPr/>
            </p:nvSpPr>
            <p:spPr bwMode="auto">
              <a:xfrm>
                <a:off x="4257" y="2233"/>
                <a:ext cx="556" cy="4"/>
              </a:xfrm>
              <a:custGeom>
                <a:avLst/>
                <a:gdLst>
                  <a:gd name="T0" fmla="*/ 0 w 1170"/>
                  <a:gd name="T1" fmla="*/ 0 h 4"/>
                  <a:gd name="T2" fmla="*/ 28 w 1170"/>
                  <a:gd name="T3" fmla="*/ 0 h 4"/>
                  <a:gd name="T4" fmla="*/ 28 w 1170"/>
                  <a:gd name="T5" fmla="*/ 0 h 4"/>
                  <a:gd name="T6" fmla="*/ 0 60000 65536"/>
                  <a:gd name="T7" fmla="*/ 0 60000 65536"/>
                  <a:gd name="T8" fmla="*/ 0 60000 65536"/>
                  <a:gd name="T9" fmla="*/ 0 w 1170"/>
                  <a:gd name="T10" fmla="*/ 0 h 4"/>
                  <a:gd name="T11" fmla="*/ 1170 w 1170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70" h="4">
                    <a:moveTo>
                      <a:pt x="0" y="0"/>
                    </a:moveTo>
                    <a:lnTo>
                      <a:pt x="1169" y="0"/>
                    </a:lnTo>
                    <a:lnTo>
                      <a:pt x="117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9" name="Oval 44"/>
            <p:cNvSpPr>
              <a:spLocks noChangeArrowheads="1"/>
            </p:cNvSpPr>
            <p:nvPr/>
          </p:nvSpPr>
          <p:spPr bwMode="auto">
            <a:xfrm>
              <a:off x="6078538" y="2852738"/>
              <a:ext cx="665162" cy="642937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0" name="任意多边形 72"/>
            <p:cNvSpPr>
              <a:spLocks noChangeArrowheads="1"/>
            </p:cNvSpPr>
            <p:nvPr/>
          </p:nvSpPr>
          <p:spPr bwMode="auto">
            <a:xfrm>
              <a:off x="5822950" y="3863975"/>
              <a:ext cx="1168400" cy="142875"/>
            </a:xfrm>
            <a:custGeom>
              <a:avLst/>
              <a:gdLst>
                <a:gd name="T0" fmla="*/ 0 w 1168400"/>
                <a:gd name="T1" fmla="*/ 117475 h 142875"/>
                <a:gd name="T2" fmla="*/ 222250 w 1168400"/>
                <a:gd name="T3" fmla="*/ 53975 h 142875"/>
                <a:gd name="T4" fmla="*/ 514350 w 1168400"/>
                <a:gd name="T5" fmla="*/ 136525 h 142875"/>
                <a:gd name="T6" fmla="*/ 889000 w 1168400"/>
                <a:gd name="T7" fmla="*/ 15875 h 142875"/>
                <a:gd name="T8" fmla="*/ 1168400 w 1168400"/>
                <a:gd name="T9" fmla="*/ 41275 h 1428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68400"/>
                <a:gd name="T16" fmla="*/ 0 h 142875"/>
                <a:gd name="T17" fmla="*/ 1168400 w 1168400"/>
                <a:gd name="T18" fmla="*/ 142875 h 1428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68400" h="142875">
                  <a:moveTo>
                    <a:pt x="0" y="117475"/>
                  </a:moveTo>
                  <a:cubicBezTo>
                    <a:pt x="68262" y="84137"/>
                    <a:pt x="136525" y="50800"/>
                    <a:pt x="222250" y="53975"/>
                  </a:cubicBezTo>
                  <a:cubicBezTo>
                    <a:pt x="307975" y="57150"/>
                    <a:pt x="403225" y="142875"/>
                    <a:pt x="514350" y="136525"/>
                  </a:cubicBezTo>
                  <a:cubicBezTo>
                    <a:pt x="625475" y="130175"/>
                    <a:pt x="779992" y="31750"/>
                    <a:pt x="889000" y="15875"/>
                  </a:cubicBezTo>
                  <a:cubicBezTo>
                    <a:pt x="998008" y="0"/>
                    <a:pt x="1125008" y="37042"/>
                    <a:pt x="1168400" y="41275"/>
                  </a:cubicBezTo>
                </a:path>
              </a:pathLst>
            </a:custGeom>
            <a:noFill/>
            <a:ln w="9525" algn="ctr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67" name="文本框 66"/>
          <p:cNvSpPr txBox="1"/>
          <p:nvPr/>
        </p:nvSpPr>
        <p:spPr>
          <a:xfrm>
            <a:off x="722038" y="2014668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斜视图的画法</a:t>
            </a:r>
            <a:endParaRPr lang="zh-HK" altLang="en-US" sz="2800" dirty="0">
              <a:solidFill>
                <a:srgbClr val="7E529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4374221" y="2727903"/>
            <a:ext cx="3443571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4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2697871" y="1136817"/>
            <a:ext cx="5902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A5002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679358" y="2080044"/>
            <a:ext cx="4161502" cy="18158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kumimoji="1" lang="zh-CN" altLang="en-US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zh-CN" altLang="en-US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当机件的内部形状较复杂时，视图上将出现许多虚线，不便于看图和标注尺寸。</a:t>
            </a:r>
            <a:endParaRPr kumimoji="1" lang="zh-CN" altLang="en-US" sz="2800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781817" y="4149025"/>
            <a:ext cx="1980029" cy="52322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8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解决办法？</a:t>
            </a:r>
            <a:endParaRPr lang="zh-CN" altLang="en-US" sz="20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2766284" y="4149025"/>
            <a:ext cx="1980029" cy="52322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采用剖视图</a:t>
            </a:r>
            <a:endParaRPr lang="zh-CN" altLang="en-US" sz="28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Group 6"/>
          <p:cNvGrpSpPr/>
          <p:nvPr/>
        </p:nvGrpSpPr>
        <p:grpSpPr bwMode="auto">
          <a:xfrm>
            <a:off x="8832536" y="2182238"/>
            <a:ext cx="2605088" cy="2584450"/>
            <a:chOff x="847" y="1424"/>
            <a:chExt cx="1697" cy="1684"/>
          </a:xfrm>
        </p:grpSpPr>
        <p:sp>
          <p:nvSpPr>
            <p:cNvPr id="13" name="Freeform 7"/>
            <p:cNvSpPr/>
            <p:nvPr/>
          </p:nvSpPr>
          <p:spPr bwMode="auto">
            <a:xfrm>
              <a:off x="1022" y="2368"/>
              <a:ext cx="494" cy="508"/>
            </a:xfrm>
            <a:custGeom>
              <a:avLst/>
              <a:gdLst>
                <a:gd name="T0" fmla="*/ 2 w 494"/>
                <a:gd name="T1" fmla="*/ 164 h 508"/>
                <a:gd name="T2" fmla="*/ 286 w 494"/>
                <a:gd name="T3" fmla="*/ 0 h 508"/>
                <a:gd name="T4" fmla="*/ 494 w 494"/>
                <a:gd name="T5" fmla="*/ 180 h 508"/>
                <a:gd name="T6" fmla="*/ 280 w 494"/>
                <a:gd name="T7" fmla="*/ 304 h 508"/>
                <a:gd name="T8" fmla="*/ 238 w 494"/>
                <a:gd name="T9" fmla="*/ 308 h 508"/>
                <a:gd name="T10" fmla="*/ 238 w 494"/>
                <a:gd name="T11" fmla="*/ 404 h 508"/>
                <a:gd name="T12" fmla="*/ 186 w 494"/>
                <a:gd name="T13" fmla="*/ 412 h 508"/>
                <a:gd name="T14" fmla="*/ 138 w 494"/>
                <a:gd name="T15" fmla="*/ 428 h 508"/>
                <a:gd name="T16" fmla="*/ 0 w 494"/>
                <a:gd name="T17" fmla="*/ 508 h 508"/>
                <a:gd name="T18" fmla="*/ 2 w 494"/>
                <a:gd name="T19" fmla="*/ 164 h 5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94"/>
                <a:gd name="T31" fmla="*/ 0 h 508"/>
                <a:gd name="T32" fmla="*/ 494 w 494"/>
                <a:gd name="T33" fmla="*/ 508 h 50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94" h="508">
                  <a:moveTo>
                    <a:pt x="2" y="164"/>
                  </a:moveTo>
                  <a:lnTo>
                    <a:pt x="286" y="0"/>
                  </a:lnTo>
                  <a:lnTo>
                    <a:pt x="494" y="180"/>
                  </a:lnTo>
                  <a:lnTo>
                    <a:pt x="280" y="304"/>
                  </a:lnTo>
                  <a:lnTo>
                    <a:pt x="238" y="308"/>
                  </a:lnTo>
                  <a:lnTo>
                    <a:pt x="238" y="404"/>
                  </a:lnTo>
                  <a:lnTo>
                    <a:pt x="186" y="412"/>
                  </a:lnTo>
                  <a:lnTo>
                    <a:pt x="138" y="428"/>
                  </a:lnTo>
                  <a:lnTo>
                    <a:pt x="0" y="508"/>
                  </a:lnTo>
                  <a:lnTo>
                    <a:pt x="2" y="164"/>
                  </a:lnTo>
                  <a:close/>
                </a:path>
              </a:pathLst>
            </a:custGeom>
            <a:gradFill rotWithShape="0">
              <a:gsLst>
                <a:gs pos="0">
                  <a:srgbClr val="FFCC66"/>
                </a:gs>
                <a:gs pos="100000">
                  <a:srgbClr val="765E2F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8"/>
            <p:cNvSpPr/>
            <p:nvPr/>
          </p:nvSpPr>
          <p:spPr bwMode="auto">
            <a:xfrm>
              <a:off x="1259" y="2676"/>
              <a:ext cx="179" cy="432"/>
            </a:xfrm>
            <a:custGeom>
              <a:avLst/>
              <a:gdLst>
                <a:gd name="T0" fmla="*/ 1 w 173"/>
                <a:gd name="T1" fmla="*/ 0 h 432"/>
                <a:gd name="T2" fmla="*/ 173 w 173"/>
                <a:gd name="T3" fmla="*/ 99 h 432"/>
                <a:gd name="T4" fmla="*/ 173 w 173"/>
                <a:gd name="T5" fmla="*/ 432 h 432"/>
                <a:gd name="T6" fmla="*/ 0 w 173"/>
                <a:gd name="T7" fmla="*/ 332 h 432"/>
                <a:gd name="T8" fmla="*/ 1 w 173"/>
                <a:gd name="T9" fmla="*/ 0 h 4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"/>
                <a:gd name="T16" fmla="*/ 0 h 432"/>
                <a:gd name="T17" fmla="*/ 173 w 173"/>
                <a:gd name="T18" fmla="*/ 432 h 4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" h="432">
                  <a:moveTo>
                    <a:pt x="1" y="0"/>
                  </a:moveTo>
                  <a:lnTo>
                    <a:pt x="173" y="99"/>
                  </a:lnTo>
                  <a:lnTo>
                    <a:pt x="173" y="432"/>
                  </a:lnTo>
                  <a:lnTo>
                    <a:pt x="0" y="3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3399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Freeform 9"/>
            <p:cNvSpPr/>
            <p:nvPr/>
          </p:nvSpPr>
          <p:spPr bwMode="auto">
            <a:xfrm>
              <a:off x="847" y="2428"/>
              <a:ext cx="181" cy="452"/>
            </a:xfrm>
            <a:custGeom>
              <a:avLst/>
              <a:gdLst>
                <a:gd name="T0" fmla="*/ 1 w 181"/>
                <a:gd name="T1" fmla="*/ 0 h 452"/>
                <a:gd name="T2" fmla="*/ 181 w 181"/>
                <a:gd name="T3" fmla="*/ 104 h 452"/>
                <a:gd name="T4" fmla="*/ 181 w 181"/>
                <a:gd name="T5" fmla="*/ 452 h 452"/>
                <a:gd name="T6" fmla="*/ 0 w 181"/>
                <a:gd name="T7" fmla="*/ 348 h 452"/>
                <a:gd name="T8" fmla="*/ 1 w 181"/>
                <a:gd name="T9" fmla="*/ 0 h 4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1"/>
                <a:gd name="T16" fmla="*/ 0 h 452"/>
                <a:gd name="T17" fmla="*/ 181 w 181"/>
                <a:gd name="T18" fmla="*/ 452 h 4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1" h="452">
                  <a:moveTo>
                    <a:pt x="1" y="0"/>
                  </a:moveTo>
                  <a:lnTo>
                    <a:pt x="181" y="104"/>
                  </a:lnTo>
                  <a:lnTo>
                    <a:pt x="181" y="452"/>
                  </a:lnTo>
                  <a:lnTo>
                    <a:pt x="0" y="3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3399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848" y="1875"/>
              <a:ext cx="1685" cy="921"/>
            </a:xfrm>
            <a:custGeom>
              <a:avLst/>
              <a:gdLst>
                <a:gd name="T0" fmla="*/ 900 w 1685"/>
                <a:gd name="T1" fmla="*/ 41 h 921"/>
                <a:gd name="T2" fmla="*/ 0 w 1685"/>
                <a:gd name="T3" fmla="*/ 557 h 921"/>
                <a:gd name="T4" fmla="*/ 176 w 1685"/>
                <a:gd name="T5" fmla="*/ 661 h 921"/>
                <a:gd name="T6" fmla="*/ 300 w 1685"/>
                <a:gd name="T7" fmla="*/ 597 h 921"/>
                <a:gd name="T8" fmla="*/ 340 w 1685"/>
                <a:gd name="T9" fmla="*/ 577 h 921"/>
                <a:gd name="T10" fmla="*/ 392 w 1685"/>
                <a:gd name="T11" fmla="*/ 561 h 921"/>
                <a:gd name="T12" fmla="*/ 424 w 1685"/>
                <a:gd name="T13" fmla="*/ 557 h 921"/>
                <a:gd name="T14" fmla="*/ 492 w 1685"/>
                <a:gd name="T15" fmla="*/ 569 h 921"/>
                <a:gd name="T16" fmla="*/ 544 w 1685"/>
                <a:gd name="T17" fmla="*/ 593 h 921"/>
                <a:gd name="T18" fmla="*/ 568 w 1685"/>
                <a:gd name="T19" fmla="*/ 621 h 921"/>
                <a:gd name="T20" fmla="*/ 580 w 1685"/>
                <a:gd name="T21" fmla="*/ 653 h 921"/>
                <a:gd name="T22" fmla="*/ 572 w 1685"/>
                <a:gd name="T23" fmla="*/ 689 h 921"/>
                <a:gd name="T24" fmla="*/ 548 w 1685"/>
                <a:gd name="T25" fmla="*/ 721 h 921"/>
                <a:gd name="T26" fmla="*/ 412 w 1685"/>
                <a:gd name="T27" fmla="*/ 800 h 921"/>
                <a:gd name="T28" fmla="*/ 612 w 1685"/>
                <a:gd name="T29" fmla="*/ 921 h 921"/>
                <a:gd name="T30" fmla="*/ 1632 w 1685"/>
                <a:gd name="T31" fmla="*/ 309 h 921"/>
                <a:gd name="T32" fmla="*/ 900 w 1685"/>
                <a:gd name="T33" fmla="*/ 41 h 92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685"/>
                <a:gd name="T52" fmla="*/ 0 h 921"/>
                <a:gd name="T53" fmla="*/ 1685 w 1685"/>
                <a:gd name="T54" fmla="*/ 921 h 92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685" h="921">
                  <a:moveTo>
                    <a:pt x="900" y="41"/>
                  </a:moveTo>
                  <a:lnTo>
                    <a:pt x="0" y="557"/>
                  </a:lnTo>
                  <a:lnTo>
                    <a:pt x="176" y="661"/>
                  </a:lnTo>
                  <a:lnTo>
                    <a:pt x="300" y="597"/>
                  </a:lnTo>
                  <a:lnTo>
                    <a:pt x="340" y="577"/>
                  </a:lnTo>
                  <a:lnTo>
                    <a:pt x="392" y="561"/>
                  </a:lnTo>
                  <a:lnTo>
                    <a:pt x="424" y="557"/>
                  </a:lnTo>
                  <a:lnTo>
                    <a:pt x="492" y="569"/>
                  </a:lnTo>
                  <a:lnTo>
                    <a:pt x="544" y="593"/>
                  </a:lnTo>
                  <a:lnTo>
                    <a:pt x="568" y="621"/>
                  </a:lnTo>
                  <a:lnTo>
                    <a:pt x="580" y="653"/>
                  </a:lnTo>
                  <a:lnTo>
                    <a:pt x="572" y="689"/>
                  </a:lnTo>
                  <a:lnTo>
                    <a:pt x="548" y="721"/>
                  </a:lnTo>
                  <a:lnTo>
                    <a:pt x="412" y="800"/>
                  </a:lnTo>
                  <a:lnTo>
                    <a:pt x="612" y="921"/>
                  </a:lnTo>
                  <a:lnTo>
                    <a:pt x="1632" y="309"/>
                  </a:lnTo>
                  <a:cubicBezTo>
                    <a:pt x="1685" y="166"/>
                    <a:pt x="1172" y="0"/>
                    <a:pt x="900" y="41"/>
                  </a:cubicBezTo>
                  <a:close/>
                </a:path>
              </a:pathLst>
            </a:custGeom>
            <a:gradFill rotWithShape="0">
              <a:gsLst>
                <a:gs pos="0">
                  <a:srgbClr val="901D00"/>
                </a:gs>
                <a:gs pos="100000">
                  <a:srgbClr val="FF3300"/>
                </a:gs>
              </a:gsLst>
              <a:lin ang="540000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432" y="1636"/>
              <a:ext cx="1112" cy="1472"/>
            </a:xfrm>
            <a:custGeom>
              <a:avLst/>
              <a:gdLst>
                <a:gd name="T0" fmla="*/ 320 w 1112"/>
                <a:gd name="T1" fmla="*/ 4 h 1472"/>
                <a:gd name="T2" fmla="*/ 320 w 1112"/>
                <a:gd name="T3" fmla="*/ 404 h 1472"/>
                <a:gd name="T4" fmla="*/ 332 w 1112"/>
                <a:gd name="T5" fmla="*/ 460 h 1472"/>
                <a:gd name="T6" fmla="*/ 364 w 1112"/>
                <a:gd name="T7" fmla="*/ 516 h 1472"/>
                <a:gd name="T8" fmla="*/ 428 w 1112"/>
                <a:gd name="T9" fmla="*/ 568 h 1472"/>
                <a:gd name="T10" fmla="*/ 516 w 1112"/>
                <a:gd name="T11" fmla="*/ 608 h 1472"/>
                <a:gd name="T12" fmla="*/ 604 w 1112"/>
                <a:gd name="T13" fmla="*/ 632 h 1472"/>
                <a:gd name="T14" fmla="*/ 692 w 1112"/>
                <a:gd name="T15" fmla="*/ 644 h 1472"/>
                <a:gd name="T16" fmla="*/ 772 w 1112"/>
                <a:gd name="T17" fmla="*/ 640 h 1472"/>
                <a:gd name="T18" fmla="*/ 844 w 1112"/>
                <a:gd name="T19" fmla="*/ 624 h 1472"/>
                <a:gd name="T20" fmla="*/ 912 w 1112"/>
                <a:gd name="T21" fmla="*/ 604 h 1472"/>
                <a:gd name="T22" fmla="*/ 1004 w 1112"/>
                <a:gd name="T23" fmla="*/ 568 h 1472"/>
                <a:gd name="T24" fmla="*/ 0 w 1112"/>
                <a:gd name="T25" fmla="*/ 1148 h 1472"/>
                <a:gd name="T26" fmla="*/ 0 w 1112"/>
                <a:gd name="T27" fmla="*/ 1472 h 1472"/>
                <a:gd name="T28" fmla="*/ 983 w 1112"/>
                <a:gd name="T29" fmla="*/ 904 h 1472"/>
                <a:gd name="T30" fmla="*/ 1060 w 1112"/>
                <a:gd name="T31" fmla="*/ 852 h 1472"/>
                <a:gd name="T32" fmla="*/ 1092 w 1112"/>
                <a:gd name="T33" fmla="*/ 816 h 1472"/>
                <a:gd name="T34" fmla="*/ 1104 w 1112"/>
                <a:gd name="T35" fmla="*/ 768 h 1472"/>
                <a:gd name="T36" fmla="*/ 1112 w 1112"/>
                <a:gd name="T37" fmla="*/ 732 h 1472"/>
                <a:gd name="T38" fmla="*/ 1112 w 1112"/>
                <a:gd name="T39" fmla="*/ 0 h 1472"/>
                <a:gd name="T40" fmla="*/ 320 w 1112"/>
                <a:gd name="T41" fmla="*/ 4 h 147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112"/>
                <a:gd name="T64" fmla="*/ 0 h 1472"/>
                <a:gd name="T65" fmla="*/ 1112 w 1112"/>
                <a:gd name="T66" fmla="*/ 1472 h 147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112" h="1472">
                  <a:moveTo>
                    <a:pt x="320" y="4"/>
                  </a:moveTo>
                  <a:lnTo>
                    <a:pt x="320" y="404"/>
                  </a:lnTo>
                  <a:lnTo>
                    <a:pt x="332" y="460"/>
                  </a:lnTo>
                  <a:lnTo>
                    <a:pt x="364" y="516"/>
                  </a:lnTo>
                  <a:lnTo>
                    <a:pt x="428" y="568"/>
                  </a:lnTo>
                  <a:lnTo>
                    <a:pt x="516" y="608"/>
                  </a:lnTo>
                  <a:lnTo>
                    <a:pt x="604" y="632"/>
                  </a:lnTo>
                  <a:lnTo>
                    <a:pt x="692" y="644"/>
                  </a:lnTo>
                  <a:lnTo>
                    <a:pt x="772" y="640"/>
                  </a:lnTo>
                  <a:lnTo>
                    <a:pt x="844" y="624"/>
                  </a:lnTo>
                  <a:lnTo>
                    <a:pt x="912" y="604"/>
                  </a:lnTo>
                  <a:lnTo>
                    <a:pt x="1004" y="568"/>
                  </a:lnTo>
                  <a:lnTo>
                    <a:pt x="0" y="1148"/>
                  </a:lnTo>
                  <a:lnTo>
                    <a:pt x="0" y="1472"/>
                  </a:lnTo>
                  <a:lnTo>
                    <a:pt x="983" y="904"/>
                  </a:lnTo>
                  <a:lnTo>
                    <a:pt x="1060" y="852"/>
                  </a:lnTo>
                  <a:lnTo>
                    <a:pt x="1092" y="816"/>
                  </a:lnTo>
                  <a:lnTo>
                    <a:pt x="1104" y="768"/>
                  </a:lnTo>
                  <a:lnTo>
                    <a:pt x="1112" y="732"/>
                  </a:lnTo>
                  <a:lnTo>
                    <a:pt x="1112" y="0"/>
                  </a:lnTo>
                  <a:lnTo>
                    <a:pt x="320" y="4"/>
                  </a:lnTo>
                  <a:close/>
                </a:path>
              </a:pathLst>
            </a:custGeom>
            <a:gradFill rotWithShape="0">
              <a:gsLst>
                <a:gs pos="0">
                  <a:srgbClr val="860043"/>
                </a:gs>
                <a:gs pos="50000">
                  <a:srgbClr val="CC0066"/>
                </a:gs>
                <a:gs pos="100000">
                  <a:srgbClr val="860043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Oval 12"/>
            <p:cNvSpPr>
              <a:spLocks noChangeArrowheads="1"/>
            </p:cNvSpPr>
            <p:nvPr/>
          </p:nvSpPr>
          <p:spPr bwMode="auto">
            <a:xfrm>
              <a:off x="1752" y="1424"/>
              <a:ext cx="787" cy="482"/>
            </a:xfrm>
            <a:prstGeom prst="ellipse">
              <a:avLst/>
            </a:prstGeom>
            <a:solidFill>
              <a:srgbClr val="FF7C80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Oval 13"/>
            <p:cNvSpPr>
              <a:spLocks noChangeArrowheads="1"/>
            </p:cNvSpPr>
            <p:nvPr/>
          </p:nvSpPr>
          <p:spPr bwMode="auto">
            <a:xfrm>
              <a:off x="1874" y="1491"/>
              <a:ext cx="538" cy="338"/>
            </a:xfrm>
            <a:prstGeom prst="ellipse">
              <a:avLst/>
            </a:prstGeom>
            <a:gradFill rotWithShape="0">
              <a:gsLst>
                <a:gs pos="0">
                  <a:srgbClr val="767600"/>
                </a:gs>
                <a:gs pos="50000">
                  <a:srgbClr val="FFFF00"/>
                </a:gs>
                <a:gs pos="100000">
                  <a:srgbClr val="767600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Oval 14"/>
            <p:cNvSpPr>
              <a:spLocks noChangeArrowheads="1"/>
            </p:cNvSpPr>
            <p:nvPr/>
          </p:nvSpPr>
          <p:spPr bwMode="auto">
            <a:xfrm>
              <a:off x="1886" y="1580"/>
              <a:ext cx="510" cy="249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Freeform 15"/>
            <p:cNvSpPr/>
            <p:nvPr/>
          </p:nvSpPr>
          <p:spPr bwMode="auto">
            <a:xfrm>
              <a:off x="1968" y="1636"/>
              <a:ext cx="384" cy="212"/>
            </a:xfrm>
            <a:custGeom>
              <a:avLst/>
              <a:gdLst>
                <a:gd name="T0" fmla="*/ 308 w 384"/>
                <a:gd name="T1" fmla="*/ 4 h 212"/>
                <a:gd name="T2" fmla="*/ 384 w 384"/>
                <a:gd name="T3" fmla="*/ 48 h 212"/>
                <a:gd name="T4" fmla="*/ 332 w 384"/>
                <a:gd name="T5" fmla="*/ 76 h 212"/>
                <a:gd name="T6" fmla="*/ 356 w 384"/>
                <a:gd name="T7" fmla="*/ 104 h 212"/>
                <a:gd name="T8" fmla="*/ 348 w 384"/>
                <a:gd name="T9" fmla="*/ 148 h 212"/>
                <a:gd name="T10" fmla="*/ 316 w 384"/>
                <a:gd name="T11" fmla="*/ 176 h 212"/>
                <a:gd name="T12" fmla="*/ 268 w 384"/>
                <a:gd name="T13" fmla="*/ 200 h 212"/>
                <a:gd name="T14" fmla="*/ 192 w 384"/>
                <a:gd name="T15" fmla="*/ 212 h 212"/>
                <a:gd name="T16" fmla="*/ 104 w 384"/>
                <a:gd name="T17" fmla="*/ 204 h 212"/>
                <a:gd name="T18" fmla="*/ 48 w 384"/>
                <a:gd name="T19" fmla="*/ 188 h 212"/>
                <a:gd name="T20" fmla="*/ 12 w 384"/>
                <a:gd name="T21" fmla="*/ 148 h 212"/>
                <a:gd name="T22" fmla="*/ 0 w 384"/>
                <a:gd name="T23" fmla="*/ 92 h 212"/>
                <a:gd name="T24" fmla="*/ 28 w 384"/>
                <a:gd name="T25" fmla="*/ 52 h 212"/>
                <a:gd name="T26" fmla="*/ 80 w 384"/>
                <a:gd name="T27" fmla="*/ 20 h 212"/>
                <a:gd name="T28" fmla="*/ 132 w 384"/>
                <a:gd name="T29" fmla="*/ 4 h 212"/>
                <a:gd name="T30" fmla="*/ 180 w 384"/>
                <a:gd name="T31" fmla="*/ 0 h 212"/>
                <a:gd name="T32" fmla="*/ 216 w 384"/>
                <a:gd name="T33" fmla="*/ 8 h 212"/>
                <a:gd name="T34" fmla="*/ 264 w 384"/>
                <a:gd name="T35" fmla="*/ 24 h 212"/>
                <a:gd name="T36" fmla="*/ 308 w 384"/>
                <a:gd name="T37" fmla="*/ 4 h 21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84"/>
                <a:gd name="T58" fmla="*/ 0 h 212"/>
                <a:gd name="T59" fmla="*/ 384 w 384"/>
                <a:gd name="T60" fmla="*/ 212 h 21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84" h="212">
                  <a:moveTo>
                    <a:pt x="308" y="4"/>
                  </a:moveTo>
                  <a:lnTo>
                    <a:pt x="384" y="48"/>
                  </a:lnTo>
                  <a:lnTo>
                    <a:pt x="332" y="76"/>
                  </a:lnTo>
                  <a:lnTo>
                    <a:pt x="356" y="104"/>
                  </a:lnTo>
                  <a:lnTo>
                    <a:pt x="348" y="148"/>
                  </a:lnTo>
                  <a:lnTo>
                    <a:pt x="316" y="176"/>
                  </a:lnTo>
                  <a:lnTo>
                    <a:pt x="268" y="200"/>
                  </a:lnTo>
                  <a:lnTo>
                    <a:pt x="192" y="212"/>
                  </a:lnTo>
                  <a:lnTo>
                    <a:pt x="104" y="204"/>
                  </a:lnTo>
                  <a:lnTo>
                    <a:pt x="48" y="188"/>
                  </a:lnTo>
                  <a:lnTo>
                    <a:pt x="12" y="148"/>
                  </a:lnTo>
                  <a:lnTo>
                    <a:pt x="0" y="92"/>
                  </a:lnTo>
                  <a:lnTo>
                    <a:pt x="28" y="52"/>
                  </a:lnTo>
                  <a:lnTo>
                    <a:pt x="80" y="20"/>
                  </a:lnTo>
                  <a:lnTo>
                    <a:pt x="132" y="4"/>
                  </a:lnTo>
                  <a:lnTo>
                    <a:pt x="180" y="0"/>
                  </a:lnTo>
                  <a:lnTo>
                    <a:pt x="216" y="8"/>
                  </a:lnTo>
                  <a:lnTo>
                    <a:pt x="264" y="24"/>
                  </a:lnTo>
                  <a:lnTo>
                    <a:pt x="308" y="4"/>
                  </a:lnTo>
                  <a:close/>
                </a:path>
              </a:pathLst>
            </a:custGeom>
            <a:gradFill rotWithShape="0">
              <a:gsLst>
                <a:gs pos="0">
                  <a:srgbClr val="8A6E37"/>
                </a:gs>
                <a:gs pos="50000">
                  <a:srgbClr val="FFCC66"/>
                </a:gs>
                <a:gs pos="100000">
                  <a:srgbClr val="8A6E37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Oval 16"/>
            <p:cNvSpPr>
              <a:spLocks noChangeArrowheads="1"/>
            </p:cNvSpPr>
            <p:nvPr/>
          </p:nvSpPr>
          <p:spPr bwMode="auto">
            <a:xfrm>
              <a:off x="1452" y="2245"/>
              <a:ext cx="328" cy="186"/>
            </a:xfrm>
            <a:prstGeom prst="ellipse">
              <a:avLst/>
            </a:prstGeom>
            <a:gradFill rotWithShape="0">
              <a:gsLst>
                <a:gs pos="0">
                  <a:srgbClr val="76762F"/>
                </a:gs>
                <a:gs pos="50000">
                  <a:srgbClr val="FFFF66"/>
                </a:gs>
                <a:gs pos="100000">
                  <a:srgbClr val="76762F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2240" y="1644"/>
              <a:ext cx="36" cy="185"/>
            </a:xfrm>
            <a:custGeom>
              <a:avLst/>
              <a:gdLst>
                <a:gd name="T0" fmla="*/ 0 w 36"/>
                <a:gd name="T1" fmla="*/ 20 h 188"/>
                <a:gd name="T2" fmla="*/ 0 w 36"/>
                <a:gd name="T3" fmla="*/ 188 h 188"/>
                <a:gd name="T4" fmla="*/ 36 w 36"/>
                <a:gd name="T5" fmla="*/ 168 h 188"/>
                <a:gd name="T6" fmla="*/ 36 w 36"/>
                <a:gd name="T7" fmla="*/ 0 h 188"/>
                <a:gd name="T8" fmla="*/ 0 w 36"/>
                <a:gd name="T9" fmla="*/ 20 h 1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6"/>
                <a:gd name="T16" fmla="*/ 0 h 188"/>
                <a:gd name="T17" fmla="*/ 36 w 36"/>
                <a:gd name="T18" fmla="*/ 188 h 1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6" h="188">
                  <a:moveTo>
                    <a:pt x="0" y="20"/>
                  </a:moveTo>
                  <a:lnTo>
                    <a:pt x="0" y="188"/>
                  </a:lnTo>
                  <a:lnTo>
                    <a:pt x="36" y="168"/>
                  </a:lnTo>
                  <a:lnTo>
                    <a:pt x="36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0099FF"/>
            </a:solidFill>
            <a:ln w="12700">
              <a:solidFill>
                <a:srgbClr val="6699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Freeform 18"/>
            <p:cNvSpPr/>
            <p:nvPr/>
          </p:nvSpPr>
          <p:spPr bwMode="auto">
            <a:xfrm>
              <a:off x="2272" y="1640"/>
              <a:ext cx="75" cy="180"/>
            </a:xfrm>
            <a:custGeom>
              <a:avLst/>
              <a:gdLst>
                <a:gd name="T0" fmla="*/ 0 w 76"/>
                <a:gd name="T1" fmla="*/ 0 h 180"/>
                <a:gd name="T2" fmla="*/ 0 w 76"/>
                <a:gd name="T3" fmla="*/ 180 h 180"/>
                <a:gd name="T4" fmla="*/ 24 w 76"/>
                <a:gd name="T5" fmla="*/ 160 h 180"/>
                <a:gd name="T6" fmla="*/ 24 w 76"/>
                <a:gd name="T7" fmla="*/ 72 h 180"/>
                <a:gd name="T8" fmla="*/ 76 w 76"/>
                <a:gd name="T9" fmla="*/ 44 h 180"/>
                <a:gd name="T10" fmla="*/ 0 w 76"/>
                <a:gd name="T11" fmla="*/ 0 h 1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6"/>
                <a:gd name="T19" fmla="*/ 0 h 180"/>
                <a:gd name="T20" fmla="*/ 76 w 76"/>
                <a:gd name="T21" fmla="*/ 180 h 18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6" h="180">
                  <a:moveTo>
                    <a:pt x="0" y="0"/>
                  </a:moveTo>
                  <a:lnTo>
                    <a:pt x="0" y="180"/>
                  </a:lnTo>
                  <a:lnTo>
                    <a:pt x="24" y="160"/>
                  </a:lnTo>
                  <a:lnTo>
                    <a:pt x="24" y="72"/>
                  </a:lnTo>
                  <a:lnTo>
                    <a:pt x="76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1476" y="2340"/>
              <a:ext cx="282" cy="87"/>
            </a:xfrm>
            <a:custGeom>
              <a:avLst/>
              <a:gdLst>
                <a:gd name="T0" fmla="*/ 0 w 282"/>
                <a:gd name="T1" fmla="*/ 48 h 87"/>
                <a:gd name="T2" fmla="*/ 33 w 282"/>
                <a:gd name="T3" fmla="*/ 72 h 87"/>
                <a:gd name="T4" fmla="*/ 78 w 282"/>
                <a:gd name="T5" fmla="*/ 87 h 87"/>
                <a:gd name="T6" fmla="*/ 204 w 282"/>
                <a:gd name="T7" fmla="*/ 84 h 87"/>
                <a:gd name="T8" fmla="*/ 258 w 282"/>
                <a:gd name="T9" fmla="*/ 66 h 87"/>
                <a:gd name="T10" fmla="*/ 282 w 282"/>
                <a:gd name="T11" fmla="*/ 48 h 87"/>
                <a:gd name="T12" fmla="*/ 261 w 282"/>
                <a:gd name="T13" fmla="*/ 30 h 87"/>
                <a:gd name="T14" fmla="*/ 225 w 282"/>
                <a:gd name="T15" fmla="*/ 12 h 87"/>
                <a:gd name="T16" fmla="*/ 162 w 282"/>
                <a:gd name="T17" fmla="*/ 0 h 87"/>
                <a:gd name="T18" fmla="*/ 108 w 282"/>
                <a:gd name="T19" fmla="*/ 0 h 87"/>
                <a:gd name="T20" fmla="*/ 57 w 282"/>
                <a:gd name="T21" fmla="*/ 12 h 87"/>
                <a:gd name="T22" fmla="*/ 21 w 282"/>
                <a:gd name="T23" fmla="*/ 30 h 87"/>
                <a:gd name="T24" fmla="*/ 0 w 282"/>
                <a:gd name="T25" fmla="*/ 48 h 8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82"/>
                <a:gd name="T40" fmla="*/ 0 h 87"/>
                <a:gd name="T41" fmla="*/ 282 w 282"/>
                <a:gd name="T42" fmla="*/ 87 h 8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82" h="87">
                  <a:moveTo>
                    <a:pt x="0" y="48"/>
                  </a:moveTo>
                  <a:lnTo>
                    <a:pt x="33" y="72"/>
                  </a:lnTo>
                  <a:lnTo>
                    <a:pt x="78" y="87"/>
                  </a:lnTo>
                  <a:lnTo>
                    <a:pt x="204" y="84"/>
                  </a:lnTo>
                  <a:lnTo>
                    <a:pt x="258" y="66"/>
                  </a:lnTo>
                  <a:lnTo>
                    <a:pt x="282" y="48"/>
                  </a:lnTo>
                  <a:lnTo>
                    <a:pt x="261" y="30"/>
                  </a:lnTo>
                  <a:lnTo>
                    <a:pt x="225" y="12"/>
                  </a:lnTo>
                  <a:lnTo>
                    <a:pt x="162" y="0"/>
                  </a:lnTo>
                  <a:lnTo>
                    <a:pt x="108" y="0"/>
                  </a:lnTo>
                  <a:lnTo>
                    <a:pt x="57" y="12"/>
                  </a:lnTo>
                  <a:lnTo>
                    <a:pt x="21" y="30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Freeform 20"/>
            <p:cNvSpPr/>
            <p:nvPr/>
          </p:nvSpPr>
          <p:spPr bwMode="auto">
            <a:xfrm>
              <a:off x="1551" y="2400"/>
              <a:ext cx="129" cy="31"/>
            </a:xfrm>
            <a:custGeom>
              <a:avLst/>
              <a:gdLst>
                <a:gd name="T0" fmla="*/ 0 w 135"/>
                <a:gd name="T1" fmla="*/ 27 h 33"/>
                <a:gd name="T2" fmla="*/ 51 w 135"/>
                <a:gd name="T3" fmla="*/ 33 h 33"/>
                <a:gd name="T4" fmla="*/ 96 w 135"/>
                <a:gd name="T5" fmla="*/ 33 h 33"/>
                <a:gd name="T6" fmla="*/ 135 w 135"/>
                <a:gd name="T7" fmla="*/ 27 h 33"/>
                <a:gd name="T8" fmla="*/ 123 w 135"/>
                <a:gd name="T9" fmla="*/ 12 h 33"/>
                <a:gd name="T10" fmla="*/ 96 w 135"/>
                <a:gd name="T11" fmla="*/ 0 h 33"/>
                <a:gd name="T12" fmla="*/ 57 w 135"/>
                <a:gd name="T13" fmla="*/ 0 h 33"/>
                <a:gd name="T14" fmla="*/ 18 w 135"/>
                <a:gd name="T15" fmla="*/ 6 h 33"/>
                <a:gd name="T16" fmla="*/ 0 w 135"/>
                <a:gd name="T17" fmla="*/ 2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5"/>
                <a:gd name="T28" fmla="*/ 0 h 33"/>
                <a:gd name="T29" fmla="*/ 135 w 135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5" h="33">
                  <a:moveTo>
                    <a:pt x="0" y="27"/>
                  </a:moveTo>
                  <a:lnTo>
                    <a:pt x="51" y="33"/>
                  </a:lnTo>
                  <a:lnTo>
                    <a:pt x="96" y="33"/>
                  </a:lnTo>
                  <a:lnTo>
                    <a:pt x="135" y="27"/>
                  </a:lnTo>
                  <a:lnTo>
                    <a:pt x="123" y="12"/>
                  </a:lnTo>
                  <a:lnTo>
                    <a:pt x="96" y="0"/>
                  </a:lnTo>
                  <a:lnTo>
                    <a:pt x="57" y="0"/>
                  </a:lnTo>
                  <a:lnTo>
                    <a:pt x="18" y="6"/>
                  </a:lnTo>
                  <a:lnTo>
                    <a:pt x="0" y="27"/>
                  </a:lnTo>
                  <a:close/>
                </a:path>
              </a:pathLst>
            </a:custGeom>
            <a:gradFill rotWithShape="0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Group 101"/>
          <p:cNvGrpSpPr/>
          <p:nvPr/>
        </p:nvGrpSpPr>
        <p:grpSpPr bwMode="auto">
          <a:xfrm>
            <a:off x="5459063" y="1963162"/>
            <a:ext cx="2933700" cy="3148013"/>
            <a:chOff x="879" y="1475"/>
            <a:chExt cx="1848" cy="1983"/>
          </a:xfrm>
        </p:grpSpPr>
        <p:sp>
          <p:nvSpPr>
            <p:cNvPr id="29" name="Line 22"/>
            <p:cNvSpPr>
              <a:spLocks noChangeShapeType="1"/>
            </p:cNvSpPr>
            <p:nvPr/>
          </p:nvSpPr>
          <p:spPr bwMode="auto">
            <a:xfrm flipV="1">
              <a:off x="1562" y="2136"/>
              <a:ext cx="0" cy="1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23"/>
            <p:cNvSpPr>
              <a:spLocks noChangeShapeType="1"/>
            </p:cNvSpPr>
            <p:nvPr/>
          </p:nvSpPr>
          <p:spPr bwMode="auto">
            <a:xfrm>
              <a:off x="1714" y="2136"/>
              <a:ext cx="0" cy="1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24"/>
            <p:cNvSpPr>
              <a:spLocks noChangeShapeType="1"/>
            </p:cNvSpPr>
            <p:nvPr/>
          </p:nvSpPr>
          <p:spPr bwMode="auto">
            <a:xfrm flipV="1">
              <a:off x="1346" y="2040"/>
              <a:ext cx="0" cy="21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Arc 25"/>
            <p:cNvSpPr/>
            <p:nvPr/>
          </p:nvSpPr>
          <p:spPr bwMode="auto">
            <a:xfrm flipV="1">
              <a:off x="1201" y="2824"/>
              <a:ext cx="145" cy="288"/>
            </a:xfrm>
            <a:custGeom>
              <a:avLst/>
              <a:gdLst>
                <a:gd name="T0" fmla="*/ 0 w 21601"/>
                <a:gd name="T1" fmla="*/ 0 h 43200"/>
                <a:gd name="T2" fmla="*/ 0 w 21601"/>
                <a:gd name="T3" fmla="*/ 0 h 43200"/>
                <a:gd name="T4" fmla="*/ 0 w 21601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1"/>
                <a:gd name="T10" fmla="*/ 0 h 43200"/>
                <a:gd name="T11" fmla="*/ 21601 w 21601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1" h="43200" fill="none" extrusionOk="0">
                  <a:moveTo>
                    <a:pt x="0" y="0"/>
                  </a:moveTo>
                  <a:cubicBezTo>
                    <a:pt x="11930" y="0"/>
                    <a:pt x="21601" y="9670"/>
                    <a:pt x="21601" y="21600"/>
                  </a:cubicBezTo>
                  <a:cubicBezTo>
                    <a:pt x="21601" y="33529"/>
                    <a:pt x="11930" y="43200"/>
                    <a:pt x="1" y="43200"/>
                  </a:cubicBezTo>
                  <a:cubicBezTo>
                    <a:pt x="0" y="43200"/>
                    <a:pt x="0" y="43199"/>
                    <a:pt x="0" y="43199"/>
                  </a:cubicBezTo>
                </a:path>
                <a:path w="21601" h="43200" stroke="0" extrusionOk="0">
                  <a:moveTo>
                    <a:pt x="0" y="0"/>
                  </a:moveTo>
                  <a:cubicBezTo>
                    <a:pt x="11930" y="0"/>
                    <a:pt x="21601" y="9670"/>
                    <a:pt x="21601" y="21600"/>
                  </a:cubicBezTo>
                  <a:cubicBezTo>
                    <a:pt x="21601" y="33529"/>
                    <a:pt x="11930" y="43200"/>
                    <a:pt x="1" y="43200"/>
                  </a:cubicBezTo>
                  <a:cubicBezTo>
                    <a:pt x="0" y="43200"/>
                    <a:pt x="0" y="43199"/>
                    <a:pt x="0" y="43199"/>
                  </a:cubicBezTo>
                  <a:lnTo>
                    <a:pt x="1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Oval 26"/>
            <p:cNvSpPr>
              <a:spLocks noChangeArrowheads="1"/>
            </p:cNvSpPr>
            <p:nvPr/>
          </p:nvSpPr>
          <p:spPr bwMode="auto">
            <a:xfrm>
              <a:off x="1498" y="2832"/>
              <a:ext cx="280" cy="27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Oval 27"/>
            <p:cNvSpPr>
              <a:spLocks noChangeArrowheads="1"/>
            </p:cNvSpPr>
            <p:nvPr/>
          </p:nvSpPr>
          <p:spPr bwMode="auto">
            <a:xfrm>
              <a:off x="1570" y="2896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Arc 28"/>
            <p:cNvSpPr/>
            <p:nvPr/>
          </p:nvSpPr>
          <p:spPr bwMode="auto">
            <a:xfrm>
              <a:off x="2125" y="2825"/>
              <a:ext cx="279" cy="279"/>
            </a:xfrm>
            <a:custGeom>
              <a:avLst/>
              <a:gdLst>
                <a:gd name="T0" fmla="*/ 0 w 40776"/>
                <a:gd name="T1" fmla="*/ 0 h 43200"/>
                <a:gd name="T2" fmla="*/ 0 w 40776"/>
                <a:gd name="T3" fmla="*/ 0 h 43200"/>
                <a:gd name="T4" fmla="*/ 0 w 40776"/>
                <a:gd name="T5" fmla="*/ 0 h 43200"/>
                <a:gd name="T6" fmla="*/ 0 60000 65536"/>
                <a:gd name="T7" fmla="*/ 0 60000 65536"/>
                <a:gd name="T8" fmla="*/ 0 60000 65536"/>
                <a:gd name="T9" fmla="*/ 0 w 40776"/>
                <a:gd name="T10" fmla="*/ 0 h 43200"/>
                <a:gd name="T11" fmla="*/ 40776 w 40776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776" h="43200" fill="none" extrusionOk="0">
                  <a:moveTo>
                    <a:pt x="40573" y="31924"/>
                  </a:moveTo>
                  <a:cubicBezTo>
                    <a:pt x="36791" y="38873"/>
                    <a:pt x="2951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9667" y="-1"/>
                    <a:pt x="37063" y="4496"/>
                    <a:pt x="40776" y="11658"/>
                  </a:cubicBezTo>
                </a:path>
                <a:path w="40776" h="43200" stroke="0" extrusionOk="0">
                  <a:moveTo>
                    <a:pt x="40573" y="31924"/>
                  </a:moveTo>
                  <a:cubicBezTo>
                    <a:pt x="36791" y="38873"/>
                    <a:pt x="2951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9667" y="-1"/>
                    <a:pt x="37063" y="4496"/>
                    <a:pt x="40776" y="11658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Oval 29"/>
            <p:cNvSpPr>
              <a:spLocks noChangeArrowheads="1"/>
            </p:cNvSpPr>
            <p:nvPr/>
          </p:nvSpPr>
          <p:spPr bwMode="auto">
            <a:xfrm>
              <a:off x="2002" y="2704"/>
              <a:ext cx="536" cy="52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Oval 30"/>
            <p:cNvSpPr>
              <a:spLocks noChangeArrowheads="1"/>
            </p:cNvSpPr>
            <p:nvPr/>
          </p:nvSpPr>
          <p:spPr bwMode="auto">
            <a:xfrm>
              <a:off x="1882" y="2587"/>
              <a:ext cx="760" cy="757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9" name="Group 31"/>
            <p:cNvGrpSpPr/>
            <p:nvPr/>
          </p:nvGrpSpPr>
          <p:grpSpPr bwMode="auto">
            <a:xfrm>
              <a:off x="2120" y="1780"/>
              <a:ext cx="353" cy="477"/>
              <a:chOff x="4222" y="1580"/>
              <a:chExt cx="353" cy="477"/>
            </a:xfrm>
          </p:grpSpPr>
          <p:sp>
            <p:nvSpPr>
              <p:cNvPr id="97" name="Freeform 32"/>
              <p:cNvSpPr/>
              <p:nvPr/>
            </p:nvSpPr>
            <p:spPr bwMode="auto">
              <a:xfrm>
                <a:off x="4574" y="1995"/>
                <a:ext cx="1" cy="62"/>
              </a:xfrm>
              <a:custGeom>
                <a:avLst/>
                <a:gdLst>
                  <a:gd name="T0" fmla="*/ 0 w 1"/>
                  <a:gd name="T1" fmla="*/ 1 h 186"/>
                  <a:gd name="T2" fmla="*/ 0 w 1"/>
                  <a:gd name="T3" fmla="*/ 0 h 186"/>
                  <a:gd name="T4" fmla="*/ 1 w 1"/>
                  <a:gd name="T5" fmla="*/ 0 h 18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86"/>
                  <a:gd name="T11" fmla="*/ 1 w 1"/>
                  <a:gd name="T12" fmla="*/ 186 h 18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86">
                    <a:moveTo>
                      <a:pt x="0" y="18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Freeform 33"/>
              <p:cNvSpPr/>
              <p:nvPr/>
            </p:nvSpPr>
            <p:spPr bwMode="auto">
              <a:xfrm>
                <a:off x="4574" y="1856"/>
                <a:ext cx="1" cy="111"/>
              </a:xfrm>
              <a:custGeom>
                <a:avLst/>
                <a:gdLst>
                  <a:gd name="T0" fmla="*/ 0 w 1"/>
                  <a:gd name="T1" fmla="*/ 1 h 332"/>
                  <a:gd name="T2" fmla="*/ 0 w 1"/>
                  <a:gd name="T3" fmla="*/ 0 h 332"/>
                  <a:gd name="T4" fmla="*/ 1 w 1"/>
                  <a:gd name="T5" fmla="*/ 0 h 33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32"/>
                  <a:gd name="T11" fmla="*/ 1 w 1"/>
                  <a:gd name="T12" fmla="*/ 332 h 3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32">
                    <a:moveTo>
                      <a:pt x="0" y="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Freeform 34"/>
              <p:cNvSpPr/>
              <p:nvPr/>
            </p:nvSpPr>
            <p:spPr bwMode="auto">
              <a:xfrm>
                <a:off x="4574" y="1718"/>
                <a:ext cx="1" cy="111"/>
              </a:xfrm>
              <a:custGeom>
                <a:avLst/>
                <a:gdLst>
                  <a:gd name="T0" fmla="*/ 0 w 1"/>
                  <a:gd name="T1" fmla="*/ 1 h 332"/>
                  <a:gd name="T2" fmla="*/ 0 w 1"/>
                  <a:gd name="T3" fmla="*/ 0 h 332"/>
                  <a:gd name="T4" fmla="*/ 1 w 1"/>
                  <a:gd name="T5" fmla="*/ 0 h 33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32"/>
                  <a:gd name="T11" fmla="*/ 1 w 1"/>
                  <a:gd name="T12" fmla="*/ 332 h 3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32">
                    <a:moveTo>
                      <a:pt x="0" y="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Freeform 35"/>
              <p:cNvSpPr/>
              <p:nvPr/>
            </p:nvSpPr>
            <p:spPr bwMode="auto">
              <a:xfrm>
                <a:off x="4574" y="1580"/>
                <a:ext cx="1" cy="111"/>
              </a:xfrm>
              <a:custGeom>
                <a:avLst/>
                <a:gdLst>
                  <a:gd name="T0" fmla="*/ 0 w 1"/>
                  <a:gd name="T1" fmla="*/ 1 h 332"/>
                  <a:gd name="T2" fmla="*/ 0 w 1"/>
                  <a:gd name="T3" fmla="*/ 0 h 332"/>
                  <a:gd name="T4" fmla="*/ 1 w 1"/>
                  <a:gd name="T5" fmla="*/ 0 h 33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32"/>
                  <a:gd name="T11" fmla="*/ 1 w 1"/>
                  <a:gd name="T12" fmla="*/ 332 h 3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32">
                    <a:moveTo>
                      <a:pt x="0" y="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Freeform 36"/>
              <p:cNvSpPr/>
              <p:nvPr/>
            </p:nvSpPr>
            <p:spPr bwMode="auto">
              <a:xfrm>
                <a:off x="4497" y="1995"/>
                <a:ext cx="1" cy="62"/>
              </a:xfrm>
              <a:custGeom>
                <a:avLst/>
                <a:gdLst>
                  <a:gd name="T0" fmla="*/ 0 w 2"/>
                  <a:gd name="T1" fmla="*/ 1 h 186"/>
                  <a:gd name="T2" fmla="*/ 0 w 2"/>
                  <a:gd name="T3" fmla="*/ 0 h 186"/>
                  <a:gd name="T4" fmla="*/ 1 w 2"/>
                  <a:gd name="T5" fmla="*/ 0 h 186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86"/>
                  <a:gd name="T11" fmla="*/ 2 w 2"/>
                  <a:gd name="T12" fmla="*/ 186 h 18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86">
                    <a:moveTo>
                      <a:pt x="0" y="186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Freeform 37"/>
              <p:cNvSpPr/>
              <p:nvPr/>
            </p:nvSpPr>
            <p:spPr bwMode="auto">
              <a:xfrm>
                <a:off x="4497" y="1856"/>
                <a:ext cx="1" cy="111"/>
              </a:xfrm>
              <a:custGeom>
                <a:avLst/>
                <a:gdLst>
                  <a:gd name="T0" fmla="*/ 0 w 2"/>
                  <a:gd name="T1" fmla="*/ 1 h 332"/>
                  <a:gd name="T2" fmla="*/ 0 w 2"/>
                  <a:gd name="T3" fmla="*/ 0 h 332"/>
                  <a:gd name="T4" fmla="*/ 1 w 2"/>
                  <a:gd name="T5" fmla="*/ 0 h 332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332"/>
                  <a:gd name="T11" fmla="*/ 2 w 2"/>
                  <a:gd name="T12" fmla="*/ 332 h 3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332">
                    <a:moveTo>
                      <a:pt x="0" y="332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Freeform 38"/>
              <p:cNvSpPr/>
              <p:nvPr/>
            </p:nvSpPr>
            <p:spPr bwMode="auto">
              <a:xfrm>
                <a:off x="4497" y="1718"/>
                <a:ext cx="1" cy="111"/>
              </a:xfrm>
              <a:custGeom>
                <a:avLst/>
                <a:gdLst>
                  <a:gd name="T0" fmla="*/ 0 w 2"/>
                  <a:gd name="T1" fmla="*/ 1 h 332"/>
                  <a:gd name="T2" fmla="*/ 0 w 2"/>
                  <a:gd name="T3" fmla="*/ 0 h 332"/>
                  <a:gd name="T4" fmla="*/ 1 w 2"/>
                  <a:gd name="T5" fmla="*/ 0 h 332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332"/>
                  <a:gd name="T11" fmla="*/ 2 w 2"/>
                  <a:gd name="T12" fmla="*/ 332 h 3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332">
                    <a:moveTo>
                      <a:pt x="0" y="332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Freeform 39"/>
              <p:cNvSpPr/>
              <p:nvPr/>
            </p:nvSpPr>
            <p:spPr bwMode="auto">
              <a:xfrm>
                <a:off x="4497" y="1580"/>
                <a:ext cx="1" cy="111"/>
              </a:xfrm>
              <a:custGeom>
                <a:avLst/>
                <a:gdLst>
                  <a:gd name="T0" fmla="*/ 0 w 2"/>
                  <a:gd name="T1" fmla="*/ 1 h 332"/>
                  <a:gd name="T2" fmla="*/ 0 w 2"/>
                  <a:gd name="T3" fmla="*/ 0 h 332"/>
                  <a:gd name="T4" fmla="*/ 1 w 2"/>
                  <a:gd name="T5" fmla="*/ 0 h 332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332"/>
                  <a:gd name="T11" fmla="*/ 2 w 2"/>
                  <a:gd name="T12" fmla="*/ 332 h 3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332">
                    <a:moveTo>
                      <a:pt x="0" y="332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Freeform 40"/>
              <p:cNvSpPr/>
              <p:nvPr/>
            </p:nvSpPr>
            <p:spPr bwMode="auto">
              <a:xfrm>
                <a:off x="4222" y="1995"/>
                <a:ext cx="1" cy="62"/>
              </a:xfrm>
              <a:custGeom>
                <a:avLst/>
                <a:gdLst>
                  <a:gd name="T0" fmla="*/ 0 w 1"/>
                  <a:gd name="T1" fmla="*/ 1 h 186"/>
                  <a:gd name="T2" fmla="*/ 0 w 1"/>
                  <a:gd name="T3" fmla="*/ 0 h 186"/>
                  <a:gd name="T4" fmla="*/ 1 w 1"/>
                  <a:gd name="T5" fmla="*/ 0 h 18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86"/>
                  <a:gd name="T11" fmla="*/ 1 w 1"/>
                  <a:gd name="T12" fmla="*/ 186 h 18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86">
                    <a:moveTo>
                      <a:pt x="0" y="18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Freeform 41"/>
              <p:cNvSpPr/>
              <p:nvPr/>
            </p:nvSpPr>
            <p:spPr bwMode="auto">
              <a:xfrm>
                <a:off x="4222" y="1856"/>
                <a:ext cx="1" cy="111"/>
              </a:xfrm>
              <a:custGeom>
                <a:avLst/>
                <a:gdLst>
                  <a:gd name="T0" fmla="*/ 0 w 1"/>
                  <a:gd name="T1" fmla="*/ 1 h 332"/>
                  <a:gd name="T2" fmla="*/ 0 w 1"/>
                  <a:gd name="T3" fmla="*/ 0 h 332"/>
                  <a:gd name="T4" fmla="*/ 1 w 1"/>
                  <a:gd name="T5" fmla="*/ 0 h 33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32"/>
                  <a:gd name="T11" fmla="*/ 1 w 1"/>
                  <a:gd name="T12" fmla="*/ 332 h 3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32">
                    <a:moveTo>
                      <a:pt x="0" y="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" name="Freeform 42"/>
              <p:cNvSpPr/>
              <p:nvPr/>
            </p:nvSpPr>
            <p:spPr bwMode="auto">
              <a:xfrm>
                <a:off x="4222" y="1718"/>
                <a:ext cx="1" cy="111"/>
              </a:xfrm>
              <a:custGeom>
                <a:avLst/>
                <a:gdLst>
                  <a:gd name="T0" fmla="*/ 0 w 1"/>
                  <a:gd name="T1" fmla="*/ 1 h 332"/>
                  <a:gd name="T2" fmla="*/ 0 w 1"/>
                  <a:gd name="T3" fmla="*/ 0 h 332"/>
                  <a:gd name="T4" fmla="*/ 1 w 1"/>
                  <a:gd name="T5" fmla="*/ 0 h 33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32"/>
                  <a:gd name="T11" fmla="*/ 1 w 1"/>
                  <a:gd name="T12" fmla="*/ 332 h 3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32">
                    <a:moveTo>
                      <a:pt x="0" y="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Freeform 43"/>
              <p:cNvSpPr/>
              <p:nvPr/>
            </p:nvSpPr>
            <p:spPr bwMode="auto">
              <a:xfrm>
                <a:off x="4222" y="1580"/>
                <a:ext cx="1" cy="111"/>
              </a:xfrm>
              <a:custGeom>
                <a:avLst/>
                <a:gdLst>
                  <a:gd name="T0" fmla="*/ 0 w 1"/>
                  <a:gd name="T1" fmla="*/ 1 h 332"/>
                  <a:gd name="T2" fmla="*/ 0 w 1"/>
                  <a:gd name="T3" fmla="*/ 0 h 332"/>
                  <a:gd name="T4" fmla="*/ 1 w 1"/>
                  <a:gd name="T5" fmla="*/ 0 h 33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32"/>
                  <a:gd name="T11" fmla="*/ 1 w 1"/>
                  <a:gd name="T12" fmla="*/ 332 h 3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32">
                    <a:moveTo>
                      <a:pt x="0" y="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0" name="Freeform 44"/>
            <p:cNvSpPr/>
            <p:nvPr/>
          </p:nvSpPr>
          <p:spPr bwMode="auto">
            <a:xfrm>
              <a:off x="1883" y="1560"/>
              <a:ext cx="1" cy="475"/>
            </a:xfrm>
            <a:custGeom>
              <a:avLst/>
              <a:gdLst>
                <a:gd name="T0" fmla="*/ 0 w 2"/>
                <a:gd name="T1" fmla="*/ 6 h 1423"/>
                <a:gd name="T2" fmla="*/ 0 w 2"/>
                <a:gd name="T3" fmla="*/ 0 h 1423"/>
                <a:gd name="T4" fmla="*/ 1 w 2"/>
                <a:gd name="T5" fmla="*/ 0 h 1423"/>
                <a:gd name="T6" fmla="*/ 0 60000 65536"/>
                <a:gd name="T7" fmla="*/ 0 60000 65536"/>
                <a:gd name="T8" fmla="*/ 0 60000 65536"/>
                <a:gd name="T9" fmla="*/ 0 w 2"/>
                <a:gd name="T10" fmla="*/ 0 h 1423"/>
                <a:gd name="T11" fmla="*/ 2 w 2"/>
                <a:gd name="T12" fmla="*/ 1423 h 14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1423">
                  <a:moveTo>
                    <a:pt x="0" y="1423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Freeform 45"/>
            <p:cNvSpPr/>
            <p:nvPr/>
          </p:nvSpPr>
          <p:spPr bwMode="auto">
            <a:xfrm>
              <a:off x="2648" y="1552"/>
              <a:ext cx="2" cy="704"/>
            </a:xfrm>
            <a:custGeom>
              <a:avLst/>
              <a:gdLst>
                <a:gd name="T0" fmla="*/ 0 w 2"/>
                <a:gd name="T1" fmla="*/ 704 h 704"/>
                <a:gd name="T2" fmla="*/ 2 w 2"/>
                <a:gd name="T3" fmla="*/ 0 h 704"/>
                <a:gd name="T4" fmla="*/ 0 60000 65536"/>
                <a:gd name="T5" fmla="*/ 0 60000 65536"/>
                <a:gd name="T6" fmla="*/ 0 w 2"/>
                <a:gd name="T7" fmla="*/ 0 h 704"/>
                <a:gd name="T8" fmla="*/ 2 w 2"/>
                <a:gd name="T9" fmla="*/ 704 h 70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704">
                  <a:moveTo>
                    <a:pt x="0" y="704"/>
                  </a:move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Freeform 46"/>
            <p:cNvSpPr/>
            <p:nvPr/>
          </p:nvSpPr>
          <p:spPr bwMode="auto">
            <a:xfrm>
              <a:off x="965" y="2035"/>
              <a:ext cx="1301" cy="1"/>
            </a:xfrm>
            <a:custGeom>
              <a:avLst/>
              <a:gdLst>
                <a:gd name="T0" fmla="*/ 0 w 3903"/>
                <a:gd name="T1" fmla="*/ 0 h 1"/>
                <a:gd name="T2" fmla="*/ 16 w 3903"/>
                <a:gd name="T3" fmla="*/ 0 h 1"/>
                <a:gd name="T4" fmla="*/ 16 w 3903"/>
                <a:gd name="T5" fmla="*/ 0 h 1"/>
                <a:gd name="T6" fmla="*/ 0 60000 65536"/>
                <a:gd name="T7" fmla="*/ 0 60000 65536"/>
                <a:gd name="T8" fmla="*/ 0 60000 65536"/>
                <a:gd name="T9" fmla="*/ 0 w 3903"/>
                <a:gd name="T10" fmla="*/ 0 h 1"/>
                <a:gd name="T11" fmla="*/ 3903 w 390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03" h="1">
                  <a:moveTo>
                    <a:pt x="0" y="0"/>
                  </a:moveTo>
                  <a:lnTo>
                    <a:pt x="3902" y="0"/>
                  </a:lnTo>
                  <a:lnTo>
                    <a:pt x="3903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Freeform 47"/>
            <p:cNvSpPr/>
            <p:nvPr/>
          </p:nvSpPr>
          <p:spPr bwMode="auto">
            <a:xfrm>
              <a:off x="965" y="2257"/>
              <a:ext cx="1683" cy="1"/>
            </a:xfrm>
            <a:custGeom>
              <a:avLst/>
              <a:gdLst>
                <a:gd name="T0" fmla="*/ 0 w 5051"/>
                <a:gd name="T1" fmla="*/ 0 h 1"/>
                <a:gd name="T2" fmla="*/ 21 w 5051"/>
                <a:gd name="T3" fmla="*/ 0 h 1"/>
                <a:gd name="T4" fmla="*/ 21 w 5051"/>
                <a:gd name="T5" fmla="*/ 0 h 1"/>
                <a:gd name="T6" fmla="*/ 0 60000 65536"/>
                <a:gd name="T7" fmla="*/ 0 60000 65536"/>
                <a:gd name="T8" fmla="*/ 0 60000 65536"/>
                <a:gd name="T9" fmla="*/ 0 w 5051"/>
                <a:gd name="T10" fmla="*/ 0 h 1"/>
                <a:gd name="T11" fmla="*/ 5051 w 505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51" h="1">
                  <a:moveTo>
                    <a:pt x="0" y="0"/>
                  </a:moveTo>
                  <a:lnTo>
                    <a:pt x="5050" y="0"/>
                  </a:lnTo>
                  <a:lnTo>
                    <a:pt x="505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Freeform 48"/>
            <p:cNvSpPr/>
            <p:nvPr/>
          </p:nvSpPr>
          <p:spPr bwMode="auto">
            <a:xfrm>
              <a:off x="965" y="3351"/>
              <a:ext cx="1300" cy="1"/>
            </a:xfrm>
            <a:custGeom>
              <a:avLst/>
              <a:gdLst>
                <a:gd name="T0" fmla="*/ 16 w 3902"/>
                <a:gd name="T1" fmla="*/ 0 h 1"/>
                <a:gd name="T2" fmla="*/ 0 w 3902"/>
                <a:gd name="T3" fmla="*/ 0 h 1"/>
                <a:gd name="T4" fmla="*/ 0 w 3902"/>
                <a:gd name="T5" fmla="*/ 0 h 1"/>
                <a:gd name="T6" fmla="*/ 0 60000 65536"/>
                <a:gd name="T7" fmla="*/ 0 60000 65536"/>
                <a:gd name="T8" fmla="*/ 0 60000 65536"/>
                <a:gd name="T9" fmla="*/ 0 w 3902"/>
                <a:gd name="T10" fmla="*/ 0 h 1"/>
                <a:gd name="T11" fmla="*/ 3902 w 390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02" h="1">
                  <a:moveTo>
                    <a:pt x="390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Freeform 49"/>
            <p:cNvSpPr/>
            <p:nvPr/>
          </p:nvSpPr>
          <p:spPr bwMode="auto">
            <a:xfrm>
              <a:off x="965" y="2585"/>
              <a:ext cx="1300" cy="1"/>
            </a:xfrm>
            <a:custGeom>
              <a:avLst/>
              <a:gdLst>
                <a:gd name="T0" fmla="*/ 16 w 3902"/>
                <a:gd name="T1" fmla="*/ 0 h 1"/>
                <a:gd name="T2" fmla="*/ 0 w 3902"/>
                <a:gd name="T3" fmla="*/ 0 h 1"/>
                <a:gd name="T4" fmla="*/ 0 w 3902"/>
                <a:gd name="T5" fmla="*/ 0 h 1"/>
                <a:gd name="T6" fmla="*/ 0 60000 65536"/>
                <a:gd name="T7" fmla="*/ 0 60000 65536"/>
                <a:gd name="T8" fmla="*/ 0 60000 65536"/>
                <a:gd name="T9" fmla="*/ 0 w 3902"/>
                <a:gd name="T10" fmla="*/ 0 h 1"/>
                <a:gd name="T11" fmla="*/ 3902 w 390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02" h="1">
                  <a:moveTo>
                    <a:pt x="390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Freeform 50"/>
            <p:cNvSpPr/>
            <p:nvPr/>
          </p:nvSpPr>
          <p:spPr bwMode="auto">
            <a:xfrm>
              <a:off x="965" y="2585"/>
              <a:ext cx="1" cy="237"/>
            </a:xfrm>
            <a:custGeom>
              <a:avLst/>
              <a:gdLst>
                <a:gd name="T0" fmla="*/ 0 w 2"/>
                <a:gd name="T1" fmla="*/ 0 h 712"/>
                <a:gd name="T2" fmla="*/ 0 w 2"/>
                <a:gd name="T3" fmla="*/ 3 h 712"/>
                <a:gd name="T4" fmla="*/ 1 w 2"/>
                <a:gd name="T5" fmla="*/ 3 h 712"/>
                <a:gd name="T6" fmla="*/ 0 60000 65536"/>
                <a:gd name="T7" fmla="*/ 0 60000 65536"/>
                <a:gd name="T8" fmla="*/ 0 60000 65536"/>
                <a:gd name="T9" fmla="*/ 0 w 2"/>
                <a:gd name="T10" fmla="*/ 0 h 712"/>
                <a:gd name="T11" fmla="*/ 2 w 2"/>
                <a:gd name="T12" fmla="*/ 712 h 7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712">
                  <a:moveTo>
                    <a:pt x="0" y="0"/>
                  </a:moveTo>
                  <a:lnTo>
                    <a:pt x="0" y="712"/>
                  </a:lnTo>
                  <a:lnTo>
                    <a:pt x="2" y="71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Freeform 51"/>
            <p:cNvSpPr/>
            <p:nvPr/>
          </p:nvSpPr>
          <p:spPr bwMode="auto">
            <a:xfrm>
              <a:off x="1202" y="2739"/>
              <a:ext cx="1" cy="474"/>
            </a:xfrm>
            <a:custGeom>
              <a:avLst/>
              <a:gdLst>
                <a:gd name="T0" fmla="*/ 0 w 1"/>
                <a:gd name="T1" fmla="*/ 0 h 1422"/>
                <a:gd name="T2" fmla="*/ 0 w 1"/>
                <a:gd name="T3" fmla="*/ 6 h 1422"/>
                <a:gd name="T4" fmla="*/ 1 w 1"/>
                <a:gd name="T5" fmla="*/ 6 h 1422"/>
                <a:gd name="T6" fmla="*/ 0 60000 65536"/>
                <a:gd name="T7" fmla="*/ 0 60000 65536"/>
                <a:gd name="T8" fmla="*/ 0 60000 65536"/>
                <a:gd name="T9" fmla="*/ 0 w 1"/>
                <a:gd name="T10" fmla="*/ 0 h 1422"/>
                <a:gd name="T11" fmla="*/ 1 w 1"/>
                <a:gd name="T12" fmla="*/ 1422 h 14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422">
                  <a:moveTo>
                    <a:pt x="0" y="0"/>
                  </a:moveTo>
                  <a:lnTo>
                    <a:pt x="0" y="1422"/>
                  </a:lnTo>
                  <a:lnTo>
                    <a:pt x="1" y="142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lgDashDot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Freeform 52"/>
            <p:cNvSpPr/>
            <p:nvPr/>
          </p:nvSpPr>
          <p:spPr bwMode="auto">
            <a:xfrm>
              <a:off x="965" y="3113"/>
              <a:ext cx="237" cy="1"/>
            </a:xfrm>
            <a:custGeom>
              <a:avLst/>
              <a:gdLst>
                <a:gd name="T0" fmla="*/ 3 w 712"/>
                <a:gd name="T1" fmla="*/ 0 h 1"/>
                <a:gd name="T2" fmla="*/ 0 w 712"/>
                <a:gd name="T3" fmla="*/ 0 h 1"/>
                <a:gd name="T4" fmla="*/ 0 w 712"/>
                <a:gd name="T5" fmla="*/ 0 h 1"/>
                <a:gd name="T6" fmla="*/ 0 60000 65536"/>
                <a:gd name="T7" fmla="*/ 0 60000 65536"/>
                <a:gd name="T8" fmla="*/ 0 60000 65536"/>
                <a:gd name="T9" fmla="*/ 0 w 712"/>
                <a:gd name="T10" fmla="*/ 0 h 1"/>
                <a:gd name="T11" fmla="*/ 712 w 71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12" h="1">
                  <a:moveTo>
                    <a:pt x="71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Freeform 53"/>
            <p:cNvSpPr/>
            <p:nvPr/>
          </p:nvSpPr>
          <p:spPr bwMode="auto">
            <a:xfrm>
              <a:off x="965" y="3113"/>
              <a:ext cx="1" cy="238"/>
            </a:xfrm>
            <a:custGeom>
              <a:avLst/>
              <a:gdLst>
                <a:gd name="T0" fmla="*/ 0 w 2"/>
                <a:gd name="T1" fmla="*/ 3 h 713"/>
                <a:gd name="T2" fmla="*/ 0 w 2"/>
                <a:gd name="T3" fmla="*/ 0 h 713"/>
                <a:gd name="T4" fmla="*/ 1 w 2"/>
                <a:gd name="T5" fmla="*/ 0 h 713"/>
                <a:gd name="T6" fmla="*/ 0 60000 65536"/>
                <a:gd name="T7" fmla="*/ 0 60000 65536"/>
                <a:gd name="T8" fmla="*/ 0 60000 65536"/>
                <a:gd name="T9" fmla="*/ 0 w 2"/>
                <a:gd name="T10" fmla="*/ 0 h 713"/>
                <a:gd name="T11" fmla="*/ 2 w 2"/>
                <a:gd name="T12" fmla="*/ 713 h 7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713">
                  <a:moveTo>
                    <a:pt x="0" y="713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Freeform 54"/>
            <p:cNvSpPr/>
            <p:nvPr/>
          </p:nvSpPr>
          <p:spPr bwMode="auto">
            <a:xfrm>
              <a:off x="965" y="2822"/>
              <a:ext cx="237" cy="1"/>
            </a:xfrm>
            <a:custGeom>
              <a:avLst/>
              <a:gdLst>
                <a:gd name="T0" fmla="*/ 3 w 712"/>
                <a:gd name="T1" fmla="*/ 0 h 1"/>
                <a:gd name="T2" fmla="*/ 0 w 712"/>
                <a:gd name="T3" fmla="*/ 0 h 1"/>
                <a:gd name="T4" fmla="*/ 0 w 712"/>
                <a:gd name="T5" fmla="*/ 0 h 1"/>
                <a:gd name="T6" fmla="*/ 0 60000 65536"/>
                <a:gd name="T7" fmla="*/ 0 60000 65536"/>
                <a:gd name="T8" fmla="*/ 0 60000 65536"/>
                <a:gd name="T9" fmla="*/ 0 w 712"/>
                <a:gd name="T10" fmla="*/ 0 h 1"/>
                <a:gd name="T11" fmla="*/ 712 w 71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12" h="1">
                  <a:moveTo>
                    <a:pt x="71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Freeform 55"/>
            <p:cNvSpPr/>
            <p:nvPr/>
          </p:nvSpPr>
          <p:spPr bwMode="auto">
            <a:xfrm>
              <a:off x="1638" y="2762"/>
              <a:ext cx="1" cy="458"/>
            </a:xfrm>
            <a:custGeom>
              <a:avLst/>
              <a:gdLst>
                <a:gd name="T0" fmla="*/ 0 w 1"/>
                <a:gd name="T1" fmla="*/ 0 h 1376"/>
                <a:gd name="T2" fmla="*/ 0 w 1"/>
                <a:gd name="T3" fmla="*/ 6 h 1376"/>
                <a:gd name="T4" fmla="*/ 1 w 1"/>
                <a:gd name="T5" fmla="*/ 6 h 1376"/>
                <a:gd name="T6" fmla="*/ 0 60000 65536"/>
                <a:gd name="T7" fmla="*/ 0 60000 65536"/>
                <a:gd name="T8" fmla="*/ 0 60000 65536"/>
                <a:gd name="T9" fmla="*/ 0 w 1"/>
                <a:gd name="T10" fmla="*/ 0 h 1376"/>
                <a:gd name="T11" fmla="*/ 1 w 1"/>
                <a:gd name="T12" fmla="*/ 1376 h 13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376">
                  <a:moveTo>
                    <a:pt x="0" y="0"/>
                  </a:moveTo>
                  <a:lnTo>
                    <a:pt x="0" y="1376"/>
                  </a:lnTo>
                  <a:lnTo>
                    <a:pt x="1" y="137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lgDashDot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Freeform 56"/>
            <p:cNvSpPr/>
            <p:nvPr/>
          </p:nvSpPr>
          <p:spPr bwMode="auto">
            <a:xfrm>
              <a:off x="965" y="2035"/>
              <a:ext cx="1" cy="222"/>
            </a:xfrm>
            <a:custGeom>
              <a:avLst/>
              <a:gdLst>
                <a:gd name="T0" fmla="*/ 0 w 2"/>
                <a:gd name="T1" fmla="*/ 3 h 666"/>
                <a:gd name="T2" fmla="*/ 0 w 2"/>
                <a:gd name="T3" fmla="*/ 0 h 666"/>
                <a:gd name="T4" fmla="*/ 1 w 2"/>
                <a:gd name="T5" fmla="*/ 0 h 666"/>
                <a:gd name="T6" fmla="*/ 0 60000 65536"/>
                <a:gd name="T7" fmla="*/ 0 60000 65536"/>
                <a:gd name="T8" fmla="*/ 0 60000 65536"/>
                <a:gd name="T9" fmla="*/ 0 w 2"/>
                <a:gd name="T10" fmla="*/ 0 h 666"/>
                <a:gd name="T11" fmla="*/ 2 w 2"/>
                <a:gd name="T12" fmla="*/ 666 h 6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666">
                  <a:moveTo>
                    <a:pt x="0" y="666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3" name="Group 57"/>
            <p:cNvGrpSpPr/>
            <p:nvPr/>
          </p:nvGrpSpPr>
          <p:grpSpPr bwMode="auto">
            <a:xfrm>
              <a:off x="1202" y="1958"/>
              <a:ext cx="1" cy="397"/>
              <a:chOff x="3304" y="1758"/>
              <a:chExt cx="1" cy="397"/>
            </a:xfrm>
          </p:grpSpPr>
          <p:sp>
            <p:nvSpPr>
              <p:cNvPr id="94" name="Freeform 58"/>
              <p:cNvSpPr/>
              <p:nvPr/>
            </p:nvSpPr>
            <p:spPr bwMode="auto">
              <a:xfrm>
                <a:off x="3304" y="1996"/>
                <a:ext cx="1" cy="159"/>
              </a:xfrm>
              <a:custGeom>
                <a:avLst/>
                <a:gdLst>
                  <a:gd name="T0" fmla="*/ 0 w 1"/>
                  <a:gd name="T1" fmla="*/ 2 h 477"/>
                  <a:gd name="T2" fmla="*/ 0 w 1"/>
                  <a:gd name="T3" fmla="*/ 0 h 477"/>
                  <a:gd name="T4" fmla="*/ 1 w 1"/>
                  <a:gd name="T5" fmla="*/ 0 h 47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77"/>
                  <a:gd name="T11" fmla="*/ 1 w 1"/>
                  <a:gd name="T12" fmla="*/ 477 h 4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77">
                    <a:moveTo>
                      <a:pt x="0" y="4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Freeform 59"/>
              <p:cNvSpPr/>
              <p:nvPr/>
            </p:nvSpPr>
            <p:spPr bwMode="auto">
              <a:xfrm>
                <a:off x="3304" y="1938"/>
                <a:ext cx="1" cy="16"/>
              </a:xfrm>
              <a:custGeom>
                <a:avLst/>
                <a:gdLst>
                  <a:gd name="T0" fmla="*/ 0 w 1"/>
                  <a:gd name="T1" fmla="*/ 0 h 48"/>
                  <a:gd name="T2" fmla="*/ 0 w 1"/>
                  <a:gd name="T3" fmla="*/ 0 h 48"/>
                  <a:gd name="T4" fmla="*/ 1 w 1"/>
                  <a:gd name="T5" fmla="*/ 0 h 4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8"/>
                  <a:gd name="T11" fmla="*/ 1 w 1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8">
                    <a:moveTo>
                      <a:pt x="0" y="4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Freeform 60"/>
              <p:cNvSpPr/>
              <p:nvPr/>
            </p:nvSpPr>
            <p:spPr bwMode="auto">
              <a:xfrm>
                <a:off x="3304" y="1758"/>
                <a:ext cx="1" cy="137"/>
              </a:xfrm>
              <a:custGeom>
                <a:avLst/>
                <a:gdLst>
                  <a:gd name="T0" fmla="*/ 0 w 1"/>
                  <a:gd name="T1" fmla="*/ 2 h 412"/>
                  <a:gd name="T2" fmla="*/ 0 w 1"/>
                  <a:gd name="T3" fmla="*/ 0 h 412"/>
                  <a:gd name="T4" fmla="*/ 1 w 1"/>
                  <a:gd name="T5" fmla="*/ 0 h 41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12"/>
                  <a:gd name="T11" fmla="*/ 1 w 1"/>
                  <a:gd name="T12" fmla="*/ 412 h 4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12">
                    <a:moveTo>
                      <a:pt x="0" y="41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4" name="Freeform 61"/>
            <p:cNvSpPr/>
            <p:nvPr/>
          </p:nvSpPr>
          <p:spPr bwMode="auto">
            <a:xfrm>
              <a:off x="1638" y="1964"/>
              <a:ext cx="1" cy="391"/>
            </a:xfrm>
            <a:custGeom>
              <a:avLst/>
              <a:gdLst>
                <a:gd name="T0" fmla="*/ 0 w 1"/>
                <a:gd name="T1" fmla="*/ 5 h 1172"/>
                <a:gd name="T2" fmla="*/ 0 w 1"/>
                <a:gd name="T3" fmla="*/ 0 h 1172"/>
                <a:gd name="T4" fmla="*/ 1 w 1"/>
                <a:gd name="T5" fmla="*/ 0 h 1172"/>
                <a:gd name="T6" fmla="*/ 0 60000 65536"/>
                <a:gd name="T7" fmla="*/ 0 60000 65536"/>
                <a:gd name="T8" fmla="*/ 0 60000 65536"/>
                <a:gd name="T9" fmla="*/ 0 w 1"/>
                <a:gd name="T10" fmla="*/ 0 h 1172"/>
                <a:gd name="T11" fmla="*/ 1 w 1"/>
                <a:gd name="T12" fmla="*/ 1172 h 11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172">
                  <a:moveTo>
                    <a:pt x="0" y="117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lgDashDot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5" name="Group 62"/>
            <p:cNvGrpSpPr/>
            <p:nvPr/>
          </p:nvGrpSpPr>
          <p:grpSpPr bwMode="auto">
            <a:xfrm>
              <a:off x="2265" y="2501"/>
              <a:ext cx="1" cy="957"/>
              <a:chOff x="4367" y="2301"/>
              <a:chExt cx="1" cy="957"/>
            </a:xfrm>
          </p:grpSpPr>
          <p:sp>
            <p:nvSpPr>
              <p:cNvPr id="91" name="Freeform 63"/>
              <p:cNvSpPr/>
              <p:nvPr/>
            </p:nvSpPr>
            <p:spPr bwMode="auto">
              <a:xfrm>
                <a:off x="4367" y="2873"/>
                <a:ext cx="1" cy="385"/>
              </a:xfrm>
              <a:custGeom>
                <a:avLst/>
                <a:gdLst>
                  <a:gd name="T0" fmla="*/ 0 w 1"/>
                  <a:gd name="T1" fmla="*/ 0 h 1155"/>
                  <a:gd name="T2" fmla="*/ 0 w 1"/>
                  <a:gd name="T3" fmla="*/ 5 h 1155"/>
                  <a:gd name="T4" fmla="*/ 1 w 1"/>
                  <a:gd name="T5" fmla="*/ 5 h 115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155"/>
                  <a:gd name="T11" fmla="*/ 1 w 1"/>
                  <a:gd name="T12" fmla="*/ 1155 h 11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155">
                    <a:moveTo>
                      <a:pt x="0" y="0"/>
                    </a:moveTo>
                    <a:lnTo>
                      <a:pt x="0" y="1155"/>
                    </a:lnTo>
                    <a:lnTo>
                      <a:pt x="1" y="1155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Freeform 64"/>
              <p:cNvSpPr/>
              <p:nvPr/>
            </p:nvSpPr>
            <p:spPr bwMode="auto">
              <a:xfrm>
                <a:off x="4367" y="2301"/>
                <a:ext cx="1" cy="500"/>
              </a:xfrm>
              <a:custGeom>
                <a:avLst/>
                <a:gdLst>
                  <a:gd name="T0" fmla="*/ 0 w 1"/>
                  <a:gd name="T1" fmla="*/ 0 h 1498"/>
                  <a:gd name="T2" fmla="*/ 0 w 1"/>
                  <a:gd name="T3" fmla="*/ 6 h 1498"/>
                  <a:gd name="T4" fmla="*/ 1 w 1"/>
                  <a:gd name="T5" fmla="*/ 6 h 14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498"/>
                  <a:gd name="T11" fmla="*/ 1 w 1"/>
                  <a:gd name="T12" fmla="*/ 1498 h 14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498">
                    <a:moveTo>
                      <a:pt x="0" y="0"/>
                    </a:moveTo>
                    <a:lnTo>
                      <a:pt x="0" y="1498"/>
                    </a:lnTo>
                    <a:lnTo>
                      <a:pt x="1" y="149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Freeform 65"/>
              <p:cNvSpPr/>
              <p:nvPr/>
            </p:nvSpPr>
            <p:spPr bwMode="auto">
              <a:xfrm>
                <a:off x="4367" y="2826"/>
                <a:ext cx="1" cy="24"/>
              </a:xfrm>
              <a:custGeom>
                <a:avLst/>
                <a:gdLst>
                  <a:gd name="T0" fmla="*/ 0 w 1"/>
                  <a:gd name="T1" fmla="*/ 0 h 72"/>
                  <a:gd name="T2" fmla="*/ 0 w 1"/>
                  <a:gd name="T3" fmla="*/ 0 h 72"/>
                  <a:gd name="T4" fmla="*/ 1 w 1"/>
                  <a:gd name="T5" fmla="*/ 0 h 7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2"/>
                  <a:gd name="T11" fmla="*/ 1 w 1"/>
                  <a:gd name="T12" fmla="*/ 72 h 7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2">
                    <a:moveTo>
                      <a:pt x="0" y="0"/>
                    </a:moveTo>
                    <a:lnTo>
                      <a:pt x="0" y="72"/>
                    </a:lnTo>
                    <a:lnTo>
                      <a:pt x="1" y="72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6" name="Freeform 66"/>
            <p:cNvSpPr/>
            <p:nvPr/>
          </p:nvSpPr>
          <p:spPr bwMode="auto">
            <a:xfrm>
              <a:off x="2464" y="2904"/>
              <a:ext cx="1" cy="128"/>
            </a:xfrm>
            <a:custGeom>
              <a:avLst/>
              <a:gdLst>
                <a:gd name="T0" fmla="*/ 0 w 1"/>
                <a:gd name="T1" fmla="*/ 0 h 386"/>
                <a:gd name="T2" fmla="*/ 0 w 1"/>
                <a:gd name="T3" fmla="*/ 2 h 386"/>
                <a:gd name="T4" fmla="*/ 1 w 1"/>
                <a:gd name="T5" fmla="*/ 2 h 386"/>
                <a:gd name="T6" fmla="*/ 0 60000 65536"/>
                <a:gd name="T7" fmla="*/ 0 60000 65536"/>
                <a:gd name="T8" fmla="*/ 0 60000 65536"/>
                <a:gd name="T9" fmla="*/ 0 w 1"/>
                <a:gd name="T10" fmla="*/ 0 h 386"/>
                <a:gd name="T11" fmla="*/ 1 w 1"/>
                <a:gd name="T12" fmla="*/ 386 h 3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86">
                  <a:moveTo>
                    <a:pt x="0" y="0"/>
                  </a:moveTo>
                  <a:lnTo>
                    <a:pt x="0" y="386"/>
                  </a:lnTo>
                  <a:lnTo>
                    <a:pt x="1" y="386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Freeform 67"/>
            <p:cNvSpPr/>
            <p:nvPr/>
          </p:nvSpPr>
          <p:spPr bwMode="auto">
            <a:xfrm>
              <a:off x="2387" y="3032"/>
              <a:ext cx="77" cy="1"/>
            </a:xfrm>
            <a:custGeom>
              <a:avLst/>
              <a:gdLst>
                <a:gd name="T0" fmla="*/ 0 w 231"/>
                <a:gd name="T1" fmla="*/ 0 h 1"/>
                <a:gd name="T2" fmla="*/ 1 w 231"/>
                <a:gd name="T3" fmla="*/ 0 h 1"/>
                <a:gd name="T4" fmla="*/ 1 w 231"/>
                <a:gd name="T5" fmla="*/ 0 h 1"/>
                <a:gd name="T6" fmla="*/ 0 60000 65536"/>
                <a:gd name="T7" fmla="*/ 0 60000 65536"/>
                <a:gd name="T8" fmla="*/ 0 60000 65536"/>
                <a:gd name="T9" fmla="*/ 0 w 231"/>
                <a:gd name="T10" fmla="*/ 0 h 1"/>
                <a:gd name="T11" fmla="*/ 231 w 23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1" h="1">
                  <a:moveTo>
                    <a:pt x="0" y="0"/>
                  </a:moveTo>
                  <a:lnTo>
                    <a:pt x="230" y="0"/>
                  </a:lnTo>
                  <a:lnTo>
                    <a:pt x="23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Freeform 68"/>
            <p:cNvSpPr/>
            <p:nvPr/>
          </p:nvSpPr>
          <p:spPr bwMode="auto">
            <a:xfrm>
              <a:off x="2395" y="2904"/>
              <a:ext cx="77" cy="1"/>
            </a:xfrm>
            <a:custGeom>
              <a:avLst/>
              <a:gdLst>
                <a:gd name="T0" fmla="*/ 0 w 231"/>
                <a:gd name="T1" fmla="*/ 0 h 1"/>
                <a:gd name="T2" fmla="*/ 1 w 231"/>
                <a:gd name="T3" fmla="*/ 0 h 1"/>
                <a:gd name="T4" fmla="*/ 1 w 231"/>
                <a:gd name="T5" fmla="*/ 0 h 1"/>
                <a:gd name="T6" fmla="*/ 0 60000 65536"/>
                <a:gd name="T7" fmla="*/ 0 60000 65536"/>
                <a:gd name="T8" fmla="*/ 0 60000 65536"/>
                <a:gd name="T9" fmla="*/ 0 w 231"/>
                <a:gd name="T10" fmla="*/ 0 h 1"/>
                <a:gd name="T11" fmla="*/ 231 w 23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1" h="1">
                  <a:moveTo>
                    <a:pt x="0" y="0"/>
                  </a:moveTo>
                  <a:lnTo>
                    <a:pt x="230" y="0"/>
                  </a:lnTo>
                  <a:lnTo>
                    <a:pt x="23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9" name="Group 69"/>
            <p:cNvGrpSpPr/>
            <p:nvPr/>
          </p:nvGrpSpPr>
          <p:grpSpPr bwMode="auto">
            <a:xfrm>
              <a:off x="879" y="2968"/>
              <a:ext cx="1848" cy="1"/>
              <a:chOff x="2989" y="2768"/>
              <a:chExt cx="1848" cy="1"/>
            </a:xfrm>
          </p:grpSpPr>
          <p:sp>
            <p:nvSpPr>
              <p:cNvPr id="86" name="Freeform 70"/>
              <p:cNvSpPr/>
              <p:nvPr/>
            </p:nvSpPr>
            <p:spPr bwMode="auto">
              <a:xfrm>
                <a:off x="3560" y="2768"/>
                <a:ext cx="874" cy="1"/>
              </a:xfrm>
              <a:custGeom>
                <a:avLst/>
                <a:gdLst>
                  <a:gd name="T0" fmla="*/ 0 w 2622"/>
                  <a:gd name="T1" fmla="*/ 0 h 1"/>
                  <a:gd name="T2" fmla="*/ 11 w 2622"/>
                  <a:gd name="T3" fmla="*/ 0 h 1"/>
                  <a:gd name="T4" fmla="*/ 11 w 262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622"/>
                  <a:gd name="T10" fmla="*/ 0 h 1"/>
                  <a:gd name="T11" fmla="*/ 2622 w 262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22" h="1">
                    <a:moveTo>
                      <a:pt x="0" y="0"/>
                    </a:moveTo>
                    <a:lnTo>
                      <a:pt x="2620" y="0"/>
                    </a:lnTo>
                    <a:lnTo>
                      <a:pt x="262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Freeform 71"/>
              <p:cNvSpPr/>
              <p:nvPr/>
            </p:nvSpPr>
            <p:spPr bwMode="auto">
              <a:xfrm>
                <a:off x="2989" y="2768"/>
                <a:ext cx="498" cy="1"/>
              </a:xfrm>
              <a:custGeom>
                <a:avLst/>
                <a:gdLst>
                  <a:gd name="T0" fmla="*/ 0 w 1492"/>
                  <a:gd name="T1" fmla="*/ 0 h 1"/>
                  <a:gd name="T2" fmla="*/ 6 w 1492"/>
                  <a:gd name="T3" fmla="*/ 0 h 1"/>
                  <a:gd name="T4" fmla="*/ 6 w 149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492"/>
                  <a:gd name="T10" fmla="*/ 0 h 1"/>
                  <a:gd name="T11" fmla="*/ 1492 w 149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92" h="1">
                    <a:moveTo>
                      <a:pt x="0" y="0"/>
                    </a:moveTo>
                    <a:lnTo>
                      <a:pt x="1491" y="0"/>
                    </a:lnTo>
                    <a:lnTo>
                      <a:pt x="149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" name="Freeform 72"/>
              <p:cNvSpPr/>
              <p:nvPr/>
            </p:nvSpPr>
            <p:spPr bwMode="auto">
              <a:xfrm>
                <a:off x="3512" y="2768"/>
                <a:ext cx="22" cy="1"/>
              </a:xfrm>
              <a:custGeom>
                <a:avLst/>
                <a:gdLst>
                  <a:gd name="T0" fmla="*/ 0 w 66"/>
                  <a:gd name="T1" fmla="*/ 0 h 1"/>
                  <a:gd name="T2" fmla="*/ 0 w 66"/>
                  <a:gd name="T3" fmla="*/ 0 h 1"/>
                  <a:gd name="T4" fmla="*/ 0 w 6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6"/>
                  <a:gd name="T10" fmla="*/ 0 h 1"/>
                  <a:gd name="T11" fmla="*/ 66 w 6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6" h="1">
                    <a:moveTo>
                      <a:pt x="0" y="0"/>
                    </a:moveTo>
                    <a:lnTo>
                      <a:pt x="65" y="0"/>
                    </a:lnTo>
                    <a:lnTo>
                      <a:pt x="6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" name="Freeform 73"/>
              <p:cNvSpPr/>
              <p:nvPr/>
            </p:nvSpPr>
            <p:spPr bwMode="auto">
              <a:xfrm>
                <a:off x="4527" y="2768"/>
                <a:ext cx="310" cy="1"/>
              </a:xfrm>
              <a:custGeom>
                <a:avLst/>
                <a:gdLst>
                  <a:gd name="T0" fmla="*/ 0 w 930"/>
                  <a:gd name="T1" fmla="*/ 0 h 1"/>
                  <a:gd name="T2" fmla="*/ 4 w 930"/>
                  <a:gd name="T3" fmla="*/ 0 h 1"/>
                  <a:gd name="T4" fmla="*/ 4 w 93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30"/>
                  <a:gd name="T10" fmla="*/ 0 h 1"/>
                  <a:gd name="T11" fmla="*/ 930 w 93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30" h="1">
                    <a:moveTo>
                      <a:pt x="0" y="0"/>
                    </a:moveTo>
                    <a:lnTo>
                      <a:pt x="929" y="0"/>
                    </a:lnTo>
                    <a:lnTo>
                      <a:pt x="93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Freeform 74"/>
              <p:cNvSpPr/>
              <p:nvPr/>
            </p:nvSpPr>
            <p:spPr bwMode="auto">
              <a:xfrm>
                <a:off x="4470" y="2768"/>
                <a:ext cx="21" cy="1"/>
              </a:xfrm>
              <a:custGeom>
                <a:avLst/>
                <a:gdLst>
                  <a:gd name="T0" fmla="*/ 0 w 65"/>
                  <a:gd name="T1" fmla="*/ 0 h 1"/>
                  <a:gd name="T2" fmla="*/ 0 w 65"/>
                  <a:gd name="T3" fmla="*/ 0 h 1"/>
                  <a:gd name="T4" fmla="*/ 0 w 6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5"/>
                  <a:gd name="T10" fmla="*/ 0 h 1"/>
                  <a:gd name="T11" fmla="*/ 65 w 6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5" h="1">
                    <a:moveTo>
                      <a:pt x="0" y="0"/>
                    </a:moveTo>
                    <a:lnTo>
                      <a:pt x="64" y="0"/>
                    </a:lnTo>
                    <a:lnTo>
                      <a:pt x="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0" name="Group 75"/>
            <p:cNvGrpSpPr/>
            <p:nvPr/>
          </p:nvGrpSpPr>
          <p:grpSpPr bwMode="auto">
            <a:xfrm>
              <a:off x="1492" y="2035"/>
              <a:ext cx="292" cy="100"/>
              <a:chOff x="3594" y="1835"/>
              <a:chExt cx="292" cy="100"/>
            </a:xfrm>
          </p:grpSpPr>
          <p:sp>
            <p:nvSpPr>
              <p:cNvPr id="79" name="Freeform 76"/>
              <p:cNvSpPr/>
              <p:nvPr/>
            </p:nvSpPr>
            <p:spPr bwMode="auto">
              <a:xfrm>
                <a:off x="3594" y="1934"/>
                <a:ext cx="75" cy="1"/>
              </a:xfrm>
              <a:custGeom>
                <a:avLst/>
                <a:gdLst>
                  <a:gd name="T0" fmla="*/ 0 w 225"/>
                  <a:gd name="T1" fmla="*/ 0 h 1"/>
                  <a:gd name="T2" fmla="*/ 1 w 225"/>
                  <a:gd name="T3" fmla="*/ 0 h 1"/>
                  <a:gd name="T4" fmla="*/ 1 w 22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25"/>
                  <a:gd name="T10" fmla="*/ 0 h 1"/>
                  <a:gd name="T11" fmla="*/ 225 w 22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5" h="1">
                    <a:moveTo>
                      <a:pt x="0" y="0"/>
                    </a:moveTo>
                    <a:lnTo>
                      <a:pt x="224" y="0"/>
                    </a:lnTo>
                    <a:lnTo>
                      <a:pt x="22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Freeform 77"/>
              <p:cNvSpPr/>
              <p:nvPr/>
            </p:nvSpPr>
            <p:spPr bwMode="auto">
              <a:xfrm>
                <a:off x="3693" y="1934"/>
                <a:ext cx="95" cy="1"/>
              </a:xfrm>
              <a:custGeom>
                <a:avLst/>
                <a:gdLst>
                  <a:gd name="T0" fmla="*/ 0 w 285"/>
                  <a:gd name="T1" fmla="*/ 0 h 1"/>
                  <a:gd name="T2" fmla="*/ 1 w 285"/>
                  <a:gd name="T3" fmla="*/ 0 h 1"/>
                  <a:gd name="T4" fmla="*/ 1 w 28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85"/>
                  <a:gd name="T10" fmla="*/ 0 h 1"/>
                  <a:gd name="T11" fmla="*/ 285 w 28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5" h="1">
                    <a:moveTo>
                      <a:pt x="0" y="0"/>
                    </a:moveTo>
                    <a:lnTo>
                      <a:pt x="284" y="0"/>
                    </a:lnTo>
                    <a:lnTo>
                      <a:pt x="28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" name="Freeform 78"/>
              <p:cNvSpPr/>
              <p:nvPr/>
            </p:nvSpPr>
            <p:spPr bwMode="auto">
              <a:xfrm>
                <a:off x="3811" y="1934"/>
                <a:ext cx="75" cy="1"/>
              </a:xfrm>
              <a:custGeom>
                <a:avLst/>
                <a:gdLst>
                  <a:gd name="T0" fmla="*/ 0 w 225"/>
                  <a:gd name="T1" fmla="*/ 0 h 1"/>
                  <a:gd name="T2" fmla="*/ 1 w 225"/>
                  <a:gd name="T3" fmla="*/ 0 h 1"/>
                  <a:gd name="T4" fmla="*/ 1 w 22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25"/>
                  <a:gd name="T10" fmla="*/ 0 h 1"/>
                  <a:gd name="T11" fmla="*/ 225 w 22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5" h="1">
                    <a:moveTo>
                      <a:pt x="0" y="0"/>
                    </a:moveTo>
                    <a:lnTo>
                      <a:pt x="223" y="0"/>
                    </a:lnTo>
                    <a:lnTo>
                      <a:pt x="22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Freeform 79"/>
              <p:cNvSpPr/>
              <p:nvPr/>
            </p:nvSpPr>
            <p:spPr bwMode="auto">
              <a:xfrm>
                <a:off x="3594" y="1894"/>
                <a:ext cx="1" cy="40"/>
              </a:xfrm>
              <a:custGeom>
                <a:avLst/>
                <a:gdLst>
                  <a:gd name="T0" fmla="*/ 0 w 2"/>
                  <a:gd name="T1" fmla="*/ 0 h 120"/>
                  <a:gd name="T2" fmla="*/ 0 w 2"/>
                  <a:gd name="T3" fmla="*/ 0 h 120"/>
                  <a:gd name="T4" fmla="*/ 1 w 2"/>
                  <a:gd name="T5" fmla="*/ 0 h 12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20"/>
                  <a:gd name="T11" fmla="*/ 2 w 2"/>
                  <a:gd name="T12" fmla="*/ 120 h 1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20">
                    <a:moveTo>
                      <a:pt x="0" y="12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Freeform 80"/>
              <p:cNvSpPr/>
              <p:nvPr/>
            </p:nvSpPr>
            <p:spPr bwMode="auto">
              <a:xfrm>
                <a:off x="3594" y="1835"/>
                <a:ext cx="1" cy="40"/>
              </a:xfrm>
              <a:custGeom>
                <a:avLst/>
                <a:gdLst>
                  <a:gd name="T0" fmla="*/ 0 w 2"/>
                  <a:gd name="T1" fmla="*/ 0 h 120"/>
                  <a:gd name="T2" fmla="*/ 0 w 2"/>
                  <a:gd name="T3" fmla="*/ 0 h 120"/>
                  <a:gd name="T4" fmla="*/ 1 w 2"/>
                  <a:gd name="T5" fmla="*/ 0 h 12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20"/>
                  <a:gd name="T11" fmla="*/ 2 w 2"/>
                  <a:gd name="T12" fmla="*/ 120 h 1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20">
                    <a:moveTo>
                      <a:pt x="0" y="12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Freeform 81"/>
              <p:cNvSpPr/>
              <p:nvPr/>
            </p:nvSpPr>
            <p:spPr bwMode="auto">
              <a:xfrm>
                <a:off x="3885" y="1894"/>
                <a:ext cx="1" cy="40"/>
              </a:xfrm>
              <a:custGeom>
                <a:avLst/>
                <a:gdLst>
                  <a:gd name="T0" fmla="*/ 0 w 2"/>
                  <a:gd name="T1" fmla="*/ 0 h 120"/>
                  <a:gd name="T2" fmla="*/ 0 w 2"/>
                  <a:gd name="T3" fmla="*/ 0 h 120"/>
                  <a:gd name="T4" fmla="*/ 1 w 2"/>
                  <a:gd name="T5" fmla="*/ 0 h 12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20"/>
                  <a:gd name="T11" fmla="*/ 2 w 2"/>
                  <a:gd name="T12" fmla="*/ 120 h 1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20">
                    <a:moveTo>
                      <a:pt x="0" y="12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Freeform 82"/>
              <p:cNvSpPr/>
              <p:nvPr/>
            </p:nvSpPr>
            <p:spPr bwMode="auto">
              <a:xfrm>
                <a:off x="3885" y="1835"/>
                <a:ext cx="1" cy="40"/>
              </a:xfrm>
              <a:custGeom>
                <a:avLst/>
                <a:gdLst>
                  <a:gd name="T0" fmla="*/ 0 w 2"/>
                  <a:gd name="T1" fmla="*/ 0 h 120"/>
                  <a:gd name="T2" fmla="*/ 0 w 2"/>
                  <a:gd name="T3" fmla="*/ 0 h 120"/>
                  <a:gd name="T4" fmla="*/ 1 w 2"/>
                  <a:gd name="T5" fmla="*/ 0 h 12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20"/>
                  <a:gd name="T11" fmla="*/ 2 w 2"/>
                  <a:gd name="T12" fmla="*/ 120 h 1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20">
                    <a:moveTo>
                      <a:pt x="0" y="12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1" name="Freeform 83"/>
            <p:cNvSpPr/>
            <p:nvPr/>
          </p:nvSpPr>
          <p:spPr bwMode="auto">
            <a:xfrm>
              <a:off x="1883" y="1560"/>
              <a:ext cx="765" cy="1"/>
            </a:xfrm>
            <a:custGeom>
              <a:avLst/>
              <a:gdLst>
                <a:gd name="T0" fmla="*/ 9 w 2296"/>
                <a:gd name="T1" fmla="*/ 0 h 1"/>
                <a:gd name="T2" fmla="*/ 0 w 2296"/>
                <a:gd name="T3" fmla="*/ 0 h 1"/>
                <a:gd name="T4" fmla="*/ 0 w 2296"/>
                <a:gd name="T5" fmla="*/ 0 h 1"/>
                <a:gd name="T6" fmla="*/ 0 60000 65536"/>
                <a:gd name="T7" fmla="*/ 0 60000 65536"/>
                <a:gd name="T8" fmla="*/ 0 60000 65536"/>
                <a:gd name="T9" fmla="*/ 0 w 2296"/>
                <a:gd name="T10" fmla="*/ 0 h 1"/>
                <a:gd name="T11" fmla="*/ 2296 w 229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6" h="1">
                  <a:moveTo>
                    <a:pt x="229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2" name="Group 84"/>
            <p:cNvGrpSpPr/>
            <p:nvPr/>
          </p:nvGrpSpPr>
          <p:grpSpPr bwMode="auto">
            <a:xfrm>
              <a:off x="2265" y="1475"/>
              <a:ext cx="1" cy="872"/>
              <a:chOff x="4367" y="1275"/>
              <a:chExt cx="1" cy="872"/>
            </a:xfrm>
          </p:grpSpPr>
          <p:sp>
            <p:nvSpPr>
              <p:cNvPr id="76" name="Freeform 85"/>
              <p:cNvSpPr/>
              <p:nvPr/>
            </p:nvSpPr>
            <p:spPr bwMode="auto">
              <a:xfrm>
                <a:off x="4367" y="1756"/>
                <a:ext cx="1" cy="391"/>
              </a:xfrm>
              <a:custGeom>
                <a:avLst/>
                <a:gdLst>
                  <a:gd name="T0" fmla="*/ 0 w 1"/>
                  <a:gd name="T1" fmla="*/ 5 h 1174"/>
                  <a:gd name="T2" fmla="*/ 0 w 1"/>
                  <a:gd name="T3" fmla="*/ 0 h 1174"/>
                  <a:gd name="T4" fmla="*/ 1 w 1"/>
                  <a:gd name="T5" fmla="*/ 0 h 117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174"/>
                  <a:gd name="T11" fmla="*/ 1 w 1"/>
                  <a:gd name="T12" fmla="*/ 1174 h 11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174">
                    <a:moveTo>
                      <a:pt x="0" y="11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Freeform 86"/>
              <p:cNvSpPr/>
              <p:nvPr/>
            </p:nvSpPr>
            <p:spPr bwMode="auto">
              <a:xfrm>
                <a:off x="4367" y="1275"/>
                <a:ext cx="1" cy="363"/>
              </a:xfrm>
              <a:custGeom>
                <a:avLst/>
                <a:gdLst>
                  <a:gd name="T0" fmla="*/ 0 w 1"/>
                  <a:gd name="T1" fmla="*/ 4 h 1089"/>
                  <a:gd name="T2" fmla="*/ 0 w 1"/>
                  <a:gd name="T3" fmla="*/ 0 h 1089"/>
                  <a:gd name="T4" fmla="*/ 1 w 1"/>
                  <a:gd name="T5" fmla="*/ 0 h 108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089"/>
                  <a:gd name="T11" fmla="*/ 1 w 1"/>
                  <a:gd name="T12" fmla="*/ 1089 h 10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089">
                    <a:moveTo>
                      <a:pt x="0" y="108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Freeform 87"/>
              <p:cNvSpPr/>
              <p:nvPr/>
            </p:nvSpPr>
            <p:spPr bwMode="auto">
              <a:xfrm>
                <a:off x="4367" y="1681"/>
                <a:ext cx="1" cy="32"/>
              </a:xfrm>
              <a:custGeom>
                <a:avLst/>
                <a:gdLst>
                  <a:gd name="T0" fmla="*/ 0 w 1"/>
                  <a:gd name="T1" fmla="*/ 0 h 98"/>
                  <a:gd name="T2" fmla="*/ 0 w 1"/>
                  <a:gd name="T3" fmla="*/ 0 h 98"/>
                  <a:gd name="T4" fmla="*/ 1 w 1"/>
                  <a:gd name="T5" fmla="*/ 0 h 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98"/>
                  <a:gd name="T11" fmla="*/ 1 w 1"/>
                  <a:gd name="T12" fmla="*/ 98 h 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98">
                    <a:moveTo>
                      <a:pt x="0" y="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3" name="Group 88"/>
            <p:cNvGrpSpPr/>
            <p:nvPr/>
          </p:nvGrpSpPr>
          <p:grpSpPr bwMode="auto">
            <a:xfrm>
              <a:off x="1990" y="1560"/>
              <a:ext cx="552" cy="192"/>
              <a:chOff x="4092" y="1360"/>
              <a:chExt cx="552" cy="192"/>
            </a:xfrm>
          </p:grpSpPr>
          <p:sp>
            <p:nvSpPr>
              <p:cNvPr id="64" name="Freeform 89"/>
              <p:cNvSpPr/>
              <p:nvPr/>
            </p:nvSpPr>
            <p:spPr bwMode="auto">
              <a:xfrm>
                <a:off x="4574" y="1491"/>
                <a:ext cx="1" cy="61"/>
              </a:xfrm>
              <a:custGeom>
                <a:avLst/>
                <a:gdLst>
                  <a:gd name="T0" fmla="*/ 0 w 1"/>
                  <a:gd name="T1" fmla="*/ 1 h 184"/>
                  <a:gd name="T2" fmla="*/ 0 w 1"/>
                  <a:gd name="T3" fmla="*/ 0 h 184"/>
                  <a:gd name="T4" fmla="*/ 1 w 1"/>
                  <a:gd name="T5" fmla="*/ 0 h 18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84"/>
                  <a:gd name="T11" fmla="*/ 1 w 1"/>
                  <a:gd name="T12" fmla="*/ 184 h 1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84">
                    <a:moveTo>
                      <a:pt x="0" y="18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Freeform 90"/>
              <p:cNvSpPr/>
              <p:nvPr/>
            </p:nvSpPr>
            <p:spPr bwMode="auto">
              <a:xfrm>
                <a:off x="4497" y="1491"/>
                <a:ext cx="1" cy="61"/>
              </a:xfrm>
              <a:custGeom>
                <a:avLst/>
                <a:gdLst>
                  <a:gd name="T0" fmla="*/ 0 w 2"/>
                  <a:gd name="T1" fmla="*/ 1 h 184"/>
                  <a:gd name="T2" fmla="*/ 0 w 2"/>
                  <a:gd name="T3" fmla="*/ 0 h 184"/>
                  <a:gd name="T4" fmla="*/ 1 w 2"/>
                  <a:gd name="T5" fmla="*/ 0 h 184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84"/>
                  <a:gd name="T11" fmla="*/ 2 w 2"/>
                  <a:gd name="T12" fmla="*/ 184 h 1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84">
                    <a:moveTo>
                      <a:pt x="0" y="184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Freeform 91"/>
              <p:cNvSpPr/>
              <p:nvPr/>
            </p:nvSpPr>
            <p:spPr bwMode="auto">
              <a:xfrm>
                <a:off x="4222" y="1491"/>
                <a:ext cx="1" cy="61"/>
              </a:xfrm>
              <a:custGeom>
                <a:avLst/>
                <a:gdLst>
                  <a:gd name="T0" fmla="*/ 0 w 1"/>
                  <a:gd name="T1" fmla="*/ 1 h 184"/>
                  <a:gd name="T2" fmla="*/ 0 w 1"/>
                  <a:gd name="T3" fmla="*/ 0 h 184"/>
                  <a:gd name="T4" fmla="*/ 1 w 1"/>
                  <a:gd name="T5" fmla="*/ 0 h 18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84"/>
                  <a:gd name="T11" fmla="*/ 1 w 1"/>
                  <a:gd name="T12" fmla="*/ 184 h 1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84">
                    <a:moveTo>
                      <a:pt x="0" y="18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Freeform 92"/>
              <p:cNvSpPr/>
              <p:nvPr/>
            </p:nvSpPr>
            <p:spPr bwMode="auto">
              <a:xfrm>
                <a:off x="4092" y="1491"/>
                <a:ext cx="87" cy="1"/>
              </a:xfrm>
              <a:custGeom>
                <a:avLst/>
                <a:gdLst>
                  <a:gd name="T0" fmla="*/ 0 w 259"/>
                  <a:gd name="T1" fmla="*/ 0 h 1"/>
                  <a:gd name="T2" fmla="*/ 1 w 259"/>
                  <a:gd name="T3" fmla="*/ 0 h 1"/>
                  <a:gd name="T4" fmla="*/ 1 w 25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59"/>
                  <a:gd name="T10" fmla="*/ 0 h 1"/>
                  <a:gd name="T11" fmla="*/ 259 w 25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9" h="1">
                    <a:moveTo>
                      <a:pt x="0" y="0"/>
                    </a:moveTo>
                    <a:lnTo>
                      <a:pt x="257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Freeform 93"/>
              <p:cNvSpPr/>
              <p:nvPr/>
            </p:nvSpPr>
            <p:spPr bwMode="auto">
              <a:xfrm>
                <a:off x="4202" y="1491"/>
                <a:ext cx="95" cy="1"/>
              </a:xfrm>
              <a:custGeom>
                <a:avLst/>
                <a:gdLst>
                  <a:gd name="T0" fmla="*/ 0 w 286"/>
                  <a:gd name="T1" fmla="*/ 0 h 1"/>
                  <a:gd name="T2" fmla="*/ 1 w 286"/>
                  <a:gd name="T3" fmla="*/ 0 h 1"/>
                  <a:gd name="T4" fmla="*/ 1 w 28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86"/>
                  <a:gd name="T10" fmla="*/ 0 h 1"/>
                  <a:gd name="T11" fmla="*/ 286 w 28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6" h="1">
                    <a:moveTo>
                      <a:pt x="0" y="0"/>
                    </a:moveTo>
                    <a:lnTo>
                      <a:pt x="284" y="0"/>
                    </a:lnTo>
                    <a:lnTo>
                      <a:pt x="28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" name="Freeform 94"/>
              <p:cNvSpPr/>
              <p:nvPr/>
            </p:nvSpPr>
            <p:spPr bwMode="auto">
              <a:xfrm>
                <a:off x="4320" y="1491"/>
                <a:ext cx="95" cy="1"/>
              </a:xfrm>
              <a:custGeom>
                <a:avLst/>
                <a:gdLst>
                  <a:gd name="T0" fmla="*/ 0 w 286"/>
                  <a:gd name="T1" fmla="*/ 0 h 1"/>
                  <a:gd name="T2" fmla="*/ 1 w 286"/>
                  <a:gd name="T3" fmla="*/ 0 h 1"/>
                  <a:gd name="T4" fmla="*/ 1 w 28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86"/>
                  <a:gd name="T10" fmla="*/ 0 h 1"/>
                  <a:gd name="T11" fmla="*/ 286 w 28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6" h="1">
                    <a:moveTo>
                      <a:pt x="0" y="0"/>
                    </a:moveTo>
                    <a:lnTo>
                      <a:pt x="284" y="0"/>
                    </a:lnTo>
                    <a:lnTo>
                      <a:pt x="28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Freeform 95"/>
              <p:cNvSpPr/>
              <p:nvPr/>
            </p:nvSpPr>
            <p:spPr bwMode="auto">
              <a:xfrm>
                <a:off x="4438" y="1491"/>
                <a:ext cx="96" cy="1"/>
              </a:xfrm>
              <a:custGeom>
                <a:avLst/>
                <a:gdLst>
                  <a:gd name="T0" fmla="*/ 0 w 286"/>
                  <a:gd name="T1" fmla="*/ 0 h 1"/>
                  <a:gd name="T2" fmla="*/ 1 w 286"/>
                  <a:gd name="T3" fmla="*/ 0 h 1"/>
                  <a:gd name="T4" fmla="*/ 1 w 28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86"/>
                  <a:gd name="T10" fmla="*/ 0 h 1"/>
                  <a:gd name="T11" fmla="*/ 286 w 28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6" h="1">
                    <a:moveTo>
                      <a:pt x="0" y="0"/>
                    </a:moveTo>
                    <a:lnTo>
                      <a:pt x="284" y="0"/>
                    </a:lnTo>
                    <a:lnTo>
                      <a:pt x="28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Freeform 96"/>
              <p:cNvSpPr/>
              <p:nvPr/>
            </p:nvSpPr>
            <p:spPr bwMode="auto">
              <a:xfrm>
                <a:off x="4557" y="1491"/>
                <a:ext cx="86" cy="1"/>
              </a:xfrm>
              <a:custGeom>
                <a:avLst/>
                <a:gdLst>
                  <a:gd name="T0" fmla="*/ 0 w 259"/>
                  <a:gd name="T1" fmla="*/ 0 h 1"/>
                  <a:gd name="T2" fmla="*/ 1 w 259"/>
                  <a:gd name="T3" fmla="*/ 0 h 1"/>
                  <a:gd name="T4" fmla="*/ 1 w 25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59"/>
                  <a:gd name="T10" fmla="*/ 0 h 1"/>
                  <a:gd name="T11" fmla="*/ 259 w 25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9" h="1">
                    <a:moveTo>
                      <a:pt x="0" y="0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Freeform 97"/>
              <p:cNvSpPr/>
              <p:nvPr/>
            </p:nvSpPr>
            <p:spPr bwMode="auto">
              <a:xfrm>
                <a:off x="4092" y="1437"/>
                <a:ext cx="1" cy="54"/>
              </a:xfrm>
              <a:custGeom>
                <a:avLst/>
                <a:gdLst>
                  <a:gd name="T0" fmla="*/ 0 w 1"/>
                  <a:gd name="T1" fmla="*/ 1 h 160"/>
                  <a:gd name="T2" fmla="*/ 0 w 1"/>
                  <a:gd name="T3" fmla="*/ 0 h 160"/>
                  <a:gd name="T4" fmla="*/ 1 w 1"/>
                  <a:gd name="T5" fmla="*/ 0 h 16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60"/>
                  <a:gd name="T11" fmla="*/ 1 w 1"/>
                  <a:gd name="T12" fmla="*/ 160 h 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60">
                    <a:moveTo>
                      <a:pt x="0" y="16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Freeform 98"/>
              <p:cNvSpPr/>
              <p:nvPr/>
            </p:nvSpPr>
            <p:spPr bwMode="auto">
              <a:xfrm>
                <a:off x="4092" y="1360"/>
                <a:ext cx="1" cy="53"/>
              </a:xfrm>
              <a:custGeom>
                <a:avLst/>
                <a:gdLst>
                  <a:gd name="T0" fmla="*/ 0 w 1"/>
                  <a:gd name="T1" fmla="*/ 1 h 159"/>
                  <a:gd name="T2" fmla="*/ 0 w 1"/>
                  <a:gd name="T3" fmla="*/ 0 h 159"/>
                  <a:gd name="T4" fmla="*/ 1 w 1"/>
                  <a:gd name="T5" fmla="*/ 0 h 15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59"/>
                  <a:gd name="T11" fmla="*/ 1 w 1"/>
                  <a:gd name="T12" fmla="*/ 159 h 15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59">
                    <a:moveTo>
                      <a:pt x="0" y="15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" name="Freeform 99"/>
              <p:cNvSpPr/>
              <p:nvPr/>
            </p:nvSpPr>
            <p:spPr bwMode="auto">
              <a:xfrm>
                <a:off x="4643" y="1437"/>
                <a:ext cx="1" cy="54"/>
              </a:xfrm>
              <a:custGeom>
                <a:avLst/>
                <a:gdLst>
                  <a:gd name="T0" fmla="*/ 0 w 1"/>
                  <a:gd name="T1" fmla="*/ 1 h 160"/>
                  <a:gd name="T2" fmla="*/ 0 w 1"/>
                  <a:gd name="T3" fmla="*/ 0 h 160"/>
                  <a:gd name="T4" fmla="*/ 1 w 1"/>
                  <a:gd name="T5" fmla="*/ 0 h 16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60"/>
                  <a:gd name="T11" fmla="*/ 1 w 1"/>
                  <a:gd name="T12" fmla="*/ 160 h 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60">
                    <a:moveTo>
                      <a:pt x="0" y="16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Freeform 100"/>
              <p:cNvSpPr/>
              <p:nvPr/>
            </p:nvSpPr>
            <p:spPr bwMode="auto">
              <a:xfrm>
                <a:off x="4643" y="1360"/>
                <a:ext cx="1" cy="53"/>
              </a:xfrm>
              <a:custGeom>
                <a:avLst/>
                <a:gdLst>
                  <a:gd name="T0" fmla="*/ 0 w 1"/>
                  <a:gd name="T1" fmla="*/ 1 h 159"/>
                  <a:gd name="T2" fmla="*/ 0 w 1"/>
                  <a:gd name="T3" fmla="*/ 0 h 159"/>
                  <a:gd name="T4" fmla="*/ 1 w 1"/>
                  <a:gd name="T5" fmla="*/ 0 h 15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59"/>
                  <a:gd name="T11" fmla="*/ 1 w 1"/>
                  <a:gd name="T12" fmla="*/ 159 h 15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59">
                    <a:moveTo>
                      <a:pt x="0" y="15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35189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剖视图的基本概念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Group 2"/>
          <p:cNvGrpSpPr/>
          <p:nvPr/>
        </p:nvGrpSpPr>
        <p:grpSpPr bwMode="auto">
          <a:xfrm>
            <a:off x="6168008" y="1196752"/>
            <a:ext cx="4438650" cy="4343400"/>
            <a:chOff x="1200" y="696"/>
            <a:chExt cx="2796" cy="2736"/>
          </a:xfrm>
        </p:grpSpPr>
        <p:sp>
          <p:nvSpPr>
            <p:cNvPr id="4" name="Freeform 3"/>
            <p:cNvSpPr/>
            <p:nvPr/>
          </p:nvSpPr>
          <p:spPr bwMode="auto">
            <a:xfrm>
              <a:off x="1206" y="1812"/>
              <a:ext cx="2790" cy="1620"/>
            </a:xfrm>
            <a:custGeom>
              <a:avLst/>
              <a:gdLst>
                <a:gd name="T0" fmla="*/ 0 w 2790"/>
                <a:gd name="T1" fmla="*/ 978 h 1620"/>
                <a:gd name="T2" fmla="*/ 1096 w 2790"/>
                <a:gd name="T3" fmla="*/ 1620 h 1620"/>
                <a:gd name="T4" fmla="*/ 2790 w 2790"/>
                <a:gd name="T5" fmla="*/ 642 h 1620"/>
                <a:gd name="T6" fmla="*/ 1686 w 2790"/>
                <a:gd name="T7" fmla="*/ 0 h 1620"/>
                <a:gd name="T8" fmla="*/ 0 w 2790"/>
                <a:gd name="T9" fmla="*/ 978 h 16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90"/>
                <a:gd name="T16" fmla="*/ 0 h 1620"/>
                <a:gd name="T17" fmla="*/ 2790 w 2790"/>
                <a:gd name="T18" fmla="*/ 1620 h 16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90" h="1620">
                  <a:moveTo>
                    <a:pt x="0" y="978"/>
                  </a:moveTo>
                  <a:lnTo>
                    <a:pt x="1096" y="1620"/>
                  </a:lnTo>
                  <a:lnTo>
                    <a:pt x="2790" y="642"/>
                  </a:lnTo>
                  <a:lnTo>
                    <a:pt x="1686" y="0"/>
                  </a:lnTo>
                  <a:lnTo>
                    <a:pt x="0" y="978"/>
                  </a:lnTo>
                  <a:close/>
                </a:path>
              </a:pathLst>
            </a:custGeom>
            <a:solidFill>
              <a:srgbClr val="FFFF66"/>
            </a:solidFill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" name="Freeform 4"/>
            <p:cNvSpPr/>
            <p:nvPr/>
          </p:nvSpPr>
          <p:spPr bwMode="auto">
            <a:xfrm>
              <a:off x="1200" y="696"/>
              <a:ext cx="1692" cy="2094"/>
            </a:xfrm>
            <a:custGeom>
              <a:avLst/>
              <a:gdLst>
                <a:gd name="T0" fmla="*/ 0 w 1692"/>
                <a:gd name="T1" fmla="*/ 972 h 2094"/>
                <a:gd name="T2" fmla="*/ 0 w 1692"/>
                <a:gd name="T3" fmla="*/ 2094 h 2094"/>
                <a:gd name="T4" fmla="*/ 1692 w 1692"/>
                <a:gd name="T5" fmla="*/ 1116 h 2094"/>
                <a:gd name="T6" fmla="*/ 1692 w 1692"/>
                <a:gd name="T7" fmla="*/ 0 h 2094"/>
                <a:gd name="T8" fmla="*/ 0 w 1692"/>
                <a:gd name="T9" fmla="*/ 972 h 20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2"/>
                <a:gd name="T16" fmla="*/ 0 h 2094"/>
                <a:gd name="T17" fmla="*/ 1692 w 1692"/>
                <a:gd name="T18" fmla="*/ 2094 h 20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2" h="2094">
                  <a:moveTo>
                    <a:pt x="0" y="972"/>
                  </a:moveTo>
                  <a:lnTo>
                    <a:pt x="0" y="2094"/>
                  </a:lnTo>
                  <a:lnTo>
                    <a:pt x="1692" y="1116"/>
                  </a:lnTo>
                  <a:lnTo>
                    <a:pt x="1692" y="0"/>
                  </a:lnTo>
                  <a:lnTo>
                    <a:pt x="0" y="972"/>
                  </a:lnTo>
                  <a:close/>
                </a:path>
              </a:pathLst>
            </a:custGeom>
            <a:solidFill>
              <a:srgbClr val="66FF66"/>
            </a:solidFill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6" name="Group 5"/>
            <p:cNvGrpSpPr/>
            <p:nvPr/>
          </p:nvGrpSpPr>
          <p:grpSpPr bwMode="auto">
            <a:xfrm>
              <a:off x="1822" y="2376"/>
              <a:ext cx="1472" cy="854"/>
              <a:chOff x="1822" y="2376"/>
              <a:chExt cx="1472" cy="854"/>
            </a:xfrm>
          </p:grpSpPr>
          <p:sp>
            <p:nvSpPr>
              <p:cNvPr id="25" name="Oval 6"/>
              <p:cNvSpPr>
                <a:spLocks noChangeArrowheads="1"/>
              </p:cNvSpPr>
              <p:nvPr/>
            </p:nvSpPr>
            <p:spPr bwMode="auto">
              <a:xfrm>
                <a:off x="2352" y="2796"/>
                <a:ext cx="216" cy="13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6" name="Freeform 7"/>
              <p:cNvSpPr/>
              <p:nvPr/>
            </p:nvSpPr>
            <p:spPr bwMode="auto">
              <a:xfrm>
                <a:off x="2102" y="2947"/>
                <a:ext cx="171" cy="23"/>
              </a:xfrm>
              <a:custGeom>
                <a:avLst/>
                <a:gdLst>
                  <a:gd name="T0" fmla="*/ 2 w 513"/>
                  <a:gd name="T1" fmla="*/ 0 h 67"/>
                  <a:gd name="T2" fmla="*/ 1 w 513"/>
                  <a:gd name="T3" fmla="*/ 0 h 67"/>
                  <a:gd name="T4" fmla="*/ 0 w 513"/>
                  <a:gd name="T5" fmla="*/ 0 h 67"/>
                  <a:gd name="T6" fmla="*/ 0 w 513"/>
                  <a:gd name="T7" fmla="*/ 0 h 6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3"/>
                  <a:gd name="T13" fmla="*/ 0 h 67"/>
                  <a:gd name="T14" fmla="*/ 513 w 513"/>
                  <a:gd name="T15" fmla="*/ 67 h 6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3" h="67">
                    <a:moveTo>
                      <a:pt x="513" y="67"/>
                    </a:moveTo>
                    <a:lnTo>
                      <a:pt x="256" y="0"/>
                    </a:lnTo>
                    <a:lnTo>
                      <a:pt x="0" y="67"/>
                    </a:lnTo>
                    <a:lnTo>
                      <a:pt x="1" y="67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7" name="Oval 8"/>
              <p:cNvSpPr>
                <a:spLocks noChangeArrowheads="1"/>
              </p:cNvSpPr>
              <p:nvPr/>
            </p:nvSpPr>
            <p:spPr bwMode="auto">
              <a:xfrm>
                <a:off x="2406" y="2838"/>
                <a:ext cx="108" cy="47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9"/>
              <p:cNvSpPr>
                <a:spLocks noChangeShapeType="1"/>
              </p:cNvSpPr>
              <p:nvPr/>
            </p:nvSpPr>
            <p:spPr bwMode="auto">
              <a:xfrm flipV="1">
                <a:off x="2004" y="2381"/>
                <a:ext cx="1290" cy="74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" name="Freeform 10"/>
              <p:cNvSpPr/>
              <p:nvPr/>
            </p:nvSpPr>
            <p:spPr bwMode="auto">
              <a:xfrm>
                <a:off x="2774" y="2490"/>
                <a:ext cx="322" cy="190"/>
              </a:xfrm>
              <a:custGeom>
                <a:avLst/>
                <a:gdLst>
                  <a:gd name="T0" fmla="*/ 232 w 322"/>
                  <a:gd name="T1" fmla="*/ 12 h 190"/>
                  <a:gd name="T2" fmla="*/ 154 w 322"/>
                  <a:gd name="T3" fmla="*/ 0 h 190"/>
                  <a:gd name="T4" fmla="*/ 88 w 322"/>
                  <a:gd name="T5" fmla="*/ 9 h 190"/>
                  <a:gd name="T6" fmla="*/ 40 w 322"/>
                  <a:gd name="T7" fmla="*/ 30 h 190"/>
                  <a:gd name="T8" fmla="*/ 13 w 322"/>
                  <a:gd name="T9" fmla="*/ 57 h 190"/>
                  <a:gd name="T10" fmla="*/ 1 w 322"/>
                  <a:gd name="T11" fmla="*/ 99 h 190"/>
                  <a:gd name="T12" fmla="*/ 19 w 322"/>
                  <a:gd name="T13" fmla="*/ 141 h 190"/>
                  <a:gd name="T14" fmla="*/ 46 w 322"/>
                  <a:gd name="T15" fmla="*/ 168 h 190"/>
                  <a:gd name="T16" fmla="*/ 112 w 322"/>
                  <a:gd name="T17" fmla="*/ 186 h 190"/>
                  <a:gd name="T18" fmla="*/ 163 w 322"/>
                  <a:gd name="T19" fmla="*/ 189 h 190"/>
                  <a:gd name="T20" fmla="*/ 226 w 322"/>
                  <a:gd name="T21" fmla="*/ 180 h 190"/>
                  <a:gd name="T22" fmla="*/ 280 w 322"/>
                  <a:gd name="T23" fmla="*/ 162 h 190"/>
                  <a:gd name="T24" fmla="*/ 310 w 322"/>
                  <a:gd name="T25" fmla="*/ 135 h 190"/>
                  <a:gd name="T26" fmla="*/ 322 w 322"/>
                  <a:gd name="T27" fmla="*/ 99 h 190"/>
                  <a:gd name="T28" fmla="*/ 310 w 322"/>
                  <a:gd name="T29" fmla="*/ 54 h 19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322"/>
                  <a:gd name="T46" fmla="*/ 0 h 190"/>
                  <a:gd name="T47" fmla="*/ 322 w 322"/>
                  <a:gd name="T48" fmla="*/ 190 h 19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322" h="190">
                    <a:moveTo>
                      <a:pt x="232" y="12"/>
                    </a:moveTo>
                    <a:cubicBezTo>
                      <a:pt x="219" y="10"/>
                      <a:pt x="178" y="0"/>
                      <a:pt x="154" y="0"/>
                    </a:cubicBezTo>
                    <a:cubicBezTo>
                      <a:pt x="130" y="0"/>
                      <a:pt x="107" y="4"/>
                      <a:pt x="88" y="9"/>
                    </a:cubicBezTo>
                    <a:cubicBezTo>
                      <a:pt x="69" y="14"/>
                      <a:pt x="52" y="22"/>
                      <a:pt x="40" y="30"/>
                    </a:cubicBezTo>
                    <a:cubicBezTo>
                      <a:pt x="28" y="38"/>
                      <a:pt x="19" y="46"/>
                      <a:pt x="13" y="57"/>
                    </a:cubicBezTo>
                    <a:cubicBezTo>
                      <a:pt x="7" y="68"/>
                      <a:pt x="0" y="85"/>
                      <a:pt x="1" y="99"/>
                    </a:cubicBezTo>
                    <a:cubicBezTo>
                      <a:pt x="2" y="113"/>
                      <a:pt x="12" y="130"/>
                      <a:pt x="19" y="141"/>
                    </a:cubicBezTo>
                    <a:cubicBezTo>
                      <a:pt x="26" y="152"/>
                      <a:pt x="30" y="160"/>
                      <a:pt x="46" y="168"/>
                    </a:cubicBezTo>
                    <a:cubicBezTo>
                      <a:pt x="62" y="176"/>
                      <a:pt x="93" y="183"/>
                      <a:pt x="112" y="186"/>
                    </a:cubicBezTo>
                    <a:cubicBezTo>
                      <a:pt x="131" y="189"/>
                      <a:pt x="144" y="190"/>
                      <a:pt x="163" y="189"/>
                    </a:cubicBezTo>
                    <a:cubicBezTo>
                      <a:pt x="182" y="188"/>
                      <a:pt x="207" y="184"/>
                      <a:pt x="226" y="180"/>
                    </a:cubicBezTo>
                    <a:cubicBezTo>
                      <a:pt x="245" y="176"/>
                      <a:pt x="266" y="170"/>
                      <a:pt x="280" y="162"/>
                    </a:cubicBezTo>
                    <a:cubicBezTo>
                      <a:pt x="294" y="154"/>
                      <a:pt x="303" y="145"/>
                      <a:pt x="310" y="135"/>
                    </a:cubicBezTo>
                    <a:cubicBezTo>
                      <a:pt x="317" y="125"/>
                      <a:pt x="322" y="112"/>
                      <a:pt x="322" y="99"/>
                    </a:cubicBezTo>
                    <a:cubicBezTo>
                      <a:pt x="322" y="86"/>
                      <a:pt x="312" y="63"/>
                      <a:pt x="310" y="54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0" name="Oval 11"/>
              <p:cNvSpPr>
                <a:spLocks noChangeArrowheads="1"/>
              </p:cNvSpPr>
              <p:nvPr/>
            </p:nvSpPr>
            <p:spPr bwMode="auto">
              <a:xfrm>
                <a:off x="2700" y="2437"/>
                <a:ext cx="468" cy="299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1" name="Oval 12"/>
              <p:cNvSpPr>
                <a:spLocks noChangeArrowheads="1"/>
              </p:cNvSpPr>
              <p:nvPr/>
            </p:nvSpPr>
            <p:spPr bwMode="auto">
              <a:xfrm>
                <a:off x="2598" y="2376"/>
                <a:ext cx="678" cy="419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2" name="Freeform 13"/>
              <p:cNvSpPr/>
              <p:nvPr/>
            </p:nvSpPr>
            <p:spPr bwMode="auto">
              <a:xfrm>
                <a:off x="1822" y="2938"/>
                <a:ext cx="169" cy="96"/>
              </a:xfrm>
              <a:custGeom>
                <a:avLst/>
                <a:gdLst>
                  <a:gd name="T0" fmla="*/ 0 w 505"/>
                  <a:gd name="T1" fmla="*/ 0 h 289"/>
                  <a:gd name="T2" fmla="*/ 2 w 505"/>
                  <a:gd name="T3" fmla="*/ 1 h 289"/>
                  <a:gd name="T4" fmla="*/ 2 w 505"/>
                  <a:gd name="T5" fmla="*/ 1 h 289"/>
                  <a:gd name="T6" fmla="*/ 0 60000 65536"/>
                  <a:gd name="T7" fmla="*/ 0 60000 65536"/>
                  <a:gd name="T8" fmla="*/ 0 60000 65536"/>
                  <a:gd name="T9" fmla="*/ 0 w 505"/>
                  <a:gd name="T10" fmla="*/ 0 h 289"/>
                  <a:gd name="T11" fmla="*/ 505 w 505"/>
                  <a:gd name="T12" fmla="*/ 289 h 2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05" h="289">
                    <a:moveTo>
                      <a:pt x="0" y="0"/>
                    </a:moveTo>
                    <a:lnTo>
                      <a:pt x="504" y="289"/>
                    </a:lnTo>
                    <a:lnTo>
                      <a:pt x="505" y="289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3" name="Freeform 14"/>
              <p:cNvSpPr/>
              <p:nvPr/>
            </p:nvSpPr>
            <p:spPr bwMode="auto">
              <a:xfrm>
                <a:off x="1822" y="2441"/>
                <a:ext cx="860" cy="497"/>
              </a:xfrm>
              <a:custGeom>
                <a:avLst/>
                <a:gdLst>
                  <a:gd name="T0" fmla="*/ 11 w 2580"/>
                  <a:gd name="T1" fmla="*/ 0 h 1491"/>
                  <a:gd name="T2" fmla="*/ 0 w 2580"/>
                  <a:gd name="T3" fmla="*/ 6 h 1491"/>
                  <a:gd name="T4" fmla="*/ 0 w 2580"/>
                  <a:gd name="T5" fmla="*/ 6 h 1491"/>
                  <a:gd name="T6" fmla="*/ 0 60000 65536"/>
                  <a:gd name="T7" fmla="*/ 0 60000 65536"/>
                  <a:gd name="T8" fmla="*/ 0 60000 65536"/>
                  <a:gd name="T9" fmla="*/ 0 w 2580"/>
                  <a:gd name="T10" fmla="*/ 0 h 1491"/>
                  <a:gd name="T11" fmla="*/ 2580 w 2580"/>
                  <a:gd name="T12" fmla="*/ 1491 h 14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80" h="1491">
                    <a:moveTo>
                      <a:pt x="2580" y="0"/>
                    </a:moveTo>
                    <a:lnTo>
                      <a:pt x="0" y="1491"/>
                    </a:lnTo>
                    <a:lnTo>
                      <a:pt x="1" y="149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4" name="Freeform 15"/>
              <p:cNvSpPr/>
              <p:nvPr/>
            </p:nvSpPr>
            <p:spPr bwMode="auto">
              <a:xfrm>
                <a:off x="2328" y="2733"/>
                <a:ext cx="860" cy="497"/>
              </a:xfrm>
              <a:custGeom>
                <a:avLst/>
                <a:gdLst>
                  <a:gd name="T0" fmla="*/ 11 w 2579"/>
                  <a:gd name="T1" fmla="*/ 0 h 1491"/>
                  <a:gd name="T2" fmla="*/ 0 w 2579"/>
                  <a:gd name="T3" fmla="*/ 6 h 1491"/>
                  <a:gd name="T4" fmla="*/ 0 w 2579"/>
                  <a:gd name="T5" fmla="*/ 6 h 1491"/>
                  <a:gd name="T6" fmla="*/ 0 60000 65536"/>
                  <a:gd name="T7" fmla="*/ 0 60000 65536"/>
                  <a:gd name="T8" fmla="*/ 0 60000 65536"/>
                  <a:gd name="T9" fmla="*/ 0 w 2579"/>
                  <a:gd name="T10" fmla="*/ 0 h 1491"/>
                  <a:gd name="T11" fmla="*/ 2579 w 2579"/>
                  <a:gd name="T12" fmla="*/ 1491 h 14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79" h="1491">
                    <a:moveTo>
                      <a:pt x="2579" y="0"/>
                    </a:moveTo>
                    <a:lnTo>
                      <a:pt x="0" y="1491"/>
                    </a:lnTo>
                    <a:lnTo>
                      <a:pt x="1" y="149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5" name="Freeform 16"/>
              <p:cNvSpPr/>
              <p:nvPr/>
            </p:nvSpPr>
            <p:spPr bwMode="auto">
              <a:xfrm>
                <a:off x="3005" y="2481"/>
                <a:ext cx="40" cy="23"/>
              </a:xfrm>
              <a:custGeom>
                <a:avLst/>
                <a:gdLst>
                  <a:gd name="T0" fmla="*/ 0 w 120"/>
                  <a:gd name="T1" fmla="*/ 0 h 70"/>
                  <a:gd name="T2" fmla="*/ 0 w 120"/>
                  <a:gd name="T3" fmla="*/ 0 h 70"/>
                  <a:gd name="T4" fmla="*/ 0 w 120"/>
                  <a:gd name="T5" fmla="*/ 0 h 70"/>
                  <a:gd name="T6" fmla="*/ 0 60000 65536"/>
                  <a:gd name="T7" fmla="*/ 0 60000 65536"/>
                  <a:gd name="T8" fmla="*/ 0 60000 65536"/>
                  <a:gd name="T9" fmla="*/ 0 w 120"/>
                  <a:gd name="T10" fmla="*/ 0 h 70"/>
                  <a:gd name="T11" fmla="*/ 120 w 120"/>
                  <a:gd name="T12" fmla="*/ 70 h 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0" h="70">
                    <a:moveTo>
                      <a:pt x="120" y="0"/>
                    </a:moveTo>
                    <a:lnTo>
                      <a:pt x="0" y="70"/>
                    </a:lnTo>
                    <a:lnTo>
                      <a:pt x="1" y="7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6" name="Freeform 17"/>
              <p:cNvSpPr/>
              <p:nvPr/>
            </p:nvSpPr>
            <p:spPr bwMode="auto">
              <a:xfrm>
                <a:off x="3075" y="2525"/>
                <a:ext cx="46" cy="26"/>
              </a:xfrm>
              <a:custGeom>
                <a:avLst/>
                <a:gdLst>
                  <a:gd name="T0" fmla="*/ 1 w 137"/>
                  <a:gd name="T1" fmla="*/ 0 h 79"/>
                  <a:gd name="T2" fmla="*/ 0 w 137"/>
                  <a:gd name="T3" fmla="*/ 0 h 79"/>
                  <a:gd name="T4" fmla="*/ 0 w 137"/>
                  <a:gd name="T5" fmla="*/ 0 h 79"/>
                  <a:gd name="T6" fmla="*/ 0 60000 65536"/>
                  <a:gd name="T7" fmla="*/ 0 60000 65536"/>
                  <a:gd name="T8" fmla="*/ 0 60000 65536"/>
                  <a:gd name="T9" fmla="*/ 0 w 137"/>
                  <a:gd name="T10" fmla="*/ 0 h 79"/>
                  <a:gd name="T11" fmla="*/ 137 w 137"/>
                  <a:gd name="T12" fmla="*/ 79 h 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7" h="79">
                    <a:moveTo>
                      <a:pt x="137" y="0"/>
                    </a:moveTo>
                    <a:lnTo>
                      <a:pt x="0" y="79"/>
                    </a:lnTo>
                    <a:lnTo>
                      <a:pt x="1" y="79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8" name="Freeform 18"/>
              <p:cNvSpPr/>
              <p:nvPr/>
            </p:nvSpPr>
            <p:spPr bwMode="auto">
              <a:xfrm>
                <a:off x="3039" y="2481"/>
                <a:ext cx="76" cy="44"/>
              </a:xfrm>
              <a:custGeom>
                <a:avLst/>
                <a:gdLst>
                  <a:gd name="T0" fmla="*/ 0 w 229"/>
                  <a:gd name="T1" fmla="*/ 0 h 132"/>
                  <a:gd name="T2" fmla="*/ 1 w 229"/>
                  <a:gd name="T3" fmla="*/ 1 h 132"/>
                  <a:gd name="T4" fmla="*/ 1 w 229"/>
                  <a:gd name="T5" fmla="*/ 1 h 132"/>
                  <a:gd name="T6" fmla="*/ 0 60000 65536"/>
                  <a:gd name="T7" fmla="*/ 0 60000 65536"/>
                  <a:gd name="T8" fmla="*/ 0 60000 65536"/>
                  <a:gd name="T9" fmla="*/ 0 w 229"/>
                  <a:gd name="T10" fmla="*/ 0 h 132"/>
                  <a:gd name="T11" fmla="*/ 229 w 229"/>
                  <a:gd name="T12" fmla="*/ 132 h 1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9" h="132">
                    <a:moveTo>
                      <a:pt x="0" y="0"/>
                    </a:moveTo>
                    <a:lnTo>
                      <a:pt x="228" y="132"/>
                    </a:lnTo>
                    <a:lnTo>
                      <a:pt x="229" y="132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9" name="Freeform 19"/>
              <p:cNvSpPr/>
              <p:nvPr/>
            </p:nvSpPr>
            <p:spPr bwMode="auto">
              <a:xfrm>
                <a:off x="1990" y="2970"/>
                <a:ext cx="112" cy="64"/>
              </a:xfrm>
              <a:custGeom>
                <a:avLst/>
                <a:gdLst>
                  <a:gd name="T0" fmla="*/ 1 w 334"/>
                  <a:gd name="T1" fmla="*/ 0 h 194"/>
                  <a:gd name="T2" fmla="*/ 0 w 334"/>
                  <a:gd name="T3" fmla="*/ 1 h 194"/>
                  <a:gd name="T4" fmla="*/ 0 w 334"/>
                  <a:gd name="T5" fmla="*/ 1 h 194"/>
                  <a:gd name="T6" fmla="*/ 0 60000 65536"/>
                  <a:gd name="T7" fmla="*/ 0 60000 65536"/>
                  <a:gd name="T8" fmla="*/ 0 60000 65536"/>
                  <a:gd name="T9" fmla="*/ 0 w 334"/>
                  <a:gd name="T10" fmla="*/ 0 h 194"/>
                  <a:gd name="T11" fmla="*/ 334 w 334"/>
                  <a:gd name="T12" fmla="*/ 194 h 19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4" h="194">
                    <a:moveTo>
                      <a:pt x="334" y="0"/>
                    </a:moveTo>
                    <a:lnTo>
                      <a:pt x="0" y="194"/>
                    </a:lnTo>
                    <a:lnTo>
                      <a:pt x="1" y="194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0" name="Freeform 20"/>
              <p:cNvSpPr/>
              <p:nvPr/>
            </p:nvSpPr>
            <p:spPr bwMode="auto">
              <a:xfrm>
                <a:off x="2161" y="3069"/>
                <a:ext cx="112" cy="64"/>
              </a:xfrm>
              <a:custGeom>
                <a:avLst/>
                <a:gdLst>
                  <a:gd name="T0" fmla="*/ 1 w 336"/>
                  <a:gd name="T1" fmla="*/ 0 h 194"/>
                  <a:gd name="T2" fmla="*/ 0 w 336"/>
                  <a:gd name="T3" fmla="*/ 1 h 194"/>
                  <a:gd name="T4" fmla="*/ 0 w 336"/>
                  <a:gd name="T5" fmla="*/ 1 h 194"/>
                  <a:gd name="T6" fmla="*/ 0 60000 65536"/>
                  <a:gd name="T7" fmla="*/ 0 60000 65536"/>
                  <a:gd name="T8" fmla="*/ 0 60000 65536"/>
                  <a:gd name="T9" fmla="*/ 0 w 336"/>
                  <a:gd name="T10" fmla="*/ 0 h 194"/>
                  <a:gd name="T11" fmla="*/ 336 w 336"/>
                  <a:gd name="T12" fmla="*/ 194 h 19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6" h="194">
                    <a:moveTo>
                      <a:pt x="336" y="0"/>
                    </a:moveTo>
                    <a:lnTo>
                      <a:pt x="0" y="194"/>
                    </a:lnTo>
                    <a:lnTo>
                      <a:pt x="1" y="194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1" name="Freeform 21"/>
              <p:cNvSpPr/>
              <p:nvPr/>
            </p:nvSpPr>
            <p:spPr bwMode="auto">
              <a:xfrm>
                <a:off x="2273" y="2970"/>
                <a:ext cx="25" cy="99"/>
              </a:xfrm>
              <a:custGeom>
                <a:avLst/>
                <a:gdLst>
                  <a:gd name="T0" fmla="*/ 0 w 75"/>
                  <a:gd name="T1" fmla="*/ 1 h 297"/>
                  <a:gd name="T2" fmla="*/ 0 w 75"/>
                  <a:gd name="T3" fmla="*/ 1 h 297"/>
                  <a:gd name="T4" fmla="*/ 0 w 75"/>
                  <a:gd name="T5" fmla="*/ 0 h 297"/>
                  <a:gd name="T6" fmla="*/ 0 w 75"/>
                  <a:gd name="T7" fmla="*/ 0 h 297"/>
                  <a:gd name="T8" fmla="*/ 0 w 75"/>
                  <a:gd name="T9" fmla="*/ 0 h 2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"/>
                  <a:gd name="T16" fmla="*/ 0 h 297"/>
                  <a:gd name="T17" fmla="*/ 75 w 75"/>
                  <a:gd name="T18" fmla="*/ 297 h 29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" h="297">
                    <a:moveTo>
                      <a:pt x="0" y="297"/>
                    </a:moveTo>
                    <a:lnTo>
                      <a:pt x="75" y="208"/>
                    </a:lnTo>
                    <a:lnTo>
                      <a:pt x="75" y="90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2" name="Freeform 22"/>
              <p:cNvSpPr/>
              <p:nvPr/>
            </p:nvSpPr>
            <p:spPr bwMode="auto">
              <a:xfrm>
                <a:off x="2161" y="3133"/>
                <a:ext cx="168" cy="97"/>
              </a:xfrm>
              <a:custGeom>
                <a:avLst/>
                <a:gdLst>
                  <a:gd name="T0" fmla="*/ 0 w 504"/>
                  <a:gd name="T1" fmla="*/ 0 h 290"/>
                  <a:gd name="T2" fmla="*/ 2 w 504"/>
                  <a:gd name="T3" fmla="*/ 1 h 290"/>
                  <a:gd name="T4" fmla="*/ 2 w 504"/>
                  <a:gd name="T5" fmla="*/ 1 h 290"/>
                  <a:gd name="T6" fmla="*/ 0 60000 65536"/>
                  <a:gd name="T7" fmla="*/ 0 60000 65536"/>
                  <a:gd name="T8" fmla="*/ 0 60000 65536"/>
                  <a:gd name="T9" fmla="*/ 0 w 504"/>
                  <a:gd name="T10" fmla="*/ 0 h 290"/>
                  <a:gd name="T11" fmla="*/ 504 w 504"/>
                  <a:gd name="T12" fmla="*/ 290 h 2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04" h="290">
                    <a:moveTo>
                      <a:pt x="0" y="0"/>
                    </a:moveTo>
                    <a:lnTo>
                      <a:pt x="503" y="290"/>
                    </a:lnTo>
                    <a:lnTo>
                      <a:pt x="504" y="29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3" name="Freeform 23"/>
              <p:cNvSpPr/>
              <p:nvPr/>
            </p:nvSpPr>
            <p:spPr bwMode="auto">
              <a:xfrm>
                <a:off x="2336" y="2790"/>
                <a:ext cx="243" cy="141"/>
              </a:xfrm>
              <a:custGeom>
                <a:avLst/>
                <a:gdLst>
                  <a:gd name="T0" fmla="*/ 0 w 730"/>
                  <a:gd name="T1" fmla="*/ 0 h 421"/>
                  <a:gd name="T2" fmla="*/ 3 w 730"/>
                  <a:gd name="T3" fmla="*/ 2 h 421"/>
                  <a:gd name="T4" fmla="*/ 3 w 730"/>
                  <a:gd name="T5" fmla="*/ 2 h 421"/>
                  <a:gd name="T6" fmla="*/ 0 60000 65536"/>
                  <a:gd name="T7" fmla="*/ 0 60000 65536"/>
                  <a:gd name="T8" fmla="*/ 0 60000 65536"/>
                  <a:gd name="T9" fmla="*/ 0 w 730"/>
                  <a:gd name="T10" fmla="*/ 0 h 421"/>
                  <a:gd name="T11" fmla="*/ 730 w 730"/>
                  <a:gd name="T12" fmla="*/ 421 h 42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30" h="421">
                    <a:moveTo>
                      <a:pt x="0" y="0"/>
                    </a:moveTo>
                    <a:lnTo>
                      <a:pt x="729" y="421"/>
                    </a:lnTo>
                    <a:lnTo>
                      <a:pt x="730" y="42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4" name="Freeform 24"/>
              <p:cNvSpPr/>
              <p:nvPr/>
            </p:nvSpPr>
            <p:spPr bwMode="auto">
              <a:xfrm>
                <a:off x="2066" y="2949"/>
                <a:ext cx="259" cy="150"/>
              </a:xfrm>
              <a:custGeom>
                <a:avLst/>
                <a:gdLst>
                  <a:gd name="T0" fmla="*/ 0 w 777"/>
                  <a:gd name="T1" fmla="*/ 0 h 449"/>
                  <a:gd name="T2" fmla="*/ 3 w 777"/>
                  <a:gd name="T3" fmla="*/ 2 h 449"/>
                  <a:gd name="T4" fmla="*/ 3 w 777"/>
                  <a:gd name="T5" fmla="*/ 2 h 449"/>
                  <a:gd name="T6" fmla="*/ 0 60000 65536"/>
                  <a:gd name="T7" fmla="*/ 0 60000 65536"/>
                  <a:gd name="T8" fmla="*/ 0 60000 65536"/>
                  <a:gd name="T9" fmla="*/ 0 w 777"/>
                  <a:gd name="T10" fmla="*/ 0 h 449"/>
                  <a:gd name="T11" fmla="*/ 777 w 777"/>
                  <a:gd name="T12" fmla="*/ 449 h 44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77" h="449">
                    <a:moveTo>
                      <a:pt x="0" y="0"/>
                    </a:moveTo>
                    <a:lnTo>
                      <a:pt x="776" y="449"/>
                    </a:lnTo>
                    <a:lnTo>
                      <a:pt x="777" y="44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45" name="Group 25"/>
              <p:cNvGrpSpPr/>
              <p:nvPr/>
            </p:nvGrpSpPr>
            <p:grpSpPr bwMode="auto">
              <a:xfrm>
                <a:off x="2654" y="2424"/>
                <a:ext cx="601" cy="348"/>
                <a:chOff x="2654" y="2424"/>
                <a:chExt cx="601" cy="348"/>
              </a:xfrm>
            </p:grpSpPr>
            <p:sp>
              <p:nvSpPr>
                <p:cNvPr id="46" name="Freeform 26"/>
                <p:cNvSpPr/>
                <p:nvPr/>
              </p:nvSpPr>
              <p:spPr bwMode="auto">
                <a:xfrm>
                  <a:off x="2654" y="2424"/>
                  <a:ext cx="199" cy="116"/>
                </a:xfrm>
                <a:custGeom>
                  <a:avLst/>
                  <a:gdLst>
                    <a:gd name="T0" fmla="*/ 0 w 599"/>
                    <a:gd name="T1" fmla="*/ 0 h 347"/>
                    <a:gd name="T2" fmla="*/ 2 w 599"/>
                    <a:gd name="T3" fmla="*/ 1 h 347"/>
                    <a:gd name="T4" fmla="*/ 2 w 599"/>
                    <a:gd name="T5" fmla="*/ 1 h 347"/>
                    <a:gd name="T6" fmla="*/ 0 60000 65536"/>
                    <a:gd name="T7" fmla="*/ 0 60000 65536"/>
                    <a:gd name="T8" fmla="*/ 0 60000 65536"/>
                    <a:gd name="T9" fmla="*/ 0 w 599"/>
                    <a:gd name="T10" fmla="*/ 0 h 347"/>
                    <a:gd name="T11" fmla="*/ 599 w 599"/>
                    <a:gd name="T12" fmla="*/ 347 h 34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99" h="347">
                      <a:moveTo>
                        <a:pt x="0" y="0"/>
                      </a:moveTo>
                      <a:lnTo>
                        <a:pt x="598" y="347"/>
                      </a:lnTo>
                      <a:lnTo>
                        <a:pt x="599" y="347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7" name="Freeform 27"/>
                <p:cNvSpPr/>
                <p:nvPr/>
              </p:nvSpPr>
              <p:spPr bwMode="auto">
                <a:xfrm>
                  <a:off x="2876" y="2552"/>
                  <a:ext cx="5" cy="4"/>
                </a:xfrm>
                <a:custGeom>
                  <a:avLst/>
                  <a:gdLst>
                    <a:gd name="T0" fmla="*/ 0 w 16"/>
                    <a:gd name="T1" fmla="*/ 0 h 10"/>
                    <a:gd name="T2" fmla="*/ 0 w 16"/>
                    <a:gd name="T3" fmla="*/ 0 h 10"/>
                    <a:gd name="T4" fmla="*/ 0 w 16"/>
                    <a:gd name="T5" fmla="*/ 0 h 10"/>
                    <a:gd name="T6" fmla="*/ 0 60000 65536"/>
                    <a:gd name="T7" fmla="*/ 0 60000 65536"/>
                    <a:gd name="T8" fmla="*/ 0 60000 65536"/>
                    <a:gd name="T9" fmla="*/ 0 w 16"/>
                    <a:gd name="T10" fmla="*/ 0 h 10"/>
                    <a:gd name="T11" fmla="*/ 16 w 16"/>
                    <a:gd name="T12" fmla="*/ 10 h 1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6" h="10">
                      <a:moveTo>
                        <a:pt x="0" y="0"/>
                      </a:moveTo>
                      <a:lnTo>
                        <a:pt x="15" y="10"/>
                      </a:lnTo>
                      <a:lnTo>
                        <a:pt x="16" y="1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" name="Freeform 28"/>
                <p:cNvSpPr/>
                <p:nvPr/>
              </p:nvSpPr>
              <p:spPr bwMode="auto">
                <a:xfrm>
                  <a:off x="2899" y="2566"/>
                  <a:ext cx="356" cy="206"/>
                </a:xfrm>
                <a:custGeom>
                  <a:avLst/>
                  <a:gdLst>
                    <a:gd name="T0" fmla="*/ 0 w 1069"/>
                    <a:gd name="T1" fmla="*/ 0 h 618"/>
                    <a:gd name="T2" fmla="*/ 4 w 1069"/>
                    <a:gd name="T3" fmla="*/ 3 h 618"/>
                    <a:gd name="T4" fmla="*/ 4 w 1069"/>
                    <a:gd name="T5" fmla="*/ 3 h 618"/>
                    <a:gd name="T6" fmla="*/ 0 60000 65536"/>
                    <a:gd name="T7" fmla="*/ 0 60000 65536"/>
                    <a:gd name="T8" fmla="*/ 0 60000 65536"/>
                    <a:gd name="T9" fmla="*/ 0 w 1069"/>
                    <a:gd name="T10" fmla="*/ 0 h 618"/>
                    <a:gd name="T11" fmla="*/ 1069 w 1069"/>
                    <a:gd name="T12" fmla="*/ 618 h 6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69" h="618">
                      <a:moveTo>
                        <a:pt x="0" y="0"/>
                      </a:moveTo>
                      <a:lnTo>
                        <a:pt x="1068" y="618"/>
                      </a:lnTo>
                      <a:lnTo>
                        <a:pt x="1069" y="618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7" name="Freeform 29"/>
            <p:cNvSpPr/>
            <p:nvPr/>
          </p:nvSpPr>
          <p:spPr bwMode="auto">
            <a:xfrm>
              <a:off x="3001" y="2541"/>
              <a:ext cx="15" cy="8"/>
            </a:xfrm>
            <a:custGeom>
              <a:avLst/>
              <a:gdLst>
                <a:gd name="T0" fmla="*/ 0 w 44"/>
                <a:gd name="T1" fmla="*/ 0 h 25"/>
                <a:gd name="T2" fmla="*/ 0 w 44"/>
                <a:gd name="T3" fmla="*/ 0 h 25"/>
                <a:gd name="T4" fmla="*/ 0 w 44"/>
                <a:gd name="T5" fmla="*/ 0 h 25"/>
                <a:gd name="T6" fmla="*/ 0 60000 65536"/>
                <a:gd name="T7" fmla="*/ 0 60000 65536"/>
                <a:gd name="T8" fmla="*/ 0 60000 65536"/>
                <a:gd name="T9" fmla="*/ 0 w 44"/>
                <a:gd name="T10" fmla="*/ 0 h 25"/>
                <a:gd name="T11" fmla="*/ 44 w 44"/>
                <a:gd name="T12" fmla="*/ 25 h 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4" h="25">
                  <a:moveTo>
                    <a:pt x="44" y="0"/>
                  </a:moveTo>
                  <a:lnTo>
                    <a:pt x="0" y="25"/>
                  </a:lnTo>
                  <a:lnTo>
                    <a:pt x="1" y="25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" name="Freeform 30"/>
            <p:cNvSpPr/>
            <p:nvPr/>
          </p:nvSpPr>
          <p:spPr bwMode="auto">
            <a:xfrm>
              <a:off x="2142" y="2305"/>
              <a:ext cx="9" cy="5"/>
            </a:xfrm>
            <a:custGeom>
              <a:avLst/>
              <a:gdLst>
                <a:gd name="T0" fmla="*/ 0 w 25"/>
                <a:gd name="T1" fmla="*/ 0 h 15"/>
                <a:gd name="T2" fmla="*/ 0 w 25"/>
                <a:gd name="T3" fmla="*/ 0 h 15"/>
                <a:gd name="T4" fmla="*/ 0 w 25"/>
                <a:gd name="T5" fmla="*/ 0 h 15"/>
                <a:gd name="T6" fmla="*/ 0 60000 65536"/>
                <a:gd name="T7" fmla="*/ 0 60000 65536"/>
                <a:gd name="T8" fmla="*/ 0 60000 65536"/>
                <a:gd name="T9" fmla="*/ 0 w 25"/>
                <a:gd name="T10" fmla="*/ 0 h 15"/>
                <a:gd name="T11" fmla="*/ 25 w 25"/>
                <a:gd name="T12" fmla="*/ 15 h 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" h="15">
                  <a:moveTo>
                    <a:pt x="0" y="15"/>
                  </a:moveTo>
                  <a:lnTo>
                    <a:pt x="24" y="0"/>
                  </a:lnTo>
                  <a:lnTo>
                    <a:pt x="25" y="0"/>
                  </a:lnTo>
                </a:path>
              </a:pathLst>
            </a:custGeom>
            <a:noFill/>
            <a:ln w="0">
              <a:solidFill>
                <a:srgbClr val="00FF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9" name="Group 31"/>
            <p:cNvGrpSpPr/>
            <p:nvPr/>
          </p:nvGrpSpPr>
          <p:grpSpPr bwMode="auto">
            <a:xfrm>
              <a:off x="1821" y="1424"/>
              <a:ext cx="1460" cy="1438"/>
              <a:chOff x="1821" y="1424"/>
              <a:chExt cx="1460" cy="1438"/>
            </a:xfrm>
          </p:grpSpPr>
          <p:sp>
            <p:nvSpPr>
              <p:cNvPr id="10" name="Freeform 32"/>
              <p:cNvSpPr/>
              <p:nvPr/>
            </p:nvSpPr>
            <p:spPr bwMode="auto">
              <a:xfrm>
                <a:off x="1971" y="2230"/>
                <a:ext cx="422" cy="434"/>
              </a:xfrm>
              <a:custGeom>
                <a:avLst/>
                <a:gdLst>
                  <a:gd name="T0" fmla="*/ 2 w 494"/>
                  <a:gd name="T1" fmla="*/ 75 h 508"/>
                  <a:gd name="T2" fmla="*/ 130 w 494"/>
                  <a:gd name="T3" fmla="*/ 0 h 508"/>
                  <a:gd name="T4" fmla="*/ 225 w 494"/>
                  <a:gd name="T5" fmla="*/ 83 h 508"/>
                  <a:gd name="T6" fmla="*/ 127 w 494"/>
                  <a:gd name="T7" fmla="*/ 138 h 508"/>
                  <a:gd name="T8" fmla="*/ 108 w 494"/>
                  <a:gd name="T9" fmla="*/ 140 h 508"/>
                  <a:gd name="T10" fmla="*/ 108 w 494"/>
                  <a:gd name="T11" fmla="*/ 184 h 508"/>
                  <a:gd name="T12" fmla="*/ 85 w 494"/>
                  <a:gd name="T13" fmla="*/ 188 h 508"/>
                  <a:gd name="T14" fmla="*/ 62 w 494"/>
                  <a:gd name="T15" fmla="*/ 195 h 508"/>
                  <a:gd name="T16" fmla="*/ 0 w 494"/>
                  <a:gd name="T17" fmla="*/ 232 h 508"/>
                  <a:gd name="T18" fmla="*/ 2 w 494"/>
                  <a:gd name="T19" fmla="*/ 75 h 50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94"/>
                  <a:gd name="T31" fmla="*/ 0 h 508"/>
                  <a:gd name="T32" fmla="*/ 494 w 494"/>
                  <a:gd name="T33" fmla="*/ 508 h 50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94" h="508">
                    <a:moveTo>
                      <a:pt x="2" y="164"/>
                    </a:moveTo>
                    <a:lnTo>
                      <a:pt x="286" y="0"/>
                    </a:lnTo>
                    <a:lnTo>
                      <a:pt x="494" y="180"/>
                    </a:lnTo>
                    <a:lnTo>
                      <a:pt x="280" y="304"/>
                    </a:lnTo>
                    <a:lnTo>
                      <a:pt x="238" y="308"/>
                    </a:lnTo>
                    <a:lnTo>
                      <a:pt x="238" y="404"/>
                    </a:lnTo>
                    <a:lnTo>
                      <a:pt x="186" y="412"/>
                    </a:lnTo>
                    <a:lnTo>
                      <a:pt x="138" y="428"/>
                    </a:lnTo>
                    <a:lnTo>
                      <a:pt x="0" y="508"/>
                    </a:lnTo>
                    <a:lnTo>
                      <a:pt x="2" y="16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66"/>
                  </a:gs>
                  <a:gs pos="100000">
                    <a:srgbClr val="765E2F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" name="Freeform 33"/>
              <p:cNvSpPr/>
              <p:nvPr/>
            </p:nvSpPr>
            <p:spPr bwMode="auto">
              <a:xfrm>
                <a:off x="2173" y="2493"/>
                <a:ext cx="148" cy="369"/>
              </a:xfrm>
              <a:custGeom>
                <a:avLst/>
                <a:gdLst>
                  <a:gd name="T0" fmla="*/ 1 w 173"/>
                  <a:gd name="T1" fmla="*/ 0 h 432"/>
                  <a:gd name="T2" fmla="*/ 80 w 173"/>
                  <a:gd name="T3" fmla="*/ 45 h 432"/>
                  <a:gd name="T4" fmla="*/ 80 w 173"/>
                  <a:gd name="T5" fmla="*/ 196 h 432"/>
                  <a:gd name="T6" fmla="*/ 0 w 173"/>
                  <a:gd name="T7" fmla="*/ 152 h 432"/>
                  <a:gd name="T8" fmla="*/ 1 w 173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3"/>
                  <a:gd name="T16" fmla="*/ 0 h 432"/>
                  <a:gd name="T17" fmla="*/ 173 w 173"/>
                  <a:gd name="T18" fmla="*/ 432 h 4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3" h="432">
                    <a:moveTo>
                      <a:pt x="1" y="0"/>
                    </a:moveTo>
                    <a:lnTo>
                      <a:pt x="173" y="99"/>
                    </a:lnTo>
                    <a:lnTo>
                      <a:pt x="173" y="432"/>
                    </a:lnTo>
                    <a:lnTo>
                      <a:pt x="0" y="3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C3399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" name="Freeform 34"/>
              <p:cNvSpPr/>
              <p:nvPr/>
            </p:nvSpPr>
            <p:spPr bwMode="auto">
              <a:xfrm>
                <a:off x="1821" y="2281"/>
                <a:ext cx="155" cy="386"/>
              </a:xfrm>
              <a:custGeom>
                <a:avLst/>
                <a:gdLst>
                  <a:gd name="T0" fmla="*/ 1 w 181"/>
                  <a:gd name="T1" fmla="*/ 0 h 452"/>
                  <a:gd name="T2" fmla="*/ 84 w 181"/>
                  <a:gd name="T3" fmla="*/ 48 h 452"/>
                  <a:gd name="T4" fmla="*/ 84 w 181"/>
                  <a:gd name="T5" fmla="*/ 206 h 452"/>
                  <a:gd name="T6" fmla="*/ 0 w 181"/>
                  <a:gd name="T7" fmla="*/ 158 h 452"/>
                  <a:gd name="T8" fmla="*/ 1 w 181"/>
                  <a:gd name="T9" fmla="*/ 0 h 4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1"/>
                  <a:gd name="T16" fmla="*/ 0 h 452"/>
                  <a:gd name="T17" fmla="*/ 181 w 181"/>
                  <a:gd name="T18" fmla="*/ 452 h 4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1" h="452">
                    <a:moveTo>
                      <a:pt x="1" y="0"/>
                    </a:moveTo>
                    <a:lnTo>
                      <a:pt x="181" y="104"/>
                    </a:lnTo>
                    <a:lnTo>
                      <a:pt x="181" y="452"/>
                    </a:lnTo>
                    <a:lnTo>
                      <a:pt x="0" y="3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C3399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" name="Freeform 35"/>
              <p:cNvSpPr/>
              <p:nvPr/>
            </p:nvSpPr>
            <p:spPr bwMode="auto">
              <a:xfrm>
                <a:off x="1822" y="1809"/>
                <a:ext cx="1441" cy="787"/>
              </a:xfrm>
              <a:custGeom>
                <a:avLst/>
                <a:gdLst>
                  <a:gd name="T0" fmla="*/ 411 w 1685"/>
                  <a:gd name="T1" fmla="*/ 19 h 921"/>
                  <a:gd name="T2" fmla="*/ 0 w 1685"/>
                  <a:gd name="T3" fmla="*/ 254 h 921"/>
                  <a:gd name="T4" fmla="*/ 80 w 1685"/>
                  <a:gd name="T5" fmla="*/ 302 h 921"/>
                  <a:gd name="T6" fmla="*/ 138 w 1685"/>
                  <a:gd name="T7" fmla="*/ 273 h 921"/>
                  <a:gd name="T8" fmla="*/ 156 w 1685"/>
                  <a:gd name="T9" fmla="*/ 263 h 921"/>
                  <a:gd name="T10" fmla="*/ 180 w 1685"/>
                  <a:gd name="T11" fmla="*/ 255 h 921"/>
                  <a:gd name="T12" fmla="*/ 194 w 1685"/>
                  <a:gd name="T13" fmla="*/ 254 h 921"/>
                  <a:gd name="T14" fmla="*/ 225 w 1685"/>
                  <a:gd name="T15" fmla="*/ 259 h 921"/>
                  <a:gd name="T16" fmla="*/ 249 w 1685"/>
                  <a:gd name="T17" fmla="*/ 270 h 921"/>
                  <a:gd name="T18" fmla="*/ 260 w 1685"/>
                  <a:gd name="T19" fmla="*/ 284 h 921"/>
                  <a:gd name="T20" fmla="*/ 265 w 1685"/>
                  <a:gd name="T21" fmla="*/ 298 h 921"/>
                  <a:gd name="T22" fmla="*/ 261 w 1685"/>
                  <a:gd name="T23" fmla="*/ 314 h 921"/>
                  <a:gd name="T24" fmla="*/ 251 w 1685"/>
                  <a:gd name="T25" fmla="*/ 328 h 921"/>
                  <a:gd name="T26" fmla="*/ 188 w 1685"/>
                  <a:gd name="T27" fmla="*/ 364 h 921"/>
                  <a:gd name="T28" fmla="*/ 280 w 1685"/>
                  <a:gd name="T29" fmla="*/ 419 h 921"/>
                  <a:gd name="T30" fmla="*/ 747 w 1685"/>
                  <a:gd name="T31" fmla="*/ 141 h 921"/>
                  <a:gd name="T32" fmla="*/ 411 w 1685"/>
                  <a:gd name="T33" fmla="*/ 19 h 92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685"/>
                  <a:gd name="T52" fmla="*/ 0 h 921"/>
                  <a:gd name="T53" fmla="*/ 1685 w 1685"/>
                  <a:gd name="T54" fmla="*/ 921 h 92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685" h="921">
                    <a:moveTo>
                      <a:pt x="900" y="41"/>
                    </a:moveTo>
                    <a:lnTo>
                      <a:pt x="0" y="557"/>
                    </a:lnTo>
                    <a:lnTo>
                      <a:pt x="176" y="661"/>
                    </a:lnTo>
                    <a:lnTo>
                      <a:pt x="300" y="597"/>
                    </a:lnTo>
                    <a:lnTo>
                      <a:pt x="340" y="577"/>
                    </a:lnTo>
                    <a:lnTo>
                      <a:pt x="392" y="561"/>
                    </a:lnTo>
                    <a:lnTo>
                      <a:pt x="424" y="557"/>
                    </a:lnTo>
                    <a:lnTo>
                      <a:pt x="492" y="569"/>
                    </a:lnTo>
                    <a:lnTo>
                      <a:pt x="544" y="593"/>
                    </a:lnTo>
                    <a:lnTo>
                      <a:pt x="568" y="621"/>
                    </a:lnTo>
                    <a:lnTo>
                      <a:pt x="580" y="653"/>
                    </a:lnTo>
                    <a:lnTo>
                      <a:pt x="572" y="689"/>
                    </a:lnTo>
                    <a:lnTo>
                      <a:pt x="548" y="721"/>
                    </a:lnTo>
                    <a:lnTo>
                      <a:pt x="412" y="800"/>
                    </a:lnTo>
                    <a:lnTo>
                      <a:pt x="612" y="921"/>
                    </a:lnTo>
                    <a:lnTo>
                      <a:pt x="1632" y="309"/>
                    </a:lnTo>
                    <a:cubicBezTo>
                      <a:pt x="1685" y="166"/>
                      <a:pt x="1172" y="0"/>
                      <a:pt x="900" y="4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01D00"/>
                  </a:gs>
                  <a:gs pos="100000">
                    <a:srgbClr val="FF3300"/>
                  </a:gs>
                </a:gsLst>
                <a:lin ang="54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" name="Freeform 36"/>
              <p:cNvSpPr/>
              <p:nvPr/>
            </p:nvSpPr>
            <p:spPr bwMode="auto">
              <a:xfrm>
                <a:off x="2321" y="1600"/>
                <a:ext cx="960" cy="1262"/>
              </a:xfrm>
              <a:custGeom>
                <a:avLst/>
                <a:gdLst>
                  <a:gd name="T0" fmla="*/ 274 w 960"/>
                  <a:gd name="T1" fmla="*/ 8 h 1262"/>
                  <a:gd name="T2" fmla="*/ 274 w 960"/>
                  <a:gd name="T3" fmla="*/ 350 h 1262"/>
                  <a:gd name="T4" fmla="*/ 284 w 960"/>
                  <a:gd name="T5" fmla="*/ 398 h 1262"/>
                  <a:gd name="T6" fmla="*/ 311 w 960"/>
                  <a:gd name="T7" fmla="*/ 446 h 1262"/>
                  <a:gd name="T8" fmla="*/ 366 w 960"/>
                  <a:gd name="T9" fmla="*/ 490 h 1262"/>
                  <a:gd name="T10" fmla="*/ 441 w 960"/>
                  <a:gd name="T11" fmla="*/ 524 h 1262"/>
                  <a:gd name="T12" fmla="*/ 517 w 960"/>
                  <a:gd name="T13" fmla="*/ 545 h 1262"/>
                  <a:gd name="T14" fmla="*/ 592 w 960"/>
                  <a:gd name="T15" fmla="*/ 555 h 1262"/>
                  <a:gd name="T16" fmla="*/ 660 w 960"/>
                  <a:gd name="T17" fmla="*/ 552 h 1262"/>
                  <a:gd name="T18" fmla="*/ 722 w 960"/>
                  <a:gd name="T19" fmla="*/ 538 h 1262"/>
                  <a:gd name="T20" fmla="*/ 780 w 960"/>
                  <a:gd name="T21" fmla="*/ 521 h 1262"/>
                  <a:gd name="T22" fmla="*/ 859 w 960"/>
                  <a:gd name="T23" fmla="*/ 490 h 1262"/>
                  <a:gd name="T24" fmla="*/ 0 w 960"/>
                  <a:gd name="T25" fmla="*/ 985 h 1262"/>
                  <a:gd name="T26" fmla="*/ 0 w 960"/>
                  <a:gd name="T27" fmla="*/ 1262 h 1262"/>
                  <a:gd name="T28" fmla="*/ 841 w 960"/>
                  <a:gd name="T29" fmla="*/ 777 h 1262"/>
                  <a:gd name="T30" fmla="*/ 907 w 960"/>
                  <a:gd name="T31" fmla="*/ 733 h 1262"/>
                  <a:gd name="T32" fmla="*/ 934 w 960"/>
                  <a:gd name="T33" fmla="*/ 702 h 1262"/>
                  <a:gd name="T34" fmla="*/ 960 w 960"/>
                  <a:gd name="T35" fmla="*/ 646 h 1262"/>
                  <a:gd name="T36" fmla="*/ 960 w 960"/>
                  <a:gd name="T37" fmla="*/ 573 h 1262"/>
                  <a:gd name="T38" fmla="*/ 960 w 960"/>
                  <a:gd name="T39" fmla="*/ 0 h 1262"/>
                  <a:gd name="T40" fmla="*/ 274 w 960"/>
                  <a:gd name="T41" fmla="*/ 8 h 1262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960"/>
                  <a:gd name="T64" fmla="*/ 0 h 1262"/>
                  <a:gd name="T65" fmla="*/ 960 w 960"/>
                  <a:gd name="T66" fmla="*/ 1262 h 1262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960" h="1262">
                    <a:moveTo>
                      <a:pt x="274" y="8"/>
                    </a:moveTo>
                    <a:lnTo>
                      <a:pt x="274" y="350"/>
                    </a:lnTo>
                    <a:lnTo>
                      <a:pt x="284" y="398"/>
                    </a:lnTo>
                    <a:lnTo>
                      <a:pt x="311" y="446"/>
                    </a:lnTo>
                    <a:lnTo>
                      <a:pt x="366" y="490"/>
                    </a:lnTo>
                    <a:lnTo>
                      <a:pt x="441" y="524"/>
                    </a:lnTo>
                    <a:lnTo>
                      <a:pt x="517" y="545"/>
                    </a:lnTo>
                    <a:lnTo>
                      <a:pt x="592" y="555"/>
                    </a:lnTo>
                    <a:lnTo>
                      <a:pt x="660" y="552"/>
                    </a:lnTo>
                    <a:lnTo>
                      <a:pt x="722" y="538"/>
                    </a:lnTo>
                    <a:lnTo>
                      <a:pt x="780" y="521"/>
                    </a:lnTo>
                    <a:lnTo>
                      <a:pt x="859" y="490"/>
                    </a:lnTo>
                    <a:lnTo>
                      <a:pt x="0" y="985"/>
                    </a:lnTo>
                    <a:lnTo>
                      <a:pt x="0" y="1262"/>
                    </a:lnTo>
                    <a:lnTo>
                      <a:pt x="841" y="777"/>
                    </a:lnTo>
                    <a:lnTo>
                      <a:pt x="907" y="733"/>
                    </a:lnTo>
                    <a:lnTo>
                      <a:pt x="934" y="702"/>
                    </a:lnTo>
                    <a:lnTo>
                      <a:pt x="960" y="646"/>
                    </a:lnTo>
                    <a:lnTo>
                      <a:pt x="960" y="573"/>
                    </a:lnTo>
                    <a:lnTo>
                      <a:pt x="960" y="0"/>
                    </a:lnTo>
                    <a:lnTo>
                      <a:pt x="274" y="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60043"/>
                  </a:gs>
                  <a:gs pos="50000">
                    <a:srgbClr val="CC0066"/>
                  </a:gs>
                  <a:gs pos="100000">
                    <a:srgbClr val="860043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" name="Oval 37"/>
              <p:cNvSpPr>
                <a:spLocks noChangeArrowheads="1"/>
              </p:cNvSpPr>
              <p:nvPr/>
            </p:nvSpPr>
            <p:spPr bwMode="auto">
              <a:xfrm>
                <a:off x="2596" y="1424"/>
                <a:ext cx="680" cy="412"/>
              </a:xfrm>
              <a:prstGeom prst="ellipse">
                <a:avLst/>
              </a:prstGeom>
              <a:solidFill>
                <a:srgbClr val="FF7C80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" name="Oval 38"/>
              <p:cNvSpPr>
                <a:spLocks noChangeArrowheads="1"/>
              </p:cNvSpPr>
              <p:nvPr/>
            </p:nvSpPr>
            <p:spPr bwMode="auto">
              <a:xfrm>
                <a:off x="2699" y="1481"/>
                <a:ext cx="460" cy="295"/>
              </a:xfrm>
              <a:prstGeom prst="ellipse">
                <a:avLst/>
              </a:prstGeom>
              <a:gradFill rotWithShape="0">
                <a:gsLst>
                  <a:gs pos="0">
                    <a:srgbClr val="767600"/>
                  </a:gs>
                  <a:gs pos="50000">
                    <a:srgbClr val="FFFF00"/>
                  </a:gs>
                  <a:gs pos="100000">
                    <a:srgbClr val="767600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8" name="Oval 39"/>
              <p:cNvSpPr>
                <a:spLocks noChangeArrowheads="1"/>
              </p:cNvSpPr>
              <p:nvPr/>
            </p:nvSpPr>
            <p:spPr bwMode="auto">
              <a:xfrm>
                <a:off x="2709" y="1557"/>
                <a:ext cx="436" cy="219"/>
              </a:xfrm>
              <a:prstGeom prst="ellipse">
                <a:avLst/>
              </a:prstGeom>
              <a:solidFill>
                <a:srgbClr val="FF99FF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9" name="Freeform 40"/>
              <p:cNvSpPr/>
              <p:nvPr/>
            </p:nvSpPr>
            <p:spPr bwMode="auto">
              <a:xfrm>
                <a:off x="2779" y="1605"/>
                <a:ext cx="329" cy="181"/>
              </a:xfrm>
              <a:custGeom>
                <a:avLst/>
                <a:gdLst>
                  <a:gd name="T0" fmla="*/ 142 w 384"/>
                  <a:gd name="T1" fmla="*/ 3 h 212"/>
                  <a:gd name="T2" fmla="*/ 177 w 384"/>
                  <a:gd name="T3" fmla="*/ 22 h 212"/>
                  <a:gd name="T4" fmla="*/ 153 w 384"/>
                  <a:gd name="T5" fmla="*/ 34 h 212"/>
                  <a:gd name="T6" fmla="*/ 165 w 384"/>
                  <a:gd name="T7" fmla="*/ 47 h 212"/>
                  <a:gd name="T8" fmla="*/ 160 w 384"/>
                  <a:gd name="T9" fmla="*/ 67 h 212"/>
                  <a:gd name="T10" fmla="*/ 146 w 384"/>
                  <a:gd name="T11" fmla="*/ 79 h 212"/>
                  <a:gd name="T12" fmla="*/ 124 w 384"/>
                  <a:gd name="T13" fmla="*/ 91 h 212"/>
                  <a:gd name="T14" fmla="*/ 89 w 384"/>
                  <a:gd name="T15" fmla="*/ 96 h 212"/>
                  <a:gd name="T16" fmla="*/ 48 w 384"/>
                  <a:gd name="T17" fmla="*/ 92 h 212"/>
                  <a:gd name="T18" fmla="*/ 22 w 384"/>
                  <a:gd name="T19" fmla="*/ 85 h 212"/>
                  <a:gd name="T20" fmla="*/ 6 w 384"/>
                  <a:gd name="T21" fmla="*/ 67 h 212"/>
                  <a:gd name="T22" fmla="*/ 0 w 384"/>
                  <a:gd name="T23" fmla="*/ 42 h 212"/>
                  <a:gd name="T24" fmla="*/ 13 w 384"/>
                  <a:gd name="T25" fmla="*/ 23 h 212"/>
                  <a:gd name="T26" fmla="*/ 38 w 384"/>
                  <a:gd name="T27" fmla="*/ 9 h 212"/>
                  <a:gd name="T28" fmla="*/ 61 w 384"/>
                  <a:gd name="T29" fmla="*/ 3 h 212"/>
                  <a:gd name="T30" fmla="*/ 83 w 384"/>
                  <a:gd name="T31" fmla="*/ 0 h 212"/>
                  <a:gd name="T32" fmla="*/ 100 w 384"/>
                  <a:gd name="T33" fmla="*/ 3 h 212"/>
                  <a:gd name="T34" fmla="*/ 122 w 384"/>
                  <a:gd name="T35" fmla="*/ 11 h 212"/>
                  <a:gd name="T36" fmla="*/ 142 w 384"/>
                  <a:gd name="T37" fmla="*/ 3 h 21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84"/>
                  <a:gd name="T58" fmla="*/ 0 h 212"/>
                  <a:gd name="T59" fmla="*/ 384 w 384"/>
                  <a:gd name="T60" fmla="*/ 212 h 21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84" h="212">
                    <a:moveTo>
                      <a:pt x="308" y="4"/>
                    </a:moveTo>
                    <a:lnTo>
                      <a:pt x="384" y="48"/>
                    </a:lnTo>
                    <a:lnTo>
                      <a:pt x="332" y="76"/>
                    </a:lnTo>
                    <a:lnTo>
                      <a:pt x="356" y="104"/>
                    </a:lnTo>
                    <a:lnTo>
                      <a:pt x="348" y="148"/>
                    </a:lnTo>
                    <a:lnTo>
                      <a:pt x="316" y="176"/>
                    </a:lnTo>
                    <a:lnTo>
                      <a:pt x="268" y="200"/>
                    </a:lnTo>
                    <a:lnTo>
                      <a:pt x="192" y="212"/>
                    </a:lnTo>
                    <a:lnTo>
                      <a:pt x="104" y="204"/>
                    </a:lnTo>
                    <a:lnTo>
                      <a:pt x="48" y="188"/>
                    </a:lnTo>
                    <a:lnTo>
                      <a:pt x="12" y="148"/>
                    </a:lnTo>
                    <a:lnTo>
                      <a:pt x="0" y="92"/>
                    </a:lnTo>
                    <a:lnTo>
                      <a:pt x="28" y="52"/>
                    </a:lnTo>
                    <a:lnTo>
                      <a:pt x="80" y="20"/>
                    </a:lnTo>
                    <a:lnTo>
                      <a:pt x="132" y="4"/>
                    </a:lnTo>
                    <a:lnTo>
                      <a:pt x="180" y="0"/>
                    </a:lnTo>
                    <a:lnTo>
                      <a:pt x="216" y="8"/>
                    </a:lnTo>
                    <a:lnTo>
                      <a:pt x="264" y="24"/>
                    </a:lnTo>
                    <a:lnTo>
                      <a:pt x="308" y="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A6E37"/>
                  </a:gs>
                  <a:gs pos="50000">
                    <a:srgbClr val="FFCC66"/>
                  </a:gs>
                  <a:gs pos="100000">
                    <a:srgbClr val="8A6E37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" name="Oval 41"/>
              <p:cNvSpPr>
                <a:spLocks noChangeArrowheads="1"/>
              </p:cNvSpPr>
              <p:nvPr/>
            </p:nvSpPr>
            <p:spPr bwMode="auto">
              <a:xfrm>
                <a:off x="2338" y="2125"/>
                <a:ext cx="281" cy="160"/>
              </a:xfrm>
              <a:prstGeom prst="ellipse">
                <a:avLst/>
              </a:prstGeom>
              <a:gradFill rotWithShape="0">
                <a:gsLst>
                  <a:gs pos="0">
                    <a:srgbClr val="76762F"/>
                  </a:gs>
                  <a:gs pos="50000">
                    <a:srgbClr val="FFFF66"/>
                  </a:gs>
                  <a:gs pos="100000">
                    <a:srgbClr val="76762F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" name="Freeform 42"/>
              <p:cNvSpPr/>
              <p:nvPr/>
            </p:nvSpPr>
            <p:spPr bwMode="auto">
              <a:xfrm>
                <a:off x="3012" y="1612"/>
                <a:ext cx="31" cy="160"/>
              </a:xfrm>
              <a:custGeom>
                <a:avLst/>
                <a:gdLst>
                  <a:gd name="T0" fmla="*/ 0 w 36"/>
                  <a:gd name="T1" fmla="*/ 9 h 188"/>
                  <a:gd name="T2" fmla="*/ 0 w 36"/>
                  <a:gd name="T3" fmla="*/ 84 h 188"/>
                  <a:gd name="T4" fmla="*/ 17 w 36"/>
                  <a:gd name="T5" fmla="*/ 76 h 188"/>
                  <a:gd name="T6" fmla="*/ 17 w 36"/>
                  <a:gd name="T7" fmla="*/ 0 h 188"/>
                  <a:gd name="T8" fmla="*/ 0 w 36"/>
                  <a:gd name="T9" fmla="*/ 9 h 1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"/>
                  <a:gd name="T16" fmla="*/ 0 h 188"/>
                  <a:gd name="T17" fmla="*/ 36 w 36"/>
                  <a:gd name="T18" fmla="*/ 188 h 1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" h="188">
                    <a:moveTo>
                      <a:pt x="0" y="20"/>
                    </a:moveTo>
                    <a:lnTo>
                      <a:pt x="0" y="188"/>
                    </a:lnTo>
                    <a:lnTo>
                      <a:pt x="36" y="168"/>
                    </a:lnTo>
                    <a:lnTo>
                      <a:pt x="36" y="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0099FF"/>
              </a:solidFill>
              <a:ln w="12700">
                <a:solidFill>
                  <a:srgbClr val="6699FF"/>
                </a:solidFill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2" name="Freeform 43"/>
              <p:cNvSpPr/>
              <p:nvPr/>
            </p:nvSpPr>
            <p:spPr bwMode="auto">
              <a:xfrm>
                <a:off x="3039" y="1608"/>
                <a:ext cx="65" cy="154"/>
              </a:xfrm>
              <a:custGeom>
                <a:avLst/>
                <a:gdLst>
                  <a:gd name="T0" fmla="*/ 0 w 76"/>
                  <a:gd name="T1" fmla="*/ 0 h 180"/>
                  <a:gd name="T2" fmla="*/ 0 w 76"/>
                  <a:gd name="T3" fmla="*/ 83 h 180"/>
                  <a:gd name="T4" fmla="*/ 11 w 76"/>
                  <a:gd name="T5" fmla="*/ 74 h 180"/>
                  <a:gd name="T6" fmla="*/ 11 w 76"/>
                  <a:gd name="T7" fmla="*/ 33 h 180"/>
                  <a:gd name="T8" fmla="*/ 35 w 76"/>
                  <a:gd name="T9" fmla="*/ 21 h 180"/>
                  <a:gd name="T10" fmla="*/ 0 w 76"/>
                  <a:gd name="T11" fmla="*/ 0 h 1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6"/>
                  <a:gd name="T19" fmla="*/ 0 h 180"/>
                  <a:gd name="T20" fmla="*/ 76 w 76"/>
                  <a:gd name="T21" fmla="*/ 180 h 1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6" h="180">
                    <a:moveTo>
                      <a:pt x="0" y="0"/>
                    </a:moveTo>
                    <a:lnTo>
                      <a:pt x="0" y="180"/>
                    </a:lnTo>
                    <a:lnTo>
                      <a:pt x="24" y="160"/>
                    </a:lnTo>
                    <a:lnTo>
                      <a:pt x="24" y="72"/>
                    </a:lnTo>
                    <a:lnTo>
                      <a:pt x="76" y="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33CC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3" name="Freeform 44"/>
              <p:cNvSpPr/>
              <p:nvPr/>
            </p:nvSpPr>
            <p:spPr bwMode="auto">
              <a:xfrm>
                <a:off x="2359" y="2206"/>
                <a:ext cx="241" cy="74"/>
              </a:xfrm>
              <a:custGeom>
                <a:avLst/>
                <a:gdLst>
                  <a:gd name="T0" fmla="*/ 0 w 282"/>
                  <a:gd name="T1" fmla="*/ 22 h 87"/>
                  <a:gd name="T2" fmla="*/ 15 w 282"/>
                  <a:gd name="T3" fmla="*/ 31 h 87"/>
                  <a:gd name="T4" fmla="*/ 36 w 282"/>
                  <a:gd name="T5" fmla="*/ 39 h 87"/>
                  <a:gd name="T6" fmla="*/ 93 w 282"/>
                  <a:gd name="T7" fmla="*/ 37 h 87"/>
                  <a:gd name="T8" fmla="*/ 118 w 282"/>
                  <a:gd name="T9" fmla="*/ 30 h 87"/>
                  <a:gd name="T10" fmla="*/ 128 w 282"/>
                  <a:gd name="T11" fmla="*/ 22 h 87"/>
                  <a:gd name="T12" fmla="*/ 119 w 282"/>
                  <a:gd name="T13" fmla="*/ 14 h 87"/>
                  <a:gd name="T14" fmla="*/ 103 w 282"/>
                  <a:gd name="T15" fmla="*/ 6 h 87"/>
                  <a:gd name="T16" fmla="*/ 73 w 282"/>
                  <a:gd name="T17" fmla="*/ 0 h 87"/>
                  <a:gd name="T18" fmla="*/ 50 w 282"/>
                  <a:gd name="T19" fmla="*/ 0 h 87"/>
                  <a:gd name="T20" fmla="*/ 26 w 282"/>
                  <a:gd name="T21" fmla="*/ 6 h 87"/>
                  <a:gd name="T22" fmla="*/ 9 w 282"/>
                  <a:gd name="T23" fmla="*/ 14 h 87"/>
                  <a:gd name="T24" fmla="*/ 0 w 282"/>
                  <a:gd name="T25" fmla="*/ 22 h 8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82"/>
                  <a:gd name="T40" fmla="*/ 0 h 87"/>
                  <a:gd name="T41" fmla="*/ 282 w 282"/>
                  <a:gd name="T42" fmla="*/ 87 h 8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82" h="87">
                    <a:moveTo>
                      <a:pt x="0" y="48"/>
                    </a:moveTo>
                    <a:lnTo>
                      <a:pt x="33" y="72"/>
                    </a:lnTo>
                    <a:lnTo>
                      <a:pt x="78" y="87"/>
                    </a:lnTo>
                    <a:lnTo>
                      <a:pt x="204" y="84"/>
                    </a:lnTo>
                    <a:lnTo>
                      <a:pt x="258" y="66"/>
                    </a:lnTo>
                    <a:lnTo>
                      <a:pt x="282" y="48"/>
                    </a:lnTo>
                    <a:lnTo>
                      <a:pt x="261" y="30"/>
                    </a:lnTo>
                    <a:lnTo>
                      <a:pt x="225" y="12"/>
                    </a:lnTo>
                    <a:lnTo>
                      <a:pt x="162" y="0"/>
                    </a:lnTo>
                    <a:lnTo>
                      <a:pt x="108" y="0"/>
                    </a:lnTo>
                    <a:lnTo>
                      <a:pt x="57" y="12"/>
                    </a:lnTo>
                    <a:lnTo>
                      <a:pt x="21" y="30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FF66FF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" name="Freeform 45"/>
              <p:cNvSpPr/>
              <p:nvPr/>
            </p:nvSpPr>
            <p:spPr bwMode="auto">
              <a:xfrm>
                <a:off x="2423" y="2257"/>
                <a:ext cx="115" cy="29"/>
              </a:xfrm>
              <a:custGeom>
                <a:avLst/>
                <a:gdLst>
                  <a:gd name="T0" fmla="*/ 0 w 135"/>
                  <a:gd name="T1" fmla="*/ 14 h 33"/>
                  <a:gd name="T2" fmla="*/ 23 w 135"/>
                  <a:gd name="T3" fmla="*/ 17 h 33"/>
                  <a:gd name="T4" fmla="*/ 43 w 135"/>
                  <a:gd name="T5" fmla="*/ 17 h 33"/>
                  <a:gd name="T6" fmla="*/ 60 w 135"/>
                  <a:gd name="T7" fmla="*/ 14 h 33"/>
                  <a:gd name="T8" fmla="*/ 55 w 135"/>
                  <a:gd name="T9" fmla="*/ 7 h 33"/>
                  <a:gd name="T10" fmla="*/ 43 w 135"/>
                  <a:gd name="T11" fmla="*/ 0 h 33"/>
                  <a:gd name="T12" fmla="*/ 26 w 135"/>
                  <a:gd name="T13" fmla="*/ 0 h 33"/>
                  <a:gd name="T14" fmla="*/ 8 w 135"/>
                  <a:gd name="T15" fmla="*/ 4 h 33"/>
                  <a:gd name="T16" fmla="*/ 0 w 135"/>
                  <a:gd name="T17" fmla="*/ 14 h 3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35"/>
                  <a:gd name="T28" fmla="*/ 0 h 33"/>
                  <a:gd name="T29" fmla="*/ 135 w 135"/>
                  <a:gd name="T30" fmla="*/ 33 h 3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35" h="33">
                    <a:moveTo>
                      <a:pt x="0" y="27"/>
                    </a:moveTo>
                    <a:lnTo>
                      <a:pt x="51" y="33"/>
                    </a:lnTo>
                    <a:lnTo>
                      <a:pt x="96" y="33"/>
                    </a:lnTo>
                    <a:lnTo>
                      <a:pt x="135" y="27"/>
                    </a:lnTo>
                    <a:lnTo>
                      <a:pt x="123" y="12"/>
                    </a:lnTo>
                    <a:lnTo>
                      <a:pt x="96" y="0"/>
                    </a:lnTo>
                    <a:lnTo>
                      <a:pt x="57" y="0"/>
                    </a:lnTo>
                    <a:lnTo>
                      <a:pt x="18" y="6"/>
                    </a:lnTo>
                    <a:lnTo>
                      <a:pt x="0" y="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5E00"/>
                  </a:gs>
                  <a:gs pos="50000">
                    <a:srgbClr val="FFCC00"/>
                  </a:gs>
                  <a:gs pos="100000">
                    <a:srgbClr val="765E00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49" name="Text Box 47"/>
          <p:cNvSpPr txBox="1">
            <a:spLocks noChangeArrowheads="1"/>
          </p:cNvSpPr>
          <p:nvPr/>
        </p:nvSpPr>
        <p:spPr bwMode="auto">
          <a:xfrm>
            <a:off x="623392" y="2016539"/>
            <a:ext cx="2509020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剖视图的形成</a:t>
            </a:r>
            <a:endParaRPr lang="zh-CN" altLang="en-US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Text Box 48"/>
          <p:cNvSpPr txBox="1">
            <a:spLocks noChangeArrowheads="1"/>
          </p:cNvSpPr>
          <p:nvPr/>
        </p:nvSpPr>
        <p:spPr bwMode="auto">
          <a:xfrm>
            <a:off x="805327" y="2651404"/>
            <a:ext cx="4469301" cy="23584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剖视图是假想用一剖切面将机件剖开，移去剖切面和观察者之间的部分，将其余部分向投影面投射得到的图形。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剖面区域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内需画剖面符号</a:t>
            </a:r>
            <a:r>
              <a:rPr kumimoji="1" lang="zh-CN" altLang="en-US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sz="240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1" name="Group 49"/>
          <p:cNvGrpSpPr/>
          <p:nvPr/>
        </p:nvGrpSpPr>
        <p:grpSpPr bwMode="auto">
          <a:xfrm>
            <a:off x="6171183" y="1195164"/>
            <a:ext cx="4438650" cy="4343400"/>
            <a:chOff x="397" y="878"/>
            <a:chExt cx="2796" cy="2736"/>
          </a:xfrm>
        </p:grpSpPr>
        <p:grpSp>
          <p:nvGrpSpPr>
            <p:cNvPr id="52" name="Group 50"/>
            <p:cNvGrpSpPr/>
            <p:nvPr/>
          </p:nvGrpSpPr>
          <p:grpSpPr bwMode="auto">
            <a:xfrm>
              <a:off x="397" y="878"/>
              <a:ext cx="2796" cy="2736"/>
              <a:chOff x="1200" y="696"/>
              <a:chExt cx="2796" cy="2736"/>
            </a:xfrm>
          </p:grpSpPr>
          <p:grpSp>
            <p:nvGrpSpPr>
              <p:cNvPr id="66" name="Group 51"/>
              <p:cNvGrpSpPr/>
              <p:nvPr/>
            </p:nvGrpSpPr>
            <p:grpSpPr bwMode="auto">
              <a:xfrm>
                <a:off x="1200" y="696"/>
                <a:ext cx="2796" cy="2736"/>
                <a:chOff x="1200" y="696"/>
                <a:chExt cx="2796" cy="2736"/>
              </a:xfrm>
            </p:grpSpPr>
            <p:sp>
              <p:nvSpPr>
                <p:cNvPr id="91" name="Freeform 52"/>
                <p:cNvSpPr/>
                <p:nvPr/>
              </p:nvSpPr>
              <p:spPr bwMode="auto">
                <a:xfrm>
                  <a:off x="1206" y="1812"/>
                  <a:ext cx="2790" cy="1620"/>
                </a:xfrm>
                <a:custGeom>
                  <a:avLst/>
                  <a:gdLst>
                    <a:gd name="T0" fmla="*/ 0 w 2790"/>
                    <a:gd name="T1" fmla="*/ 978 h 1620"/>
                    <a:gd name="T2" fmla="*/ 1096 w 2790"/>
                    <a:gd name="T3" fmla="*/ 1620 h 1620"/>
                    <a:gd name="T4" fmla="*/ 2790 w 2790"/>
                    <a:gd name="T5" fmla="*/ 642 h 1620"/>
                    <a:gd name="T6" fmla="*/ 1686 w 2790"/>
                    <a:gd name="T7" fmla="*/ 0 h 1620"/>
                    <a:gd name="T8" fmla="*/ 0 w 2790"/>
                    <a:gd name="T9" fmla="*/ 978 h 16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90"/>
                    <a:gd name="T16" fmla="*/ 0 h 1620"/>
                    <a:gd name="T17" fmla="*/ 2790 w 2790"/>
                    <a:gd name="T18" fmla="*/ 1620 h 16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90" h="1620">
                      <a:moveTo>
                        <a:pt x="0" y="978"/>
                      </a:moveTo>
                      <a:lnTo>
                        <a:pt x="1096" y="1620"/>
                      </a:lnTo>
                      <a:lnTo>
                        <a:pt x="2790" y="642"/>
                      </a:lnTo>
                      <a:lnTo>
                        <a:pt x="1686" y="0"/>
                      </a:lnTo>
                      <a:lnTo>
                        <a:pt x="0" y="978"/>
                      </a:lnTo>
                      <a:close/>
                    </a:path>
                  </a:pathLst>
                </a:custGeom>
                <a:solidFill>
                  <a:srgbClr val="FFFF66"/>
                </a:solidFill>
                <a:ln w="127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2" name="Freeform 53"/>
                <p:cNvSpPr/>
                <p:nvPr/>
              </p:nvSpPr>
              <p:spPr bwMode="auto">
                <a:xfrm>
                  <a:off x="1200" y="696"/>
                  <a:ext cx="1692" cy="2094"/>
                </a:xfrm>
                <a:custGeom>
                  <a:avLst/>
                  <a:gdLst>
                    <a:gd name="T0" fmla="*/ 0 w 1692"/>
                    <a:gd name="T1" fmla="*/ 972 h 2094"/>
                    <a:gd name="T2" fmla="*/ 0 w 1692"/>
                    <a:gd name="T3" fmla="*/ 2094 h 2094"/>
                    <a:gd name="T4" fmla="*/ 1692 w 1692"/>
                    <a:gd name="T5" fmla="*/ 1116 h 2094"/>
                    <a:gd name="T6" fmla="*/ 1692 w 1692"/>
                    <a:gd name="T7" fmla="*/ 0 h 2094"/>
                    <a:gd name="T8" fmla="*/ 0 w 1692"/>
                    <a:gd name="T9" fmla="*/ 972 h 209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2"/>
                    <a:gd name="T16" fmla="*/ 0 h 2094"/>
                    <a:gd name="T17" fmla="*/ 1692 w 1692"/>
                    <a:gd name="T18" fmla="*/ 2094 h 209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2" h="2094">
                      <a:moveTo>
                        <a:pt x="0" y="972"/>
                      </a:moveTo>
                      <a:lnTo>
                        <a:pt x="0" y="2094"/>
                      </a:lnTo>
                      <a:lnTo>
                        <a:pt x="1692" y="1116"/>
                      </a:lnTo>
                      <a:lnTo>
                        <a:pt x="1692" y="0"/>
                      </a:lnTo>
                      <a:lnTo>
                        <a:pt x="0" y="972"/>
                      </a:lnTo>
                      <a:close/>
                    </a:path>
                  </a:pathLst>
                </a:custGeom>
                <a:solidFill>
                  <a:srgbClr val="66FF66"/>
                </a:solidFill>
                <a:ln w="127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" name="Freeform 54"/>
                <p:cNvSpPr/>
                <p:nvPr/>
              </p:nvSpPr>
              <p:spPr bwMode="auto">
                <a:xfrm>
                  <a:off x="1821" y="1848"/>
                  <a:ext cx="858" cy="618"/>
                </a:xfrm>
                <a:custGeom>
                  <a:avLst/>
                  <a:gdLst>
                    <a:gd name="T0" fmla="*/ 0 w 858"/>
                    <a:gd name="T1" fmla="*/ 459 h 618"/>
                    <a:gd name="T2" fmla="*/ 801 w 858"/>
                    <a:gd name="T3" fmla="*/ 0 h 618"/>
                    <a:gd name="T4" fmla="*/ 858 w 858"/>
                    <a:gd name="T5" fmla="*/ 261 h 618"/>
                    <a:gd name="T6" fmla="*/ 228 w 858"/>
                    <a:gd name="T7" fmla="*/ 618 h 618"/>
                    <a:gd name="T8" fmla="*/ 0 w 858"/>
                    <a:gd name="T9" fmla="*/ 459 h 61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58"/>
                    <a:gd name="T16" fmla="*/ 0 h 618"/>
                    <a:gd name="T17" fmla="*/ 858 w 858"/>
                    <a:gd name="T18" fmla="*/ 618 h 61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58" h="618">
                      <a:moveTo>
                        <a:pt x="0" y="459"/>
                      </a:moveTo>
                      <a:lnTo>
                        <a:pt x="801" y="0"/>
                      </a:lnTo>
                      <a:lnTo>
                        <a:pt x="858" y="261"/>
                      </a:lnTo>
                      <a:lnTo>
                        <a:pt x="228" y="618"/>
                      </a:lnTo>
                      <a:lnTo>
                        <a:pt x="0" y="45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2F00"/>
                    </a:gs>
                    <a:gs pos="100000">
                      <a:srgbClr val="FF6600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4" name="Freeform 55"/>
                <p:cNvSpPr/>
                <p:nvPr/>
              </p:nvSpPr>
              <p:spPr bwMode="auto">
                <a:xfrm>
                  <a:off x="2424" y="2296"/>
                  <a:ext cx="107" cy="204"/>
                </a:xfrm>
                <a:custGeom>
                  <a:avLst/>
                  <a:gdLst>
                    <a:gd name="T0" fmla="*/ 107 w 107"/>
                    <a:gd name="T1" fmla="*/ 184 h 204"/>
                    <a:gd name="T2" fmla="*/ 59 w 107"/>
                    <a:gd name="T3" fmla="*/ 180 h 204"/>
                    <a:gd name="T4" fmla="*/ 35 w 107"/>
                    <a:gd name="T5" fmla="*/ 184 h 204"/>
                    <a:gd name="T6" fmla="*/ 3 w 107"/>
                    <a:gd name="T7" fmla="*/ 204 h 204"/>
                    <a:gd name="T8" fmla="*/ 3 w 107"/>
                    <a:gd name="T9" fmla="*/ 60 h 204"/>
                    <a:gd name="T10" fmla="*/ 0 w 107"/>
                    <a:gd name="T11" fmla="*/ 32 h 204"/>
                    <a:gd name="T12" fmla="*/ 15 w 107"/>
                    <a:gd name="T13" fmla="*/ 12 h 204"/>
                    <a:gd name="T14" fmla="*/ 47 w 107"/>
                    <a:gd name="T15" fmla="*/ 0 h 204"/>
                    <a:gd name="T16" fmla="*/ 107 w 107"/>
                    <a:gd name="T17" fmla="*/ 8 h 204"/>
                    <a:gd name="T18" fmla="*/ 107 w 107"/>
                    <a:gd name="T19" fmla="*/ 184 h 20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7"/>
                    <a:gd name="T31" fmla="*/ 0 h 204"/>
                    <a:gd name="T32" fmla="*/ 107 w 107"/>
                    <a:gd name="T33" fmla="*/ 204 h 20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7" h="204">
                      <a:moveTo>
                        <a:pt x="107" y="184"/>
                      </a:moveTo>
                      <a:lnTo>
                        <a:pt x="59" y="180"/>
                      </a:lnTo>
                      <a:lnTo>
                        <a:pt x="35" y="184"/>
                      </a:lnTo>
                      <a:lnTo>
                        <a:pt x="3" y="204"/>
                      </a:lnTo>
                      <a:lnTo>
                        <a:pt x="3" y="60"/>
                      </a:lnTo>
                      <a:lnTo>
                        <a:pt x="0" y="32"/>
                      </a:lnTo>
                      <a:lnTo>
                        <a:pt x="15" y="12"/>
                      </a:lnTo>
                      <a:lnTo>
                        <a:pt x="47" y="0"/>
                      </a:lnTo>
                      <a:lnTo>
                        <a:pt x="107" y="8"/>
                      </a:lnTo>
                      <a:lnTo>
                        <a:pt x="107" y="18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A282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5" name="Freeform 56"/>
                <p:cNvSpPr/>
                <p:nvPr/>
              </p:nvSpPr>
              <p:spPr bwMode="auto">
                <a:xfrm>
                  <a:off x="2604" y="1605"/>
                  <a:ext cx="79" cy="499"/>
                </a:xfrm>
                <a:custGeom>
                  <a:avLst/>
                  <a:gdLst>
                    <a:gd name="T0" fmla="*/ 0 w 79"/>
                    <a:gd name="T1" fmla="*/ 0 h 499"/>
                    <a:gd name="T2" fmla="*/ 0 w 79"/>
                    <a:gd name="T3" fmla="*/ 390 h 499"/>
                    <a:gd name="T4" fmla="*/ 9 w 79"/>
                    <a:gd name="T5" fmla="*/ 432 h 499"/>
                    <a:gd name="T6" fmla="*/ 35 w 79"/>
                    <a:gd name="T7" fmla="*/ 463 h 499"/>
                    <a:gd name="T8" fmla="*/ 54 w 79"/>
                    <a:gd name="T9" fmla="*/ 486 h 499"/>
                    <a:gd name="T10" fmla="*/ 79 w 79"/>
                    <a:gd name="T11" fmla="*/ 499 h 499"/>
                    <a:gd name="T12" fmla="*/ 79 w 79"/>
                    <a:gd name="T13" fmla="*/ 191 h 499"/>
                    <a:gd name="T14" fmla="*/ 0 w 79"/>
                    <a:gd name="T15" fmla="*/ 0 h 49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79"/>
                    <a:gd name="T25" fmla="*/ 0 h 499"/>
                    <a:gd name="T26" fmla="*/ 79 w 79"/>
                    <a:gd name="T27" fmla="*/ 499 h 49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79" h="499">
                      <a:moveTo>
                        <a:pt x="0" y="0"/>
                      </a:moveTo>
                      <a:lnTo>
                        <a:pt x="0" y="390"/>
                      </a:lnTo>
                      <a:lnTo>
                        <a:pt x="9" y="432"/>
                      </a:lnTo>
                      <a:lnTo>
                        <a:pt x="35" y="463"/>
                      </a:lnTo>
                      <a:lnTo>
                        <a:pt x="54" y="486"/>
                      </a:lnTo>
                      <a:lnTo>
                        <a:pt x="79" y="499"/>
                      </a:lnTo>
                      <a:lnTo>
                        <a:pt x="79" y="1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E0000"/>
                    </a:gs>
                    <a:gs pos="100000">
                      <a:srgbClr val="CC00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6" name="Freeform 57"/>
                <p:cNvSpPr/>
                <p:nvPr/>
              </p:nvSpPr>
              <p:spPr bwMode="auto">
                <a:xfrm>
                  <a:off x="2343" y="2136"/>
                  <a:ext cx="234" cy="150"/>
                </a:xfrm>
                <a:custGeom>
                  <a:avLst/>
                  <a:gdLst>
                    <a:gd name="T0" fmla="*/ 234 w 234"/>
                    <a:gd name="T1" fmla="*/ 24 h 150"/>
                    <a:gd name="T2" fmla="*/ 204 w 234"/>
                    <a:gd name="T3" fmla="*/ 15 h 150"/>
                    <a:gd name="T4" fmla="*/ 165 w 234"/>
                    <a:gd name="T5" fmla="*/ 3 h 150"/>
                    <a:gd name="T6" fmla="*/ 132 w 234"/>
                    <a:gd name="T7" fmla="*/ 0 h 150"/>
                    <a:gd name="T8" fmla="*/ 78 w 234"/>
                    <a:gd name="T9" fmla="*/ 9 h 150"/>
                    <a:gd name="T10" fmla="*/ 36 w 234"/>
                    <a:gd name="T11" fmla="*/ 24 h 150"/>
                    <a:gd name="T12" fmla="*/ 21 w 234"/>
                    <a:gd name="T13" fmla="*/ 42 h 150"/>
                    <a:gd name="T14" fmla="*/ 6 w 234"/>
                    <a:gd name="T15" fmla="*/ 63 h 150"/>
                    <a:gd name="T16" fmla="*/ 0 w 234"/>
                    <a:gd name="T17" fmla="*/ 90 h 150"/>
                    <a:gd name="T18" fmla="*/ 12 w 234"/>
                    <a:gd name="T19" fmla="*/ 114 h 150"/>
                    <a:gd name="T20" fmla="*/ 48 w 234"/>
                    <a:gd name="T21" fmla="*/ 150 h 150"/>
                    <a:gd name="T22" fmla="*/ 231 w 234"/>
                    <a:gd name="T23" fmla="*/ 135 h 150"/>
                    <a:gd name="T24" fmla="*/ 234 w 234"/>
                    <a:gd name="T25" fmla="*/ 24 h 15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34"/>
                    <a:gd name="T40" fmla="*/ 0 h 150"/>
                    <a:gd name="T41" fmla="*/ 234 w 234"/>
                    <a:gd name="T42" fmla="*/ 150 h 150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34" h="150">
                      <a:moveTo>
                        <a:pt x="234" y="24"/>
                      </a:moveTo>
                      <a:lnTo>
                        <a:pt x="204" y="15"/>
                      </a:lnTo>
                      <a:lnTo>
                        <a:pt x="165" y="3"/>
                      </a:lnTo>
                      <a:lnTo>
                        <a:pt x="132" y="0"/>
                      </a:lnTo>
                      <a:lnTo>
                        <a:pt x="78" y="9"/>
                      </a:lnTo>
                      <a:lnTo>
                        <a:pt x="36" y="24"/>
                      </a:lnTo>
                      <a:lnTo>
                        <a:pt x="21" y="42"/>
                      </a:lnTo>
                      <a:lnTo>
                        <a:pt x="6" y="63"/>
                      </a:lnTo>
                      <a:lnTo>
                        <a:pt x="0" y="90"/>
                      </a:lnTo>
                      <a:lnTo>
                        <a:pt x="12" y="114"/>
                      </a:lnTo>
                      <a:lnTo>
                        <a:pt x="48" y="150"/>
                      </a:lnTo>
                      <a:lnTo>
                        <a:pt x="231" y="135"/>
                      </a:lnTo>
                      <a:lnTo>
                        <a:pt x="234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765E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7" name="Freeform 58"/>
                <p:cNvSpPr/>
                <p:nvPr/>
              </p:nvSpPr>
              <p:spPr bwMode="auto">
                <a:xfrm>
                  <a:off x="2379" y="2248"/>
                  <a:ext cx="200" cy="136"/>
                </a:xfrm>
                <a:custGeom>
                  <a:avLst/>
                  <a:gdLst>
                    <a:gd name="T0" fmla="*/ 52 w 200"/>
                    <a:gd name="T1" fmla="*/ 116 h 136"/>
                    <a:gd name="T2" fmla="*/ 48 w 200"/>
                    <a:gd name="T3" fmla="*/ 80 h 136"/>
                    <a:gd name="T4" fmla="*/ 60 w 200"/>
                    <a:gd name="T5" fmla="*/ 59 h 136"/>
                    <a:gd name="T6" fmla="*/ 99 w 200"/>
                    <a:gd name="T7" fmla="*/ 56 h 136"/>
                    <a:gd name="T8" fmla="*/ 153 w 200"/>
                    <a:gd name="T9" fmla="*/ 62 h 136"/>
                    <a:gd name="T10" fmla="*/ 200 w 200"/>
                    <a:gd name="T11" fmla="*/ 24 h 136"/>
                    <a:gd name="T12" fmla="*/ 174 w 200"/>
                    <a:gd name="T13" fmla="*/ 8 h 136"/>
                    <a:gd name="T14" fmla="*/ 140 w 200"/>
                    <a:gd name="T15" fmla="*/ 0 h 136"/>
                    <a:gd name="T16" fmla="*/ 96 w 200"/>
                    <a:gd name="T17" fmla="*/ 0 h 136"/>
                    <a:gd name="T18" fmla="*/ 48 w 200"/>
                    <a:gd name="T19" fmla="*/ 8 h 136"/>
                    <a:gd name="T20" fmla="*/ 0 w 200"/>
                    <a:gd name="T21" fmla="*/ 41 h 136"/>
                    <a:gd name="T22" fmla="*/ 4 w 200"/>
                    <a:gd name="T23" fmla="*/ 136 h 136"/>
                    <a:gd name="T24" fmla="*/ 52 w 200"/>
                    <a:gd name="T25" fmla="*/ 116 h 1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00"/>
                    <a:gd name="T40" fmla="*/ 0 h 136"/>
                    <a:gd name="T41" fmla="*/ 200 w 200"/>
                    <a:gd name="T42" fmla="*/ 136 h 1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00" h="136">
                      <a:moveTo>
                        <a:pt x="52" y="116"/>
                      </a:moveTo>
                      <a:lnTo>
                        <a:pt x="48" y="80"/>
                      </a:lnTo>
                      <a:lnTo>
                        <a:pt x="60" y="59"/>
                      </a:lnTo>
                      <a:lnTo>
                        <a:pt x="99" y="56"/>
                      </a:lnTo>
                      <a:lnTo>
                        <a:pt x="153" y="62"/>
                      </a:lnTo>
                      <a:lnTo>
                        <a:pt x="200" y="24"/>
                      </a:lnTo>
                      <a:lnTo>
                        <a:pt x="174" y="8"/>
                      </a:lnTo>
                      <a:lnTo>
                        <a:pt x="140" y="0"/>
                      </a:lnTo>
                      <a:lnTo>
                        <a:pt x="96" y="0"/>
                      </a:lnTo>
                      <a:lnTo>
                        <a:pt x="48" y="8"/>
                      </a:lnTo>
                      <a:lnTo>
                        <a:pt x="0" y="41"/>
                      </a:lnTo>
                      <a:lnTo>
                        <a:pt x="4" y="136"/>
                      </a:lnTo>
                      <a:lnTo>
                        <a:pt x="52" y="116"/>
                      </a:lnTo>
                      <a:close/>
                    </a:path>
                  </a:pathLst>
                </a:custGeom>
                <a:solidFill>
                  <a:srgbClr val="FFCCFF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8" name="Freeform 59"/>
                <p:cNvSpPr/>
                <p:nvPr/>
              </p:nvSpPr>
              <p:spPr bwMode="auto">
                <a:xfrm>
                  <a:off x="2683" y="1492"/>
                  <a:ext cx="424" cy="196"/>
                </a:xfrm>
                <a:custGeom>
                  <a:avLst/>
                  <a:gdLst>
                    <a:gd name="T0" fmla="*/ 0 w 424"/>
                    <a:gd name="T1" fmla="*/ 116 h 196"/>
                    <a:gd name="T2" fmla="*/ 40 w 424"/>
                    <a:gd name="T3" fmla="*/ 48 h 196"/>
                    <a:gd name="T4" fmla="*/ 92 w 424"/>
                    <a:gd name="T5" fmla="*/ 28 h 196"/>
                    <a:gd name="T6" fmla="*/ 124 w 424"/>
                    <a:gd name="T7" fmla="*/ 16 h 196"/>
                    <a:gd name="T8" fmla="*/ 180 w 424"/>
                    <a:gd name="T9" fmla="*/ 4 h 196"/>
                    <a:gd name="T10" fmla="*/ 244 w 424"/>
                    <a:gd name="T11" fmla="*/ 0 h 196"/>
                    <a:gd name="T12" fmla="*/ 320 w 424"/>
                    <a:gd name="T13" fmla="*/ 8 h 196"/>
                    <a:gd name="T14" fmla="*/ 380 w 424"/>
                    <a:gd name="T15" fmla="*/ 20 h 196"/>
                    <a:gd name="T16" fmla="*/ 424 w 424"/>
                    <a:gd name="T17" fmla="*/ 36 h 196"/>
                    <a:gd name="T18" fmla="*/ 424 w 424"/>
                    <a:gd name="T19" fmla="*/ 144 h 196"/>
                    <a:gd name="T20" fmla="*/ 32 w 424"/>
                    <a:gd name="T21" fmla="*/ 196 h 196"/>
                    <a:gd name="T22" fmla="*/ 0 w 424"/>
                    <a:gd name="T23" fmla="*/ 116 h 1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424"/>
                    <a:gd name="T37" fmla="*/ 0 h 196"/>
                    <a:gd name="T38" fmla="*/ 424 w 424"/>
                    <a:gd name="T39" fmla="*/ 196 h 19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424" h="196">
                      <a:moveTo>
                        <a:pt x="0" y="116"/>
                      </a:moveTo>
                      <a:lnTo>
                        <a:pt x="40" y="48"/>
                      </a:lnTo>
                      <a:lnTo>
                        <a:pt x="92" y="28"/>
                      </a:lnTo>
                      <a:lnTo>
                        <a:pt x="124" y="16"/>
                      </a:lnTo>
                      <a:lnTo>
                        <a:pt x="180" y="4"/>
                      </a:lnTo>
                      <a:lnTo>
                        <a:pt x="244" y="0"/>
                      </a:lnTo>
                      <a:lnTo>
                        <a:pt x="320" y="8"/>
                      </a:lnTo>
                      <a:lnTo>
                        <a:pt x="380" y="20"/>
                      </a:lnTo>
                      <a:lnTo>
                        <a:pt x="424" y="36"/>
                      </a:lnTo>
                      <a:lnTo>
                        <a:pt x="424" y="144"/>
                      </a:lnTo>
                      <a:lnTo>
                        <a:pt x="32" y="196"/>
                      </a:lnTo>
                      <a:lnTo>
                        <a:pt x="0" y="11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762F"/>
                    </a:gs>
                    <a:gs pos="100000">
                      <a:srgbClr val="FFFF66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9" name="Freeform 60"/>
                <p:cNvSpPr/>
                <p:nvPr/>
              </p:nvSpPr>
              <p:spPr bwMode="auto">
                <a:xfrm>
                  <a:off x="2715" y="1576"/>
                  <a:ext cx="400" cy="260"/>
                </a:xfrm>
                <a:custGeom>
                  <a:avLst/>
                  <a:gdLst>
                    <a:gd name="T0" fmla="*/ 296 w 400"/>
                    <a:gd name="T1" fmla="*/ 80 h 260"/>
                    <a:gd name="T2" fmla="*/ 332 w 400"/>
                    <a:gd name="T3" fmla="*/ 59 h 260"/>
                    <a:gd name="T4" fmla="*/ 369 w 400"/>
                    <a:gd name="T5" fmla="*/ 80 h 260"/>
                    <a:gd name="T6" fmla="*/ 400 w 400"/>
                    <a:gd name="T7" fmla="*/ 62 h 260"/>
                    <a:gd name="T8" fmla="*/ 332 w 400"/>
                    <a:gd name="T9" fmla="*/ 24 h 260"/>
                    <a:gd name="T10" fmla="*/ 288 w 400"/>
                    <a:gd name="T11" fmla="*/ 12 h 260"/>
                    <a:gd name="T12" fmla="*/ 216 w 400"/>
                    <a:gd name="T13" fmla="*/ 0 h 260"/>
                    <a:gd name="T14" fmla="*/ 152 w 400"/>
                    <a:gd name="T15" fmla="*/ 8 h 260"/>
                    <a:gd name="T16" fmla="*/ 96 w 400"/>
                    <a:gd name="T17" fmla="*/ 28 h 260"/>
                    <a:gd name="T18" fmla="*/ 52 w 400"/>
                    <a:gd name="T19" fmla="*/ 48 h 260"/>
                    <a:gd name="T20" fmla="*/ 8 w 400"/>
                    <a:gd name="T21" fmla="*/ 88 h 260"/>
                    <a:gd name="T22" fmla="*/ 0 w 400"/>
                    <a:gd name="T23" fmla="*/ 120 h 260"/>
                    <a:gd name="T24" fmla="*/ 20 w 400"/>
                    <a:gd name="T25" fmla="*/ 140 h 260"/>
                    <a:gd name="T26" fmla="*/ 52 w 400"/>
                    <a:gd name="T27" fmla="*/ 156 h 260"/>
                    <a:gd name="T28" fmla="*/ 52 w 400"/>
                    <a:gd name="T29" fmla="*/ 260 h 260"/>
                    <a:gd name="T30" fmla="*/ 100 w 400"/>
                    <a:gd name="T31" fmla="*/ 232 h 260"/>
                    <a:gd name="T32" fmla="*/ 296 w 400"/>
                    <a:gd name="T33" fmla="*/ 80 h 26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400"/>
                    <a:gd name="T52" fmla="*/ 0 h 260"/>
                    <a:gd name="T53" fmla="*/ 400 w 400"/>
                    <a:gd name="T54" fmla="*/ 260 h 26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400" h="260">
                      <a:moveTo>
                        <a:pt x="296" y="80"/>
                      </a:moveTo>
                      <a:lnTo>
                        <a:pt x="332" y="59"/>
                      </a:lnTo>
                      <a:lnTo>
                        <a:pt x="369" y="80"/>
                      </a:lnTo>
                      <a:lnTo>
                        <a:pt x="400" y="62"/>
                      </a:lnTo>
                      <a:lnTo>
                        <a:pt x="332" y="24"/>
                      </a:lnTo>
                      <a:lnTo>
                        <a:pt x="288" y="12"/>
                      </a:lnTo>
                      <a:lnTo>
                        <a:pt x="216" y="0"/>
                      </a:lnTo>
                      <a:lnTo>
                        <a:pt x="152" y="8"/>
                      </a:lnTo>
                      <a:lnTo>
                        <a:pt x="96" y="28"/>
                      </a:lnTo>
                      <a:lnTo>
                        <a:pt x="52" y="48"/>
                      </a:lnTo>
                      <a:lnTo>
                        <a:pt x="8" y="88"/>
                      </a:lnTo>
                      <a:lnTo>
                        <a:pt x="0" y="120"/>
                      </a:lnTo>
                      <a:lnTo>
                        <a:pt x="20" y="140"/>
                      </a:lnTo>
                      <a:lnTo>
                        <a:pt x="52" y="156"/>
                      </a:lnTo>
                      <a:lnTo>
                        <a:pt x="52" y="260"/>
                      </a:lnTo>
                      <a:lnTo>
                        <a:pt x="100" y="232"/>
                      </a:lnTo>
                      <a:lnTo>
                        <a:pt x="296" y="80"/>
                      </a:lnTo>
                      <a:close/>
                    </a:path>
                  </a:pathLst>
                </a:custGeom>
                <a:solidFill>
                  <a:srgbClr val="FFCCFF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0" name="Freeform 61"/>
                <p:cNvSpPr/>
                <p:nvPr/>
              </p:nvSpPr>
              <p:spPr bwMode="auto">
                <a:xfrm>
                  <a:off x="3051" y="1628"/>
                  <a:ext cx="34" cy="536"/>
                </a:xfrm>
                <a:custGeom>
                  <a:avLst/>
                  <a:gdLst>
                    <a:gd name="T0" fmla="*/ 0 w 34"/>
                    <a:gd name="T1" fmla="*/ 0 h 536"/>
                    <a:gd name="T2" fmla="*/ 0 w 34"/>
                    <a:gd name="T3" fmla="*/ 516 h 536"/>
                    <a:gd name="T4" fmla="*/ 28 w 34"/>
                    <a:gd name="T5" fmla="*/ 536 h 536"/>
                    <a:gd name="T6" fmla="*/ 34 w 34"/>
                    <a:gd name="T7" fmla="*/ 20 h 536"/>
                    <a:gd name="T8" fmla="*/ 0 w 34"/>
                    <a:gd name="T9" fmla="*/ 0 h 5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4"/>
                    <a:gd name="T16" fmla="*/ 0 h 536"/>
                    <a:gd name="T17" fmla="*/ 34 w 34"/>
                    <a:gd name="T18" fmla="*/ 536 h 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4" h="536">
                      <a:moveTo>
                        <a:pt x="0" y="0"/>
                      </a:moveTo>
                      <a:lnTo>
                        <a:pt x="0" y="516"/>
                      </a:lnTo>
                      <a:lnTo>
                        <a:pt x="28" y="536"/>
                      </a:lnTo>
                      <a:lnTo>
                        <a:pt x="34" y="2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" name="Freeform 62"/>
                <p:cNvSpPr/>
                <p:nvPr/>
              </p:nvSpPr>
              <p:spPr bwMode="auto">
                <a:xfrm>
                  <a:off x="3011" y="1632"/>
                  <a:ext cx="44" cy="524"/>
                </a:xfrm>
                <a:custGeom>
                  <a:avLst/>
                  <a:gdLst>
                    <a:gd name="T0" fmla="*/ 0 w 44"/>
                    <a:gd name="T1" fmla="*/ 20 h 524"/>
                    <a:gd name="T2" fmla="*/ 0 w 44"/>
                    <a:gd name="T3" fmla="*/ 524 h 524"/>
                    <a:gd name="T4" fmla="*/ 44 w 44"/>
                    <a:gd name="T5" fmla="*/ 508 h 524"/>
                    <a:gd name="T6" fmla="*/ 44 w 44"/>
                    <a:gd name="T7" fmla="*/ 0 h 524"/>
                    <a:gd name="T8" fmla="*/ 0 w 44"/>
                    <a:gd name="T9" fmla="*/ 20 h 5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4"/>
                    <a:gd name="T16" fmla="*/ 0 h 524"/>
                    <a:gd name="T17" fmla="*/ 44 w 44"/>
                    <a:gd name="T18" fmla="*/ 524 h 5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4" h="524">
                      <a:moveTo>
                        <a:pt x="0" y="20"/>
                      </a:moveTo>
                      <a:lnTo>
                        <a:pt x="0" y="524"/>
                      </a:lnTo>
                      <a:lnTo>
                        <a:pt x="44" y="508"/>
                      </a:lnTo>
                      <a:lnTo>
                        <a:pt x="44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99FF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" name="Freeform 63"/>
                <p:cNvSpPr/>
                <p:nvPr/>
              </p:nvSpPr>
              <p:spPr bwMode="auto">
                <a:xfrm>
                  <a:off x="2779" y="1632"/>
                  <a:ext cx="236" cy="548"/>
                </a:xfrm>
                <a:custGeom>
                  <a:avLst/>
                  <a:gdLst>
                    <a:gd name="T0" fmla="*/ 44 w 236"/>
                    <a:gd name="T1" fmla="*/ 176 h 548"/>
                    <a:gd name="T2" fmla="*/ 44 w 236"/>
                    <a:gd name="T3" fmla="*/ 548 h 548"/>
                    <a:gd name="T4" fmla="*/ 84 w 236"/>
                    <a:gd name="T5" fmla="*/ 532 h 548"/>
                    <a:gd name="T6" fmla="*/ 128 w 236"/>
                    <a:gd name="T7" fmla="*/ 524 h 548"/>
                    <a:gd name="T8" fmla="*/ 176 w 236"/>
                    <a:gd name="T9" fmla="*/ 520 h 548"/>
                    <a:gd name="T10" fmla="*/ 236 w 236"/>
                    <a:gd name="T11" fmla="*/ 528 h 548"/>
                    <a:gd name="T12" fmla="*/ 236 w 236"/>
                    <a:gd name="T13" fmla="*/ 20 h 548"/>
                    <a:gd name="T14" fmla="*/ 188 w 236"/>
                    <a:gd name="T15" fmla="*/ 8 h 548"/>
                    <a:gd name="T16" fmla="*/ 136 w 236"/>
                    <a:gd name="T17" fmla="*/ 0 h 548"/>
                    <a:gd name="T18" fmla="*/ 72 w 236"/>
                    <a:gd name="T19" fmla="*/ 8 h 548"/>
                    <a:gd name="T20" fmla="*/ 28 w 236"/>
                    <a:gd name="T21" fmla="*/ 36 h 548"/>
                    <a:gd name="T22" fmla="*/ 4 w 236"/>
                    <a:gd name="T23" fmla="*/ 64 h 548"/>
                    <a:gd name="T24" fmla="*/ 0 w 236"/>
                    <a:gd name="T25" fmla="*/ 100 h 548"/>
                    <a:gd name="T26" fmla="*/ 8 w 236"/>
                    <a:gd name="T27" fmla="*/ 128 h 548"/>
                    <a:gd name="T28" fmla="*/ 16 w 236"/>
                    <a:gd name="T29" fmla="*/ 148 h 548"/>
                    <a:gd name="T30" fmla="*/ 44 w 236"/>
                    <a:gd name="T31" fmla="*/ 176 h 548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236"/>
                    <a:gd name="T49" fmla="*/ 0 h 548"/>
                    <a:gd name="T50" fmla="*/ 236 w 236"/>
                    <a:gd name="T51" fmla="*/ 548 h 548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236" h="548">
                      <a:moveTo>
                        <a:pt x="44" y="176"/>
                      </a:moveTo>
                      <a:lnTo>
                        <a:pt x="44" y="548"/>
                      </a:lnTo>
                      <a:lnTo>
                        <a:pt x="84" y="532"/>
                      </a:lnTo>
                      <a:lnTo>
                        <a:pt x="128" y="524"/>
                      </a:lnTo>
                      <a:lnTo>
                        <a:pt x="176" y="520"/>
                      </a:lnTo>
                      <a:lnTo>
                        <a:pt x="236" y="528"/>
                      </a:lnTo>
                      <a:lnTo>
                        <a:pt x="236" y="20"/>
                      </a:lnTo>
                      <a:lnTo>
                        <a:pt x="188" y="8"/>
                      </a:lnTo>
                      <a:lnTo>
                        <a:pt x="136" y="0"/>
                      </a:lnTo>
                      <a:lnTo>
                        <a:pt x="72" y="8"/>
                      </a:lnTo>
                      <a:lnTo>
                        <a:pt x="28" y="36"/>
                      </a:lnTo>
                      <a:lnTo>
                        <a:pt x="4" y="64"/>
                      </a:lnTo>
                      <a:lnTo>
                        <a:pt x="0" y="100"/>
                      </a:lnTo>
                      <a:lnTo>
                        <a:pt x="8" y="128"/>
                      </a:lnTo>
                      <a:lnTo>
                        <a:pt x="16" y="148"/>
                      </a:lnTo>
                      <a:lnTo>
                        <a:pt x="44" y="17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5E00"/>
                    </a:gs>
                    <a:gs pos="100000">
                      <a:srgbClr val="FFCC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3" name="Freeform 64"/>
                <p:cNvSpPr/>
                <p:nvPr/>
              </p:nvSpPr>
              <p:spPr bwMode="auto">
                <a:xfrm>
                  <a:off x="2607" y="1424"/>
                  <a:ext cx="588" cy="376"/>
                </a:xfrm>
                <a:custGeom>
                  <a:avLst/>
                  <a:gdLst>
                    <a:gd name="T0" fmla="*/ 588 w 588"/>
                    <a:gd name="T1" fmla="*/ 72 h 376"/>
                    <a:gd name="T2" fmla="*/ 520 w 588"/>
                    <a:gd name="T3" fmla="*/ 36 h 376"/>
                    <a:gd name="T4" fmla="*/ 468 w 588"/>
                    <a:gd name="T5" fmla="*/ 20 h 376"/>
                    <a:gd name="T6" fmla="*/ 412 w 588"/>
                    <a:gd name="T7" fmla="*/ 8 h 376"/>
                    <a:gd name="T8" fmla="*/ 336 w 588"/>
                    <a:gd name="T9" fmla="*/ 0 h 376"/>
                    <a:gd name="T10" fmla="*/ 244 w 588"/>
                    <a:gd name="T11" fmla="*/ 8 h 376"/>
                    <a:gd name="T12" fmla="*/ 148 w 588"/>
                    <a:gd name="T13" fmla="*/ 36 h 376"/>
                    <a:gd name="T14" fmla="*/ 88 w 588"/>
                    <a:gd name="T15" fmla="*/ 64 h 376"/>
                    <a:gd name="T16" fmla="*/ 48 w 588"/>
                    <a:gd name="T17" fmla="*/ 96 h 376"/>
                    <a:gd name="T18" fmla="*/ 24 w 588"/>
                    <a:gd name="T19" fmla="*/ 124 h 376"/>
                    <a:gd name="T20" fmla="*/ 4 w 588"/>
                    <a:gd name="T21" fmla="*/ 168 h 376"/>
                    <a:gd name="T22" fmla="*/ 0 w 588"/>
                    <a:gd name="T23" fmla="*/ 214 h 376"/>
                    <a:gd name="T24" fmla="*/ 8 w 588"/>
                    <a:gd name="T25" fmla="*/ 268 h 376"/>
                    <a:gd name="T26" fmla="*/ 24 w 588"/>
                    <a:gd name="T27" fmla="*/ 304 h 376"/>
                    <a:gd name="T28" fmla="*/ 40 w 588"/>
                    <a:gd name="T29" fmla="*/ 332 h 376"/>
                    <a:gd name="T30" fmla="*/ 76 w 588"/>
                    <a:gd name="T31" fmla="*/ 376 h 376"/>
                    <a:gd name="T32" fmla="*/ 168 w 588"/>
                    <a:gd name="T33" fmla="*/ 323 h 376"/>
                    <a:gd name="T34" fmla="*/ 136 w 588"/>
                    <a:gd name="T35" fmla="*/ 296 h 376"/>
                    <a:gd name="T36" fmla="*/ 112 w 588"/>
                    <a:gd name="T37" fmla="*/ 280 h 376"/>
                    <a:gd name="T38" fmla="*/ 96 w 588"/>
                    <a:gd name="T39" fmla="*/ 236 h 376"/>
                    <a:gd name="T40" fmla="*/ 100 w 588"/>
                    <a:gd name="T41" fmla="*/ 180 h 376"/>
                    <a:gd name="T42" fmla="*/ 132 w 588"/>
                    <a:gd name="T43" fmla="*/ 128 h 376"/>
                    <a:gd name="T44" fmla="*/ 188 w 588"/>
                    <a:gd name="T45" fmla="*/ 92 h 376"/>
                    <a:gd name="T46" fmla="*/ 240 w 588"/>
                    <a:gd name="T47" fmla="*/ 76 h 376"/>
                    <a:gd name="T48" fmla="*/ 308 w 588"/>
                    <a:gd name="T49" fmla="*/ 68 h 376"/>
                    <a:gd name="T50" fmla="*/ 376 w 588"/>
                    <a:gd name="T51" fmla="*/ 76 h 376"/>
                    <a:gd name="T52" fmla="*/ 432 w 588"/>
                    <a:gd name="T53" fmla="*/ 88 h 376"/>
                    <a:gd name="T54" fmla="*/ 508 w 588"/>
                    <a:gd name="T55" fmla="*/ 112 h 376"/>
                    <a:gd name="T56" fmla="*/ 588 w 588"/>
                    <a:gd name="T57" fmla="*/ 72 h 37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588"/>
                    <a:gd name="T88" fmla="*/ 0 h 376"/>
                    <a:gd name="T89" fmla="*/ 588 w 588"/>
                    <a:gd name="T90" fmla="*/ 376 h 37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588" h="376">
                      <a:moveTo>
                        <a:pt x="588" y="72"/>
                      </a:moveTo>
                      <a:lnTo>
                        <a:pt x="520" y="36"/>
                      </a:lnTo>
                      <a:lnTo>
                        <a:pt x="468" y="20"/>
                      </a:lnTo>
                      <a:lnTo>
                        <a:pt x="412" y="8"/>
                      </a:lnTo>
                      <a:lnTo>
                        <a:pt x="336" y="0"/>
                      </a:lnTo>
                      <a:lnTo>
                        <a:pt x="244" y="8"/>
                      </a:lnTo>
                      <a:lnTo>
                        <a:pt x="148" y="36"/>
                      </a:lnTo>
                      <a:lnTo>
                        <a:pt x="88" y="64"/>
                      </a:lnTo>
                      <a:lnTo>
                        <a:pt x="48" y="96"/>
                      </a:lnTo>
                      <a:lnTo>
                        <a:pt x="24" y="124"/>
                      </a:lnTo>
                      <a:lnTo>
                        <a:pt x="4" y="168"/>
                      </a:lnTo>
                      <a:lnTo>
                        <a:pt x="0" y="214"/>
                      </a:lnTo>
                      <a:lnTo>
                        <a:pt x="8" y="268"/>
                      </a:lnTo>
                      <a:lnTo>
                        <a:pt x="24" y="304"/>
                      </a:lnTo>
                      <a:lnTo>
                        <a:pt x="40" y="332"/>
                      </a:lnTo>
                      <a:lnTo>
                        <a:pt x="76" y="376"/>
                      </a:lnTo>
                      <a:lnTo>
                        <a:pt x="168" y="323"/>
                      </a:lnTo>
                      <a:lnTo>
                        <a:pt x="136" y="296"/>
                      </a:lnTo>
                      <a:lnTo>
                        <a:pt x="112" y="280"/>
                      </a:lnTo>
                      <a:lnTo>
                        <a:pt x="96" y="236"/>
                      </a:lnTo>
                      <a:lnTo>
                        <a:pt x="100" y="180"/>
                      </a:lnTo>
                      <a:lnTo>
                        <a:pt x="132" y="128"/>
                      </a:lnTo>
                      <a:lnTo>
                        <a:pt x="188" y="92"/>
                      </a:lnTo>
                      <a:lnTo>
                        <a:pt x="240" y="76"/>
                      </a:lnTo>
                      <a:lnTo>
                        <a:pt x="308" y="68"/>
                      </a:lnTo>
                      <a:lnTo>
                        <a:pt x="376" y="76"/>
                      </a:lnTo>
                      <a:lnTo>
                        <a:pt x="432" y="88"/>
                      </a:lnTo>
                      <a:lnTo>
                        <a:pt x="508" y="112"/>
                      </a:lnTo>
                      <a:lnTo>
                        <a:pt x="588" y="72"/>
                      </a:lnTo>
                      <a:close/>
                    </a:path>
                  </a:pathLst>
                </a:custGeom>
                <a:solidFill>
                  <a:srgbClr val="FF3300"/>
                </a:solidFill>
                <a:ln w="12700">
                  <a:solidFill>
                    <a:srgbClr val="FF33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4" name="Freeform 65"/>
                <p:cNvSpPr/>
                <p:nvPr/>
              </p:nvSpPr>
              <p:spPr bwMode="auto">
                <a:xfrm>
                  <a:off x="1974" y="2308"/>
                  <a:ext cx="321" cy="368"/>
                </a:xfrm>
                <a:custGeom>
                  <a:avLst/>
                  <a:gdLst>
                    <a:gd name="T0" fmla="*/ 5 w 321"/>
                    <a:gd name="T1" fmla="*/ 84 h 368"/>
                    <a:gd name="T2" fmla="*/ 0 w 321"/>
                    <a:gd name="T3" fmla="*/ 368 h 368"/>
                    <a:gd name="T4" fmla="*/ 89 w 321"/>
                    <a:gd name="T5" fmla="*/ 324 h 368"/>
                    <a:gd name="T6" fmla="*/ 133 w 321"/>
                    <a:gd name="T7" fmla="*/ 304 h 368"/>
                    <a:gd name="T8" fmla="*/ 181 w 321"/>
                    <a:gd name="T9" fmla="*/ 284 h 368"/>
                    <a:gd name="T10" fmla="*/ 221 w 321"/>
                    <a:gd name="T11" fmla="*/ 280 h 368"/>
                    <a:gd name="T12" fmla="*/ 261 w 321"/>
                    <a:gd name="T13" fmla="*/ 288 h 368"/>
                    <a:gd name="T14" fmla="*/ 285 w 321"/>
                    <a:gd name="T15" fmla="*/ 296 h 368"/>
                    <a:gd name="T16" fmla="*/ 321 w 321"/>
                    <a:gd name="T17" fmla="*/ 320 h 368"/>
                    <a:gd name="T18" fmla="*/ 321 w 321"/>
                    <a:gd name="T19" fmla="*/ 20 h 368"/>
                    <a:gd name="T20" fmla="*/ 281 w 321"/>
                    <a:gd name="T21" fmla="*/ 8 h 368"/>
                    <a:gd name="T22" fmla="*/ 225 w 321"/>
                    <a:gd name="T23" fmla="*/ 0 h 368"/>
                    <a:gd name="T24" fmla="*/ 173 w 321"/>
                    <a:gd name="T25" fmla="*/ 4 h 368"/>
                    <a:gd name="T26" fmla="*/ 109 w 321"/>
                    <a:gd name="T27" fmla="*/ 24 h 368"/>
                    <a:gd name="T28" fmla="*/ 5 w 321"/>
                    <a:gd name="T29" fmla="*/ 84 h 36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321"/>
                    <a:gd name="T46" fmla="*/ 0 h 368"/>
                    <a:gd name="T47" fmla="*/ 321 w 321"/>
                    <a:gd name="T48" fmla="*/ 368 h 368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321" h="368">
                      <a:moveTo>
                        <a:pt x="5" y="84"/>
                      </a:moveTo>
                      <a:lnTo>
                        <a:pt x="0" y="368"/>
                      </a:lnTo>
                      <a:lnTo>
                        <a:pt x="89" y="324"/>
                      </a:lnTo>
                      <a:lnTo>
                        <a:pt x="133" y="304"/>
                      </a:lnTo>
                      <a:lnTo>
                        <a:pt x="181" y="284"/>
                      </a:lnTo>
                      <a:lnTo>
                        <a:pt x="221" y="280"/>
                      </a:lnTo>
                      <a:lnTo>
                        <a:pt x="261" y="288"/>
                      </a:lnTo>
                      <a:lnTo>
                        <a:pt x="285" y="296"/>
                      </a:lnTo>
                      <a:lnTo>
                        <a:pt x="321" y="320"/>
                      </a:lnTo>
                      <a:lnTo>
                        <a:pt x="321" y="20"/>
                      </a:lnTo>
                      <a:lnTo>
                        <a:pt x="281" y="8"/>
                      </a:lnTo>
                      <a:lnTo>
                        <a:pt x="225" y="0"/>
                      </a:lnTo>
                      <a:lnTo>
                        <a:pt x="173" y="4"/>
                      </a:lnTo>
                      <a:lnTo>
                        <a:pt x="109" y="24"/>
                      </a:lnTo>
                      <a:lnTo>
                        <a:pt x="5" y="8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A886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5" name="Freeform 66"/>
                <p:cNvSpPr/>
                <p:nvPr/>
              </p:nvSpPr>
              <p:spPr bwMode="auto">
                <a:xfrm>
                  <a:off x="3083" y="1496"/>
                  <a:ext cx="112" cy="660"/>
                </a:xfrm>
                <a:custGeom>
                  <a:avLst/>
                  <a:gdLst>
                    <a:gd name="T0" fmla="*/ 32 w 112"/>
                    <a:gd name="T1" fmla="*/ 36 h 660"/>
                    <a:gd name="T2" fmla="*/ 32 w 112"/>
                    <a:gd name="T3" fmla="*/ 136 h 660"/>
                    <a:gd name="T4" fmla="*/ 0 w 112"/>
                    <a:gd name="T5" fmla="*/ 156 h 660"/>
                    <a:gd name="T6" fmla="*/ 0 w 112"/>
                    <a:gd name="T7" fmla="*/ 660 h 660"/>
                    <a:gd name="T8" fmla="*/ 112 w 112"/>
                    <a:gd name="T9" fmla="*/ 608 h 660"/>
                    <a:gd name="T10" fmla="*/ 112 w 112"/>
                    <a:gd name="T11" fmla="*/ 0 h 660"/>
                    <a:gd name="T12" fmla="*/ 32 w 112"/>
                    <a:gd name="T13" fmla="*/ 36 h 66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660"/>
                    <a:gd name="T23" fmla="*/ 112 w 112"/>
                    <a:gd name="T24" fmla="*/ 660 h 66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660">
                      <a:moveTo>
                        <a:pt x="32" y="36"/>
                      </a:moveTo>
                      <a:lnTo>
                        <a:pt x="32" y="136"/>
                      </a:lnTo>
                      <a:lnTo>
                        <a:pt x="0" y="156"/>
                      </a:lnTo>
                      <a:lnTo>
                        <a:pt x="0" y="660"/>
                      </a:lnTo>
                      <a:lnTo>
                        <a:pt x="112" y="608"/>
                      </a:lnTo>
                      <a:lnTo>
                        <a:pt x="112" y="0"/>
                      </a:lnTo>
                      <a:lnTo>
                        <a:pt x="32" y="36"/>
                      </a:lnTo>
                      <a:close/>
                    </a:path>
                  </a:pathLst>
                </a:custGeom>
                <a:solidFill>
                  <a:srgbClr val="FF66FF"/>
                </a:solidFill>
                <a:ln w="28575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" name="Freeform 67"/>
                <p:cNvSpPr/>
                <p:nvPr/>
              </p:nvSpPr>
              <p:spPr bwMode="auto">
                <a:xfrm>
                  <a:off x="1827" y="2304"/>
                  <a:ext cx="153" cy="372"/>
                </a:xfrm>
                <a:custGeom>
                  <a:avLst/>
                  <a:gdLst>
                    <a:gd name="T0" fmla="*/ 0 w 153"/>
                    <a:gd name="T1" fmla="*/ 0 h 372"/>
                    <a:gd name="T2" fmla="*/ 152 w 153"/>
                    <a:gd name="T3" fmla="*/ 88 h 372"/>
                    <a:gd name="T4" fmla="*/ 153 w 153"/>
                    <a:gd name="T5" fmla="*/ 372 h 372"/>
                    <a:gd name="T6" fmla="*/ 0 w 153"/>
                    <a:gd name="T7" fmla="*/ 296 h 372"/>
                    <a:gd name="T8" fmla="*/ 0 w 153"/>
                    <a:gd name="T9" fmla="*/ 0 h 3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53"/>
                    <a:gd name="T16" fmla="*/ 0 h 372"/>
                    <a:gd name="T17" fmla="*/ 153 w 153"/>
                    <a:gd name="T18" fmla="*/ 372 h 37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53" h="372">
                      <a:moveTo>
                        <a:pt x="0" y="0"/>
                      </a:moveTo>
                      <a:lnTo>
                        <a:pt x="152" y="88"/>
                      </a:lnTo>
                      <a:lnTo>
                        <a:pt x="153" y="372"/>
                      </a:lnTo>
                      <a:lnTo>
                        <a:pt x="0" y="2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3399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7" name="Freeform 68"/>
                <p:cNvSpPr/>
                <p:nvPr/>
              </p:nvSpPr>
              <p:spPr bwMode="auto">
                <a:xfrm>
                  <a:off x="2291" y="2280"/>
                  <a:ext cx="136" cy="336"/>
                </a:xfrm>
                <a:custGeom>
                  <a:avLst/>
                  <a:gdLst>
                    <a:gd name="T0" fmla="*/ 0 w 136"/>
                    <a:gd name="T1" fmla="*/ 48 h 336"/>
                    <a:gd name="T2" fmla="*/ 88 w 136"/>
                    <a:gd name="T3" fmla="*/ 0 h 336"/>
                    <a:gd name="T4" fmla="*/ 88 w 136"/>
                    <a:gd name="T5" fmla="*/ 108 h 336"/>
                    <a:gd name="T6" fmla="*/ 136 w 136"/>
                    <a:gd name="T7" fmla="*/ 84 h 336"/>
                    <a:gd name="T8" fmla="*/ 136 w 136"/>
                    <a:gd name="T9" fmla="*/ 256 h 336"/>
                    <a:gd name="T10" fmla="*/ 0 w 136"/>
                    <a:gd name="T11" fmla="*/ 336 h 336"/>
                    <a:gd name="T12" fmla="*/ 0 w 136"/>
                    <a:gd name="T13" fmla="*/ 48 h 3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6"/>
                    <a:gd name="T22" fmla="*/ 0 h 336"/>
                    <a:gd name="T23" fmla="*/ 136 w 136"/>
                    <a:gd name="T24" fmla="*/ 336 h 3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6" h="336">
                      <a:moveTo>
                        <a:pt x="0" y="48"/>
                      </a:moveTo>
                      <a:lnTo>
                        <a:pt x="88" y="0"/>
                      </a:lnTo>
                      <a:lnTo>
                        <a:pt x="88" y="108"/>
                      </a:lnTo>
                      <a:lnTo>
                        <a:pt x="136" y="84"/>
                      </a:lnTo>
                      <a:lnTo>
                        <a:pt x="136" y="256"/>
                      </a:lnTo>
                      <a:lnTo>
                        <a:pt x="0" y="336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rgbClr val="FF99FF"/>
                </a:solidFill>
                <a:ln w="381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8" name="Freeform 69"/>
                <p:cNvSpPr/>
                <p:nvPr/>
              </p:nvSpPr>
              <p:spPr bwMode="auto">
                <a:xfrm>
                  <a:off x="2530" y="1748"/>
                  <a:ext cx="293" cy="732"/>
                </a:xfrm>
                <a:custGeom>
                  <a:avLst/>
                  <a:gdLst>
                    <a:gd name="T0" fmla="*/ 149 w 293"/>
                    <a:gd name="T1" fmla="*/ 40 h 732"/>
                    <a:gd name="T2" fmla="*/ 149 w 293"/>
                    <a:gd name="T3" fmla="*/ 356 h 732"/>
                    <a:gd name="T4" fmla="*/ 49 w 293"/>
                    <a:gd name="T5" fmla="*/ 414 h 732"/>
                    <a:gd name="T6" fmla="*/ 49 w 293"/>
                    <a:gd name="T7" fmla="*/ 532 h 732"/>
                    <a:gd name="T8" fmla="*/ 0 w 293"/>
                    <a:gd name="T9" fmla="*/ 560 h 732"/>
                    <a:gd name="T10" fmla="*/ 0 w 293"/>
                    <a:gd name="T11" fmla="*/ 732 h 732"/>
                    <a:gd name="T12" fmla="*/ 293 w 293"/>
                    <a:gd name="T13" fmla="*/ 563 h 732"/>
                    <a:gd name="T14" fmla="*/ 293 w 293"/>
                    <a:gd name="T15" fmla="*/ 56 h 732"/>
                    <a:gd name="T16" fmla="*/ 237 w 293"/>
                    <a:gd name="T17" fmla="*/ 88 h 732"/>
                    <a:gd name="T18" fmla="*/ 237 w 293"/>
                    <a:gd name="T19" fmla="*/ 0 h 732"/>
                    <a:gd name="T20" fmla="*/ 149 w 293"/>
                    <a:gd name="T21" fmla="*/ 40 h 73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93"/>
                    <a:gd name="T34" fmla="*/ 0 h 732"/>
                    <a:gd name="T35" fmla="*/ 293 w 293"/>
                    <a:gd name="T36" fmla="*/ 732 h 732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93" h="732">
                      <a:moveTo>
                        <a:pt x="149" y="40"/>
                      </a:moveTo>
                      <a:lnTo>
                        <a:pt x="149" y="356"/>
                      </a:lnTo>
                      <a:lnTo>
                        <a:pt x="49" y="414"/>
                      </a:lnTo>
                      <a:lnTo>
                        <a:pt x="49" y="532"/>
                      </a:lnTo>
                      <a:lnTo>
                        <a:pt x="0" y="560"/>
                      </a:lnTo>
                      <a:lnTo>
                        <a:pt x="0" y="732"/>
                      </a:lnTo>
                      <a:lnTo>
                        <a:pt x="293" y="563"/>
                      </a:lnTo>
                      <a:lnTo>
                        <a:pt x="293" y="56"/>
                      </a:lnTo>
                      <a:lnTo>
                        <a:pt x="237" y="88"/>
                      </a:lnTo>
                      <a:lnTo>
                        <a:pt x="237" y="0"/>
                      </a:lnTo>
                      <a:lnTo>
                        <a:pt x="149" y="40"/>
                      </a:lnTo>
                      <a:close/>
                    </a:path>
                  </a:pathLst>
                </a:custGeom>
                <a:solidFill>
                  <a:srgbClr val="FF99FF"/>
                </a:solidFill>
                <a:ln w="28575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9" name="Freeform 70"/>
                <p:cNvSpPr/>
                <p:nvPr/>
              </p:nvSpPr>
              <p:spPr bwMode="auto">
                <a:xfrm>
                  <a:off x="2530" y="1968"/>
                  <a:ext cx="295" cy="511"/>
                </a:xfrm>
                <a:custGeom>
                  <a:avLst/>
                  <a:gdLst>
                    <a:gd name="T0" fmla="*/ 0 w 885"/>
                    <a:gd name="T1" fmla="*/ 6 h 1531"/>
                    <a:gd name="T2" fmla="*/ 4 w 885"/>
                    <a:gd name="T3" fmla="*/ 0 h 1531"/>
                    <a:gd name="T4" fmla="*/ 4 w 885"/>
                    <a:gd name="T5" fmla="*/ 0 h 1531"/>
                    <a:gd name="T6" fmla="*/ 0 60000 65536"/>
                    <a:gd name="T7" fmla="*/ 0 60000 65536"/>
                    <a:gd name="T8" fmla="*/ 0 60000 65536"/>
                    <a:gd name="T9" fmla="*/ 0 w 885"/>
                    <a:gd name="T10" fmla="*/ 0 h 1531"/>
                    <a:gd name="T11" fmla="*/ 885 w 885"/>
                    <a:gd name="T12" fmla="*/ 1531 h 153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85" h="1531">
                      <a:moveTo>
                        <a:pt x="0" y="1531"/>
                      </a:moveTo>
                      <a:lnTo>
                        <a:pt x="884" y="0"/>
                      </a:lnTo>
                      <a:lnTo>
                        <a:pt x="885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0" name="Freeform 71"/>
                <p:cNvSpPr/>
                <p:nvPr/>
              </p:nvSpPr>
              <p:spPr bwMode="auto">
                <a:xfrm>
                  <a:off x="2641" y="2096"/>
                  <a:ext cx="184" cy="319"/>
                </a:xfrm>
                <a:custGeom>
                  <a:avLst/>
                  <a:gdLst>
                    <a:gd name="T0" fmla="*/ 0 w 552"/>
                    <a:gd name="T1" fmla="*/ 4 h 957"/>
                    <a:gd name="T2" fmla="*/ 2 w 552"/>
                    <a:gd name="T3" fmla="*/ 0 h 957"/>
                    <a:gd name="T4" fmla="*/ 2 w 552"/>
                    <a:gd name="T5" fmla="*/ 0 h 957"/>
                    <a:gd name="T6" fmla="*/ 0 60000 65536"/>
                    <a:gd name="T7" fmla="*/ 0 60000 65536"/>
                    <a:gd name="T8" fmla="*/ 0 60000 65536"/>
                    <a:gd name="T9" fmla="*/ 0 w 552"/>
                    <a:gd name="T10" fmla="*/ 0 h 957"/>
                    <a:gd name="T11" fmla="*/ 552 w 552"/>
                    <a:gd name="T12" fmla="*/ 957 h 95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2" h="957">
                      <a:moveTo>
                        <a:pt x="0" y="957"/>
                      </a:moveTo>
                      <a:lnTo>
                        <a:pt x="551" y="0"/>
                      </a:lnTo>
                      <a:lnTo>
                        <a:pt x="552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1" name="Freeform 72"/>
                <p:cNvSpPr/>
                <p:nvPr/>
              </p:nvSpPr>
              <p:spPr bwMode="auto">
                <a:xfrm>
                  <a:off x="2751" y="2224"/>
                  <a:ext cx="74" cy="127"/>
                </a:xfrm>
                <a:custGeom>
                  <a:avLst/>
                  <a:gdLst>
                    <a:gd name="T0" fmla="*/ 0 w 221"/>
                    <a:gd name="T1" fmla="*/ 2 h 380"/>
                    <a:gd name="T2" fmla="*/ 1 w 221"/>
                    <a:gd name="T3" fmla="*/ 0 h 380"/>
                    <a:gd name="T4" fmla="*/ 1 w 221"/>
                    <a:gd name="T5" fmla="*/ 0 h 380"/>
                    <a:gd name="T6" fmla="*/ 0 60000 65536"/>
                    <a:gd name="T7" fmla="*/ 0 60000 65536"/>
                    <a:gd name="T8" fmla="*/ 0 60000 65536"/>
                    <a:gd name="T9" fmla="*/ 0 w 221"/>
                    <a:gd name="T10" fmla="*/ 0 h 380"/>
                    <a:gd name="T11" fmla="*/ 221 w 221"/>
                    <a:gd name="T12" fmla="*/ 380 h 38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1" h="380">
                      <a:moveTo>
                        <a:pt x="0" y="380"/>
                      </a:moveTo>
                      <a:lnTo>
                        <a:pt x="220" y="0"/>
                      </a:lnTo>
                      <a:lnTo>
                        <a:pt x="221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2" name="Freeform 73"/>
                <p:cNvSpPr/>
                <p:nvPr/>
              </p:nvSpPr>
              <p:spPr bwMode="auto">
                <a:xfrm>
                  <a:off x="2530" y="2283"/>
                  <a:ext cx="40" cy="68"/>
                </a:xfrm>
                <a:custGeom>
                  <a:avLst/>
                  <a:gdLst>
                    <a:gd name="T0" fmla="*/ 0 w 120"/>
                    <a:gd name="T1" fmla="*/ 1 h 205"/>
                    <a:gd name="T2" fmla="*/ 0 w 120"/>
                    <a:gd name="T3" fmla="*/ 0 h 205"/>
                    <a:gd name="T4" fmla="*/ 0 w 120"/>
                    <a:gd name="T5" fmla="*/ 0 h 205"/>
                    <a:gd name="T6" fmla="*/ 0 60000 65536"/>
                    <a:gd name="T7" fmla="*/ 0 60000 65536"/>
                    <a:gd name="T8" fmla="*/ 0 60000 65536"/>
                    <a:gd name="T9" fmla="*/ 0 w 120"/>
                    <a:gd name="T10" fmla="*/ 0 h 205"/>
                    <a:gd name="T11" fmla="*/ 120 w 120"/>
                    <a:gd name="T12" fmla="*/ 205 h 20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0" h="205">
                      <a:moveTo>
                        <a:pt x="0" y="205"/>
                      </a:moveTo>
                      <a:lnTo>
                        <a:pt x="119" y="0"/>
                      </a:lnTo>
                      <a:lnTo>
                        <a:pt x="120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3" name="Freeform 74"/>
                <p:cNvSpPr/>
                <p:nvPr/>
              </p:nvSpPr>
              <p:spPr bwMode="auto">
                <a:xfrm>
                  <a:off x="2686" y="1801"/>
                  <a:ext cx="88" cy="151"/>
                </a:xfrm>
                <a:custGeom>
                  <a:avLst/>
                  <a:gdLst>
                    <a:gd name="T0" fmla="*/ 0 w 264"/>
                    <a:gd name="T1" fmla="*/ 2 h 455"/>
                    <a:gd name="T2" fmla="*/ 1 w 264"/>
                    <a:gd name="T3" fmla="*/ 0 h 455"/>
                    <a:gd name="T4" fmla="*/ 1 w 264"/>
                    <a:gd name="T5" fmla="*/ 0 h 455"/>
                    <a:gd name="T6" fmla="*/ 0 60000 65536"/>
                    <a:gd name="T7" fmla="*/ 0 60000 65536"/>
                    <a:gd name="T8" fmla="*/ 0 60000 65536"/>
                    <a:gd name="T9" fmla="*/ 0 w 264"/>
                    <a:gd name="T10" fmla="*/ 0 h 455"/>
                    <a:gd name="T11" fmla="*/ 264 w 264"/>
                    <a:gd name="T12" fmla="*/ 455 h 4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64" h="455">
                      <a:moveTo>
                        <a:pt x="0" y="455"/>
                      </a:moveTo>
                      <a:lnTo>
                        <a:pt x="263" y="0"/>
                      </a:lnTo>
                      <a:lnTo>
                        <a:pt x="264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4" name="Freeform 75"/>
                <p:cNvSpPr/>
                <p:nvPr/>
              </p:nvSpPr>
              <p:spPr bwMode="auto">
                <a:xfrm>
                  <a:off x="2686" y="1774"/>
                  <a:ext cx="30" cy="50"/>
                </a:xfrm>
                <a:custGeom>
                  <a:avLst/>
                  <a:gdLst>
                    <a:gd name="T0" fmla="*/ 0 w 89"/>
                    <a:gd name="T1" fmla="*/ 1 h 151"/>
                    <a:gd name="T2" fmla="*/ 0 w 89"/>
                    <a:gd name="T3" fmla="*/ 0 h 151"/>
                    <a:gd name="T4" fmla="*/ 0 w 89"/>
                    <a:gd name="T5" fmla="*/ 0 h 151"/>
                    <a:gd name="T6" fmla="*/ 0 60000 65536"/>
                    <a:gd name="T7" fmla="*/ 0 60000 65536"/>
                    <a:gd name="T8" fmla="*/ 0 60000 65536"/>
                    <a:gd name="T9" fmla="*/ 0 w 89"/>
                    <a:gd name="T10" fmla="*/ 0 h 151"/>
                    <a:gd name="T11" fmla="*/ 89 w 89"/>
                    <a:gd name="T12" fmla="*/ 151 h 15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9" h="151">
                      <a:moveTo>
                        <a:pt x="0" y="151"/>
                      </a:moveTo>
                      <a:lnTo>
                        <a:pt x="88" y="0"/>
                      </a:lnTo>
                      <a:lnTo>
                        <a:pt x="89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" name="Freeform 76"/>
                <p:cNvSpPr/>
                <p:nvPr/>
              </p:nvSpPr>
              <p:spPr bwMode="auto">
                <a:xfrm>
                  <a:off x="2686" y="1840"/>
                  <a:ext cx="139" cy="240"/>
                </a:xfrm>
                <a:custGeom>
                  <a:avLst/>
                  <a:gdLst>
                    <a:gd name="T0" fmla="*/ 0 w 416"/>
                    <a:gd name="T1" fmla="*/ 3 h 719"/>
                    <a:gd name="T2" fmla="*/ 2 w 416"/>
                    <a:gd name="T3" fmla="*/ 0 h 719"/>
                    <a:gd name="T4" fmla="*/ 2 w 416"/>
                    <a:gd name="T5" fmla="*/ 0 h 719"/>
                    <a:gd name="T6" fmla="*/ 0 60000 65536"/>
                    <a:gd name="T7" fmla="*/ 0 60000 65536"/>
                    <a:gd name="T8" fmla="*/ 0 60000 65536"/>
                    <a:gd name="T9" fmla="*/ 0 w 416"/>
                    <a:gd name="T10" fmla="*/ 0 h 719"/>
                    <a:gd name="T11" fmla="*/ 416 w 416"/>
                    <a:gd name="T12" fmla="*/ 719 h 71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16" h="719">
                      <a:moveTo>
                        <a:pt x="0" y="719"/>
                      </a:moveTo>
                      <a:lnTo>
                        <a:pt x="415" y="0"/>
                      </a:lnTo>
                      <a:lnTo>
                        <a:pt x="416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6" name="Freeform 77"/>
                <p:cNvSpPr/>
                <p:nvPr/>
              </p:nvSpPr>
              <p:spPr bwMode="auto">
                <a:xfrm>
                  <a:off x="2581" y="2112"/>
                  <a:ext cx="87" cy="151"/>
                </a:xfrm>
                <a:custGeom>
                  <a:avLst/>
                  <a:gdLst>
                    <a:gd name="T0" fmla="*/ 0 w 263"/>
                    <a:gd name="T1" fmla="*/ 2 h 454"/>
                    <a:gd name="T2" fmla="*/ 1 w 263"/>
                    <a:gd name="T3" fmla="*/ 0 h 454"/>
                    <a:gd name="T4" fmla="*/ 1 w 263"/>
                    <a:gd name="T5" fmla="*/ 0 h 454"/>
                    <a:gd name="T6" fmla="*/ 0 60000 65536"/>
                    <a:gd name="T7" fmla="*/ 0 60000 65536"/>
                    <a:gd name="T8" fmla="*/ 0 60000 65536"/>
                    <a:gd name="T9" fmla="*/ 0 w 263"/>
                    <a:gd name="T10" fmla="*/ 0 h 454"/>
                    <a:gd name="T11" fmla="*/ 263 w 263"/>
                    <a:gd name="T12" fmla="*/ 454 h 4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63" h="454">
                      <a:moveTo>
                        <a:pt x="0" y="454"/>
                      </a:moveTo>
                      <a:lnTo>
                        <a:pt x="262" y="0"/>
                      </a:lnTo>
                      <a:lnTo>
                        <a:pt x="263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7" name="Freeform 78"/>
                <p:cNvSpPr/>
                <p:nvPr/>
              </p:nvSpPr>
              <p:spPr bwMode="auto">
                <a:xfrm>
                  <a:off x="3090" y="1587"/>
                  <a:ext cx="102" cy="178"/>
                </a:xfrm>
                <a:custGeom>
                  <a:avLst/>
                  <a:gdLst>
                    <a:gd name="T0" fmla="*/ 0 w 308"/>
                    <a:gd name="T1" fmla="*/ 2 h 534"/>
                    <a:gd name="T2" fmla="*/ 1 w 308"/>
                    <a:gd name="T3" fmla="*/ 0 h 534"/>
                    <a:gd name="T4" fmla="*/ 1 w 308"/>
                    <a:gd name="T5" fmla="*/ 0 h 534"/>
                    <a:gd name="T6" fmla="*/ 0 60000 65536"/>
                    <a:gd name="T7" fmla="*/ 0 60000 65536"/>
                    <a:gd name="T8" fmla="*/ 0 60000 65536"/>
                    <a:gd name="T9" fmla="*/ 0 w 308"/>
                    <a:gd name="T10" fmla="*/ 0 h 534"/>
                    <a:gd name="T11" fmla="*/ 308 w 308"/>
                    <a:gd name="T12" fmla="*/ 534 h 53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08" h="534">
                      <a:moveTo>
                        <a:pt x="0" y="534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8" name="Freeform 79"/>
                <p:cNvSpPr/>
                <p:nvPr/>
              </p:nvSpPr>
              <p:spPr bwMode="auto">
                <a:xfrm>
                  <a:off x="3090" y="1714"/>
                  <a:ext cx="102" cy="179"/>
                </a:xfrm>
                <a:custGeom>
                  <a:avLst/>
                  <a:gdLst>
                    <a:gd name="T0" fmla="*/ 0 w 308"/>
                    <a:gd name="T1" fmla="*/ 2 h 535"/>
                    <a:gd name="T2" fmla="*/ 1 w 308"/>
                    <a:gd name="T3" fmla="*/ 0 h 535"/>
                    <a:gd name="T4" fmla="*/ 1 w 308"/>
                    <a:gd name="T5" fmla="*/ 0 h 535"/>
                    <a:gd name="T6" fmla="*/ 0 60000 65536"/>
                    <a:gd name="T7" fmla="*/ 0 60000 65536"/>
                    <a:gd name="T8" fmla="*/ 0 60000 65536"/>
                    <a:gd name="T9" fmla="*/ 0 w 308"/>
                    <a:gd name="T10" fmla="*/ 0 h 535"/>
                    <a:gd name="T11" fmla="*/ 308 w 308"/>
                    <a:gd name="T12" fmla="*/ 535 h 53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08" h="535">
                      <a:moveTo>
                        <a:pt x="0" y="535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" name="Freeform 80"/>
                <p:cNvSpPr/>
                <p:nvPr/>
              </p:nvSpPr>
              <p:spPr bwMode="auto">
                <a:xfrm>
                  <a:off x="3090" y="1843"/>
                  <a:ext cx="102" cy="177"/>
                </a:xfrm>
                <a:custGeom>
                  <a:avLst/>
                  <a:gdLst>
                    <a:gd name="T0" fmla="*/ 0 w 308"/>
                    <a:gd name="T1" fmla="*/ 2 h 533"/>
                    <a:gd name="T2" fmla="*/ 1 w 308"/>
                    <a:gd name="T3" fmla="*/ 0 h 533"/>
                    <a:gd name="T4" fmla="*/ 1 w 308"/>
                    <a:gd name="T5" fmla="*/ 0 h 533"/>
                    <a:gd name="T6" fmla="*/ 0 60000 65536"/>
                    <a:gd name="T7" fmla="*/ 0 60000 65536"/>
                    <a:gd name="T8" fmla="*/ 0 60000 65536"/>
                    <a:gd name="T9" fmla="*/ 0 w 308"/>
                    <a:gd name="T10" fmla="*/ 0 h 533"/>
                    <a:gd name="T11" fmla="*/ 308 w 308"/>
                    <a:gd name="T12" fmla="*/ 533 h 53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08" h="533">
                      <a:moveTo>
                        <a:pt x="0" y="533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0" name="Freeform 81"/>
                <p:cNvSpPr/>
                <p:nvPr/>
              </p:nvSpPr>
              <p:spPr bwMode="auto">
                <a:xfrm>
                  <a:off x="3090" y="1970"/>
                  <a:ext cx="102" cy="178"/>
                </a:xfrm>
                <a:custGeom>
                  <a:avLst/>
                  <a:gdLst>
                    <a:gd name="T0" fmla="*/ 0 w 308"/>
                    <a:gd name="T1" fmla="*/ 2 h 533"/>
                    <a:gd name="T2" fmla="*/ 1 w 308"/>
                    <a:gd name="T3" fmla="*/ 0 h 533"/>
                    <a:gd name="T4" fmla="*/ 1 w 308"/>
                    <a:gd name="T5" fmla="*/ 0 h 533"/>
                    <a:gd name="T6" fmla="*/ 0 60000 65536"/>
                    <a:gd name="T7" fmla="*/ 0 60000 65536"/>
                    <a:gd name="T8" fmla="*/ 0 60000 65536"/>
                    <a:gd name="T9" fmla="*/ 0 w 308"/>
                    <a:gd name="T10" fmla="*/ 0 h 533"/>
                    <a:gd name="T11" fmla="*/ 308 w 308"/>
                    <a:gd name="T12" fmla="*/ 533 h 53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08" h="533">
                      <a:moveTo>
                        <a:pt x="0" y="533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1" name="Freeform 82"/>
                <p:cNvSpPr/>
                <p:nvPr/>
              </p:nvSpPr>
              <p:spPr bwMode="auto">
                <a:xfrm>
                  <a:off x="3116" y="1519"/>
                  <a:ext cx="42" cy="71"/>
                </a:xfrm>
                <a:custGeom>
                  <a:avLst/>
                  <a:gdLst>
                    <a:gd name="T0" fmla="*/ 0 w 125"/>
                    <a:gd name="T1" fmla="*/ 1 h 215"/>
                    <a:gd name="T2" fmla="*/ 1 w 125"/>
                    <a:gd name="T3" fmla="*/ 0 h 215"/>
                    <a:gd name="T4" fmla="*/ 1 w 125"/>
                    <a:gd name="T5" fmla="*/ 0 h 215"/>
                    <a:gd name="T6" fmla="*/ 0 60000 65536"/>
                    <a:gd name="T7" fmla="*/ 0 60000 65536"/>
                    <a:gd name="T8" fmla="*/ 0 60000 65536"/>
                    <a:gd name="T9" fmla="*/ 0 w 125"/>
                    <a:gd name="T10" fmla="*/ 0 h 215"/>
                    <a:gd name="T11" fmla="*/ 125 w 125"/>
                    <a:gd name="T12" fmla="*/ 215 h 21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5" h="215">
                      <a:moveTo>
                        <a:pt x="0" y="215"/>
                      </a:moveTo>
                      <a:lnTo>
                        <a:pt x="124" y="0"/>
                      </a:lnTo>
                      <a:lnTo>
                        <a:pt x="125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2" name="Freeform 83"/>
                <p:cNvSpPr/>
                <p:nvPr/>
              </p:nvSpPr>
              <p:spPr bwMode="auto">
                <a:xfrm>
                  <a:off x="2304" y="2393"/>
                  <a:ext cx="125" cy="217"/>
                </a:xfrm>
                <a:custGeom>
                  <a:avLst/>
                  <a:gdLst>
                    <a:gd name="T0" fmla="*/ 0 w 376"/>
                    <a:gd name="T1" fmla="*/ 3 h 650"/>
                    <a:gd name="T2" fmla="*/ 2 w 376"/>
                    <a:gd name="T3" fmla="*/ 0 h 650"/>
                    <a:gd name="T4" fmla="*/ 2 w 376"/>
                    <a:gd name="T5" fmla="*/ 0 h 650"/>
                    <a:gd name="T6" fmla="*/ 0 60000 65536"/>
                    <a:gd name="T7" fmla="*/ 0 60000 65536"/>
                    <a:gd name="T8" fmla="*/ 0 60000 65536"/>
                    <a:gd name="T9" fmla="*/ 0 w 376"/>
                    <a:gd name="T10" fmla="*/ 0 h 650"/>
                    <a:gd name="T11" fmla="*/ 376 w 376"/>
                    <a:gd name="T12" fmla="*/ 650 h 65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6" h="650">
                      <a:moveTo>
                        <a:pt x="0" y="650"/>
                      </a:moveTo>
                      <a:lnTo>
                        <a:pt x="375" y="0"/>
                      </a:lnTo>
                      <a:lnTo>
                        <a:pt x="376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3" name="Freeform 84"/>
                <p:cNvSpPr/>
                <p:nvPr/>
              </p:nvSpPr>
              <p:spPr bwMode="auto">
                <a:xfrm>
                  <a:off x="2292" y="2353"/>
                  <a:ext cx="87" cy="149"/>
                </a:xfrm>
                <a:custGeom>
                  <a:avLst/>
                  <a:gdLst>
                    <a:gd name="T0" fmla="*/ 0 w 259"/>
                    <a:gd name="T1" fmla="*/ 2 h 448"/>
                    <a:gd name="T2" fmla="*/ 1 w 259"/>
                    <a:gd name="T3" fmla="*/ 0 h 448"/>
                    <a:gd name="T4" fmla="*/ 1 w 259"/>
                    <a:gd name="T5" fmla="*/ 0 h 448"/>
                    <a:gd name="T6" fmla="*/ 0 60000 65536"/>
                    <a:gd name="T7" fmla="*/ 0 60000 65536"/>
                    <a:gd name="T8" fmla="*/ 0 60000 65536"/>
                    <a:gd name="T9" fmla="*/ 0 w 259"/>
                    <a:gd name="T10" fmla="*/ 0 h 448"/>
                    <a:gd name="T11" fmla="*/ 259 w 259"/>
                    <a:gd name="T12" fmla="*/ 448 h 44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9" h="448">
                      <a:moveTo>
                        <a:pt x="0" y="448"/>
                      </a:moveTo>
                      <a:lnTo>
                        <a:pt x="258" y="0"/>
                      </a:lnTo>
                      <a:lnTo>
                        <a:pt x="259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4" name="Freeform 85"/>
                <p:cNvSpPr/>
                <p:nvPr/>
              </p:nvSpPr>
              <p:spPr bwMode="auto">
                <a:xfrm>
                  <a:off x="2292" y="2307"/>
                  <a:ext cx="39" cy="67"/>
                </a:xfrm>
                <a:custGeom>
                  <a:avLst/>
                  <a:gdLst>
                    <a:gd name="T0" fmla="*/ 0 w 117"/>
                    <a:gd name="T1" fmla="*/ 1 h 202"/>
                    <a:gd name="T2" fmla="*/ 0 w 117"/>
                    <a:gd name="T3" fmla="*/ 0 h 202"/>
                    <a:gd name="T4" fmla="*/ 0 w 117"/>
                    <a:gd name="T5" fmla="*/ 0 h 202"/>
                    <a:gd name="T6" fmla="*/ 0 60000 65536"/>
                    <a:gd name="T7" fmla="*/ 0 60000 65536"/>
                    <a:gd name="T8" fmla="*/ 0 60000 65536"/>
                    <a:gd name="T9" fmla="*/ 0 w 117"/>
                    <a:gd name="T10" fmla="*/ 0 h 202"/>
                    <a:gd name="T11" fmla="*/ 117 w 117"/>
                    <a:gd name="T12" fmla="*/ 202 h 20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7" h="202">
                      <a:moveTo>
                        <a:pt x="0" y="202"/>
                      </a:moveTo>
                      <a:lnTo>
                        <a:pt x="116" y="0"/>
                      </a:lnTo>
                      <a:lnTo>
                        <a:pt x="117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67" name="Group 86"/>
              <p:cNvGrpSpPr/>
              <p:nvPr/>
            </p:nvGrpSpPr>
            <p:grpSpPr bwMode="auto">
              <a:xfrm>
                <a:off x="1822" y="2376"/>
                <a:ext cx="1472" cy="854"/>
                <a:chOff x="1822" y="2376"/>
                <a:chExt cx="1472" cy="854"/>
              </a:xfrm>
            </p:grpSpPr>
            <p:sp>
              <p:nvSpPr>
                <p:cNvPr id="68" name="Oval 87"/>
                <p:cNvSpPr>
                  <a:spLocks noChangeArrowheads="1"/>
                </p:cNvSpPr>
                <p:nvPr/>
              </p:nvSpPr>
              <p:spPr bwMode="auto">
                <a:xfrm>
                  <a:off x="2352" y="2796"/>
                  <a:ext cx="216" cy="131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9" name="Freeform 88"/>
                <p:cNvSpPr/>
                <p:nvPr/>
              </p:nvSpPr>
              <p:spPr bwMode="auto">
                <a:xfrm>
                  <a:off x="2102" y="2947"/>
                  <a:ext cx="171" cy="23"/>
                </a:xfrm>
                <a:custGeom>
                  <a:avLst/>
                  <a:gdLst>
                    <a:gd name="T0" fmla="*/ 2 w 513"/>
                    <a:gd name="T1" fmla="*/ 0 h 67"/>
                    <a:gd name="T2" fmla="*/ 1 w 513"/>
                    <a:gd name="T3" fmla="*/ 0 h 67"/>
                    <a:gd name="T4" fmla="*/ 0 w 513"/>
                    <a:gd name="T5" fmla="*/ 0 h 67"/>
                    <a:gd name="T6" fmla="*/ 0 w 513"/>
                    <a:gd name="T7" fmla="*/ 0 h 6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3"/>
                    <a:gd name="T13" fmla="*/ 0 h 67"/>
                    <a:gd name="T14" fmla="*/ 513 w 513"/>
                    <a:gd name="T15" fmla="*/ 67 h 6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3" h="67">
                      <a:moveTo>
                        <a:pt x="513" y="67"/>
                      </a:moveTo>
                      <a:lnTo>
                        <a:pt x="256" y="0"/>
                      </a:lnTo>
                      <a:lnTo>
                        <a:pt x="0" y="67"/>
                      </a:lnTo>
                      <a:lnTo>
                        <a:pt x="1" y="67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0" name="Oval 89"/>
                <p:cNvSpPr>
                  <a:spLocks noChangeArrowheads="1"/>
                </p:cNvSpPr>
                <p:nvPr/>
              </p:nvSpPr>
              <p:spPr bwMode="auto">
                <a:xfrm>
                  <a:off x="2406" y="2838"/>
                  <a:ext cx="108" cy="47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1" name="Line 90"/>
                <p:cNvSpPr>
                  <a:spLocks noChangeShapeType="1"/>
                </p:cNvSpPr>
                <p:nvPr/>
              </p:nvSpPr>
              <p:spPr bwMode="auto">
                <a:xfrm flipV="1">
                  <a:off x="2004" y="2381"/>
                  <a:ext cx="1290" cy="745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lgDashDot"/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2" name="Freeform 91"/>
                <p:cNvSpPr/>
                <p:nvPr/>
              </p:nvSpPr>
              <p:spPr bwMode="auto">
                <a:xfrm>
                  <a:off x="2774" y="2490"/>
                  <a:ext cx="322" cy="190"/>
                </a:xfrm>
                <a:custGeom>
                  <a:avLst/>
                  <a:gdLst>
                    <a:gd name="T0" fmla="*/ 232 w 322"/>
                    <a:gd name="T1" fmla="*/ 12 h 190"/>
                    <a:gd name="T2" fmla="*/ 154 w 322"/>
                    <a:gd name="T3" fmla="*/ 0 h 190"/>
                    <a:gd name="T4" fmla="*/ 88 w 322"/>
                    <a:gd name="T5" fmla="*/ 9 h 190"/>
                    <a:gd name="T6" fmla="*/ 40 w 322"/>
                    <a:gd name="T7" fmla="*/ 30 h 190"/>
                    <a:gd name="T8" fmla="*/ 13 w 322"/>
                    <a:gd name="T9" fmla="*/ 57 h 190"/>
                    <a:gd name="T10" fmla="*/ 1 w 322"/>
                    <a:gd name="T11" fmla="*/ 99 h 190"/>
                    <a:gd name="T12" fmla="*/ 19 w 322"/>
                    <a:gd name="T13" fmla="*/ 141 h 190"/>
                    <a:gd name="T14" fmla="*/ 46 w 322"/>
                    <a:gd name="T15" fmla="*/ 168 h 190"/>
                    <a:gd name="T16" fmla="*/ 112 w 322"/>
                    <a:gd name="T17" fmla="*/ 186 h 190"/>
                    <a:gd name="T18" fmla="*/ 163 w 322"/>
                    <a:gd name="T19" fmla="*/ 189 h 190"/>
                    <a:gd name="T20" fmla="*/ 226 w 322"/>
                    <a:gd name="T21" fmla="*/ 180 h 190"/>
                    <a:gd name="T22" fmla="*/ 280 w 322"/>
                    <a:gd name="T23" fmla="*/ 162 h 190"/>
                    <a:gd name="T24" fmla="*/ 310 w 322"/>
                    <a:gd name="T25" fmla="*/ 135 h 190"/>
                    <a:gd name="T26" fmla="*/ 322 w 322"/>
                    <a:gd name="T27" fmla="*/ 99 h 190"/>
                    <a:gd name="T28" fmla="*/ 310 w 322"/>
                    <a:gd name="T29" fmla="*/ 54 h 19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322"/>
                    <a:gd name="T46" fmla="*/ 0 h 190"/>
                    <a:gd name="T47" fmla="*/ 322 w 322"/>
                    <a:gd name="T48" fmla="*/ 190 h 190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322" h="190">
                      <a:moveTo>
                        <a:pt x="232" y="12"/>
                      </a:moveTo>
                      <a:cubicBezTo>
                        <a:pt x="219" y="10"/>
                        <a:pt x="178" y="0"/>
                        <a:pt x="154" y="0"/>
                      </a:cubicBezTo>
                      <a:cubicBezTo>
                        <a:pt x="130" y="0"/>
                        <a:pt x="107" y="4"/>
                        <a:pt x="88" y="9"/>
                      </a:cubicBezTo>
                      <a:cubicBezTo>
                        <a:pt x="69" y="14"/>
                        <a:pt x="52" y="22"/>
                        <a:pt x="40" y="30"/>
                      </a:cubicBezTo>
                      <a:cubicBezTo>
                        <a:pt x="28" y="38"/>
                        <a:pt x="19" y="46"/>
                        <a:pt x="13" y="57"/>
                      </a:cubicBezTo>
                      <a:cubicBezTo>
                        <a:pt x="7" y="68"/>
                        <a:pt x="0" y="85"/>
                        <a:pt x="1" y="99"/>
                      </a:cubicBezTo>
                      <a:cubicBezTo>
                        <a:pt x="2" y="113"/>
                        <a:pt x="12" y="130"/>
                        <a:pt x="19" y="141"/>
                      </a:cubicBezTo>
                      <a:cubicBezTo>
                        <a:pt x="26" y="152"/>
                        <a:pt x="30" y="160"/>
                        <a:pt x="46" y="168"/>
                      </a:cubicBezTo>
                      <a:cubicBezTo>
                        <a:pt x="62" y="176"/>
                        <a:pt x="93" y="183"/>
                        <a:pt x="112" y="186"/>
                      </a:cubicBezTo>
                      <a:cubicBezTo>
                        <a:pt x="131" y="189"/>
                        <a:pt x="144" y="190"/>
                        <a:pt x="163" y="189"/>
                      </a:cubicBezTo>
                      <a:cubicBezTo>
                        <a:pt x="182" y="188"/>
                        <a:pt x="207" y="184"/>
                        <a:pt x="226" y="180"/>
                      </a:cubicBezTo>
                      <a:cubicBezTo>
                        <a:pt x="245" y="176"/>
                        <a:pt x="266" y="170"/>
                        <a:pt x="280" y="162"/>
                      </a:cubicBezTo>
                      <a:cubicBezTo>
                        <a:pt x="294" y="154"/>
                        <a:pt x="303" y="145"/>
                        <a:pt x="310" y="135"/>
                      </a:cubicBezTo>
                      <a:cubicBezTo>
                        <a:pt x="317" y="125"/>
                        <a:pt x="322" y="112"/>
                        <a:pt x="322" y="99"/>
                      </a:cubicBezTo>
                      <a:cubicBezTo>
                        <a:pt x="322" y="86"/>
                        <a:pt x="312" y="63"/>
                        <a:pt x="310" y="54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3" name="Oval 92"/>
                <p:cNvSpPr>
                  <a:spLocks noChangeArrowheads="1"/>
                </p:cNvSpPr>
                <p:nvPr/>
              </p:nvSpPr>
              <p:spPr bwMode="auto">
                <a:xfrm>
                  <a:off x="2700" y="2437"/>
                  <a:ext cx="468" cy="299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4" name="Oval 93"/>
                <p:cNvSpPr>
                  <a:spLocks noChangeArrowheads="1"/>
                </p:cNvSpPr>
                <p:nvPr/>
              </p:nvSpPr>
              <p:spPr bwMode="auto">
                <a:xfrm>
                  <a:off x="2598" y="2376"/>
                  <a:ext cx="678" cy="419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5" name="Freeform 94"/>
                <p:cNvSpPr/>
                <p:nvPr/>
              </p:nvSpPr>
              <p:spPr bwMode="auto">
                <a:xfrm>
                  <a:off x="1822" y="2938"/>
                  <a:ext cx="169" cy="96"/>
                </a:xfrm>
                <a:custGeom>
                  <a:avLst/>
                  <a:gdLst>
                    <a:gd name="T0" fmla="*/ 0 w 505"/>
                    <a:gd name="T1" fmla="*/ 0 h 289"/>
                    <a:gd name="T2" fmla="*/ 2 w 505"/>
                    <a:gd name="T3" fmla="*/ 1 h 289"/>
                    <a:gd name="T4" fmla="*/ 2 w 505"/>
                    <a:gd name="T5" fmla="*/ 1 h 289"/>
                    <a:gd name="T6" fmla="*/ 0 60000 65536"/>
                    <a:gd name="T7" fmla="*/ 0 60000 65536"/>
                    <a:gd name="T8" fmla="*/ 0 60000 65536"/>
                    <a:gd name="T9" fmla="*/ 0 w 505"/>
                    <a:gd name="T10" fmla="*/ 0 h 289"/>
                    <a:gd name="T11" fmla="*/ 505 w 505"/>
                    <a:gd name="T12" fmla="*/ 289 h 28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05" h="289">
                      <a:moveTo>
                        <a:pt x="0" y="0"/>
                      </a:moveTo>
                      <a:lnTo>
                        <a:pt x="504" y="289"/>
                      </a:lnTo>
                      <a:lnTo>
                        <a:pt x="505" y="289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6" name="Freeform 95"/>
                <p:cNvSpPr/>
                <p:nvPr/>
              </p:nvSpPr>
              <p:spPr bwMode="auto">
                <a:xfrm>
                  <a:off x="1822" y="2441"/>
                  <a:ext cx="860" cy="497"/>
                </a:xfrm>
                <a:custGeom>
                  <a:avLst/>
                  <a:gdLst>
                    <a:gd name="T0" fmla="*/ 11 w 2580"/>
                    <a:gd name="T1" fmla="*/ 0 h 1491"/>
                    <a:gd name="T2" fmla="*/ 0 w 2580"/>
                    <a:gd name="T3" fmla="*/ 6 h 1491"/>
                    <a:gd name="T4" fmla="*/ 0 w 2580"/>
                    <a:gd name="T5" fmla="*/ 6 h 1491"/>
                    <a:gd name="T6" fmla="*/ 0 60000 65536"/>
                    <a:gd name="T7" fmla="*/ 0 60000 65536"/>
                    <a:gd name="T8" fmla="*/ 0 60000 65536"/>
                    <a:gd name="T9" fmla="*/ 0 w 2580"/>
                    <a:gd name="T10" fmla="*/ 0 h 1491"/>
                    <a:gd name="T11" fmla="*/ 2580 w 2580"/>
                    <a:gd name="T12" fmla="*/ 1491 h 14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80" h="1491">
                      <a:moveTo>
                        <a:pt x="2580" y="0"/>
                      </a:moveTo>
                      <a:lnTo>
                        <a:pt x="0" y="1491"/>
                      </a:lnTo>
                      <a:lnTo>
                        <a:pt x="1" y="1491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7" name="Freeform 96"/>
                <p:cNvSpPr/>
                <p:nvPr/>
              </p:nvSpPr>
              <p:spPr bwMode="auto">
                <a:xfrm>
                  <a:off x="2328" y="2733"/>
                  <a:ext cx="860" cy="497"/>
                </a:xfrm>
                <a:custGeom>
                  <a:avLst/>
                  <a:gdLst>
                    <a:gd name="T0" fmla="*/ 11 w 2579"/>
                    <a:gd name="T1" fmla="*/ 0 h 1491"/>
                    <a:gd name="T2" fmla="*/ 0 w 2579"/>
                    <a:gd name="T3" fmla="*/ 6 h 1491"/>
                    <a:gd name="T4" fmla="*/ 0 w 2579"/>
                    <a:gd name="T5" fmla="*/ 6 h 1491"/>
                    <a:gd name="T6" fmla="*/ 0 60000 65536"/>
                    <a:gd name="T7" fmla="*/ 0 60000 65536"/>
                    <a:gd name="T8" fmla="*/ 0 60000 65536"/>
                    <a:gd name="T9" fmla="*/ 0 w 2579"/>
                    <a:gd name="T10" fmla="*/ 0 h 1491"/>
                    <a:gd name="T11" fmla="*/ 2579 w 2579"/>
                    <a:gd name="T12" fmla="*/ 1491 h 14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79" h="1491">
                      <a:moveTo>
                        <a:pt x="2579" y="0"/>
                      </a:moveTo>
                      <a:lnTo>
                        <a:pt x="0" y="1491"/>
                      </a:lnTo>
                      <a:lnTo>
                        <a:pt x="1" y="1491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8" name="Freeform 97"/>
                <p:cNvSpPr/>
                <p:nvPr/>
              </p:nvSpPr>
              <p:spPr bwMode="auto">
                <a:xfrm>
                  <a:off x="3005" y="2481"/>
                  <a:ext cx="40" cy="23"/>
                </a:xfrm>
                <a:custGeom>
                  <a:avLst/>
                  <a:gdLst>
                    <a:gd name="T0" fmla="*/ 0 w 120"/>
                    <a:gd name="T1" fmla="*/ 0 h 70"/>
                    <a:gd name="T2" fmla="*/ 0 w 120"/>
                    <a:gd name="T3" fmla="*/ 0 h 70"/>
                    <a:gd name="T4" fmla="*/ 0 w 120"/>
                    <a:gd name="T5" fmla="*/ 0 h 70"/>
                    <a:gd name="T6" fmla="*/ 0 60000 65536"/>
                    <a:gd name="T7" fmla="*/ 0 60000 65536"/>
                    <a:gd name="T8" fmla="*/ 0 60000 65536"/>
                    <a:gd name="T9" fmla="*/ 0 w 120"/>
                    <a:gd name="T10" fmla="*/ 0 h 70"/>
                    <a:gd name="T11" fmla="*/ 120 w 120"/>
                    <a:gd name="T12" fmla="*/ 70 h 7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0" h="70">
                      <a:moveTo>
                        <a:pt x="120" y="0"/>
                      </a:moveTo>
                      <a:lnTo>
                        <a:pt x="0" y="70"/>
                      </a:lnTo>
                      <a:lnTo>
                        <a:pt x="1" y="7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9" name="Freeform 98"/>
                <p:cNvSpPr/>
                <p:nvPr/>
              </p:nvSpPr>
              <p:spPr bwMode="auto">
                <a:xfrm>
                  <a:off x="3075" y="2525"/>
                  <a:ext cx="46" cy="26"/>
                </a:xfrm>
                <a:custGeom>
                  <a:avLst/>
                  <a:gdLst>
                    <a:gd name="T0" fmla="*/ 1 w 137"/>
                    <a:gd name="T1" fmla="*/ 0 h 79"/>
                    <a:gd name="T2" fmla="*/ 0 w 137"/>
                    <a:gd name="T3" fmla="*/ 0 h 79"/>
                    <a:gd name="T4" fmla="*/ 0 w 137"/>
                    <a:gd name="T5" fmla="*/ 0 h 79"/>
                    <a:gd name="T6" fmla="*/ 0 60000 65536"/>
                    <a:gd name="T7" fmla="*/ 0 60000 65536"/>
                    <a:gd name="T8" fmla="*/ 0 60000 65536"/>
                    <a:gd name="T9" fmla="*/ 0 w 137"/>
                    <a:gd name="T10" fmla="*/ 0 h 79"/>
                    <a:gd name="T11" fmla="*/ 137 w 137"/>
                    <a:gd name="T12" fmla="*/ 79 h 7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7" h="79">
                      <a:moveTo>
                        <a:pt x="137" y="0"/>
                      </a:moveTo>
                      <a:lnTo>
                        <a:pt x="0" y="79"/>
                      </a:lnTo>
                      <a:lnTo>
                        <a:pt x="1" y="79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0" name="Freeform 99"/>
                <p:cNvSpPr/>
                <p:nvPr/>
              </p:nvSpPr>
              <p:spPr bwMode="auto">
                <a:xfrm>
                  <a:off x="3039" y="2481"/>
                  <a:ext cx="76" cy="44"/>
                </a:xfrm>
                <a:custGeom>
                  <a:avLst/>
                  <a:gdLst>
                    <a:gd name="T0" fmla="*/ 0 w 229"/>
                    <a:gd name="T1" fmla="*/ 0 h 132"/>
                    <a:gd name="T2" fmla="*/ 1 w 229"/>
                    <a:gd name="T3" fmla="*/ 1 h 132"/>
                    <a:gd name="T4" fmla="*/ 1 w 229"/>
                    <a:gd name="T5" fmla="*/ 1 h 132"/>
                    <a:gd name="T6" fmla="*/ 0 60000 65536"/>
                    <a:gd name="T7" fmla="*/ 0 60000 65536"/>
                    <a:gd name="T8" fmla="*/ 0 60000 65536"/>
                    <a:gd name="T9" fmla="*/ 0 w 229"/>
                    <a:gd name="T10" fmla="*/ 0 h 132"/>
                    <a:gd name="T11" fmla="*/ 229 w 229"/>
                    <a:gd name="T12" fmla="*/ 132 h 13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9" h="132">
                      <a:moveTo>
                        <a:pt x="0" y="0"/>
                      </a:moveTo>
                      <a:lnTo>
                        <a:pt x="228" y="132"/>
                      </a:lnTo>
                      <a:lnTo>
                        <a:pt x="229" y="132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1" name="Freeform 100"/>
                <p:cNvSpPr/>
                <p:nvPr/>
              </p:nvSpPr>
              <p:spPr bwMode="auto">
                <a:xfrm>
                  <a:off x="1990" y="2970"/>
                  <a:ext cx="112" cy="64"/>
                </a:xfrm>
                <a:custGeom>
                  <a:avLst/>
                  <a:gdLst>
                    <a:gd name="T0" fmla="*/ 1 w 334"/>
                    <a:gd name="T1" fmla="*/ 0 h 194"/>
                    <a:gd name="T2" fmla="*/ 0 w 334"/>
                    <a:gd name="T3" fmla="*/ 1 h 194"/>
                    <a:gd name="T4" fmla="*/ 0 w 334"/>
                    <a:gd name="T5" fmla="*/ 1 h 194"/>
                    <a:gd name="T6" fmla="*/ 0 60000 65536"/>
                    <a:gd name="T7" fmla="*/ 0 60000 65536"/>
                    <a:gd name="T8" fmla="*/ 0 60000 65536"/>
                    <a:gd name="T9" fmla="*/ 0 w 334"/>
                    <a:gd name="T10" fmla="*/ 0 h 194"/>
                    <a:gd name="T11" fmla="*/ 334 w 334"/>
                    <a:gd name="T12" fmla="*/ 194 h 19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34" h="194">
                      <a:moveTo>
                        <a:pt x="334" y="0"/>
                      </a:moveTo>
                      <a:lnTo>
                        <a:pt x="0" y="194"/>
                      </a:lnTo>
                      <a:lnTo>
                        <a:pt x="1" y="194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2" name="Freeform 101"/>
                <p:cNvSpPr/>
                <p:nvPr/>
              </p:nvSpPr>
              <p:spPr bwMode="auto">
                <a:xfrm>
                  <a:off x="2161" y="3069"/>
                  <a:ext cx="112" cy="64"/>
                </a:xfrm>
                <a:custGeom>
                  <a:avLst/>
                  <a:gdLst>
                    <a:gd name="T0" fmla="*/ 1 w 336"/>
                    <a:gd name="T1" fmla="*/ 0 h 194"/>
                    <a:gd name="T2" fmla="*/ 0 w 336"/>
                    <a:gd name="T3" fmla="*/ 1 h 194"/>
                    <a:gd name="T4" fmla="*/ 0 w 336"/>
                    <a:gd name="T5" fmla="*/ 1 h 194"/>
                    <a:gd name="T6" fmla="*/ 0 60000 65536"/>
                    <a:gd name="T7" fmla="*/ 0 60000 65536"/>
                    <a:gd name="T8" fmla="*/ 0 60000 65536"/>
                    <a:gd name="T9" fmla="*/ 0 w 336"/>
                    <a:gd name="T10" fmla="*/ 0 h 194"/>
                    <a:gd name="T11" fmla="*/ 336 w 336"/>
                    <a:gd name="T12" fmla="*/ 194 h 19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36" h="194">
                      <a:moveTo>
                        <a:pt x="336" y="0"/>
                      </a:moveTo>
                      <a:lnTo>
                        <a:pt x="0" y="194"/>
                      </a:lnTo>
                      <a:lnTo>
                        <a:pt x="1" y="194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3" name="Freeform 102"/>
                <p:cNvSpPr/>
                <p:nvPr/>
              </p:nvSpPr>
              <p:spPr bwMode="auto">
                <a:xfrm>
                  <a:off x="2273" y="2970"/>
                  <a:ext cx="25" cy="99"/>
                </a:xfrm>
                <a:custGeom>
                  <a:avLst/>
                  <a:gdLst>
                    <a:gd name="T0" fmla="*/ 0 w 75"/>
                    <a:gd name="T1" fmla="*/ 1 h 297"/>
                    <a:gd name="T2" fmla="*/ 0 w 75"/>
                    <a:gd name="T3" fmla="*/ 1 h 297"/>
                    <a:gd name="T4" fmla="*/ 0 w 75"/>
                    <a:gd name="T5" fmla="*/ 0 h 297"/>
                    <a:gd name="T6" fmla="*/ 0 w 75"/>
                    <a:gd name="T7" fmla="*/ 0 h 297"/>
                    <a:gd name="T8" fmla="*/ 0 w 75"/>
                    <a:gd name="T9" fmla="*/ 0 h 29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"/>
                    <a:gd name="T16" fmla="*/ 0 h 297"/>
                    <a:gd name="T17" fmla="*/ 75 w 75"/>
                    <a:gd name="T18" fmla="*/ 297 h 29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" h="297">
                      <a:moveTo>
                        <a:pt x="0" y="297"/>
                      </a:moveTo>
                      <a:lnTo>
                        <a:pt x="75" y="208"/>
                      </a:lnTo>
                      <a:lnTo>
                        <a:pt x="75" y="90"/>
                      </a:ln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4" name="Freeform 103"/>
                <p:cNvSpPr/>
                <p:nvPr/>
              </p:nvSpPr>
              <p:spPr bwMode="auto">
                <a:xfrm>
                  <a:off x="2161" y="3133"/>
                  <a:ext cx="168" cy="97"/>
                </a:xfrm>
                <a:custGeom>
                  <a:avLst/>
                  <a:gdLst>
                    <a:gd name="T0" fmla="*/ 0 w 504"/>
                    <a:gd name="T1" fmla="*/ 0 h 290"/>
                    <a:gd name="T2" fmla="*/ 2 w 504"/>
                    <a:gd name="T3" fmla="*/ 1 h 290"/>
                    <a:gd name="T4" fmla="*/ 2 w 504"/>
                    <a:gd name="T5" fmla="*/ 1 h 290"/>
                    <a:gd name="T6" fmla="*/ 0 60000 65536"/>
                    <a:gd name="T7" fmla="*/ 0 60000 65536"/>
                    <a:gd name="T8" fmla="*/ 0 60000 65536"/>
                    <a:gd name="T9" fmla="*/ 0 w 504"/>
                    <a:gd name="T10" fmla="*/ 0 h 290"/>
                    <a:gd name="T11" fmla="*/ 504 w 504"/>
                    <a:gd name="T12" fmla="*/ 290 h 29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04" h="290">
                      <a:moveTo>
                        <a:pt x="0" y="0"/>
                      </a:moveTo>
                      <a:lnTo>
                        <a:pt x="503" y="290"/>
                      </a:lnTo>
                      <a:lnTo>
                        <a:pt x="504" y="29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5" name="Freeform 104"/>
                <p:cNvSpPr/>
                <p:nvPr/>
              </p:nvSpPr>
              <p:spPr bwMode="auto">
                <a:xfrm>
                  <a:off x="2336" y="2790"/>
                  <a:ext cx="243" cy="141"/>
                </a:xfrm>
                <a:custGeom>
                  <a:avLst/>
                  <a:gdLst>
                    <a:gd name="T0" fmla="*/ 0 w 730"/>
                    <a:gd name="T1" fmla="*/ 0 h 421"/>
                    <a:gd name="T2" fmla="*/ 3 w 730"/>
                    <a:gd name="T3" fmla="*/ 2 h 421"/>
                    <a:gd name="T4" fmla="*/ 3 w 730"/>
                    <a:gd name="T5" fmla="*/ 2 h 421"/>
                    <a:gd name="T6" fmla="*/ 0 60000 65536"/>
                    <a:gd name="T7" fmla="*/ 0 60000 65536"/>
                    <a:gd name="T8" fmla="*/ 0 60000 65536"/>
                    <a:gd name="T9" fmla="*/ 0 w 730"/>
                    <a:gd name="T10" fmla="*/ 0 h 421"/>
                    <a:gd name="T11" fmla="*/ 730 w 730"/>
                    <a:gd name="T12" fmla="*/ 421 h 42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30" h="421">
                      <a:moveTo>
                        <a:pt x="0" y="0"/>
                      </a:moveTo>
                      <a:lnTo>
                        <a:pt x="729" y="421"/>
                      </a:lnTo>
                      <a:lnTo>
                        <a:pt x="730" y="421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6" name="Freeform 105"/>
                <p:cNvSpPr/>
                <p:nvPr/>
              </p:nvSpPr>
              <p:spPr bwMode="auto">
                <a:xfrm>
                  <a:off x="2066" y="2949"/>
                  <a:ext cx="259" cy="150"/>
                </a:xfrm>
                <a:custGeom>
                  <a:avLst/>
                  <a:gdLst>
                    <a:gd name="T0" fmla="*/ 0 w 777"/>
                    <a:gd name="T1" fmla="*/ 0 h 449"/>
                    <a:gd name="T2" fmla="*/ 3 w 777"/>
                    <a:gd name="T3" fmla="*/ 2 h 449"/>
                    <a:gd name="T4" fmla="*/ 3 w 777"/>
                    <a:gd name="T5" fmla="*/ 2 h 449"/>
                    <a:gd name="T6" fmla="*/ 0 60000 65536"/>
                    <a:gd name="T7" fmla="*/ 0 60000 65536"/>
                    <a:gd name="T8" fmla="*/ 0 60000 65536"/>
                    <a:gd name="T9" fmla="*/ 0 w 777"/>
                    <a:gd name="T10" fmla="*/ 0 h 449"/>
                    <a:gd name="T11" fmla="*/ 777 w 777"/>
                    <a:gd name="T12" fmla="*/ 449 h 44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77" h="449">
                      <a:moveTo>
                        <a:pt x="0" y="0"/>
                      </a:moveTo>
                      <a:lnTo>
                        <a:pt x="776" y="449"/>
                      </a:lnTo>
                      <a:lnTo>
                        <a:pt x="777" y="449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87" name="Group 106"/>
                <p:cNvGrpSpPr/>
                <p:nvPr/>
              </p:nvGrpSpPr>
              <p:grpSpPr bwMode="auto">
                <a:xfrm>
                  <a:off x="2654" y="2424"/>
                  <a:ext cx="601" cy="348"/>
                  <a:chOff x="2654" y="2424"/>
                  <a:chExt cx="601" cy="348"/>
                </a:xfrm>
              </p:grpSpPr>
              <p:sp>
                <p:nvSpPr>
                  <p:cNvPr id="88" name="Freeform 107"/>
                  <p:cNvSpPr/>
                  <p:nvPr/>
                </p:nvSpPr>
                <p:spPr bwMode="auto">
                  <a:xfrm>
                    <a:off x="2654" y="2424"/>
                    <a:ext cx="199" cy="116"/>
                  </a:xfrm>
                  <a:custGeom>
                    <a:avLst/>
                    <a:gdLst>
                      <a:gd name="T0" fmla="*/ 0 w 599"/>
                      <a:gd name="T1" fmla="*/ 0 h 347"/>
                      <a:gd name="T2" fmla="*/ 2 w 599"/>
                      <a:gd name="T3" fmla="*/ 1 h 347"/>
                      <a:gd name="T4" fmla="*/ 2 w 599"/>
                      <a:gd name="T5" fmla="*/ 1 h 347"/>
                      <a:gd name="T6" fmla="*/ 0 60000 65536"/>
                      <a:gd name="T7" fmla="*/ 0 60000 65536"/>
                      <a:gd name="T8" fmla="*/ 0 60000 65536"/>
                      <a:gd name="T9" fmla="*/ 0 w 599"/>
                      <a:gd name="T10" fmla="*/ 0 h 347"/>
                      <a:gd name="T11" fmla="*/ 599 w 599"/>
                      <a:gd name="T12" fmla="*/ 347 h 34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599" h="347">
                        <a:moveTo>
                          <a:pt x="0" y="0"/>
                        </a:moveTo>
                        <a:lnTo>
                          <a:pt x="598" y="347"/>
                        </a:lnTo>
                        <a:lnTo>
                          <a:pt x="599" y="347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9" name="Freeform 108"/>
                  <p:cNvSpPr/>
                  <p:nvPr/>
                </p:nvSpPr>
                <p:spPr bwMode="auto">
                  <a:xfrm>
                    <a:off x="2876" y="2552"/>
                    <a:ext cx="5" cy="4"/>
                  </a:xfrm>
                  <a:custGeom>
                    <a:avLst/>
                    <a:gdLst>
                      <a:gd name="T0" fmla="*/ 0 w 16"/>
                      <a:gd name="T1" fmla="*/ 0 h 10"/>
                      <a:gd name="T2" fmla="*/ 0 w 16"/>
                      <a:gd name="T3" fmla="*/ 0 h 10"/>
                      <a:gd name="T4" fmla="*/ 0 w 16"/>
                      <a:gd name="T5" fmla="*/ 0 h 10"/>
                      <a:gd name="T6" fmla="*/ 0 60000 65536"/>
                      <a:gd name="T7" fmla="*/ 0 60000 65536"/>
                      <a:gd name="T8" fmla="*/ 0 60000 65536"/>
                      <a:gd name="T9" fmla="*/ 0 w 16"/>
                      <a:gd name="T10" fmla="*/ 0 h 10"/>
                      <a:gd name="T11" fmla="*/ 16 w 16"/>
                      <a:gd name="T12" fmla="*/ 10 h 1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6" h="10">
                        <a:moveTo>
                          <a:pt x="0" y="0"/>
                        </a:moveTo>
                        <a:lnTo>
                          <a:pt x="15" y="10"/>
                        </a:lnTo>
                        <a:lnTo>
                          <a:pt x="16" y="1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0" name="Freeform 109"/>
                  <p:cNvSpPr/>
                  <p:nvPr/>
                </p:nvSpPr>
                <p:spPr bwMode="auto">
                  <a:xfrm>
                    <a:off x="2899" y="2566"/>
                    <a:ext cx="356" cy="206"/>
                  </a:xfrm>
                  <a:custGeom>
                    <a:avLst/>
                    <a:gdLst>
                      <a:gd name="T0" fmla="*/ 0 w 1069"/>
                      <a:gd name="T1" fmla="*/ 0 h 618"/>
                      <a:gd name="T2" fmla="*/ 4 w 1069"/>
                      <a:gd name="T3" fmla="*/ 3 h 618"/>
                      <a:gd name="T4" fmla="*/ 4 w 1069"/>
                      <a:gd name="T5" fmla="*/ 3 h 618"/>
                      <a:gd name="T6" fmla="*/ 0 60000 65536"/>
                      <a:gd name="T7" fmla="*/ 0 60000 65536"/>
                      <a:gd name="T8" fmla="*/ 0 60000 65536"/>
                      <a:gd name="T9" fmla="*/ 0 w 1069"/>
                      <a:gd name="T10" fmla="*/ 0 h 618"/>
                      <a:gd name="T11" fmla="*/ 1069 w 1069"/>
                      <a:gd name="T12" fmla="*/ 618 h 61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069" h="618">
                        <a:moveTo>
                          <a:pt x="0" y="0"/>
                        </a:moveTo>
                        <a:lnTo>
                          <a:pt x="1068" y="618"/>
                        </a:lnTo>
                        <a:lnTo>
                          <a:pt x="1069" y="618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grpSp>
          <p:nvGrpSpPr>
            <p:cNvPr id="53" name="Group 110"/>
            <p:cNvGrpSpPr/>
            <p:nvPr/>
          </p:nvGrpSpPr>
          <p:grpSpPr bwMode="auto">
            <a:xfrm>
              <a:off x="1075" y="1293"/>
              <a:ext cx="1700" cy="2078"/>
              <a:chOff x="1878" y="1111"/>
              <a:chExt cx="1700" cy="2078"/>
            </a:xfrm>
          </p:grpSpPr>
          <p:sp>
            <p:nvSpPr>
              <p:cNvPr id="54" name="Freeform 111"/>
              <p:cNvSpPr/>
              <p:nvPr/>
            </p:nvSpPr>
            <p:spPr bwMode="auto">
              <a:xfrm>
                <a:off x="1878" y="1111"/>
                <a:ext cx="1700" cy="2078"/>
              </a:xfrm>
              <a:custGeom>
                <a:avLst/>
                <a:gdLst>
                  <a:gd name="T0" fmla="*/ 11 w 1700"/>
                  <a:gd name="T1" fmla="*/ 966 h 2078"/>
                  <a:gd name="T2" fmla="*/ 1700 w 1700"/>
                  <a:gd name="T3" fmla="*/ 0 h 2078"/>
                  <a:gd name="T4" fmla="*/ 1700 w 1700"/>
                  <a:gd name="T5" fmla="*/ 1100 h 2078"/>
                  <a:gd name="T6" fmla="*/ 0 w 1700"/>
                  <a:gd name="T7" fmla="*/ 2078 h 2078"/>
                  <a:gd name="T8" fmla="*/ 11 w 1700"/>
                  <a:gd name="T9" fmla="*/ 966 h 207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00"/>
                  <a:gd name="T16" fmla="*/ 0 h 2078"/>
                  <a:gd name="T17" fmla="*/ 1700 w 1700"/>
                  <a:gd name="T18" fmla="*/ 2078 h 207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00" h="2078">
                    <a:moveTo>
                      <a:pt x="11" y="966"/>
                    </a:moveTo>
                    <a:lnTo>
                      <a:pt x="1700" y="0"/>
                    </a:lnTo>
                    <a:lnTo>
                      <a:pt x="1700" y="1100"/>
                    </a:lnTo>
                    <a:lnTo>
                      <a:pt x="0" y="2078"/>
                    </a:lnTo>
                    <a:lnTo>
                      <a:pt x="11" y="966"/>
                    </a:lnTo>
                    <a:close/>
                  </a:path>
                </a:pathLst>
              </a:custGeom>
              <a:solidFill>
                <a:srgbClr val="CCCCFF">
                  <a:alpha val="50195"/>
                </a:srgbClr>
              </a:solidFill>
              <a:ln w="12700">
                <a:solidFill>
                  <a:srgbClr val="000000"/>
                </a:solidFill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55" name="Group 112"/>
              <p:cNvGrpSpPr/>
              <p:nvPr/>
            </p:nvGrpSpPr>
            <p:grpSpPr bwMode="auto">
              <a:xfrm>
                <a:off x="2178" y="1494"/>
                <a:ext cx="1100" cy="1388"/>
                <a:chOff x="2178" y="1494"/>
                <a:chExt cx="1100" cy="1388"/>
              </a:xfrm>
            </p:grpSpPr>
            <p:sp>
              <p:nvSpPr>
                <p:cNvPr id="56" name="Freeform 113"/>
                <p:cNvSpPr/>
                <p:nvPr/>
              </p:nvSpPr>
              <p:spPr bwMode="auto">
                <a:xfrm>
                  <a:off x="3082" y="1660"/>
                  <a:ext cx="42" cy="82"/>
                </a:xfrm>
                <a:custGeom>
                  <a:avLst/>
                  <a:gdLst>
                    <a:gd name="T0" fmla="*/ 0 w 42"/>
                    <a:gd name="T1" fmla="*/ 0 h 82"/>
                    <a:gd name="T2" fmla="*/ 0 w 42"/>
                    <a:gd name="T3" fmla="*/ 82 h 82"/>
                    <a:gd name="T4" fmla="*/ 8 w 42"/>
                    <a:gd name="T5" fmla="*/ 68 h 82"/>
                    <a:gd name="T6" fmla="*/ 8 w 42"/>
                    <a:gd name="T7" fmla="*/ 48 h 82"/>
                    <a:gd name="T8" fmla="*/ 42 w 42"/>
                    <a:gd name="T9" fmla="*/ 28 h 82"/>
                    <a:gd name="T10" fmla="*/ 0 w 42"/>
                    <a:gd name="T11" fmla="*/ 0 h 8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2"/>
                    <a:gd name="T19" fmla="*/ 0 h 82"/>
                    <a:gd name="T20" fmla="*/ 42 w 42"/>
                    <a:gd name="T21" fmla="*/ 82 h 82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2" h="82">
                      <a:moveTo>
                        <a:pt x="0" y="0"/>
                      </a:moveTo>
                      <a:lnTo>
                        <a:pt x="0" y="82"/>
                      </a:lnTo>
                      <a:lnTo>
                        <a:pt x="8" y="68"/>
                      </a:lnTo>
                      <a:lnTo>
                        <a:pt x="8" y="48"/>
                      </a:lnTo>
                      <a:lnTo>
                        <a:pt x="42" y="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7" name="Freeform 114"/>
                <p:cNvSpPr/>
                <p:nvPr/>
              </p:nvSpPr>
              <p:spPr bwMode="auto">
                <a:xfrm>
                  <a:off x="3112" y="1542"/>
                  <a:ext cx="62" cy="148"/>
                </a:xfrm>
                <a:custGeom>
                  <a:avLst/>
                  <a:gdLst>
                    <a:gd name="T0" fmla="*/ 0 w 62"/>
                    <a:gd name="T1" fmla="*/ 0 h 148"/>
                    <a:gd name="T2" fmla="*/ 2 w 62"/>
                    <a:gd name="T3" fmla="*/ 106 h 148"/>
                    <a:gd name="T4" fmla="*/ 26 w 62"/>
                    <a:gd name="T5" fmla="*/ 122 h 148"/>
                    <a:gd name="T6" fmla="*/ 50 w 62"/>
                    <a:gd name="T7" fmla="*/ 148 h 148"/>
                    <a:gd name="T8" fmla="*/ 62 w 62"/>
                    <a:gd name="T9" fmla="*/ 100 h 148"/>
                    <a:gd name="T10" fmla="*/ 58 w 62"/>
                    <a:gd name="T11" fmla="*/ 66 h 148"/>
                    <a:gd name="T12" fmla="*/ 46 w 62"/>
                    <a:gd name="T13" fmla="*/ 32 h 148"/>
                    <a:gd name="T14" fmla="*/ 0 w 62"/>
                    <a:gd name="T15" fmla="*/ 0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62"/>
                    <a:gd name="T25" fmla="*/ 0 h 148"/>
                    <a:gd name="T26" fmla="*/ 62 w 62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62" h="148">
                      <a:moveTo>
                        <a:pt x="0" y="0"/>
                      </a:moveTo>
                      <a:lnTo>
                        <a:pt x="2" y="106"/>
                      </a:lnTo>
                      <a:lnTo>
                        <a:pt x="26" y="122"/>
                      </a:lnTo>
                      <a:lnTo>
                        <a:pt x="50" y="148"/>
                      </a:lnTo>
                      <a:lnTo>
                        <a:pt x="62" y="100"/>
                      </a:lnTo>
                      <a:lnTo>
                        <a:pt x="58" y="66"/>
                      </a:lnTo>
                      <a:lnTo>
                        <a:pt x="46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765E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8" name="Freeform 115"/>
                <p:cNvSpPr/>
                <p:nvPr/>
              </p:nvSpPr>
              <p:spPr bwMode="auto">
                <a:xfrm>
                  <a:off x="2178" y="2098"/>
                  <a:ext cx="1016" cy="497"/>
                </a:xfrm>
                <a:custGeom>
                  <a:avLst/>
                  <a:gdLst>
                    <a:gd name="T0" fmla="*/ 0 w 1016"/>
                    <a:gd name="T1" fmla="*/ 408 h 497"/>
                    <a:gd name="T2" fmla="*/ 120 w 1016"/>
                    <a:gd name="T3" fmla="*/ 336 h 497"/>
                    <a:gd name="T4" fmla="*/ 124 w 1016"/>
                    <a:gd name="T5" fmla="*/ 304 h 497"/>
                    <a:gd name="T6" fmla="*/ 124 w 1016"/>
                    <a:gd name="T7" fmla="*/ 268 h 497"/>
                    <a:gd name="T8" fmla="*/ 116 w 1016"/>
                    <a:gd name="T9" fmla="*/ 220 h 497"/>
                    <a:gd name="T10" fmla="*/ 200 w 1016"/>
                    <a:gd name="T11" fmla="*/ 176 h 497"/>
                    <a:gd name="T12" fmla="*/ 248 w 1016"/>
                    <a:gd name="T13" fmla="*/ 192 h 497"/>
                    <a:gd name="T14" fmla="*/ 300 w 1016"/>
                    <a:gd name="T15" fmla="*/ 204 h 497"/>
                    <a:gd name="T16" fmla="*/ 356 w 1016"/>
                    <a:gd name="T17" fmla="*/ 196 h 497"/>
                    <a:gd name="T18" fmla="*/ 396 w 1016"/>
                    <a:gd name="T19" fmla="*/ 180 h 497"/>
                    <a:gd name="T20" fmla="*/ 420 w 1016"/>
                    <a:gd name="T21" fmla="*/ 160 h 497"/>
                    <a:gd name="T22" fmla="*/ 404 w 1016"/>
                    <a:gd name="T23" fmla="*/ 60 h 497"/>
                    <a:gd name="T24" fmla="*/ 500 w 1016"/>
                    <a:gd name="T25" fmla="*/ 4 h 497"/>
                    <a:gd name="T26" fmla="*/ 1016 w 1016"/>
                    <a:gd name="T27" fmla="*/ 0 h 497"/>
                    <a:gd name="T28" fmla="*/ 156 w 1016"/>
                    <a:gd name="T29" fmla="*/ 497 h 497"/>
                    <a:gd name="T30" fmla="*/ 0 w 1016"/>
                    <a:gd name="T31" fmla="*/ 408 h 49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1016"/>
                    <a:gd name="T49" fmla="*/ 0 h 497"/>
                    <a:gd name="T50" fmla="*/ 1016 w 1016"/>
                    <a:gd name="T51" fmla="*/ 497 h 497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1016" h="497">
                      <a:moveTo>
                        <a:pt x="0" y="408"/>
                      </a:moveTo>
                      <a:lnTo>
                        <a:pt x="120" y="336"/>
                      </a:lnTo>
                      <a:lnTo>
                        <a:pt x="124" y="304"/>
                      </a:lnTo>
                      <a:lnTo>
                        <a:pt x="124" y="268"/>
                      </a:lnTo>
                      <a:lnTo>
                        <a:pt x="116" y="220"/>
                      </a:lnTo>
                      <a:lnTo>
                        <a:pt x="200" y="176"/>
                      </a:lnTo>
                      <a:lnTo>
                        <a:pt x="248" y="192"/>
                      </a:lnTo>
                      <a:lnTo>
                        <a:pt x="300" y="204"/>
                      </a:lnTo>
                      <a:lnTo>
                        <a:pt x="356" y="196"/>
                      </a:lnTo>
                      <a:lnTo>
                        <a:pt x="396" y="180"/>
                      </a:lnTo>
                      <a:lnTo>
                        <a:pt x="420" y="160"/>
                      </a:lnTo>
                      <a:lnTo>
                        <a:pt x="404" y="60"/>
                      </a:lnTo>
                      <a:lnTo>
                        <a:pt x="500" y="4"/>
                      </a:lnTo>
                      <a:lnTo>
                        <a:pt x="1016" y="0"/>
                      </a:lnTo>
                      <a:lnTo>
                        <a:pt x="156" y="497"/>
                      </a:lnTo>
                      <a:lnTo>
                        <a:pt x="0" y="40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C5200"/>
                    </a:gs>
                    <a:gs pos="100000">
                      <a:srgbClr val="FF6600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9" name="Freeform 116"/>
                <p:cNvSpPr/>
                <p:nvPr/>
              </p:nvSpPr>
              <p:spPr bwMode="auto">
                <a:xfrm>
                  <a:off x="3087" y="1666"/>
                  <a:ext cx="38" cy="22"/>
                </a:xfrm>
                <a:custGeom>
                  <a:avLst/>
                  <a:gdLst>
                    <a:gd name="T0" fmla="*/ 0 w 115"/>
                    <a:gd name="T1" fmla="*/ 0 h 66"/>
                    <a:gd name="T2" fmla="*/ 0 w 115"/>
                    <a:gd name="T3" fmla="*/ 0 h 66"/>
                    <a:gd name="T4" fmla="*/ 0 w 115"/>
                    <a:gd name="T5" fmla="*/ 0 h 66"/>
                    <a:gd name="T6" fmla="*/ 0 60000 65536"/>
                    <a:gd name="T7" fmla="*/ 0 60000 65536"/>
                    <a:gd name="T8" fmla="*/ 0 60000 65536"/>
                    <a:gd name="T9" fmla="*/ 0 w 115"/>
                    <a:gd name="T10" fmla="*/ 0 h 66"/>
                    <a:gd name="T11" fmla="*/ 115 w 115"/>
                    <a:gd name="T12" fmla="*/ 66 h 6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5" h="66">
                      <a:moveTo>
                        <a:pt x="0" y="0"/>
                      </a:moveTo>
                      <a:lnTo>
                        <a:pt x="113" y="66"/>
                      </a:lnTo>
                      <a:lnTo>
                        <a:pt x="115" y="66"/>
                      </a:lnTo>
                    </a:path>
                  </a:pathLst>
                </a:custGeom>
                <a:noFill/>
                <a:ln w="0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0" name="Freeform 117"/>
                <p:cNvSpPr/>
                <p:nvPr/>
              </p:nvSpPr>
              <p:spPr bwMode="auto">
                <a:xfrm>
                  <a:off x="3066" y="1644"/>
                  <a:ext cx="96" cy="117"/>
                </a:xfrm>
                <a:custGeom>
                  <a:avLst/>
                  <a:gdLst>
                    <a:gd name="T0" fmla="*/ 27 w 96"/>
                    <a:gd name="T1" fmla="*/ 63 h 117"/>
                    <a:gd name="T2" fmla="*/ 18 w 96"/>
                    <a:gd name="T3" fmla="*/ 96 h 117"/>
                    <a:gd name="T4" fmla="*/ 0 w 96"/>
                    <a:gd name="T5" fmla="*/ 117 h 117"/>
                    <a:gd name="T6" fmla="*/ 38 w 96"/>
                    <a:gd name="T7" fmla="*/ 104 h 117"/>
                    <a:gd name="T8" fmla="*/ 64 w 96"/>
                    <a:gd name="T9" fmla="*/ 90 h 117"/>
                    <a:gd name="T10" fmla="*/ 84 w 96"/>
                    <a:gd name="T11" fmla="*/ 69 h 117"/>
                    <a:gd name="T12" fmla="*/ 96 w 96"/>
                    <a:gd name="T13" fmla="*/ 42 h 117"/>
                    <a:gd name="T14" fmla="*/ 74 w 96"/>
                    <a:gd name="T15" fmla="*/ 18 h 117"/>
                    <a:gd name="T16" fmla="*/ 50 w 96"/>
                    <a:gd name="T17" fmla="*/ 0 h 117"/>
                    <a:gd name="T18" fmla="*/ 14 w 96"/>
                    <a:gd name="T19" fmla="*/ 18 h 117"/>
                    <a:gd name="T20" fmla="*/ 52 w 96"/>
                    <a:gd name="T21" fmla="*/ 40 h 117"/>
                    <a:gd name="T22" fmla="*/ 27 w 96"/>
                    <a:gd name="T23" fmla="*/ 63 h 117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96"/>
                    <a:gd name="T37" fmla="*/ 0 h 117"/>
                    <a:gd name="T38" fmla="*/ 96 w 96"/>
                    <a:gd name="T39" fmla="*/ 117 h 117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96" h="117">
                      <a:moveTo>
                        <a:pt x="27" y="63"/>
                      </a:moveTo>
                      <a:lnTo>
                        <a:pt x="18" y="96"/>
                      </a:lnTo>
                      <a:lnTo>
                        <a:pt x="0" y="117"/>
                      </a:lnTo>
                      <a:lnTo>
                        <a:pt x="38" y="104"/>
                      </a:lnTo>
                      <a:lnTo>
                        <a:pt x="64" y="90"/>
                      </a:lnTo>
                      <a:lnTo>
                        <a:pt x="84" y="69"/>
                      </a:lnTo>
                      <a:lnTo>
                        <a:pt x="96" y="42"/>
                      </a:lnTo>
                      <a:lnTo>
                        <a:pt x="74" y="18"/>
                      </a:lnTo>
                      <a:lnTo>
                        <a:pt x="50" y="0"/>
                      </a:lnTo>
                      <a:lnTo>
                        <a:pt x="14" y="18"/>
                      </a:lnTo>
                      <a:lnTo>
                        <a:pt x="52" y="40"/>
                      </a:lnTo>
                      <a:lnTo>
                        <a:pt x="27" y="63"/>
                      </a:lnTo>
                      <a:close/>
                    </a:path>
                  </a:pathLst>
                </a:custGeom>
                <a:solidFill>
                  <a:srgbClr val="FFCCFF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" name="Freeform 118"/>
                <p:cNvSpPr/>
                <p:nvPr/>
              </p:nvSpPr>
              <p:spPr bwMode="auto">
                <a:xfrm>
                  <a:off x="2294" y="2330"/>
                  <a:ext cx="24" cy="116"/>
                </a:xfrm>
                <a:custGeom>
                  <a:avLst/>
                  <a:gdLst>
                    <a:gd name="T0" fmla="*/ 0 w 24"/>
                    <a:gd name="T1" fmla="*/ 0 h 116"/>
                    <a:gd name="T2" fmla="*/ 24 w 24"/>
                    <a:gd name="T3" fmla="*/ 36 h 116"/>
                    <a:gd name="T4" fmla="*/ 24 w 24"/>
                    <a:gd name="T5" fmla="*/ 64 h 116"/>
                    <a:gd name="T6" fmla="*/ 12 w 24"/>
                    <a:gd name="T7" fmla="*/ 92 h 116"/>
                    <a:gd name="T8" fmla="*/ 0 w 24"/>
                    <a:gd name="T9" fmla="*/ 116 h 116"/>
                    <a:gd name="T10" fmla="*/ 0 w 24"/>
                    <a:gd name="T11" fmla="*/ 0 h 11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4"/>
                    <a:gd name="T19" fmla="*/ 0 h 116"/>
                    <a:gd name="T20" fmla="*/ 24 w 24"/>
                    <a:gd name="T21" fmla="*/ 116 h 11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4" h="116">
                      <a:moveTo>
                        <a:pt x="0" y="0"/>
                      </a:moveTo>
                      <a:lnTo>
                        <a:pt x="24" y="36"/>
                      </a:lnTo>
                      <a:lnTo>
                        <a:pt x="24" y="64"/>
                      </a:lnTo>
                      <a:lnTo>
                        <a:pt x="12" y="92"/>
                      </a:lnTo>
                      <a:lnTo>
                        <a:pt x="0" y="11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765E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2" name="Freeform 119"/>
                <p:cNvSpPr/>
                <p:nvPr/>
              </p:nvSpPr>
              <p:spPr bwMode="auto">
                <a:xfrm>
                  <a:off x="2574" y="2172"/>
                  <a:ext cx="36" cy="102"/>
                </a:xfrm>
                <a:custGeom>
                  <a:avLst/>
                  <a:gdLst>
                    <a:gd name="T0" fmla="*/ 0 w 36"/>
                    <a:gd name="T1" fmla="*/ 0 h 102"/>
                    <a:gd name="T2" fmla="*/ 8 w 36"/>
                    <a:gd name="T3" fmla="*/ 102 h 102"/>
                    <a:gd name="T4" fmla="*/ 32 w 36"/>
                    <a:gd name="T5" fmla="*/ 82 h 102"/>
                    <a:gd name="T6" fmla="*/ 36 w 36"/>
                    <a:gd name="T7" fmla="*/ 50 h 102"/>
                    <a:gd name="T8" fmla="*/ 24 w 36"/>
                    <a:gd name="T9" fmla="*/ 24 h 102"/>
                    <a:gd name="T10" fmla="*/ 0 w 36"/>
                    <a:gd name="T11" fmla="*/ 0 h 10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6"/>
                    <a:gd name="T19" fmla="*/ 0 h 102"/>
                    <a:gd name="T20" fmla="*/ 36 w 36"/>
                    <a:gd name="T21" fmla="*/ 102 h 102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6" h="102">
                      <a:moveTo>
                        <a:pt x="0" y="0"/>
                      </a:moveTo>
                      <a:lnTo>
                        <a:pt x="8" y="102"/>
                      </a:lnTo>
                      <a:lnTo>
                        <a:pt x="32" y="82"/>
                      </a:lnTo>
                      <a:lnTo>
                        <a:pt x="36" y="50"/>
                      </a:lnTo>
                      <a:lnTo>
                        <a:pt x="24" y="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C9900"/>
                    </a:gs>
                    <a:gs pos="100000">
                      <a:srgbClr val="261D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" name="Freeform 120"/>
                <p:cNvSpPr/>
                <p:nvPr/>
              </p:nvSpPr>
              <p:spPr bwMode="auto">
                <a:xfrm>
                  <a:off x="2330" y="1634"/>
                  <a:ext cx="944" cy="1248"/>
                </a:xfrm>
                <a:custGeom>
                  <a:avLst/>
                  <a:gdLst>
                    <a:gd name="T0" fmla="*/ 348 w 944"/>
                    <a:gd name="T1" fmla="*/ 160 h 1248"/>
                    <a:gd name="T2" fmla="*/ 348 w 944"/>
                    <a:gd name="T3" fmla="*/ 468 h 1248"/>
                    <a:gd name="T4" fmla="*/ 412 w 944"/>
                    <a:gd name="T5" fmla="*/ 496 h 1248"/>
                    <a:gd name="T6" fmla="*/ 520 w 944"/>
                    <a:gd name="T7" fmla="*/ 524 h 1248"/>
                    <a:gd name="T8" fmla="*/ 616 w 944"/>
                    <a:gd name="T9" fmla="*/ 532 h 1248"/>
                    <a:gd name="T10" fmla="*/ 700 w 944"/>
                    <a:gd name="T11" fmla="*/ 520 h 1248"/>
                    <a:gd name="T12" fmla="*/ 776 w 944"/>
                    <a:gd name="T13" fmla="*/ 500 h 1248"/>
                    <a:gd name="T14" fmla="*/ 860 w 944"/>
                    <a:gd name="T15" fmla="*/ 464 h 1248"/>
                    <a:gd name="T16" fmla="*/ 0 w 944"/>
                    <a:gd name="T17" fmla="*/ 961 h 1248"/>
                    <a:gd name="T18" fmla="*/ 0 w 944"/>
                    <a:gd name="T19" fmla="*/ 1248 h 1248"/>
                    <a:gd name="T20" fmla="*/ 853 w 944"/>
                    <a:gd name="T21" fmla="*/ 756 h 1248"/>
                    <a:gd name="T22" fmla="*/ 900 w 944"/>
                    <a:gd name="T23" fmla="*/ 712 h 1248"/>
                    <a:gd name="T24" fmla="*/ 936 w 944"/>
                    <a:gd name="T25" fmla="*/ 672 h 1248"/>
                    <a:gd name="T26" fmla="*/ 944 w 944"/>
                    <a:gd name="T27" fmla="*/ 636 h 1248"/>
                    <a:gd name="T28" fmla="*/ 944 w 944"/>
                    <a:gd name="T29" fmla="*/ 604 h 1248"/>
                    <a:gd name="T30" fmla="*/ 944 w 944"/>
                    <a:gd name="T31" fmla="*/ 0 h 1248"/>
                    <a:gd name="T32" fmla="*/ 776 w 944"/>
                    <a:gd name="T33" fmla="*/ 160 h 1248"/>
                    <a:gd name="T34" fmla="*/ 532 w 944"/>
                    <a:gd name="T35" fmla="*/ 188 h 1248"/>
                    <a:gd name="T36" fmla="*/ 348 w 944"/>
                    <a:gd name="T37" fmla="*/ 160 h 1248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944"/>
                    <a:gd name="T58" fmla="*/ 0 h 1248"/>
                    <a:gd name="T59" fmla="*/ 944 w 944"/>
                    <a:gd name="T60" fmla="*/ 1248 h 1248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944" h="1248">
                      <a:moveTo>
                        <a:pt x="348" y="160"/>
                      </a:moveTo>
                      <a:lnTo>
                        <a:pt x="348" y="468"/>
                      </a:lnTo>
                      <a:lnTo>
                        <a:pt x="412" y="496"/>
                      </a:lnTo>
                      <a:lnTo>
                        <a:pt x="520" y="524"/>
                      </a:lnTo>
                      <a:lnTo>
                        <a:pt x="616" y="532"/>
                      </a:lnTo>
                      <a:lnTo>
                        <a:pt x="700" y="520"/>
                      </a:lnTo>
                      <a:lnTo>
                        <a:pt x="776" y="500"/>
                      </a:lnTo>
                      <a:lnTo>
                        <a:pt x="860" y="464"/>
                      </a:lnTo>
                      <a:lnTo>
                        <a:pt x="0" y="961"/>
                      </a:lnTo>
                      <a:lnTo>
                        <a:pt x="0" y="1248"/>
                      </a:lnTo>
                      <a:lnTo>
                        <a:pt x="853" y="756"/>
                      </a:lnTo>
                      <a:lnTo>
                        <a:pt x="900" y="712"/>
                      </a:lnTo>
                      <a:lnTo>
                        <a:pt x="936" y="672"/>
                      </a:lnTo>
                      <a:lnTo>
                        <a:pt x="944" y="636"/>
                      </a:lnTo>
                      <a:lnTo>
                        <a:pt x="944" y="604"/>
                      </a:lnTo>
                      <a:lnTo>
                        <a:pt x="944" y="0"/>
                      </a:lnTo>
                      <a:lnTo>
                        <a:pt x="776" y="160"/>
                      </a:lnTo>
                      <a:lnTo>
                        <a:pt x="532" y="188"/>
                      </a:lnTo>
                      <a:lnTo>
                        <a:pt x="348" y="16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80000"/>
                    </a:gs>
                    <a:gs pos="50000">
                      <a:srgbClr val="CC0000"/>
                    </a:gs>
                    <a:gs pos="100000">
                      <a:srgbClr val="7800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" name="Freeform 121"/>
                <p:cNvSpPr/>
                <p:nvPr/>
              </p:nvSpPr>
              <p:spPr bwMode="auto">
                <a:xfrm>
                  <a:off x="2676" y="1494"/>
                  <a:ext cx="602" cy="368"/>
                </a:xfrm>
                <a:custGeom>
                  <a:avLst/>
                  <a:gdLst>
                    <a:gd name="T0" fmla="*/ 0 w 602"/>
                    <a:gd name="T1" fmla="*/ 294 h 368"/>
                    <a:gd name="T2" fmla="*/ 82 w 602"/>
                    <a:gd name="T3" fmla="*/ 250 h 368"/>
                    <a:gd name="T4" fmla="*/ 144 w 602"/>
                    <a:gd name="T5" fmla="*/ 276 h 368"/>
                    <a:gd name="T6" fmla="*/ 198 w 602"/>
                    <a:gd name="T7" fmla="*/ 288 h 368"/>
                    <a:gd name="T8" fmla="*/ 264 w 602"/>
                    <a:gd name="T9" fmla="*/ 294 h 368"/>
                    <a:gd name="T10" fmla="*/ 324 w 602"/>
                    <a:gd name="T11" fmla="*/ 290 h 368"/>
                    <a:gd name="T12" fmla="*/ 370 w 602"/>
                    <a:gd name="T13" fmla="*/ 276 h 368"/>
                    <a:gd name="T14" fmla="*/ 430 w 602"/>
                    <a:gd name="T15" fmla="*/ 248 h 368"/>
                    <a:gd name="T16" fmla="*/ 458 w 602"/>
                    <a:gd name="T17" fmla="*/ 224 h 368"/>
                    <a:gd name="T18" fmla="*/ 488 w 602"/>
                    <a:gd name="T19" fmla="*/ 192 h 368"/>
                    <a:gd name="T20" fmla="*/ 496 w 602"/>
                    <a:gd name="T21" fmla="*/ 136 h 368"/>
                    <a:gd name="T22" fmla="*/ 490 w 602"/>
                    <a:gd name="T23" fmla="*/ 102 h 368"/>
                    <a:gd name="T24" fmla="*/ 472 w 602"/>
                    <a:gd name="T25" fmla="*/ 78 h 368"/>
                    <a:gd name="T26" fmla="*/ 434 w 602"/>
                    <a:gd name="T27" fmla="*/ 48 h 368"/>
                    <a:gd name="T28" fmla="*/ 516 w 602"/>
                    <a:gd name="T29" fmla="*/ 0 h 368"/>
                    <a:gd name="T30" fmla="*/ 558 w 602"/>
                    <a:gd name="T31" fmla="*/ 30 h 368"/>
                    <a:gd name="T32" fmla="*/ 574 w 602"/>
                    <a:gd name="T33" fmla="*/ 64 h 368"/>
                    <a:gd name="T34" fmla="*/ 594 w 602"/>
                    <a:gd name="T35" fmla="*/ 108 h 368"/>
                    <a:gd name="T36" fmla="*/ 602 w 602"/>
                    <a:gd name="T37" fmla="*/ 148 h 368"/>
                    <a:gd name="T38" fmla="*/ 590 w 602"/>
                    <a:gd name="T39" fmla="*/ 202 h 368"/>
                    <a:gd name="T40" fmla="*/ 576 w 602"/>
                    <a:gd name="T41" fmla="*/ 230 h 368"/>
                    <a:gd name="T42" fmla="*/ 540 w 602"/>
                    <a:gd name="T43" fmla="*/ 272 h 368"/>
                    <a:gd name="T44" fmla="*/ 500 w 602"/>
                    <a:gd name="T45" fmla="*/ 302 h 368"/>
                    <a:gd name="T46" fmla="*/ 426 w 602"/>
                    <a:gd name="T47" fmla="*/ 334 h 368"/>
                    <a:gd name="T48" fmla="*/ 350 w 602"/>
                    <a:gd name="T49" fmla="*/ 356 h 368"/>
                    <a:gd name="T50" fmla="*/ 258 w 602"/>
                    <a:gd name="T51" fmla="*/ 368 h 368"/>
                    <a:gd name="T52" fmla="*/ 166 w 602"/>
                    <a:gd name="T53" fmla="*/ 360 h 368"/>
                    <a:gd name="T54" fmla="*/ 70 w 602"/>
                    <a:gd name="T55" fmla="*/ 336 h 368"/>
                    <a:gd name="T56" fmla="*/ 0 w 602"/>
                    <a:gd name="T57" fmla="*/ 294 h 368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602"/>
                    <a:gd name="T88" fmla="*/ 0 h 368"/>
                    <a:gd name="T89" fmla="*/ 602 w 602"/>
                    <a:gd name="T90" fmla="*/ 368 h 368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602" h="368">
                      <a:moveTo>
                        <a:pt x="0" y="294"/>
                      </a:moveTo>
                      <a:lnTo>
                        <a:pt x="82" y="250"/>
                      </a:lnTo>
                      <a:lnTo>
                        <a:pt x="144" y="276"/>
                      </a:lnTo>
                      <a:lnTo>
                        <a:pt x="198" y="288"/>
                      </a:lnTo>
                      <a:lnTo>
                        <a:pt x="264" y="294"/>
                      </a:lnTo>
                      <a:lnTo>
                        <a:pt x="324" y="290"/>
                      </a:lnTo>
                      <a:lnTo>
                        <a:pt x="370" y="276"/>
                      </a:lnTo>
                      <a:lnTo>
                        <a:pt x="430" y="248"/>
                      </a:lnTo>
                      <a:lnTo>
                        <a:pt x="458" y="224"/>
                      </a:lnTo>
                      <a:lnTo>
                        <a:pt x="488" y="192"/>
                      </a:lnTo>
                      <a:lnTo>
                        <a:pt x="496" y="136"/>
                      </a:lnTo>
                      <a:lnTo>
                        <a:pt x="490" y="102"/>
                      </a:lnTo>
                      <a:lnTo>
                        <a:pt x="472" y="78"/>
                      </a:lnTo>
                      <a:lnTo>
                        <a:pt x="434" y="48"/>
                      </a:lnTo>
                      <a:lnTo>
                        <a:pt x="516" y="0"/>
                      </a:lnTo>
                      <a:lnTo>
                        <a:pt x="558" y="30"/>
                      </a:lnTo>
                      <a:lnTo>
                        <a:pt x="574" y="64"/>
                      </a:lnTo>
                      <a:lnTo>
                        <a:pt x="594" y="108"/>
                      </a:lnTo>
                      <a:lnTo>
                        <a:pt x="602" y="148"/>
                      </a:lnTo>
                      <a:lnTo>
                        <a:pt x="590" y="202"/>
                      </a:lnTo>
                      <a:lnTo>
                        <a:pt x="576" y="230"/>
                      </a:lnTo>
                      <a:lnTo>
                        <a:pt x="540" y="272"/>
                      </a:lnTo>
                      <a:lnTo>
                        <a:pt x="500" y="302"/>
                      </a:lnTo>
                      <a:lnTo>
                        <a:pt x="426" y="334"/>
                      </a:lnTo>
                      <a:lnTo>
                        <a:pt x="350" y="356"/>
                      </a:lnTo>
                      <a:lnTo>
                        <a:pt x="258" y="368"/>
                      </a:lnTo>
                      <a:lnTo>
                        <a:pt x="166" y="360"/>
                      </a:lnTo>
                      <a:lnTo>
                        <a:pt x="70" y="336"/>
                      </a:lnTo>
                      <a:lnTo>
                        <a:pt x="0" y="294"/>
                      </a:lnTo>
                      <a:close/>
                    </a:path>
                  </a:pathLst>
                </a:custGeom>
                <a:solidFill>
                  <a:srgbClr val="FF6600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" name="Freeform 122"/>
                <p:cNvSpPr/>
                <p:nvPr/>
              </p:nvSpPr>
              <p:spPr bwMode="auto">
                <a:xfrm>
                  <a:off x="2178" y="2506"/>
                  <a:ext cx="156" cy="376"/>
                </a:xfrm>
                <a:custGeom>
                  <a:avLst/>
                  <a:gdLst>
                    <a:gd name="T0" fmla="*/ 0 w 156"/>
                    <a:gd name="T1" fmla="*/ 0 h 376"/>
                    <a:gd name="T2" fmla="*/ 156 w 156"/>
                    <a:gd name="T3" fmla="*/ 88 h 376"/>
                    <a:gd name="T4" fmla="*/ 156 w 156"/>
                    <a:gd name="T5" fmla="*/ 376 h 376"/>
                    <a:gd name="T6" fmla="*/ 0 w 156"/>
                    <a:gd name="T7" fmla="*/ 288 h 376"/>
                    <a:gd name="T8" fmla="*/ 0 w 156"/>
                    <a:gd name="T9" fmla="*/ 0 h 37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56"/>
                    <a:gd name="T16" fmla="*/ 0 h 376"/>
                    <a:gd name="T17" fmla="*/ 156 w 156"/>
                    <a:gd name="T18" fmla="*/ 376 h 37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56" h="376">
                      <a:moveTo>
                        <a:pt x="0" y="0"/>
                      </a:moveTo>
                      <a:lnTo>
                        <a:pt x="156" y="88"/>
                      </a:lnTo>
                      <a:lnTo>
                        <a:pt x="156" y="376"/>
                      </a:lnTo>
                      <a:lnTo>
                        <a:pt x="0" y="2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3399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</p:grpSp>
      </p:grpSp>
      <p:grpSp>
        <p:nvGrpSpPr>
          <p:cNvPr id="125" name="Group 123"/>
          <p:cNvGrpSpPr/>
          <p:nvPr/>
        </p:nvGrpSpPr>
        <p:grpSpPr bwMode="auto">
          <a:xfrm>
            <a:off x="6156896" y="1196752"/>
            <a:ext cx="5073650" cy="4984750"/>
            <a:chOff x="393" y="874"/>
            <a:chExt cx="3196" cy="3140"/>
          </a:xfrm>
        </p:grpSpPr>
        <p:grpSp>
          <p:nvGrpSpPr>
            <p:cNvPr id="126" name="Group 124"/>
            <p:cNvGrpSpPr/>
            <p:nvPr/>
          </p:nvGrpSpPr>
          <p:grpSpPr bwMode="auto">
            <a:xfrm>
              <a:off x="2489" y="2630"/>
              <a:ext cx="1100" cy="1384"/>
              <a:chOff x="3576" y="2308"/>
              <a:chExt cx="1100" cy="1384"/>
            </a:xfrm>
          </p:grpSpPr>
          <p:sp>
            <p:nvSpPr>
              <p:cNvPr id="187" name="Freeform 125"/>
              <p:cNvSpPr/>
              <p:nvPr/>
            </p:nvSpPr>
            <p:spPr bwMode="auto">
              <a:xfrm>
                <a:off x="4480" y="2470"/>
                <a:ext cx="42" cy="82"/>
              </a:xfrm>
              <a:custGeom>
                <a:avLst/>
                <a:gdLst>
                  <a:gd name="T0" fmla="*/ 0 w 42"/>
                  <a:gd name="T1" fmla="*/ 0 h 82"/>
                  <a:gd name="T2" fmla="*/ 0 w 42"/>
                  <a:gd name="T3" fmla="*/ 82 h 82"/>
                  <a:gd name="T4" fmla="*/ 8 w 42"/>
                  <a:gd name="T5" fmla="*/ 68 h 82"/>
                  <a:gd name="T6" fmla="*/ 8 w 42"/>
                  <a:gd name="T7" fmla="*/ 48 h 82"/>
                  <a:gd name="T8" fmla="*/ 42 w 42"/>
                  <a:gd name="T9" fmla="*/ 28 h 82"/>
                  <a:gd name="T10" fmla="*/ 0 w 42"/>
                  <a:gd name="T11" fmla="*/ 0 h 8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2"/>
                  <a:gd name="T19" fmla="*/ 0 h 82"/>
                  <a:gd name="T20" fmla="*/ 42 w 42"/>
                  <a:gd name="T21" fmla="*/ 82 h 8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2" h="82">
                    <a:moveTo>
                      <a:pt x="0" y="0"/>
                    </a:moveTo>
                    <a:lnTo>
                      <a:pt x="0" y="82"/>
                    </a:lnTo>
                    <a:lnTo>
                      <a:pt x="8" y="68"/>
                    </a:lnTo>
                    <a:lnTo>
                      <a:pt x="8" y="48"/>
                    </a:lnTo>
                    <a:lnTo>
                      <a:pt x="42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33CC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88" name="Freeform 126"/>
              <p:cNvSpPr/>
              <p:nvPr/>
            </p:nvSpPr>
            <p:spPr bwMode="auto">
              <a:xfrm>
                <a:off x="4510" y="2352"/>
                <a:ext cx="62" cy="148"/>
              </a:xfrm>
              <a:custGeom>
                <a:avLst/>
                <a:gdLst>
                  <a:gd name="T0" fmla="*/ 0 w 62"/>
                  <a:gd name="T1" fmla="*/ 0 h 148"/>
                  <a:gd name="T2" fmla="*/ 2 w 62"/>
                  <a:gd name="T3" fmla="*/ 106 h 148"/>
                  <a:gd name="T4" fmla="*/ 26 w 62"/>
                  <a:gd name="T5" fmla="*/ 122 h 148"/>
                  <a:gd name="T6" fmla="*/ 50 w 62"/>
                  <a:gd name="T7" fmla="*/ 148 h 148"/>
                  <a:gd name="T8" fmla="*/ 62 w 62"/>
                  <a:gd name="T9" fmla="*/ 100 h 148"/>
                  <a:gd name="T10" fmla="*/ 58 w 62"/>
                  <a:gd name="T11" fmla="*/ 66 h 148"/>
                  <a:gd name="T12" fmla="*/ 46 w 62"/>
                  <a:gd name="T13" fmla="*/ 32 h 148"/>
                  <a:gd name="T14" fmla="*/ 0 w 62"/>
                  <a:gd name="T15" fmla="*/ 0 h 14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2"/>
                  <a:gd name="T25" fmla="*/ 0 h 148"/>
                  <a:gd name="T26" fmla="*/ 62 w 62"/>
                  <a:gd name="T27" fmla="*/ 148 h 148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2" h="148">
                    <a:moveTo>
                      <a:pt x="0" y="0"/>
                    </a:moveTo>
                    <a:lnTo>
                      <a:pt x="2" y="106"/>
                    </a:lnTo>
                    <a:lnTo>
                      <a:pt x="26" y="122"/>
                    </a:lnTo>
                    <a:lnTo>
                      <a:pt x="50" y="148"/>
                    </a:lnTo>
                    <a:lnTo>
                      <a:pt x="62" y="100"/>
                    </a:lnTo>
                    <a:lnTo>
                      <a:pt x="58" y="66"/>
                    </a:lnTo>
                    <a:lnTo>
                      <a:pt x="46" y="3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00"/>
                  </a:gs>
                  <a:gs pos="100000">
                    <a:srgbClr val="765E00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89" name="Freeform 127"/>
              <p:cNvSpPr/>
              <p:nvPr/>
            </p:nvSpPr>
            <p:spPr bwMode="auto">
              <a:xfrm>
                <a:off x="3576" y="2908"/>
                <a:ext cx="1016" cy="497"/>
              </a:xfrm>
              <a:custGeom>
                <a:avLst/>
                <a:gdLst>
                  <a:gd name="T0" fmla="*/ 0 w 1016"/>
                  <a:gd name="T1" fmla="*/ 408 h 497"/>
                  <a:gd name="T2" fmla="*/ 120 w 1016"/>
                  <a:gd name="T3" fmla="*/ 336 h 497"/>
                  <a:gd name="T4" fmla="*/ 124 w 1016"/>
                  <a:gd name="T5" fmla="*/ 304 h 497"/>
                  <a:gd name="T6" fmla="*/ 124 w 1016"/>
                  <a:gd name="T7" fmla="*/ 268 h 497"/>
                  <a:gd name="T8" fmla="*/ 116 w 1016"/>
                  <a:gd name="T9" fmla="*/ 220 h 497"/>
                  <a:gd name="T10" fmla="*/ 200 w 1016"/>
                  <a:gd name="T11" fmla="*/ 176 h 497"/>
                  <a:gd name="T12" fmla="*/ 248 w 1016"/>
                  <a:gd name="T13" fmla="*/ 192 h 497"/>
                  <a:gd name="T14" fmla="*/ 300 w 1016"/>
                  <a:gd name="T15" fmla="*/ 204 h 497"/>
                  <a:gd name="T16" fmla="*/ 356 w 1016"/>
                  <a:gd name="T17" fmla="*/ 196 h 497"/>
                  <a:gd name="T18" fmla="*/ 396 w 1016"/>
                  <a:gd name="T19" fmla="*/ 180 h 497"/>
                  <a:gd name="T20" fmla="*/ 420 w 1016"/>
                  <a:gd name="T21" fmla="*/ 160 h 497"/>
                  <a:gd name="T22" fmla="*/ 404 w 1016"/>
                  <a:gd name="T23" fmla="*/ 60 h 497"/>
                  <a:gd name="T24" fmla="*/ 500 w 1016"/>
                  <a:gd name="T25" fmla="*/ 4 h 497"/>
                  <a:gd name="T26" fmla="*/ 1016 w 1016"/>
                  <a:gd name="T27" fmla="*/ 0 h 497"/>
                  <a:gd name="T28" fmla="*/ 156 w 1016"/>
                  <a:gd name="T29" fmla="*/ 497 h 497"/>
                  <a:gd name="T30" fmla="*/ 0 w 1016"/>
                  <a:gd name="T31" fmla="*/ 408 h 49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016"/>
                  <a:gd name="T49" fmla="*/ 0 h 497"/>
                  <a:gd name="T50" fmla="*/ 1016 w 1016"/>
                  <a:gd name="T51" fmla="*/ 497 h 49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016" h="497">
                    <a:moveTo>
                      <a:pt x="0" y="408"/>
                    </a:moveTo>
                    <a:lnTo>
                      <a:pt x="120" y="336"/>
                    </a:lnTo>
                    <a:lnTo>
                      <a:pt x="124" y="304"/>
                    </a:lnTo>
                    <a:lnTo>
                      <a:pt x="124" y="268"/>
                    </a:lnTo>
                    <a:lnTo>
                      <a:pt x="116" y="220"/>
                    </a:lnTo>
                    <a:lnTo>
                      <a:pt x="200" y="176"/>
                    </a:lnTo>
                    <a:lnTo>
                      <a:pt x="248" y="192"/>
                    </a:lnTo>
                    <a:lnTo>
                      <a:pt x="300" y="204"/>
                    </a:lnTo>
                    <a:lnTo>
                      <a:pt x="356" y="196"/>
                    </a:lnTo>
                    <a:lnTo>
                      <a:pt x="396" y="180"/>
                    </a:lnTo>
                    <a:lnTo>
                      <a:pt x="420" y="160"/>
                    </a:lnTo>
                    <a:lnTo>
                      <a:pt x="404" y="60"/>
                    </a:lnTo>
                    <a:lnTo>
                      <a:pt x="500" y="4"/>
                    </a:lnTo>
                    <a:lnTo>
                      <a:pt x="1016" y="0"/>
                    </a:lnTo>
                    <a:lnTo>
                      <a:pt x="156" y="497"/>
                    </a:lnTo>
                    <a:lnTo>
                      <a:pt x="0" y="40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C5200"/>
                  </a:gs>
                  <a:gs pos="100000">
                    <a:srgbClr val="FF6600"/>
                  </a:gs>
                </a:gsLst>
                <a:lin ang="54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90" name="Freeform 128"/>
              <p:cNvSpPr/>
              <p:nvPr/>
            </p:nvSpPr>
            <p:spPr bwMode="auto">
              <a:xfrm>
                <a:off x="4485" y="2476"/>
                <a:ext cx="38" cy="22"/>
              </a:xfrm>
              <a:custGeom>
                <a:avLst/>
                <a:gdLst>
                  <a:gd name="T0" fmla="*/ 0 w 115"/>
                  <a:gd name="T1" fmla="*/ 0 h 66"/>
                  <a:gd name="T2" fmla="*/ 0 w 115"/>
                  <a:gd name="T3" fmla="*/ 0 h 66"/>
                  <a:gd name="T4" fmla="*/ 0 w 115"/>
                  <a:gd name="T5" fmla="*/ 0 h 66"/>
                  <a:gd name="T6" fmla="*/ 0 60000 65536"/>
                  <a:gd name="T7" fmla="*/ 0 60000 65536"/>
                  <a:gd name="T8" fmla="*/ 0 60000 65536"/>
                  <a:gd name="T9" fmla="*/ 0 w 115"/>
                  <a:gd name="T10" fmla="*/ 0 h 66"/>
                  <a:gd name="T11" fmla="*/ 115 w 115"/>
                  <a:gd name="T12" fmla="*/ 66 h 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5" h="66">
                    <a:moveTo>
                      <a:pt x="0" y="0"/>
                    </a:moveTo>
                    <a:lnTo>
                      <a:pt x="113" y="66"/>
                    </a:lnTo>
                    <a:lnTo>
                      <a:pt x="115" y="66"/>
                    </a:lnTo>
                  </a:path>
                </a:pathLst>
              </a:custGeom>
              <a:noFill/>
              <a:ln w="0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91" name="Freeform 129"/>
              <p:cNvSpPr/>
              <p:nvPr/>
            </p:nvSpPr>
            <p:spPr bwMode="auto">
              <a:xfrm>
                <a:off x="4464" y="2454"/>
                <a:ext cx="96" cy="117"/>
              </a:xfrm>
              <a:custGeom>
                <a:avLst/>
                <a:gdLst>
                  <a:gd name="T0" fmla="*/ 27 w 96"/>
                  <a:gd name="T1" fmla="*/ 63 h 117"/>
                  <a:gd name="T2" fmla="*/ 18 w 96"/>
                  <a:gd name="T3" fmla="*/ 96 h 117"/>
                  <a:gd name="T4" fmla="*/ 0 w 96"/>
                  <a:gd name="T5" fmla="*/ 117 h 117"/>
                  <a:gd name="T6" fmla="*/ 38 w 96"/>
                  <a:gd name="T7" fmla="*/ 104 h 117"/>
                  <a:gd name="T8" fmla="*/ 64 w 96"/>
                  <a:gd name="T9" fmla="*/ 90 h 117"/>
                  <a:gd name="T10" fmla="*/ 84 w 96"/>
                  <a:gd name="T11" fmla="*/ 69 h 117"/>
                  <a:gd name="T12" fmla="*/ 96 w 96"/>
                  <a:gd name="T13" fmla="*/ 42 h 117"/>
                  <a:gd name="T14" fmla="*/ 74 w 96"/>
                  <a:gd name="T15" fmla="*/ 18 h 117"/>
                  <a:gd name="T16" fmla="*/ 50 w 96"/>
                  <a:gd name="T17" fmla="*/ 0 h 117"/>
                  <a:gd name="T18" fmla="*/ 14 w 96"/>
                  <a:gd name="T19" fmla="*/ 18 h 117"/>
                  <a:gd name="T20" fmla="*/ 52 w 96"/>
                  <a:gd name="T21" fmla="*/ 40 h 117"/>
                  <a:gd name="T22" fmla="*/ 27 w 96"/>
                  <a:gd name="T23" fmla="*/ 63 h 11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96"/>
                  <a:gd name="T37" fmla="*/ 0 h 117"/>
                  <a:gd name="T38" fmla="*/ 96 w 96"/>
                  <a:gd name="T39" fmla="*/ 117 h 11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96" h="117">
                    <a:moveTo>
                      <a:pt x="27" y="63"/>
                    </a:moveTo>
                    <a:lnTo>
                      <a:pt x="18" y="96"/>
                    </a:lnTo>
                    <a:lnTo>
                      <a:pt x="0" y="117"/>
                    </a:lnTo>
                    <a:lnTo>
                      <a:pt x="38" y="104"/>
                    </a:lnTo>
                    <a:lnTo>
                      <a:pt x="64" y="90"/>
                    </a:lnTo>
                    <a:lnTo>
                      <a:pt x="84" y="69"/>
                    </a:lnTo>
                    <a:lnTo>
                      <a:pt x="96" y="42"/>
                    </a:lnTo>
                    <a:lnTo>
                      <a:pt x="74" y="18"/>
                    </a:lnTo>
                    <a:lnTo>
                      <a:pt x="50" y="0"/>
                    </a:lnTo>
                    <a:lnTo>
                      <a:pt x="14" y="18"/>
                    </a:lnTo>
                    <a:lnTo>
                      <a:pt x="52" y="40"/>
                    </a:lnTo>
                    <a:lnTo>
                      <a:pt x="27" y="63"/>
                    </a:lnTo>
                    <a:close/>
                  </a:path>
                </a:pathLst>
              </a:custGeom>
              <a:solidFill>
                <a:srgbClr val="FFCCFF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92" name="Freeform 130"/>
              <p:cNvSpPr/>
              <p:nvPr/>
            </p:nvSpPr>
            <p:spPr bwMode="auto">
              <a:xfrm>
                <a:off x="3692" y="3140"/>
                <a:ext cx="24" cy="116"/>
              </a:xfrm>
              <a:custGeom>
                <a:avLst/>
                <a:gdLst>
                  <a:gd name="T0" fmla="*/ 0 w 24"/>
                  <a:gd name="T1" fmla="*/ 0 h 116"/>
                  <a:gd name="T2" fmla="*/ 24 w 24"/>
                  <a:gd name="T3" fmla="*/ 36 h 116"/>
                  <a:gd name="T4" fmla="*/ 24 w 24"/>
                  <a:gd name="T5" fmla="*/ 64 h 116"/>
                  <a:gd name="T6" fmla="*/ 12 w 24"/>
                  <a:gd name="T7" fmla="*/ 92 h 116"/>
                  <a:gd name="T8" fmla="*/ 0 w 24"/>
                  <a:gd name="T9" fmla="*/ 116 h 116"/>
                  <a:gd name="T10" fmla="*/ 0 w 24"/>
                  <a:gd name="T11" fmla="*/ 0 h 1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"/>
                  <a:gd name="T19" fmla="*/ 0 h 116"/>
                  <a:gd name="T20" fmla="*/ 24 w 24"/>
                  <a:gd name="T21" fmla="*/ 116 h 1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" h="116">
                    <a:moveTo>
                      <a:pt x="0" y="0"/>
                    </a:moveTo>
                    <a:lnTo>
                      <a:pt x="24" y="36"/>
                    </a:lnTo>
                    <a:lnTo>
                      <a:pt x="24" y="64"/>
                    </a:lnTo>
                    <a:lnTo>
                      <a:pt x="12" y="92"/>
                    </a:lnTo>
                    <a:lnTo>
                      <a:pt x="0" y="11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00"/>
                  </a:gs>
                  <a:gs pos="100000">
                    <a:srgbClr val="765E00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93" name="Freeform 131"/>
              <p:cNvSpPr/>
              <p:nvPr/>
            </p:nvSpPr>
            <p:spPr bwMode="auto">
              <a:xfrm>
                <a:off x="3980" y="2968"/>
                <a:ext cx="28" cy="116"/>
              </a:xfrm>
              <a:custGeom>
                <a:avLst/>
                <a:gdLst>
                  <a:gd name="T0" fmla="*/ 0 w 28"/>
                  <a:gd name="T1" fmla="*/ 0 h 116"/>
                  <a:gd name="T2" fmla="*/ 0 w 28"/>
                  <a:gd name="T3" fmla="*/ 116 h 116"/>
                  <a:gd name="T4" fmla="*/ 24 w 28"/>
                  <a:gd name="T5" fmla="*/ 96 h 116"/>
                  <a:gd name="T6" fmla="*/ 28 w 28"/>
                  <a:gd name="T7" fmla="*/ 64 h 116"/>
                  <a:gd name="T8" fmla="*/ 24 w 28"/>
                  <a:gd name="T9" fmla="*/ 32 h 116"/>
                  <a:gd name="T10" fmla="*/ 0 w 28"/>
                  <a:gd name="T11" fmla="*/ 0 h 1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8"/>
                  <a:gd name="T19" fmla="*/ 0 h 116"/>
                  <a:gd name="T20" fmla="*/ 28 w 28"/>
                  <a:gd name="T21" fmla="*/ 116 h 1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8" h="116">
                    <a:moveTo>
                      <a:pt x="0" y="0"/>
                    </a:moveTo>
                    <a:lnTo>
                      <a:pt x="0" y="116"/>
                    </a:lnTo>
                    <a:lnTo>
                      <a:pt x="24" y="96"/>
                    </a:lnTo>
                    <a:lnTo>
                      <a:pt x="28" y="64"/>
                    </a:lnTo>
                    <a:lnTo>
                      <a:pt x="24" y="3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00"/>
                  </a:gs>
                  <a:gs pos="100000">
                    <a:srgbClr val="765E00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94" name="Freeform 132"/>
              <p:cNvSpPr/>
              <p:nvPr/>
            </p:nvSpPr>
            <p:spPr bwMode="auto">
              <a:xfrm>
                <a:off x="3728" y="2444"/>
                <a:ext cx="944" cy="1248"/>
              </a:xfrm>
              <a:custGeom>
                <a:avLst/>
                <a:gdLst>
                  <a:gd name="T0" fmla="*/ 348 w 944"/>
                  <a:gd name="T1" fmla="*/ 160 h 1248"/>
                  <a:gd name="T2" fmla="*/ 348 w 944"/>
                  <a:gd name="T3" fmla="*/ 468 h 1248"/>
                  <a:gd name="T4" fmla="*/ 412 w 944"/>
                  <a:gd name="T5" fmla="*/ 496 h 1248"/>
                  <a:gd name="T6" fmla="*/ 520 w 944"/>
                  <a:gd name="T7" fmla="*/ 524 h 1248"/>
                  <a:gd name="T8" fmla="*/ 616 w 944"/>
                  <a:gd name="T9" fmla="*/ 532 h 1248"/>
                  <a:gd name="T10" fmla="*/ 700 w 944"/>
                  <a:gd name="T11" fmla="*/ 520 h 1248"/>
                  <a:gd name="T12" fmla="*/ 776 w 944"/>
                  <a:gd name="T13" fmla="*/ 500 h 1248"/>
                  <a:gd name="T14" fmla="*/ 860 w 944"/>
                  <a:gd name="T15" fmla="*/ 464 h 1248"/>
                  <a:gd name="T16" fmla="*/ 0 w 944"/>
                  <a:gd name="T17" fmla="*/ 961 h 1248"/>
                  <a:gd name="T18" fmla="*/ 0 w 944"/>
                  <a:gd name="T19" fmla="*/ 1248 h 1248"/>
                  <a:gd name="T20" fmla="*/ 853 w 944"/>
                  <a:gd name="T21" fmla="*/ 756 h 1248"/>
                  <a:gd name="T22" fmla="*/ 900 w 944"/>
                  <a:gd name="T23" fmla="*/ 712 h 1248"/>
                  <a:gd name="T24" fmla="*/ 936 w 944"/>
                  <a:gd name="T25" fmla="*/ 672 h 1248"/>
                  <a:gd name="T26" fmla="*/ 944 w 944"/>
                  <a:gd name="T27" fmla="*/ 636 h 1248"/>
                  <a:gd name="T28" fmla="*/ 944 w 944"/>
                  <a:gd name="T29" fmla="*/ 604 h 1248"/>
                  <a:gd name="T30" fmla="*/ 944 w 944"/>
                  <a:gd name="T31" fmla="*/ 0 h 1248"/>
                  <a:gd name="T32" fmla="*/ 776 w 944"/>
                  <a:gd name="T33" fmla="*/ 160 h 1248"/>
                  <a:gd name="T34" fmla="*/ 532 w 944"/>
                  <a:gd name="T35" fmla="*/ 188 h 1248"/>
                  <a:gd name="T36" fmla="*/ 348 w 944"/>
                  <a:gd name="T37" fmla="*/ 160 h 12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44"/>
                  <a:gd name="T58" fmla="*/ 0 h 1248"/>
                  <a:gd name="T59" fmla="*/ 944 w 944"/>
                  <a:gd name="T60" fmla="*/ 1248 h 12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44" h="1248">
                    <a:moveTo>
                      <a:pt x="348" y="160"/>
                    </a:moveTo>
                    <a:lnTo>
                      <a:pt x="348" y="468"/>
                    </a:lnTo>
                    <a:lnTo>
                      <a:pt x="412" y="496"/>
                    </a:lnTo>
                    <a:lnTo>
                      <a:pt x="520" y="524"/>
                    </a:lnTo>
                    <a:lnTo>
                      <a:pt x="616" y="532"/>
                    </a:lnTo>
                    <a:lnTo>
                      <a:pt x="700" y="520"/>
                    </a:lnTo>
                    <a:lnTo>
                      <a:pt x="776" y="500"/>
                    </a:lnTo>
                    <a:lnTo>
                      <a:pt x="860" y="464"/>
                    </a:lnTo>
                    <a:lnTo>
                      <a:pt x="0" y="961"/>
                    </a:lnTo>
                    <a:lnTo>
                      <a:pt x="0" y="1248"/>
                    </a:lnTo>
                    <a:lnTo>
                      <a:pt x="853" y="756"/>
                    </a:lnTo>
                    <a:lnTo>
                      <a:pt x="900" y="712"/>
                    </a:lnTo>
                    <a:lnTo>
                      <a:pt x="936" y="672"/>
                    </a:lnTo>
                    <a:lnTo>
                      <a:pt x="944" y="636"/>
                    </a:lnTo>
                    <a:lnTo>
                      <a:pt x="944" y="604"/>
                    </a:lnTo>
                    <a:lnTo>
                      <a:pt x="944" y="0"/>
                    </a:lnTo>
                    <a:lnTo>
                      <a:pt x="776" y="160"/>
                    </a:lnTo>
                    <a:lnTo>
                      <a:pt x="532" y="188"/>
                    </a:lnTo>
                    <a:lnTo>
                      <a:pt x="348" y="16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80000"/>
                  </a:gs>
                  <a:gs pos="50000">
                    <a:srgbClr val="CC0000"/>
                  </a:gs>
                  <a:gs pos="100000">
                    <a:srgbClr val="780000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95" name="Freeform 133"/>
              <p:cNvSpPr/>
              <p:nvPr/>
            </p:nvSpPr>
            <p:spPr bwMode="auto">
              <a:xfrm>
                <a:off x="4076" y="2308"/>
                <a:ext cx="600" cy="364"/>
              </a:xfrm>
              <a:custGeom>
                <a:avLst/>
                <a:gdLst>
                  <a:gd name="T0" fmla="*/ 0 w 600"/>
                  <a:gd name="T1" fmla="*/ 296 h 364"/>
                  <a:gd name="T2" fmla="*/ 80 w 600"/>
                  <a:gd name="T3" fmla="*/ 246 h 364"/>
                  <a:gd name="T4" fmla="*/ 142 w 600"/>
                  <a:gd name="T5" fmla="*/ 272 h 364"/>
                  <a:gd name="T6" fmla="*/ 196 w 600"/>
                  <a:gd name="T7" fmla="*/ 284 h 364"/>
                  <a:gd name="T8" fmla="*/ 262 w 600"/>
                  <a:gd name="T9" fmla="*/ 290 h 364"/>
                  <a:gd name="T10" fmla="*/ 322 w 600"/>
                  <a:gd name="T11" fmla="*/ 286 h 364"/>
                  <a:gd name="T12" fmla="*/ 368 w 600"/>
                  <a:gd name="T13" fmla="*/ 272 h 364"/>
                  <a:gd name="T14" fmla="*/ 428 w 600"/>
                  <a:gd name="T15" fmla="*/ 244 h 364"/>
                  <a:gd name="T16" fmla="*/ 456 w 600"/>
                  <a:gd name="T17" fmla="*/ 220 h 364"/>
                  <a:gd name="T18" fmla="*/ 486 w 600"/>
                  <a:gd name="T19" fmla="*/ 188 h 364"/>
                  <a:gd name="T20" fmla="*/ 494 w 600"/>
                  <a:gd name="T21" fmla="*/ 132 h 364"/>
                  <a:gd name="T22" fmla="*/ 488 w 600"/>
                  <a:gd name="T23" fmla="*/ 98 h 364"/>
                  <a:gd name="T24" fmla="*/ 470 w 600"/>
                  <a:gd name="T25" fmla="*/ 74 h 364"/>
                  <a:gd name="T26" fmla="*/ 432 w 600"/>
                  <a:gd name="T27" fmla="*/ 44 h 364"/>
                  <a:gd name="T28" fmla="*/ 520 w 600"/>
                  <a:gd name="T29" fmla="*/ 0 h 364"/>
                  <a:gd name="T30" fmla="*/ 542 w 600"/>
                  <a:gd name="T31" fmla="*/ 24 h 364"/>
                  <a:gd name="T32" fmla="*/ 572 w 600"/>
                  <a:gd name="T33" fmla="*/ 60 h 364"/>
                  <a:gd name="T34" fmla="*/ 590 w 600"/>
                  <a:gd name="T35" fmla="*/ 106 h 364"/>
                  <a:gd name="T36" fmla="*/ 600 w 600"/>
                  <a:gd name="T37" fmla="*/ 144 h 364"/>
                  <a:gd name="T38" fmla="*/ 588 w 600"/>
                  <a:gd name="T39" fmla="*/ 198 h 364"/>
                  <a:gd name="T40" fmla="*/ 574 w 600"/>
                  <a:gd name="T41" fmla="*/ 226 h 364"/>
                  <a:gd name="T42" fmla="*/ 538 w 600"/>
                  <a:gd name="T43" fmla="*/ 268 h 364"/>
                  <a:gd name="T44" fmla="*/ 498 w 600"/>
                  <a:gd name="T45" fmla="*/ 298 h 364"/>
                  <a:gd name="T46" fmla="*/ 424 w 600"/>
                  <a:gd name="T47" fmla="*/ 330 h 364"/>
                  <a:gd name="T48" fmla="*/ 348 w 600"/>
                  <a:gd name="T49" fmla="*/ 352 h 364"/>
                  <a:gd name="T50" fmla="*/ 256 w 600"/>
                  <a:gd name="T51" fmla="*/ 364 h 364"/>
                  <a:gd name="T52" fmla="*/ 164 w 600"/>
                  <a:gd name="T53" fmla="*/ 356 h 364"/>
                  <a:gd name="T54" fmla="*/ 68 w 600"/>
                  <a:gd name="T55" fmla="*/ 332 h 364"/>
                  <a:gd name="T56" fmla="*/ 0 w 600"/>
                  <a:gd name="T57" fmla="*/ 296 h 364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600"/>
                  <a:gd name="T88" fmla="*/ 0 h 364"/>
                  <a:gd name="T89" fmla="*/ 600 w 600"/>
                  <a:gd name="T90" fmla="*/ 364 h 364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600" h="364">
                    <a:moveTo>
                      <a:pt x="0" y="296"/>
                    </a:moveTo>
                    <a:lnTo>
                      <a:pt x="80" y="246"/>
                    </a:lnTo>
                    <a:lnTo>
                      <a:pt x="142" y="272"/>
                    </a:lnTo>
                    <a:lnTo>
                      <a:pt x="196" y="284"/>
                    </a:lnTo>
                    <a:lnTo>
                      <a:pt x="262" y="290"/>
                    </a:lnTo>
                    <a:lnTo>
                      <a:pt x="322" y="286"/>
                    </a:lnTo>
                    <a:lnTo>
                      <a:pt x="368" y="272"/>
                    </a:lnTo>
                    <a:lnTo>
                      <a:pt x="428" y="244"/>
                    </a:lnTo>
                    <a:lnTo>
                      <a:pt x="456" y="220"/>
                    </a:lnTo>
                    <a:lnTo>
                      <a:pt x="486" y="188"/>
                    </a:lnTo>
                    <a:lnTo>
                      <a:pt x="494" y="132"/>
                    </a:lnTo>
                    <a:lnTo>
                      <a:pt x="488" y="98"/>
                    </a:lnTo>
                    <a:lnTo>
                      <a:pt x="470" y="74"/>
                    </a:lnTo>
                    <a:lnTo>
                      <a:pt x="432" y="44"/>
                    </a:lnTo>
                    <a:lnTo>
                      <a:pt x="520" y="0"/>
                    </a:lnTo>
                    <a:lnTo>
                      <a:pt x="542" y="24"/>
                    </a:lnTo>
                    <a:lnTo>
                      <a:pt x="572" y="60"/>
                    </a:lnTo>
                    <a:lnTo>
                      <a:pt x="590" y="106"/>
                    </a:lnTo>
                    <a:lnTo>
                      <a:pt x="600" y="144"/>
                    </a:lnTo>
                    <a:lnTo>
                      <a:pt x="588" y="198"/>
                    </a:lnTo>
                    <a:lnTo>
                      <a:pt x="574" y="226"/>
                    </a:lnTo>
                    <a:lnTo>
                      <a:pt x="538" y="268"/>
                    </a:lnTo>
                    <a:lnTo>
                      <a:pt x="498" y="298"/>
                    </a:lnTo>
                    <a:lnTo>
                      <a:pt x="424" y="330"/>
                    </a:lnTo>
                    <a:lnTo>
                      <a:pt x="348" y="352"/>
                    </a:lnTo>
                    <a:lnTo>
                      <a:pt x="256" y="364"/>
                    </a:lnTo>
                    <a:lnTo>
                      <a:pt x="164" y="356"/>
                    </a:lnTo>
                    <a:lnTo>
                      <a:pt x="68" y="332"/>
                    </a:lnTo>
                    <a:lnTo>
                      <a:pt x="0" y="296"/>
                    </a:lnTo>
                    <a:close/>
                  </a:path>
                </a:pathLst>
              </a:custGeom>
              <a:solidFill>
                <a:srgbClr val="FF6600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96" name="Freeform 134"/>
              <p:cNvSpPr/>
              <p:nvPr/>
            </p:nvSpPr>
            <p:spPr bwMode="auto">
              <a:xfrm>
                <a:off x="3576" y="3316"/>
                <a:ext cx="156" cy="376"/>
              </a:xfrm>
              <a:custGeom>
                <a:avLst/>
                <a:gdLst>
                  <a:gd name="T0" fmla="*/ 0 w 156"/>
                  <a:gd name="T1" fmla="*/ 0 h 376"/>
                  <a:gd name="T2" fmla="*/ 156 w 156"/>
                  <a:gd name="T3" fmla="*/ 88 h 376"/>
                  <a:gd name="T4" fmla="*/ 156 w 156"/>
                  <a:gd name="T5" fmla="*/ 376 h 376"/>
                  <a:gd name="T6" fmla="*/ 0 w 156"/>
                  <a:gd name="T7" fmla="*/ 288 h 376"/>
                  <a:gd name="T8" fmla="*/ 0 w 156"/>
                  <a:gd name="T9" fmla="*/ 0 h 3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6"/>
                  <a:gd name="T16" fmla="*/ 0 h 376"/>
                  <a:gd name="T17" fmla="*/ 156 w 156"/>
                  <a:gd name="T18" fmla="*/ 376 h 37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6" h="376">
                    <a:moveTo>
                      <a:pt x="0" y="0"/>
                    </a:moveTo>
                    <a:lnTo>
                      <a:pt x="156" y="88"/>
                    </a:lnTo>
                    <a:lnTo>
                      <a:pt x="156" y="376"/>
                    </a:lnTo>
                    <a:lnTo>
                      <a:pt x="0" y="2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3399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7" name="Group 135"/>
            <p:cNvGrpSpPr/>
            <p:nvPr/>
          </p:nvGrpSpPr>
          <p:grpSpPr bwMode="auto">
            <a:xfrm>
              <a:off x="393" y="874"/>
              <a:ext cx="2796" cy="2736"/>
              <a:chOff x="393" y="874"/>
              <a:chExt cx="2796" cy="2736"/>
            </a:xfrm>
          </p:grpSpPr>
          <p:grpSp>
            <p:nvGrpSpPr>
              <p:cNvPr id="128" name="Group 136"/>
              <p:cNvGrpSpPr/>
              <p:nvPr/>
            </p:nvGrpSpPr>
            <p:grpSpPr bwMode="auto">
              <a:xfrm>
                <a:off x="393" y="874"/>
                <a:ext cx="2796" cy="2736"/>
                <a:chOff x="393" y="874"/>
                <a:chExt cx="2796" cy="2736"/>
              </a:xfrm>
            </p:grpSpPr>
            <p:sp>
              <p:nvSpPr>
                <p:cNvPr id="153" name="Freeform 137"/>
                <p:cNvSpPr/>
                <p:nvPr/>
              </p:nvSpPr>
              <p:spPr bwMode="auto">
                <a:xfrm>
                  <a:off x="399" y="1990"/>
                  <a:ext cx="2790" cy="1620"/>
                </a:xfrm>
                <a:custGeom>
                  <a:avLst/>
                  <a:gdLst>
                    <a:gd name="T0" fmla="*/ 0 w 2790"/>
                    <a:gd name="T1" fmla="*/ 978 h 1620"/>
                    <a:gd name="T2" fmla="*/ 1096 w 2790"/>
                    <a:gd name="T3" fmla="*/ 1620 h 1620"/>
                    <a:gd name="T4" fmla="*/ 2790 w 2790"/>
                    <a:gd name="T5" fmla="*/ 642 h 1620"/>
                    <a:gd name="T6" fmla="*/ 1686 w 2790"/>
                    <a:gd name="T7" fmla="*/ 0 h 1620"/>
                    <a:gd name="T8" fmla="*/ 0 w 2790"/>
                    <a:gd name="T9" fmla="*/ 978 h 16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90"/>
                    <a:gd name="T16" fmla="*/ 0 h 1620"/>
                    <a:gd name="T17" fmla="*/ 2790 w 2790"/>
                    <a:gd name="T18" fmla="*/ 1620 h 16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90" h="1620">
                      <a:moveTo>
                        <a:pt x="0" y="978"/>
                      </a:moveTo>
                      <a:lnTo>
                        <a:pt x="1096" y="1620"/>
                      </a:lnTo>
                      <a:lnTo>
                        <a:pt x="2790" y="642"/>
                      </a:lnTo>
                      <a:lnTo>
                        <a:pt x="1686" y="0"/>
                      </a:lnTo>
                      <a:lnTo>
                        <a:pt x="0" y="978"/>
                      </a:lnTo>
                      <a:close/>
                    </a:path>
                  </a:pathLst>
                </a:custGeom>
                <a:solidFill>
                  <a:srgbClr val="FFFF66"/>
                </a:solidFill>
                <a:ln w="127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4" name="Freeform 138"/>
                <p:cNvSpPr/>
                <p:nvPr/>
              </p:nvSpPr>
              <p:spPr bwMode="auto">
                <a:xfrm>
                  <a:off x="393" y="874"/>
                  <a:ext cx="1692" cy="2094"/>
                </a:xfrm>
                <a:custGeom>
                  <a:avLst/>
                  <a:gdLst>
                    <a:gd name="T0" fmla="*/ 0 w 1692"/>
                    <a:gd name="T1" fmla="*/ 972 h 2094"/>
                    <a:gd name="T2" fmla="*/ 0 w 1692"/>
                    <a:gd name="T3" fmla="*/ 2094 h 2094"/>
                    <a:gd name="T4" fmla="*/ 1692 w 1692"/>
                    <a:gd name="T5" fmla="*/ 1116 h 2094"/>
                    <a:gd name="T6" fmla="*/ 1692 w 1692"/>
                    <a:gd name="T7" fmla="*/ 0 h 2094"/>
                    <a:gd name="T8" fmla="*/ 0 w 1692"/>
                    <a:gd name="T9" fmla="*/ 972 h 209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2"/>
                    <a:gd name="T16" fmla="*/ 0 h 2094"/>
                    <a:gd name="T17" fmla="*/ 1692 w 1692"/>
                    <a:gd name="T18" fmla="*/ 2094 h 209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2" h="2094">
                      <a:moveTo>
                        <a:pt x="0" y="972"/>
                      </a:moveTo>
                      <a:lnTo>
                        <a:pt x="0" y="2094"/>
                      </a:lnTo>
                      <a:lnTo>
                        <a:pt x="1692" y="1116"/>
                      </a:lnTo>
                      <a:lnTo>
                        <a:pt x="1692" y="0"/>
                      </a:lnTo>
                      <a:lnTo>
                        <a:pt x="0" y="972"/>
                      </a:lnTo>
                      <a:close/>
                    </a:path>
                  </a:pathLst>
                </a:custGeom>
                <a:solidFill>
                  <a:srgbClr val="66FF66"/>
                </a:solidFill>
                <a:ln w="127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5" name="Freeform 139"/>
                <p:cNvSpPr/>
                <p:nvPr/>
              </p:nvSpPr>
              <p:spPr bwMode="auto">
                <a:xfrm>
                  <a:off x="1014" y="2026"/>
                  <a:ext cx="858" cy="618"/>
                </a:xfrm>
                <a:custGeom>
                  <a:avLst/>
                  <a:gdLst>
                    <a:gd name="T0" fmla="*/ 0 w 858"/>
                    <a:gd name="T1" fmla="*/ 459 h 618"/>
                    <a:gd name="T2" fmla="*/ 801 w 858"/>
                    <a:gd name="T3" fmla="*/ 0 h 618"/>
                    <a:gd name="T4" fmla="*/ 858 w 858"/>
                    <a:gd name="T5" fmla="*/ 261 h 618"/>
                    <a:gd name="T6" fmla="*/ 228 w 858"/>
                    <a:gd name="T7" fmla="*/ 618 h 618"/>
                    <a:gd name="T8" fmla="*/ 0 w 858"/>
                    <a:gd name="T9" fmla="*/ 459 h 61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58"/>
                    <a:gd name="T16" fmla="*/ 0 h 618"/>
                    <a:gd name="T17" fmla="*/ 858 w 858"/>
                    <a:gd name="T18" fmla="*/ 618 h 61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58" h="618">
                      <a:moveTo>
                        <a:pt x="0" y="459"/>
                      </a:moveTo>
                      <a:lnTo>
                        <a:pt x="801" y="0"/>
                      </a:lnTo>
                      <a:lnTo>
                        <a:pt x="858" y="261"/>
                      </a:lnTo>
                      <a:lnTo>
                        <a:pt x="228" y="618"/>
                      </a:lnTo>
                      <a:lnTo>
                        <a:pt x="0" y="45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2F00"/>
                    </a:gs>
                    <a:gs pos="100000">
                      <a:srgbClr val="FF6600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6" name="Freeform 140"/>
                <p:cNvSpPr/>
                <p:nvPr/>
              </p:nvSpPr>
              <p:spPr bwMode="auto">
                <a:xfrm>
                  <a:off x="1617" y="2474"/>
                  <a:ext cx="107" cy="204"/>
                </a:xfrm>
                <a:custGeom>
                  <a:avLst/>
                  <a:gdLst>
                    <a:gd name="T0" fmla="*/ 107 w 107"/>
                    <a:gd name="T1" fmla="*/ 184 h 204"/>
                    <a:gd name="T2" fmla="*/ 59 w 107"/>
                    <a:gd name="T3" fmla="*/ 180 h 204"/>
                    <a:gd name="T4" fmla="*/ 35 w 107"/>
                    <a:gd name="T5" fmla="*/ 184 h 204"/>
                    <a:gd name="T6" fmla="*/ 3 w 107"/>
                    <a:gd name="T7" fmla="*/ 204 h 204"/>
                    <a:gd name="T8" fmla="*/ 3 w 107"/>
                    <a:gd name="T9" fmla="*/ 60 h 204"/>
                    <a:gd name="T10" fmla="*/ 0 w 107"/>
                    <a:gd name="T11" fmla="*/ 32 h 204"/>
                    <a:gd name="T12" fmla="*/ 15 w 107"/>
                    <a:gd name="T13" fmla="*/ 12 h 204"/>
                    <a:gd name="T14" fmla="*/ 47 w 107"/>
                    <a:gd name="T15" fmla="*/ 0 h 204"/>
                    <a:gd name="T16" fmla="*/ 107 w 107"/>
                    <a:gd name="T17" fmla="*/ 8 h 204"/>
                    <a:gd name="T18" fmla="*/ 107 w 107"/>
                    <a:gd name="T19" fmla="*/ 184 h 20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7"/>
                    <a:gd name="T31" fmla="*/ 0 h 204"/>
                    <a:gd name="T32" fmla="*/ 107 w 107"/>
                    <a:gd name="T33" fmla="*/ 204 h 20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7" h="204">
                      <a:moveTo>
                        <a:pt x="107" y="184"/>
                      </a:moveTo>
                      <a:lnTo>
                        <a:pt x="59" y="180"/>
                      </a:lnTo>
                      <a:lnTo>
                        <a:pt x="35" y="184"/>
                      </a:lnTo>
                      <a:lnTo>
                        <a:pt x="3" y="204"/>
                      </a:lnTo>
                      <a:lnTo>
                        <a:pt x="3" y="60"/>
                      </a:lnTo>
                      <a:lnTo>
                        <a:pt x="0" y="32"/>
                      </a:lnTo>
                      <a:lnTo>
                        <a:pt x="15" y="12"/>
                      </a:lnTo>
                      <a:lnTo>
                        <a:pt x="47" y="0"/>
                      </a:lnTo>
                      <a:lnTo>
                        <a:pt x="107" y="8"/>
                      </a:lnTo>
                      <a:lnTo>
                        <a:pt x="107" y="18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A282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7" name="Freeform 141"/>
                <p:cNvSpPr/>
                <p:nvPr/>
              </p:nvSpPr>
              <p:spPr bwMode="auto">
                <a:xfrm>
                  <a:off x="1797" y="1783"/>
                  <a:ext cx="79" cy="499"/>
                </a:xfrm>
                <a:custGeom>
                  <a:avLst/>
                  <a:gdLst>
                    <a:gd name="T0" fmla="*/ 0 w 79"/>
                    <a:gd name="T1" fmla="*/ 0 h 499"/>
                    <a:gd name="T2" fmla="*/ 0 w 79"/>
                    <a:gd name="T3" fmla="*/ 390 h 499"/>
                    <a:gd name="T4" fmla="*/ 9 w 79"/>
                    <a:gd name="T5" fmla="*/ 432 h 499"/>
                    <a:gd name="T6" fmla="*/ 35 w 79"/>
                    <a:gd name="T7" fmla="*/ 463 h 499"/>
                    <a:gd name="T8" fmla="*/ 54 w 79"/>
                    <a:gd name="T9" fmla="*/ 486 h 499"/>
                    <a:gd name="T10" fmla="*/ 79 w 79"/>
                    <a:gd name="T11" fmla="*/ 499 h 499"/>
                    <a:gd name="T12" fmla="*/ 79 w 79"/>
                    <a:gd name="T13" fmla="*/ 191 h 499"/>
                    <a:gd name="T14" fmla="*/ 0 w 79"/>
                    <a:gd name="T15" fmla="*/ 0 h 49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79"/>
                    <a:gd name="T25" fmla="*/ 0 h 499"/>
                    <a:gd name="T26" fmla="*/ 79 w 79"/>
                    <a:gd name="T27" fmla="*/ 499 h 49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79" h="499">
                      <a:moveTo>
                        <a:pt x="0" y="0"/>
                      </a:moveTo>
                      <a:lnTo>
                        <a:pt x="0" y="390"/>
                      </a:lnTo>
                      <a:lnTo>
                        <a:pt x="9" y="432"/>
                      </a:lnTo>
                      <a:lnTo>
                        <a:pt x="35" y="463"/>
                      </a:lnTo>
                      <a:lnTo>
                        <a:pt x="54" y="486"/>
                      </a:lnTo>
                      <a:lnTo>
                        <a:pt x="79" y="499"/>
                      </a:lnTo>
                      <a:lnTo>
                        <a:pt x="79" y="1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E0000"/>
                    </a:gs>
                    <a:gs pos="100000">
                      <a:srgbClr val="CC00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8" name="Freeform 142"/>
                <p:cNvSpPr/>
                <p:nvPr/>
              </p:nvSpPr>
              <p:spPr bwMode="auto">
                <a:xfrm>
                  <a:off x="1536" y="2314"/>
                  <a:ext cx="234" cy="150"/>
                </a:xfrm>
                <a:custGeom>
                  <a:avLst/>
                  <a:gdLst>
                    <a:gd name="T0" fmla="*/ 234 w 234"/>
                    <a:gd name="T1" fmla="*/ 24 h 150"/>
                    <a:gd name="T2" fmla="*/ 204 w 234"/>
                    <a:gd name="T3" fmla="*/ 15 h 150"/>
                    <a:gd name="T4" fmla="*/ 165 w 234"/>
                    <a:gd name="T5" fmla="*/ 3 h 150"/>
                    <a:gd name="T6" fmla="*/ 132 w 234"/>
                    <a:gd name="T7" fmla="*/ 0 h 150"/>
                    <a:gd name="T8" fmla="*/ 78 w 234"/>
                    <a:gd name="T9" fmla="*/ 9 h 150"/>
                    <a:gd name="T10" fmla="*/ 36 w 234"/>
                    <a:gd name="T11" fmla="*/ 24 h 150"/>
                    <a:gd name="T12" fmla="*/ 21 w 234"/>
                    <a:gd name="T13" fmla="*/ 42 h 150"/>
                    <a:gd name="T14" fmla="*/ 6 w 234"/>
                    <a:gd name="T15" fmla="*/ 63 h 150"/>
                    <a:gd name="T16" fmla="*/ 0 w 234"/>
                    <a:gd name="T17" fmla="*/ 90 h 150"/>
                    <a:gd name="T18" fmla="*/ 12 w 234"/>
                    <a:gd name="T19" fmla="*/ 114 h 150"/>
                    <a:gd name="T20" fmla="*/ 48 w 234"/>
                    <a:gd name="T21" fmla="*/ 150 h 150"/>
                    <a:gd name="T22" fmla="*/ 231 w 234"/>
                    <a:gd name="T23" fmla="*/ 135 h 150"/>
                    <a:gd name="T24" fmla="*/ 234 w 234"/>
                    <a:gd name="T25" fmla="*/ 24 h 15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34"/>
                    <a:gd name="T40" fmla="*/ 0 h 150"/>
                    <a:gd name="T41" fmla="*/ 234 w 234"/>
                    <a:gd name="T42" fmla="*/ 150 h 150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34" h="150">
                      <a:moveTo>
                        <a:pt x="234" y="24"/>
                      </a:moveTo>
                      <a:lnTo>
                        <a:pt x="204" y="15"/>
                      </a:lnTo>
                      <a:lnTo>
                        <a:pt x="165" y="3"/>
                      </a:lnTo>
                      <a:lnTo>
                        <a:pt x="132" y="0"/>
                      </a:lnTo>
                      <a:lnTo>
                        <a:pt x="78" y="9"/>
                      </a:lnTo>
                      <a:lnTo>
                        <a:pt x="36" y="24"/>
                      </a:lnTo>
                      <a:lnTo>
                        <a:pt x="21" y="42"/>
                      </a:lnTo>
                      <a:lnTo>
                        <a:pt x="6" y="63"/>
                      </a:lnTo>
                      <a:lnTo>
                        <a:pt x="0" y="90"/>
                      </a:lnTo>
                      <a:lnTo>
                        <a:pt x="12" y="114"/>
                      </a:lnTo>
                      <a:lnTo>
                        <a:pt x="48" y="150"/>
                      </a:lnTo>
                      <a:lnTo>
                        <a:pt x="231" y="135"/>
                      </a:lnTo>
                      <a:lnTo>
                        <a:pt x="234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765E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9" name="Freeform 143"/>
                <p:cNvSpPr/>
                <p:nvPr/>
              </p:nvSpPr>
              <p:spPr bwMode="auto">
                <a:xfrm>
                  <a:off x="1572" y="2426"/>
                  <a:ext cx="200" cy="136"/>
                </a:xfrm>
                <a:custGeom>
                  <a:avLst/>
                  <a:gdLst>
                    <a:gd name="T0" fmla="*/ 52 w 200"/>
                    <a:gd name="T1" fmla="*/ 116 h 136"/>
                    <a:gd name="T2" fmla="*/ 48 w 200"/>
                    <a:gd name="T3" fmla="*/ 80 h 136"/>
                    <a:gd name="T4" fmla="*/ 60 w 200"/>
                    <a:gd name="T5" fmla="*/ 59 h 136"/>
                    <a:gd name="T6" fmla="*/ 99 w 200"/>
                    <a:gd name="T7" fmla="*/ 56 h 136"/>
                    <a:gd name="T8" fmla="*/ 153 w 200"/>
                    <a:gd name="T9" fmla="*/ 62 h 136"/>
                    <a:gd name="T10" fmla="*/ 200 w 200"/>
                    <a:gd name="T11" fmla="*/ 24 h 136"/>
                    <a:gd name="T12" fmla="*/ 174 w 200"/>
                    <a:gd name="T13" fmla="*/ 8 h 136"/>
                    <a:gd name="T14" fmla="*/ 140 w 200"/>
                    <a:gd name="T15" fmla="*/ 0 h 136"/>
                    <a:gd name="T16" fmla="*/ 96 w 200"/>
                    <a:gd name="T17" fmla="*/ 0 h 136"/>
                    <a:gd name="T18" fmla="*/ 48 w 200"/>
                    <a:gd name="T19" fmla="*/ 8 h 136"/>
                    <a:gd name="T20" fmla="*/ 0 w 200"/>
                    <a:gd name="T21" fmla="*/ 41 h 136"/>
                    <a:gd name="T22" fmla="*/ 4 w 200"/>
                    <a:gd name="T23" fmla="*/ 136 h 136"/>
                    <a:gd name="T24" fmla="*/ 52 w 200"/>
                    <a:gd name="T25" fmla="*/ 116 h 1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00"/>
                    <a:gd name="T40" fmla="*/ 0 h 136"/>
                    <a:gd name="T41" fmla="*/ 200 w 200"/>
                    <a:gd name="T42" fmla="*/ 136 h 1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00" h="136">
                      <a:moveTo>
                        <a:pt x="52" y="116"/>
                      </a:moveTo>
                      <a:lnTo>
                        <a:pt x="48" y="80"/>
                      </a:lnTo>
                      <a:lnTo>
                        <a:pt x="60" y="59"/>
                      </a:lnTo>
                      <a:lnTo>
                        <a:pt x="99" y="56"/>
                      </a:lnTo>
                      <a:lnTo>
                        <a:pt x="153" y="62"/>
                      </a:lnTo>
                      <a:lnTo>
                        <a:pt x="200" y="24"/>
                      </a:lnTo>
                      <a:lnTo>
                        <a:pt x="174" y="8"/>
                      </a:lnTo>
                      <a:lnTo>
                        <a:pt x="140" y="0"/>
                      </a:lnTo>
                      <a:lnTo>
                        <a:pt x="96" y="0"/>
                      </a:lnTo>
                      <a:lnTo>
                        <a:pt x="48" y="8"/>
                      </a:lnTo>
                      <a:lnTo>
                        <a:pt x="0" y="41"/>
                      </a:lnTo>
                      <a:lnTo>
                        <a:pt x="4" y="136"/>
                      </a:lnTo>
                      <a:lnTo>
                        <a:pt x="52" y="116"/>
                      </a:lnTo>
                      <a:close/>
                    </a:path>
                  </a:pathLst>
                </a:custGeom>
                <a:solidFill>
                  <a:srgbClr val="FFCCFF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0" name="Freeform 144"/>
                <p:cNvSpPr/>
                <p:nvPr/>
              </p:nvSpPr>
              <p:spPr bwMode="auto">
                <a:xfrm>
                  <a:off x="1876" y="1670"/>
                  <a:ext cx="424" cy="196"/>
                </a:xfrm>
                <a:custGeom>
                  <a:avLst/>
                  <a:gdLst>
                    <a:gd name="T0" fmla="*/ 0 w 424"/>
                    <a:gd name="T1" fmla="*/ 116 h 196"/>
                    <a:gd name="T2" fmla="*/ 40 w 424"/>
                    <a:gd name="T3" fmla="*/ 48 h 196"/>
                    <a:gd name="T4" fmla="*/ 92 w 424"/>
                    <a:gd name="T5" fmla="*/ 28 h 196"/>
                    <a:gd name="T6" fmla="*/ 124 w 424"/>
                    <a:gd name="T7" fmla="*/ 16 h 196"/>
                    <a:gd name="T8" fmla="*/ 180 w 424"/>
                    <a:gd name="T9" fmla="*/ 4 h 196"/>
                    <a:gd name="T10" fmla="*/ 244 w 424"/>
                    <a:gd name="T11" fmla="*/ 0 h 196"/>
                    <a:gd name="T12" fmla="*/ 320 w 424"/>
                    <a:gd name="T13" fmla="*/ 8 h 196"/>
                    <a:gd name="T14" fmla="*/ 380 w 424"/>
                    <a:gd name="T15" fmla="*/ 20 h 196"/>
                    <a:gd name="T16" fmla="*/ 424 w 424"/>
                    <a:gd name="T17" fmla="*/ 36 h 196"/>
                    <a:gd name="T18" fmla="*/ 424 w 424"/>
                    <a:gd name="T19" fmla="*/ 144 h 196"/>
                    <a:gd name="T20" fmla="*/ 32 w 424"/>
                    <a:gd name="T21" fmla="*/ 196 h 196"/>
                    <a:gd name="T22" fmla="*/ 0 w 424"/>
                    <a:gd name="T23" fmla="*/ 116 h 1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424"/>
                    <a:gd name="T37" fmla="*/ 0 h 196"/>
                    <a:gd name="T38" fmla="*/ 424 w 424"/>
                    <a:gd name="T39" fmla="*/ 196 h 19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424" h="196">
                      <a:moveTo>
                        <a:pt x="0" y="116"/>
                      </a:moveTo>
                      <a:lnTo>
                        <a:pt x="40" y="48"/>
                      </a:lnTo>
                      <a:lnTo>
                        <a:pt x="92" y="28"/>
                      </a:lnTo>
                      <a:lnTo>
                        <a:pt x="124" y="16"/>
                      </a:lnTo>
                      <a:lnTo>
                        <a:pt x="180" y="4"/>
                      </a:lnTo>
                      <a:lnTo>
                        <a:pt x="244" y="0"/>
                      </a:lnTo>
                      <a:lnTo>
                        <a:pt x="320" y="8"/>
                      </a:lnTo>
                      <a:lnTo>
                        <a:pt x="380" y="20"/>
                      </a:lnTo>
                      <a:lnTo>
                        <a:pt x="424" y="36"/>
                      </a:lnTo>
                      <a:lnTo>
                        <a:pt x="424" y="144"/>
                      </a:lnTo>
                      <a:lnTo>
                        <a:pt x="32" y="196"/>
                      </a:lnTo>
                      <a:lnTo>
                        <a:pt x="0" y="11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762F"/>
                    </a:gs>
                    <a:gs pos="100000">
                      <a:srgbClr val="FFFF66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1" name="Freeform 145"/>
                <p:cNvSpPr/>
                <p:nvPr/>
              </p:nvSpPr>
              <p:spPr bwMode="auto">
                <a:xfrm>
                  <a:off x="1908" y="1754"/>
                  <a:ext cx="400" cy="260"/>
                </a:xfrm>
                <a:custGeom>
                  <a:avLst/>
                  <a:gdLst>
                    <a:gd name="T0" fmla="*/ 296 w 400"/>
                    <a:gd name="T1" fmla="*/ 80 h 260"/>
                    <a:gd name="T2" fmla="*/ 332 w 400"/>
                    <a:gd name="T3" fmla="*/ 59 h 260"/>
                    <a:gd name="T4" fmla="*/ 369 w 400"/>
                    <a:gd name="T5" fmla="*/ 80 h 260"/>
                    <a:gd name="T6" fmla="*/ 400 w 400"/>
                    <a:gd name="T7" fmla="*/ 62 h 260"/>
                    <a:gd name="T8" fmla="*/ 332 w 400"/>
                    <a:gd name="T9" fmla="*/ 24 h 260"/>
                    <a:gd name="T10" fmla="*/ 288 w 400"/>
                    <a:gd name="T11" fmla="*/ 12 h 260"/>
                    <a:gd name="T12" fmla="*/ 216 w 400"/>
                    <a:gd name="T13" fmla="*/ 0 h 260"/>
                    <a:gd name="T14" fmla="*/ 152 w 400"/>
                    <a:gd name="T15" fmla="*/ 8 h 260"/>
                    <a:gd name="T16" fmla="*/ 96 w 400"/>
                    <a:gd name="T17" fmla="*/ 28 h 260"/>
                    <a:gd name="T18" fmla="*/ 52 w 400"/>
                    <a:gd name="T19" fmla="*/ 48 h 260"/>
                    <a:gd name="T20" fmla="*/ 8 w 400"/>
                    <a:gd name="T21" fmla="*/ 88 h 260"/>
                    <a:gd name="T22" fmla="*/ 0 w 400"/>
                    <a:gd name="T23" fmla="*/ 120 h 260"/>
                    <a:gd name="T24" fmla="*/ 20 w 400"/>
                    <a:gd name="T25" fmla="*/ 140 h 260"/>
                    <a:gd name="T26" fmla="*/ 52 w 400"/>
                    <a:gd name="T27" fmla="*/ 156 h 260"/>
                    <a:gd name="T28" fmla="*/ 52 w 400"/>
                    <a:gd name="T29" fmla="*/ 260 h 260"/>
                    <a:gd name="T30" fmla="*/ 100 w 400"/>
                    <a:gd name="T31" fmla="*/ 232 h 260"/>
                    <a:gd name="T32" fmla="*/ 296 w 400"/>
                    <a:gd name="T33" fmla="*/ 80 h 26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400"/>
                    <a:gd name="T52" fmla="*/ 0 h 260"/>
                    <a:gd name="T53" fmla="*/ 400 w 400"/>
                    <a:gd name="T54" fmla="*/ 260 h 26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400" h="260">
                      <a:moveTo>
                        <a:pt x="296" y="80"/>
                      </a:moveTo>
                      <a:lnTo>
                        <a:pt x="332" y="59"/>
                      </a:lnTo>
                      <a:lnTo>
                        <a:pt x="369" y="80"/>
                      </a:lnTo>
                      <a:lnTo>
                        <a:pt x="400" y="62"/>
                      </a:lnTo>
                      <a:lnTo>
                        <a:pt x="332" y="24"/>
                      </a:lnTo>
                      <a:lnTo>
                        <a:pt x="288" y="12"/>
                      </a:lnTo>
                      <a:lnTo>
                        <a:pt x="216" y="0"/>
                      </a:lnTo>
                      <a:lnTo>
                        <a:pt x="152" y="8"/>
                      </a:lnTo>
                      <a:lnTo>
                        <a:pt x="96" y="28"/>
                      </a:lnTo>
                      <a:lnTo>
                        <a:pt x="52" y="48"/>
                      </a:lnTo>
                      <a:lnTo>
                        <a:pt x="8" y="88"/>
                      </a:lnTo>
                      <a:lnTo>
                        <a:pt x="0" y="120"/>
                      </a:lnTo>
                      <a:lnTo>
                        <a:pt x="20" y="140"/>
                      </a:lnTo>
                      <a:lnTo>
                        <a:pt x="52" y="156"/>
                      </a:lnTo>
                      <a:lnTo>
                        <a:pt x="52" y="260"/>
                      </a:lnTo>
                      <a:lnTo>
                        <a:pt x="100" y="232"/>
                      </a:lnTo>
                      <a:lnTo>
                        <a:pt x="296" y="80"/>
                      </a:lnTo>
                      <a:close/>
                    </a:path>
                  </a:pathLst>
                </a:custGeom>
                <a:solidFill>
                  <a:srgbClr val="FFCCFF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2" name="Freeform 146"/>
                <p:cNvSpPr/>
                <p:nvPr/>
              </p:nvSpPr>
              <p:spPr bwMode="auto">
                <a:xfrm>
                  <a:off x="2244" y="1806"/>
                  <a:ext cx="34" cy="536"/>
                </a:xfrm>
                <a:custGeom>
                  <a:avLst/>
                  <a:gdLst>
                    <a:gd name="T0" fmla="*/ 0 w 34"/>
                    <a:gd name="T1" fmla="*/ 0 h 536"/>
                    <a:gd name="T2" fmla="*/ 0 w 34"/>
                    <a:gd name="T3" fmla="*/ 516 h 536"/>
                    <a:gd name="T4" fmla="*/ 28 w 34"/>
                    <a:gd name="T5" fmla="*/ 536 h 536"/>
                    <a:gd name="T6" fmla="*/ 34 w 34"/>
                    <a:gd name="T7" fmla="*/ 20 h 536"/>
                    <a:gd name="T8" fmla="*/ 0 w 34"/>
                    <a:gd name="T9" fmla="*/ 0 h 5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4"/>
                    <a:gd name="T16" fmla="*/ 0 h 536"/>
                    <a:gd name="T17" fmla="*/ 34 w 34"/>
                    <a:gd name="T18" fmla="*/ 536 h 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4" h="536">
                      <a:moveTo>
                        <a:pt x="0" y="0"/>
                      </a:moveTo>
                      <a:lnTo>
                        <a:pt x="0" y="516"/>
                      </a:lnTo>
                      <a:lnTo>
                        <a:pt x="28" y="536"/>
                      </a:lnTo>
                      <a:lnTo>
                        <a:pt x="34" y="2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3" name="Freeform 147"/>
                <p:cNvSpPr/>
                <p:nvPr/>
              </p:nvSpPr>
              <p:spPr bwMode="auto">
                <a:xfrm>
                  <a:off x="2204" y="1810"/>
                  <a:ext cx="44" cy="524"/>
                </a:xfrm>
                <a:custGeom>
                  <a:avLst/>
                  <a:gdLst>
                    <a:gd name="T0" fmla="*/ 0 w 44"/>
                    <a:gd name="T1" fmla="*/ 20 h 524"/>
                    <a:gd name="T2" fmla="*/ 0 w 44"/>
                    <a:gd name="T3" fmla="*/ 524 h 524"/>
                    <a:gd name="T4" fmla="*/ 44 w 44"/>
                    <a:gd name="T5" fmla="*/ 508 h 524"/>
                    <a:gd name="T6" fmla="*/ 44 w 44"/>
                    <a:gd name="T7" fmla="*/ 0 h 524"/>
                    <a:gd name="T8" fmla="*/ 0 w 44"/>
                    <a:gd name="T9" fmla="*/ 20 h 5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4"/>
                    <a:gd name="T16" fmla="*/ 0 h 524"/>
                    <a:gd name="T17" fmla="*/ 44 w 44"/>
                    <a:gd name="T18" fmla="*/ 524 h 5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4" h="524">
                      <a:moveTo>
                        <a:pt x="0" y="20"/>
                      </a:moveTo>
                      <a:lnTo>
                        <a:pt x="0" y="524"/>
                      </a:lnTo>
                      <a:lnTo>
                        <a:pt x="44" y="508"/>
                      </a:lnTo>
                      <a:lnTo>
                        <a:pt x="44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99FF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4" name="Freeform 148"/>
                <p:cNvSpPr/>
                <p:nvPr/>
              </p:nvSpPr>
              <p:spPr bwMode="auto">
                <a:xfrm>
                  <a:off x="1972" y="1810"/>
                  <a:ext cx="236" cy="548"/>
                </a:xfrm>
                <a:custGeom>
                  <a:avLst/>
                  <a:gdLst>
                    <a:gd name="T0" fmla="*/ 44 w 236"/>
                    <a:gd name="T1" fmla="*/ 176 h 548"/>
                    <a:gd name="T2" fmla="*/ 44 w 236"/>
                    <a:gd name="T3" fmla="*/ 548 h 548"/>
                    <a:gd name="T4" fmla="*/ 84 w 236"/>
                    <a:gd name="T5" fmla="*/ 532 h 548"/>
                    <a:gd name="T6" fmla="*/ 128 w 236"/>
                    <a:gd name="T7" fmla="*/ 524 h 548"/>
                    <a:gd name="T8" fmla="*/ 176 w 236"/>
                    <a:gd name="T9" fmla="*/ 520 h 548"/>
                    <a:gd name="T10" fmla="*/ 236 w 236"/>
                    <a:gd name="T11" fmla="*/ 528 h 548"/>
                    <a:gd name="T12" fmla="*/ 236 w 236"/>
                    <a:gd name="T13" fmla="*/ 20 h 548"/>
                    <a:gd name="T14" fmla="*/ 188 w 236"/>
                    <a:gd name="T15" fmla="*/ 8 h 548"/>
                    <a:gd name="T16" fmla="*/ 136 w 236"/>
                    <a:gd name="T17" fmla="*/ 0 h 548"/>
                    <a:gd name="T18" fmla="*/ 72 w 236"/>
                    <a:gd name="T19" fmla="*/ 8 h 548"/>
                    <a:gd name="T20" fmla="*/ 28 w 236"/>
                    <a:gd name="T21" fmla="*/ 36 h 548"/>
                    <a:gd name="T22" fmla="*/ 4 w 236"/>
                    <a:gd name="T23" fmla="*/ 64 h 548"/>
                    <a:gd name="T24" fmla="*/ 0 w 236"/>
                    <a:gd name="T25" fmla="*/ 100 h 548"/>
                    <a:gd name="T26" fmla="*/ 8 w 236"/>
                    <a:gd name="T27" fmla="*/ 128 h 548"/>
                    <a:gd name="T28" fmla="*/ 16 w 236"/>
                    <a:gd name="T29" fmla="*/ 148 h 548"/>
                    <a:gd name="T30" fmla="*/ 44 w 236"/>
                    <a:gd name="T31" fmla="*/ 176 h 548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236"/>
                    <a:gd name="T49" fmla="*/ 0 h 548"/>
                    <a:gd name="T50" fmla="*/ 236 w 236"/>
                    <a:gd name="T51" fmla="*/ 548 h 548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236" h="548">
                      <a:moveTo>
                        <a:pt x="44" y="176"/>
                      </a:moveTo>
                      <a:lnTo>
                        <a:pt x="44" y="548"/>
                      </a:lnTo>
                      <a:lnTo>
                        <a:pt x="84" y="532"/>
                      </a:lnTo>
                      <a:lnTo>
                        <a:pt x="128" y="524"/>
                      </a:lnTo>
                      <a:lnTo>
                        <a:pt x="176" y="520"/>
                      </a:lnTo>
                      <a:lnTo>
                        <a:pt x="236" y="528"/>
                      </a:lnTo>
                      <a:lnTo>
                        <a:pt x="236" y="20"/>
                      </a:lnTo>
                      <a:lnTo>
                        <a:pt x="188" y="8"/>
                      </a:lnTo>
                      <a:lnTo>
                        <a:pt x="136" y="0"/>
                      </a:lnTo>
                      <a:lnTo>
                        <a:pt x="72" y="8"/>
                      </a:lnTo>
                      <a:lnTo>
                        <a:pt x="28" y="36"/>
                      </a:lnTo>
                      <a:lnTo>
                        <a:pt x="4" y="64"/>
                      </a:lnTo>
                      <a:lnTo>
                        <a:pt x="0" y="100"/>
                      </a:lnTo>
                      <a:lnTo>
                        <a:pt x="8" y="128"/>
                      </a:lnTo>
                      <a:lnTo>
                        <a:pt x="16" y="148"/>
                      </a:lnTo>
                      <a:lnTo>
                        <a:pt x="44" y="17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5E00"/>
                    </a:gs>
                    <a:gs pos="100000">
                      <a:srgbClr val="FFCC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5" name="Freeform 149"/>
                <p:cNvSpPr/>
                <p:nvPr/>
              </p:nvSpPr>
              <p:spPr bwMode="auto">
                <a:xfrm>
                  <a:off x="1800" y="1602"/>
                  <a:ext cx="588" cy="376"/>
                </a:xfrm>
                <a:custGeom>
                  <a:avLst/>
                  <a:gdLst>
                    <a:gd name="T0" fmla="*/ 588 w 588"/>
                    <a:gd name="T1" fmla="*/ 72 h 376"/>
                    <a:gd name="T2" fmla="*/ 520 w 588"/>
                    <a:gd name="T3" fmla="*/ 36 h 376"/>
                    <a:gd name="T4" fmla="*/ 468 w 588"/>
                    <a:gd name="T5" fmla="*/ 20 h 376"/>
                    <a:gd name="T6" fmla="*/ 412 w 588"/>
                    <a:gd name="T7" fmla="*/ 8 h 376"/>
                    <a:gd name="T8" fmla="*/ 336 w 588"/>
                    <a:gd name="T9" fmla="*/ 0 h 376"/>
                    <a:gd name="T10" fmla="*/ 244 w 588"/>
                    <a:gd name="T11" fmla="*/ 8 h 376"/>
                    <a:gd name="T12" fmla="*/ 148 w 588"/>
                    <a:gd name="T13" fmla="*/ 36 h 376"/>
                    <a:gd name="T14" fmla="*/ 88 w 588"/>
                    <a:gd name="T15" fmla="*/ 64 h 376"/>
                    <a:gd name="T16" fmla="*/ 48 w 588"/>
                    <a:gd name="T17" fmla="*/ 96 h 376"/>
                    <a:gd name="T18" fmla="*/ 24 w 588"/>
                    <a:gd name="T19" fmla="*/ 124 h 376"/>
                    <a:gd name="T20" fmla="*/ 4 w 588"/>
                    <a:gd name="T21" fmla="*/ 168 h 376"/>
                    <a:gd name="T22" fmla="*/ 0 w 588"/>
                    <a:gd name="T23" fmla="*/ 214 h 376"/>
                    <a:gd name="T24" fmla="*/ 8 w 588"/>
                    <a:gd name="T25" fmla="*/ 268 h 376"/>
                    <a:gd name="T26" fmla="*/ 24 w 588"/>
                    <a:gd name="T27" fmla="*/ 304 h 376"/>
                    <a:gd name="T28" fmla="*/ 40 w 588"/>
                    <a:gd name="T29" fmla="*/ 332 h 376"/>
                    <a:gd name="T30" fmla="*/ 76 w 588"/>
                    <a:gd name="T31" fmla="*/ 376 h 376"/>
                    <a:gd name="T32" fmla="*/ 168 w 588"/>
                    <a:gd name="T33" fmla="*/ 323 h 376"/>
                    <a:gd name="T34" fmla="*/ 136 w 588"/>
                    <a:gd name="T35" fmla="*/ 296 h 376"/>
                    <a:gd name="T36" fmla="*/ 112 w 588"/>
                    <a:gd name="T37" fmla="*/ 280 h 376"/>
                    <a:gd name="T38" fmla="*/ 96 w 588"/>
                    <a:gd name="T39" fmla="*/ 236 h 376"/>
                    <a:gd name="T40" fmla="*/ 100 w 588"/>
                    <a:gd name="T41" fmla="*/ 180 h 376"/>
                    <a:gd name="T42" fmla="*/ 132 w 588"/>
                    <a:gd name="T43" fmla="*/ 128 h 376"/>
                    <a:gd name="T44" fmla="*/ 188 w 588"/>
                    <a:gd name="T45" fmla="*/ 92 h 376"/>
                    <a:gd name="T46" fmla="*/ 240 w 588"/>
                    <a:gd name="T47" fmla="*/ 76 h 376"/>
                    <a:gd name="T48" fmla="*/ 308 w 588"/>
                    <a:gd name="T49" fmla="*/ 68 h 376"/>
                    <a:gd name="T50" fmla="*/ 376 w 588"/>
                    <a:gd name="T51" fmla="*/ 76 h 376"/>
                    <a:gd name="T52" fmla="*/ 432 w 588"/>
                    <a:gd name="T53" fmla="*/ 88 h 376"/>
                    <a:gd name="T54" fmla="*/ 508 w 588"/>
                    <a:gd name="T55" fmla="*/ 112 h 376"/>
                    <a:gd name="T56" fmla="*/ 588 w 588"/>
                    <a:gd name="T57" fmla="*/ 72 h 37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588"/>
                    <a:gd name="T88" fmla="*/ 0 h 376"/>
                    <a:gd name="T89" fmla="*/ 588 w 588"/>
                    <a:gd name="T90" fmla="*/ 376 h 37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588" h="376">
                      <a:moveTo>
                        <a:pt x="588" y="72"/>
                      </a:moveTo>
                      <a:lnTo>
                        <a:pt x="520" y="36"/>
                      </a:lnTo>
                      <a:lnTo>
                        <a:pt x="468" y="20"/>
                      </a:lnTo>
                      <a:lnTo>
                        <a:pt x="412" y="8"/>
                      </a:lnTo>
                      <a:lnTo>
                        <a:pt x="336" y="0"/>
                      </a:lnTo>
                      <a:lnTo>
                        <a:pt x="244" y="8"/>
                      </a:lnTo>
                      <a:lnTo>
                        <a:pt x="148" y="36"/>
                      </a:lnTo>
                      <a:lnTo>
                        <a:pt x="88" y="64"/>
                      </a:lnTo>
                      <a:lnTo>
                        <a:pt x="48" y="96"/>
                      </a:lnTo>
                      <a:lnTo>
                        <a:pt x="24" y="124"/>
                      </a:lnTo>
                      <a:lnTo>
                        <a:pt x="4" y="168"/>
                      </a:lnTo>
                      <a:lnTo>
                        <a:pt x="0" y="214"/>
                      </a:lnTo>
                      <a:lnTo>
                        <a:pt x="8" y="268"/>
                      </a:lnTo>
                      <a:lnTo>
                        <a:pt x="24" y="304"/>
                      </a:lnTo>
                      <a:lnTo>
                        <a:pt x="40" y="332"/>
                      </a:lnTo>
                      <a:lnTo>
                        <a:pt x="76" y="376"/>
                      </a:lnTo>
                      <a:lnTo>
                        <a:pt x="168" y="323"/>
                      </a:lnTo>
                      <a:lnTo>
                        <a:pt x="136" y="296"/>
                      </a:lnTo>
                      <a:lnTo>
                        <a:pt x="112" y="280"/>
                      </a:lnTo>
                      <a:lnTo>
                        <a:pt x="96" y="236"/>
                      </a:lnTo>
                      <a:lnTo>
                        <a:pt x="100" y="180"/>
                      </a:lnTo>
                      <a:lnTo>
                        <a:pt x="132" y="128"/>
                      </a:lnTo>
                      <a:lnTo>
                        <a:pt x="188" y="92"/>
                      </a:lnTo>
                      <a:lnTo>
                        <a:pt x="240" y="76"/>
                      </a:lnTo>
                      <a:lnTo>
                        <a:pt x="308" y="68"/>
                      </a:lnTo>
                      <a:lnTo>
                        <a:pt x="376" y="76"/>
                      </a:lnTo>
                      <a:lnTo>
                        <a:pt x="432" y="88"/>
                      </a:lnTo>
                      <a:lnTo>
                        <a:pt x="508" y="112"/>
                      </a:lnTo>
                      <a:lnTo>
                        <a:pt x="588" y="72"/>
                      </a:lnTo>
                      <a:close/>
                    </a:path>
                  </a:pathLst>
                </a:custGeom>
                <a:solidFill>
                  <a:srgbClr val="FF3300"/>
                </a:solidFill>
                <a:ln w="12700">
                  <a:solidFill>
                    <a:srgbClr val="FF33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6" name="Freeform 150"/>
                <p:cNvSpPr/>
                <p:nvPr/>
              </p:nvSpPr>
              <p:spPr bwMode="auto">
                <a:xfrm>
                  <a:off x="1167" y="2486"/>
                  <a:ext cx="321" cy="368"/>
                </a:xfrm>
                <a:custGeom>
                  <a:avLst/>
                  <a:gdLst>
                    <a:gd name="T0" fmla="*/ 5 w 321"/>
                    <a:gd name="T1" fmla="*/ 84 h 368"/>
                    <a:gd name="T2" fmla="*/ 0 w 321"/>
                    <a:gd name="T3" fmla="*/ 368 h 368"/>
                    <a:gd name="T4" fmla="*/ 89 w 321"/>
                    <a:gd name="T5" fmla="*/ 324 h 368"/>
                    <a:gd name="T6" fmla="*/ 133 w 321"/>
                    <a:gd name="T7" fmla="*/ 304 h 368"/>
                    <a:gd name="T8" fmla="*/ 181 w 321"/>
                    <a:gd name="T9" fmla="*/ 284 h 368"/>
                    <a:gd name="T10" fmla="*/ 221 w 321"/>
                    <a:gd name="T11" fmla="*/ 280 h 368"/>
                    <a:gd name="T12" fmla="*/ 261 w 321"/>
                    <a:gd name="T13" fmla="*/ 288 h 368"/>
                    <a:gd name="T14" fmla="*/ 285 w 321"/>
                    <a:gd name="T15" fmla="*/ 296 h 368"/>
                    <a:gd name="T16" fmla="*/ 321 w 321"/>
                    <a:gd name="T17" fmla="*/ 320 h 368"/>
                    <a:gd name="T18" fmla="*/ 321 w 321"/>
                    <a:gd name="T19" fmla="*/ 20 h 368"/>
                    <a:gd name="T20" fmla="*/ 281 w 321"/>
                    <a:gd name="T21" fmla="*/ 8 h 368"/>
                    <a:gd name="T22" fmla="*/ 225 w 321"/>
                    <a:gd name="T23" fmla="*/ 0 h 368"/>
                    <a:gd name="T24" fmla="*/ 173 w 321"/>
                    <a:gd name="T25" fmla="*/ 4 h 368"/>
                    <a:gd name="T26" fmla="*/ 109 w 321"/>
                    <a:gd name="T27" fmla="*/ 24 h 368"/>
                    <a:gd name="T28" fmla="*/ 5 w 321"/>
                    <a:gd name="T29" fmla="*/ 84 h 36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321"/>
                    <a:gd name="T46" fmla="*/ 0 h 368"/>
                    <a:gd name="T47" fmla="*/ 321 w 321"/>
                    <a:gd name="T48" fmla="*/ 368 h 368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321" h="368">
                      <a:moveTo>
                        <a:pt x="5" y="84"/>
                      </a:moveTo>
                      <a:lnTo>
                        <a:pt x="0" y="368"/>
                      </a:lnTo>
                      <a:lnTo>
                        <a:pt x="89" y="324"/>
                      </a:lnTo>
                      <a:lnTo>
                        <a:pt x="133" y="304"/>
                      </a:lnTo>
                      <a:lnTo>
                        <a:pt x="181" y="284"/>
                      </a:lnTo>
                      <a:lnTo>
                        <a:pt x="221" y="280"/>
                      </a:lnTo>
                      <a:lnTo>
                        <a:pt x="261" y="288"/>
                      </a:lnTo>
                      <a:lnTo>
                        <a:pt x="285" y="296"/>
                      </a:lnTo>
                      <a:lnTo>
                        <a:pt x="321" y="320"/>
                      </a:lnTo>
                      <a:lnTo>
                        <a:pt x="321" y="20"/>
                      </a:lnTo>
                      <a:lnTo>
                        <a:pt x="281" y="8"/>
                      </a:lnTo>
                      <a:lnTo>
                        <a:pt x="225" y="0"/>
                      </a:lnTo>
                      <a:lnTo>
                        <a:pt x="173" y="4"/>
                      </a:lnTo>
                      <a:lnTo>
                        <a:pt x="109" y="24"/>
                      </a:lnTo>
                      <a:lnTo>
                        <a:pt x="5" y="8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A886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7" name="Freeform 151"/>
                <p:cNvSpPr/>
                <p:nvPr/>
              </p:nvSpPr>
              <p:spPr bwMode="auto">
                <a:xfrm>
                  <a:off x="2276" y="1674"/>
                  <a:ext cx="112" cy="660"/>
                </a:xfrm>
                <a:custGeom>
                  <a:avLst/>
                  <a:gdLst>
                    <a:gd name="T0" fmla="*/ 32 w 112"/>
                    <a:gd name="T1" fmla="*/ 36 h 660"/>
                    <a:gd name="T2" fmla="*/ 32 w 112"/>
                    <a:gd name="T3" fmla="*/ 136 h 660"/>
                    <a:gd name="T4" fmla="*/ 0 w 112"/>
                    <a:gd name="T5" fmla="*/ 156 h 660"/>
                    <a:gd name="T6" fmla="*/ 0 w 112"/>
                    <a:gd name="T7" fmla="*/ 660 h 660"/>
                    <a:gd name="T8" fmla="*/ 112 w 112"/>
                    <a:gd name="T9" fmla="*/ 608 h 660"/>
                    <a:gd name="T10" fmla="*/ 112 w 112"/>
                    <a:gd name="T11" fmla="*/ 0 h 660"/>
                    <a:gd name="T12" fmla="*/ 32 w 112"/>
                    <a:gd name="T13" fmla="*/ 36 h 66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660"/>
                    <a:gd name="T23" fmla="*/ 112 w 112"/>
                    <a:gd name="T24" fmla="*/ 660 h 66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660">
                      <a:moveTo>
                        <a:pt x="32" y="36"/>
                      </a:moveTo>
                      <a:lnTo>
                        <a:pt x="32" y="136"/>
                      </a:lnTo>
                      <a:lnTo>
                        <a:pt x="0" y="156"/>
                      </a:lnTo>
                      <a:lnTo>
                        <a:pt x="0" y="660"/>
                      </a:lnTo>
                      <a:lnTo>
                        <a:pt x="112" y="608"/>
                      </a:lnTo>
                      <a:lnTo>
                        <a:pt x="112" y="0"/>
                      </a:lnTo>
                      <a:lnTo>
                        <a:pt x="32" y="36"/>
                      </a:lnTo>
                      <a:close/>
                    </a:path>
                  </a:pathLst>
                </a:custGeom>
                <a:solidFill>
                  <a:srgbClr val="FF66FF"/>
                </a:solidFill>
                <a:ln w="28575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8" name="Freeform 152"/>
                <p:cNvSpPr/>
                <p:nvPr/>
              </p:nvSpPr>
              <p:spPr bwMode="auto">
                <a:xfrm>
                  <a:off x="1020" y="2482"/>
                  <a:ext cx="153" cy="372"/>
                </a:xfrm>
                <a:custGeom>
                  <a:avLst/>
                  <a:gdLst>
                    <a:gd name="T0" fmla="*/ 0 w 153"/>
                    <a:gd name="T1" fmla="*/ 0 h 372"/>
                    <a:gd name="T2" fmla="*/ 152 w 153"/>
                    <a:gd name="T3" fmla="*/ 88 h 372"/>
                    <a:gd name="T4" fmla="*/ 153 w 153"/>
                    <a:gd name="T5" fmla="*/ 372 h 372"/>
                    <a:gd name="T6" fmla="*/ 0 w 153"/>
                    <a:gd name="T7" fmla="*/ 296 h 372"/>
                    <a:gd name="T8" fmla="*/ 0 w 153"/>
                    <a:gd name="T9" fmla="*/ 0 h 3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53"/>
                    <a:gd name="T16" fmla="*/ 0 h 372"/>
                    <a:gd name="T17" fmla="*/ 153 w 153"/>
                    <a:gd name="T18" fmla="*/ 372 h 37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53" h="372">
                      <a:moveTo>
                        <a:pt x="0" y="0"/>
                      </a:moveTo>
                      <a:lnTo>
                        <a:pt x="152" y="88"/>
                      </a:lnTo>
                      <a:lnTo>
                        <a:pt x="153" y="372"/>
                      </a:lnTo>
                      <a:lnTo>
                        <a:pt x="0" y="2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3399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9" name="Freeform 153"/>
                <p:cNvSpPr/>
                <p:nvPr/>
              </p:nvSpPr>
              <p:spPr bwMode="auto">
                <a:xfrm>
                  <a:off x="1484" y="2458"/>
                  <a:ext cx="136" cy="336"/>
                </a:xfrm>
                <a:custGeom>
                  <a:avLst/>
                  <a:gdLst>
                    <a:gd name="T0" fmla="*/ 0 w 136"/>
                    <a:gd name="T1" fmla="*/ 48 h 336"/>
                    <a:gd name="T2" fmla="*/ 88 w 136"/>
                    <a:gd name="T3" fmla="*/ 0 h 336"/>
                    <a:gd name="T4" fmla="*/ 88 w 136"/>
                    <a:gd name="T5" fmla="*/ 108 h 336"/>
                    <a:gd name="T6" fmla="*/ 136 w 136"/>
                    <a:gd name="T7" fmla="*/ 84 h 336"/>
                    <a:gd name="T8" fmla="*/ 136 w 136"/>
                    <a:gd name="T9" fmla="*/ 256 h 336"/>
                    <a:gd name="T10" fmla="*/ 0 w 136"/>
                    <a:gd name="T11" fmla="*/ 336 h 336"/>
                    <a:gd name="T12" fmla="*/ 0 w 136"/>
                    <a:gd name="T13" fmla="*/ 48 h 3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6"/>
                    <a:gd name="T22" fmla="*/ 0 h 336"/>
                    <a:gd name="T23" fmla="*/ 136 w 136"/>
                    <a:gd name="T24" fmla="*/ 336 h 3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6" h="336">
                      <a:moveTo>
                        <a:pt x="0" y="48"/>
                      </a:moveTo>
                      <a:lnTo>
                        <a:pt x="88" y="0"/>
                      </a:lnTo>
                      <a:lnTo>
                        <a:pt x="88" y="108"/>
                      </a:lnTo>
                      <a:lnTo>
                        <a:pt x="136" y="84"/>
                      </a:lnTo>
                      <a:lnTo>
                        <a:pt x="136" y="256"/>
                      </a:lnTo>
                      <a:lnTo>
                        <a:pt x="0" y="336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rgbClr val="FF99FF"/>
                </a:solidFill>
                <a:ln w="28575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0" name="Freeform 154"/>
                <p:cNvSpPr/>
                <p:nvPr/>
              </p:nvSpPr>
              <p:spPr bwMode="auto">
                <a:xfrm>
                  <a:off x="1723" y="1926"/>
                  <a:ext cx="293" cy="732"/>
                </a:xfrm>
                <a:custGeom>
                  <a:avLst/>
                  <a:gdLst>
                    <a:gd name="T0" fmla="*/ 149 w 293"/>
                    <a:gd name="T1" fmla="*/ 40 h 732"/>
                    <a:gd name="T2" fmla="*/ 149 w 293"/>
                    <a:gd name="T3" fmla="*/ 356 h 732"/>
                    <a:gd name="T4" fmla="*/ 49 w 293"/>
                    <a:gd name="T5" fmla="*/ 414 h 732"/>
                    <a:gd name="T6" fmla="*/ 49 w 293"/>
                    <a:gd name="T7" fmla="*/ 532 h 732"/>
                    <a:gd name="T8" fmla="*/ 0 w 293"/>
                    <a:gd name="T9" fmla="*/ 560 h 732"/>
                    <a:gd name="T10" fmla="*/ 0 w 293"/>
                    <a:gd name="T11" fmla="*/ 732 h 732"/>
                    <a:gd name="T12" fmla="*/ 293 w 293"/>
                    <a:gd name="T13" fmla="*/ 563 h 732"/>
                    <a:gd name="T14" fmla="*/ 293 w 293"/>
                    <a:gd name="T15" fmla="*/ 56 h 732"/>
                    <a:gd name="T16" fmla="*/ 237 w 293"/>
                    <a:gd name="T17" fmla="*/ 88 h 732"/>
                    <a:gd name="T18" fmla="*/ 237 w 293"/>
                    <a:gd name="T19" fmla="*/ 0 h 732"/>
                    <a:gd name="T20" fmla="*/ 149 w 293"/>
                    <a:gd name="T21" fmla="*/ 40 h 73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93"/>
                    <a:gd name="T34" fmla="*/ 0 h 732"/>
                    <a:gd name="T35" fmla="*/ 293 w 293"/>
                    <a:gd name="T36" fmla="*/ 732 h 732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93" h="732">
                      <a:moveTo>
                        <a:pt x="149" y="40"/>
                      </a:moveTo>
                      <a:lnTo>
                        <a:pt x="149" y="356"/>
                      </a:lnTo>
                      <a:lnTo>
                        <a:pt x="49" y="414"/>
                      </a:lnTo>
                      <a:lnTo>
                        <a:pt x="49" y="532"/>
                      </a:lnTo>
                      <a:lnTo>
                        <a:pt x="0" y="560"/>
                      </a:lnTo>
                      <a:lnTo>
                        <a:pt x="0" y="732"/>
                      </a:lnTo>
                      <a:lnTo>
                        <a:pt x="293" y="563"/>
                      </a:lnTo>
                      <a:lnTo>
                        <a:pt x="293" y="56"/>
                      </a:lnTo>
                      <a:lnTo>
                        <a:pt x="237" y="88"/>
                      </a:lnTo>
                      <a:lnTo>
                        <a:pt x="237" y="0"/>
                      </a:lnTo>
                      <a:lnTo>
                        <a:pt x="149" y="40"/>
                      </a:lnTo>
                      <a:close/>
                    </a:path>
                  </a:pathLst>
                </a:custGeom>
                <a:solidFill>
                  <a:srgbClr val="FF99FF"/>
                </a:solidFill>
                <a:ln w="28575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1" name="Freeform 155"/>
                <p:cNvSpPr/>
                <p:nvPr/>
              </p:nvSpPr>
              <p:spPr bwMode="auto">
                <a:xfrm>
                  <a:off x="1723" y="2146"/>
                  <a:ext cx="295" cy="511"/>
                </a:xfrm>
                <a:custGeom>
                  <a:avLst/>
                  <a:gdLst>
                    <a:gd name="T0" fmla="*/ 0 w 885"/>
                    <a:gd name="T1" fmla="*/ 6 h 1531"/>
                    <a:gd name="T2" fmla="*/ 4 w 885"/>
                    <a:gd name="T3" fmla="*/ 0 h 1531"/>
                    <a:gd name="T4" fmla="*/ 4 w 885"/>
                    <a:gd name="T5" fmla="*/ 0 h 1531"/>
                    <a:gd name="T6" fmla="*/ 0 60000 65536"/>
                    <a:gd name="T7" fmla="*/ 0 60000 65536"/>
                    <a:gd name="T8" fmla="*/ 0 60000 65536"/>
                    <a:gd name="T9" fmla="*/ 0 w 885"/>
                    <a:gd name="T10" fmla="*/ 0 h 1531"/>
                    <a:gd name="T11" fmla="*/ 885 w 885"/>
                    <a:gd name="T12" fmla="*/ 1531 h 153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85" h="1531">
                      <a:moveTo>
                        <a:pt x="0" y="1531"/>
                      </a:moveTo>
                      <a:lnTo>
                        <a:pt x="884" y="0"/>
                      </a:lnTo>
                      <a:lnTo>
                        <a:pt x="885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2" name="Freeform 156"/>
                <p:cNvSpPr/>
                <p:nvPr/>
              </p:nvSpPr>
              <p:spPr bwMode="auto">
                <a:xfrm>
                  <a:off x="1834" y="2274"/>
                  <a:ext cx="184" cy="319"/>
                </a:xfrm>
                <a:custGeom>
                  <a:avLst/>
                  <a:gdLst>
                    <a:gd name="T0" fmla="*/ 0 w 552"/>
                    <a:gd name="T1" fmla="*/ 4 h 957"/>
                    <a:gd name="T2" fmla="*/ 2 w 552"/>
                    <a:gd name="T3" fmla="*/ 0 h 957"/>
                    <a:gd name="T4" fmla="*/ 2 w 552"/>
                    <a:gd name="T5" fmla="*/ 0 h 957"/>
                    <a:gd name="T6" fmla="*/ 0 60000 65536"/>
                    <a:gd name="T7" fmla="*/ 0 60000 65536"/>
                    <a:gd name="T8" fmla="*/ 0 60000 65536"/>
                    <a:gd name="T9" fmla="*/ 0 w 552"/>
                    <a:gd name="T10" fmla="*/ 0 h 957"/>
                    <a:gd name="T11" fmla="*/ 552 w 552"/>
                    <a:gd name="T12" fmla="*/ 957 h 95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2" h="957">
                      <a:moveTo>
                        <a:pt x="0" y="957"/>
                      </a:moveTo>
                      <a:lnTo>
                        <a:pt x="551" y="0"/>
                      </a:lnTo>
                      <a:lnTo>
                        <a:pt x="552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3" name="Freeform 157"/>
                <p:cNvSpPr/>
                <p:nvPr/>
              </p:nvSpPr>
              <p:spPr bwMode="auto">
                <a:xfrm>
                  <a:off x="1944" y="2402"/>
                  <a:ext cx="74" cy="127"/>
                </a:xfrm>
                <a:custGeom>
                  <a:avLst/>
                  <a:gdLst>
                    <a:gd name="T0" fmla="*/ 0 w 221"/>
                    <a:gd name="T1" fmla="*/ 2 h 380"/>
                    <a:gd name="T2" fmla="*/ 1 w 221"/>
                    <a:gd name="T3" fmla="*/ 0 h 380"/>
                    <a:gd name="T4" fmla="*/ 1 w 221"/>
                    <a:gd name="T5" fmla="*/ 0 h 380"/>
                    <a:gd name="T6" fmla="*/ 0 60000 65536"/>
                    <a:gd name="T7" fmla="*/ 0 60000 65536"/>
                    <a:gd name="T8" fmla="*/ 0 60000 65536"/>
                    <a:gd name="T9" fmla="*/ 0 w 221"/>
                    <a:gd name="T10" fmla="*/ 0 h 380"/>
                    <a:gd name="T11" fmla="*/ 221 w 221"/>
                    <a:gd name="T12" fmla="*/ 380 h 38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1" h="380">
                      <a:moveTo>
                        <a:pt x="0" y="380"/>
                      </a:moveTo>
                      <a:lnTo>
                        <a:pt x="220" y="0"/>
                      </a:lnTo>
                      <a:lnTo>
                        <a:pt x="221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4" name="Freeform 158"/>
                <p:cNvSpPr/>
                <p:nvPr/>
              </p:nvSpPr>
              <p:spPr bwMode="auto">
                <a:xfrm>
                  <a:off x="1723" y="2461"/>
                  <a:ext cx="40" cy="68"/>
                </a:xfrm>
                <a:custGeom>
                  <a:avLst/>
                  <a:gdLst>
                    <a:gd name="T0" fmla="*/ 0 w 120"/>
                    <a:gd name="T1" fmla="*/ 1 h 205"/>
                    <a:gd name="T2" fmla="*/ 0 w 120"/>
                    <a:gd name="T3" fmla="*/ 0 h 205"/>
                    <a:gd name="T4" fmla="*/ 0 w 120"/>
                    <a:gd name="T5" fmla="*/ 0 h 205"/>
                    <a:gd name="T6" fmla="*/ 0 60000 65536"/>
                    <a:gd name="T7" fmla="*/ 0 60000 65536"/>
                    <a:gd name="T8" fmla="*/ 0 60000 65536"/>
                    <a:gd name="T9" fmla="*/ 0 w 120"/>
                    <a:gd name="T10" fmla="*/ 0 h 205"/>
                    <a:gd name="T11" fmla="*/ 120 w 120"/>
                    <a:gd name="T12" fmla="*/ 205 h 20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0" h="205">
                      <a:moveTo>
                        <a:pt x="0" y="205"/>
                      </a:moveTo>
                      <a:lnTo>
                        <a:pt x="119" y="0"/>
                      </a:lnTo>
                      <a:lnTo>
                        <a:pt x="120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5" name="Freeform 159"/>
                <p:cNvSpPr/>
                <p:nvPr/>
              </p:nvSpPr>
              <p:spPr bwMode="auto">
                <a:xfrm>
                  <a:off x="1879" y="1979"/>
                  <a:ext cx="88" cy="151"/>
                </a:xfrm>
                <a:custGeom>
                  <a:avLst/>
                  <a:gdLst>
                    <a:gd name="T0" fmla="*/ 0 w 264"/>
                    <a:gd name="T1" fmla="*/ 2 h 455"/>
                    <a:gd name="T2" fmla="*/ 1 w 264"/>
                    <a:gd name="T3" fmla="*/ 0 h 455"/>
                    <a:gd name="T4" fmla="*/ 1 w 264"/>
                    <a:gd name="T5" fmla="*/ 0 h 455"/>
                    <a:gd name="T6" fmla="*/ 0 60000 65536"/>
                    <a:gd name="T7" fmla="*/ 0 60000 65536"/>
                    <a:gd name="T8" fmla="*/ 0 60000 65536"/>
                    <a:gd name="T9" fmla="*/ 0 w 264"/>
                    <a:gd name="T10" fmla="*/ 0 h 455"/>
                    <a:gd name="T11" fmla="*/ 264 w 264"/>
                    <a:gd name="T12" fmla="*/ 455 h 4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64" h="455">
                      <a:moveTo>
                        <a:pt x="0" y="455"/>
                      </a:moveTo>
                      <a:lnTo>
                        <a:pt x="263" y="0"/>
                      </a:lnTo>
                      <a:lnTo>
                        <a:pt x="264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6" name="Freeform 160"/>
                <p:cNvSpPr/>
                <p:nvPr/>
              </p:nvSpPr>
              <p:spPr bwMode="auto">
                <a:xfrm>
                  <a:off x="1879" y="1952"/>
                  <a:ext cx="30" cy="50"/>
                </a:xfrm>
                <a:custGeom>
                  <a:avLst/>
                  <a:gdLst>
                    <a:gd name="T0" fmla="*/ 0 w 89"/>
                    <a:gd name="T1" fmla="*/ 1 h 151"/>
                    <a:gd name="T2" fmla="*/ 0 w 89"/>
                    <a:gd name="T3" fmla="*/ 0 h 151"/>
                    <a:gd name="T4" fmla="*/ 0 w 89"/>
                    <a:gd name="T5" fmla="*/ 0 h 151"/>
                    <a:gd name="T6" fmla="*/ 0 60000 65536"/>
                    <a:gd name="T7" fmla="*/ 0 60000 65536"/>
                    <a:gd name="T8" fmla="*/ 0 60000 65536"/>
                    <a:gd name="T9" fmla="*/ 0 w 89"/>
                    <a:gd name="T10" fmla="*/ 0 h 151"/>
                    <a:gd name="T11" fmla="*/ 89 w 89"/>
                    <a:gd name="T12" fmla="*/ 151 h 15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9" h="151">
                      <a:moveTo>
                        <a:pt x="0" y="151"/>
                      </a:moveTo>
                      <a:lnTo>
                        <a:pt x="88" y="0"/>
                      </a:lnTo>
                      <a:lnTo>
                        <a:pt x="89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7" name="Freeform 161"/>
                <p:cNvSpPr/>
                <p:nvPr/>
              </p:nvSpPr>
              <p:spPr bwMode="auto">
                <a:xfrm>
                  <a:off x="1879" y="2018"/>
                  <a:ext cx="139" cy="240"/>
                </a:xfrm>
                <a:custGeom>
                  <a:avLst/>
                  <a:gdLst>
                    <a:gd name="T0" fmla="*/ 0 w 416"/>
                    <a:gd name="T1" fmla="*/ 3 h 719"/>
                    <a:gd name="T2" fmla="*/ 2 w 416"/>
                    <a:gd name="T3" fmla="*/ 0 h 719"/>
                    <a:gd name="T4" fmla="*/ 2 w 416"/>
                    <a:gd name="T5" fmla="*/ 0 h 719"/>
                    <a:gd name="T6" fmla="*/ 0 60000 65536"/>
                    <a:gd name="T7" fmla="*/ 0 60000 65536"/>
                    <a:gd name="T8" fmla="*/ 0 60000 65536"/>
                    <a:gd name="T9" fmla="*/ 0 w 416"/>
                    <a:gd name="T10" fmla="*/ 0 h 719"/>
                    <a:gd name="T11" fmla="*/ 416 w 416"/>
                    <a:gd name="T12" fmla="*/ 719 h 71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16" h="719">
                      <a:moveTo>
                        <a:pt x="0" y="719"/>
                      </a:moveTo>
                      <a:lnTo>
                        <a:pt x="415" y="0"/>
                      </a:lnTo>
                      <a:lnTo>
                        <a:pt x="416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8" name="Freeform 162"/>
                <p:cNvSpPr/>
                <p:nvPr/>
              </p:nvSpPr>
              <p:spPr bwMode="auto">
                <a:xfrm>
                  <a:off x="1774" y="2290"/>
                  <a:ext cx="87" cy="151"/>
                </a:xfrm>
                <a:custGeom>
                  <a:avLst/>
                  <a:gdLst>
                    <a:gd name="T0" fmla="*/ 0 w 263"/>
                    <a:gd name="T1" fmla="*/ 2 h 454"/>
                    <a:gd name="T2" fmla="*/ 1 w 263"/>
                    <a:gd name="T3" fmla="*/ 0 h 454"/>
                    <a:gd name="T4" fmla="*/ 1 w 263"/>
                    <a:gd name="T5" fmla="*/ 0 h 454"/>
                    <a:gd name="T6" fmla="*/ 0 60000 65536"/>
                    <a:gd name="T7" fmla="*/ 0 60000 65536"/>
                    <a:gd name="T8" fmla="*/ 0 60000 65536"/>
                    <a:gd name="T9" fmla="*/ 0 w 263"/>
                    <a:gd name="T10" fmla="*/ 0 h 454"/>
                    <a:gd name="T11" fmla="*/ 263 w 263"/>
                    <a:gd name="T12" fmla="*/ 454 h 4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63" h="454">
                      <a:moveTo>
                        <a:pt x="0" y="454"/>
                      </a:moveTo>
                      <a:lnTo>
                        <a:pt x="262" y="0"/>
                      </a:lnTo>
                      <a:lnTo>
                        <a:pt x="263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9" name="Freeform 163"/>
                <p:cNvSpPr/>
                <p:nvPr/>
              </p:nvSpPr>
              <p:spPr bwMode="auto">
                <a:xfrm>
                  <a:off x="2283" y="1765"/>
                  <a:ext cx="102" cy="178"/>
                </a:xfrm>
                <a:custGeom>
                  <a:avLst/>
                  <a:gdLst>
                    <a:gd name="T0" fmla="*/ 0 w 308"/>
                    <a:gd name="T1" fmla="*/ 2 h 534"/>
                    <a:gd name="T2" fmla="*/ 1 w 308"/>
                    <a:gd name="T3" fmla="*/ 0 h 534"/>
                    <a:gd name="T4" fmla="*/ 1 w 308"/>
                    <a:gd name="T5" fmla="*/ 0 h 534"/>
                    <a:gd name="T6" fmla="*/ 0 60000 65536"/>
                    <a:gd name="T7" fmla="*/ 0 60000 65536"/>
                    <a:gd name="T8" fmla="*/ 0 60000 65536"/>
                    <a:gd name="T9" fmla="*/ 0 w 308"/>
                    <a:gd name="T10" fmla="*/ 0 h 534"/>
                    <a:gd name="T11" fmla="*/ 308 w 308"/>
                    <a:gd name="T12" fmla="*/ 534 h 53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08" h="534">
                      <a:moveTo>
                        <a:pt x="0" y="534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0" name="Freeform 164"/>
                <p:cNvSpPr/>
                <p:nvPr/>
              </p:nvSpPr>
              <p:spPr bwMode="auto">
                <a:xfrm>
                  <a:off x="2283" y="1892"/>
                  <a:ext cx="102" cy="179"/>
                </a:xfrm>
                <a:custGeom>
                  <a:avLst/>
                  <a:gdLst>
                    <a:gd name="T0" fmla="*/ 0 w 308"/>
                    <a:gd name="T1" fmla="*/ 2 h 535"/>
                    <a:gd name="T2" fmla="*/ 1 w 308"/>
                    <a:gd name="T3" fmla="*/ 0 h 535"/>
                    <a:gd name="T4" fmla="*/ 1 w 308"/>
                    <a:gd name="T5" fmla="*/ 0 h 535"/>
                    <a:gd name="T6" fmla="*/ 0 60000 65536"/>
                    <a:gd name="T7" fmla="*/ 0 60000 65536"/>
                    <a:gd name="T8" fmla="*/ 0 60000 65536"/>
                    <a:gd name="T9" fmla="*/ 0 w 308"/>
                    <a:gd name="T10" fmla="*/ 0 h 535"/>
                    <a:gd name="T11" fmla="*/ 308 w 308"/>
                    <a:gd name="T12" fmla="*/ 535 h 53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08" h="535">
                      <a:moveTo>
                        <a:pt x="0" y="535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1" name="Freeform 165"/>
                <p:cNvSpPr/>
                <p:nvPr/>
              </p:nvSpPr>
              <p:spPr bwMode="auto">
                <a:xfrm>
                  <a:off x="2283" y="2021"/>
                  <a:ext cx="102" cy="177"/>
                </a:xfrm>
                <a:custGeom>
                  <a:avLst/>
                  <a:gdLst>
                    <a:gd name="T0" fmla="*/ 0 w 308"/>
                    <a:gd name="T1" fmla="*/ 2 h 533"/>
                    <a:gd name="T2" fmla="*/ 1 w 308"/>
                    <a:gd name="T3" fmla="*/ 0 h 533"/>
                    <a:gd name="T4" fmla="*/ 1 w 308"/>
                    <a:gd name="T5" fmla="*/ 0 h 533"/>
                    <a:gd name="T6" fmla="*/ 0 60000 65536"/>
                    <a:gd name="T7" fmla="*/ 0 60000 65536"/>
                    <a:gd name="T8" fmla="*/ 0 60000 65536"/>
                    <a:gd name="T9" fmla="*/ 0 w 308"/>
                    <a:gd name="T10" fmla="*/ 0 h 533"/>
                    <a:gd name="T11" fmla="*/ 308 w 308"/>
                    <a:gd name="T12" fmla="*/ 533 h 53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08" h="533">
                      <a:moveTo>
                        <a:pt x="0" y="533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2" name="Freeform 166"/>
                <p:cNvSpPr/>
                <p:nvPr/>
              </p:nvSpPr>
              <p:spPr bwMode="auto">
                <a:xfrm>
                  <a:off x="2283" y="2148"/>
                  <a:ext cx="102" cy="178"/>
                </a:xfrm>
                <a:custGeom>
                  <a:avLst/>
                  <a:gdLst>
                    <a:gd name="T0" fmla="*/ 0 w 308"/>
                    <a:gd name="T1" fmla="*/ 2 h 533"/>
                    <a:gd name="T2" fmla="*/ 1 w 308"/>
                    <a:gd name="T3" fmla="*/ 0 h 533"/>
                    <a:gd name="T4" fmla="*/ 1 w 308"/>
                    <a:gd name="T5" fmla="*/ 0 h 533"/>
                    <a:gd name="T6" fmla="*/ 0 60000 65536"/>
                    <a:gd name="T7" fmla="*/ 0 60000 65536"/>
                    <a:gd name="T8" fmla="*/ 0 60000 65536"/>
                    <a:gd name="T9" fmla="*/ 0 w 308"/>
                    <a:gd name="T10" fmla="*/ 0 h 533"/>
                    <a:gd name="T11" fmla="*/ 308 w 308"/>
                    <a:gd name="T12" fmla="*/ 533 h 53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08" h="533">
                      <a:moveTo>
                        <a:pt x="0" y="533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3" name="Freeform 167"/>
                <p:cNvSpPr/>
                <p:nvPr/>
              </p:nvSpPr>
              <p:spPr bwMode="auto">
                <a:xfrm>
                  <a:off x="2309" y="1697"/>
                  <a:ext cx="42" cy="71"/>
                </a:xfrm>
                <a:custGeom>
                  <a:avLst/>
                  <a:gdLst>
                    <a:gd name="T0" fmla="*/ 0 w 125"/>
                    <a:gd name="T1" fmla="*/ 1 h 215"/>
                    <a:gd name="T2" fmla="*/ 1 w 125"/>
                    <a:gd name="T3" fmla="*/ 0 h 215"/>
                    <a:gd name="T4" fmla="*/ 1 w 125"/>
                    <a:gd name="T5" fmla="*/ 0 h 215"/>
                    <a:gd name="T6" fmla="*/ 0 60000 65536"/>
                    <a:gd name="T7" fmla="*/ 0 60000 65536"/>
                    <a:gd name="T8" fmla="*/ 0 60000 65536"/>
                    <a:gd name="T9" fmla="*/ 0 w 125"/>
                    <a:gd name="T10" fmla="*/ 0 h 215"/>
                    <a:gd name="T11" fmla="*/ 125 w 125"/>
                    <a:gd name="T12" fmla="*/ 215 h 21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5" h="215">
                      <a:moveTo>
                        <a:pt x="0" y="215"/>
                      </a:moveTo>
                      <a:lnTo>
                        <a:pt x="124" y="0"/>
                      </a:lnTo>
                      <a:lnTo>
                        <a:pt x="125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4" name="Freeform 168"/>
                <p:cNvSpPr/>
                <p:nvPr/>
              </p:nvSpPr>
              <p:spPr bwMode="auto">
                <a:xfrm>
                  <a:off x="1497" y="2571"/>
                  <a:ext cx="125" cy="217"/>
                </a:xfrm>
                <a:custGeom>
                  <a:avLst/>
                  <a:gdLst>
                    <a:gd name="T0" fmla="*/ 0 w 376"/>
                    <a:gd name="T1" fmla="*/ 3 h 650"/>
                    <a:gd name="T2" fmla="*/ 2 w 376"/>
                    <a:gd name="T3" fmla="*/ 0 h 650"/>
                    <a:gd name="T4" fmla="*/ 2 w 376"/>
                    <a:gd name="T5" fmla="*/ 0 h 650"/>
                    <a:gd name="T6" fmla="*/ 0 60000 65536"/>
                    <a:gd name="T7" fmla="*/ 0 60000 65536"/>
                    <a:gd name="T8" fmla="*/ 0 60000 65536"/>
                    <a:gd name="T9" fmla="*/ 0 w 376"/>
                    <a:gd name="T10" fmla="*/ 0 h 650"/>
                    <a:gd name="T11" fmla="*/ 376 w 376"/>
                    <a:gd name="T12" fmla="*/ 650 h 65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6" h="650">
                      <a:moveTo>
                        <a:pt x="0" y="650"/>
                      </a:moveTo>
                      <a:lnTo>
                        <a:pt x="375" y="0"/>
                      </a:lnTo>
                      <a:lnTo>
                        <a:pt x="376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5" name="Freeform 169"/>
                <p:cNvSpPr/>
                <p:nvPr/>
              </p:nvSpPr>
              <p:spPr bwMode="auto">
                <a:xfrm>
                  <a:off x="1485" y="2531"/>
                  <a:ext cx="87" cy="149"/>
                </a:xfrm>
                <a:custGeom>
                  <a:avLst/>
                  <a:gdLst>
                    <a:gd name="T0" fmla="*/ 0 w 259"/>
                    <a:gd name="T1" fmla="*/ 2 h 448"/>
                    <a:gd name="T2" fmla="*/ 1 w 259"/>
                    <a:gd name="T3" fmla="*/ 0 h 448"/>
                    <a:gd name="T4" fmla="*/ 1 w 259"/>
                    <a:gd name="T5" fmla="*/ 0 h 448"/>
                    <a:gd name="T6" fmla="*/ 0 60000 65536"/>
                    <a:gd name="T7" fmla="*/ 0 60000 65536"/>
                    <a:gd name="T8" fmla="*/ 0 60000 65536"/>
                    <a:gd name="T9" fmla="*/ 0 w 259"/>
                    <a:gd name="T10" fmla="*/ 0 h 448"/>
                    <a:gd name="T11" fmla="*/ 259 w 259"/>
                    <a:gd name="T12" fmla="*/ 448 h 44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9" h="448">
                      <a:moveTo>
                        <a:pt x="0" y="448"/>
                      </a:moveTo>
                      <a:lnTo>
                        <a:pt x="258" y="0"/>
                      </a:lnTo>
                      <a:lnTo>
                        <a:pt x="259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6" name="Freeform 170"/>
                <p:cNvSpPr/>
                <p:nvPr/>
              </p:nvSpPr>
              <p:spPr bwMode="auto">
                <a:xfrm>
                  <a:off x="1485" y="2485"/>
                  <a:ext cx="39" cy="67"/>
                </a:xfrm>
                <a:custGeom>
                  <a:avLst/>
                  <a:gdLst>
                    <a:gd name="T0" fmla="*/ 0 w 117"/>
                    <a:gd name="T1" fmla="*/ 1 h 202"/>
                    <a:gd name="T2" fmla="*/ 0 w 117"/>
                    <a:gd name="T3" fmla="*/ 0 h 202"/>
                    <a:gd name="T4" fmla="*/ 0 w 117"/>
                    <a:gd name="T5" fmla="*/ 0 h 202"/>
                    <a:gd name="T6" fmla="*/ 0 60000 65536"/>
                    <a:gd name="T7" fmla="*/ 0 60000 65536"/>
                    <a:gd name="T8" fmla="*/ 0 60000 65536"/>
                    <a:gd name="T9" fmla="*/ 0 w 117"/>
                    <a:gd name="T10" fmla="*/ 0 h 202"/>
                    <a:gd name="T11" fmla="*/ 117 w 117"/>
                    <a:gd name="T12" fmla="*/ 202 h 20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7" h="202">
                      <a:moveTo>
                        <a:pt x="0" y="202"/>
                      </a:moveTo>
                      <a:lnTo>
                        <a:pt x="116" y="0"/>
                      </a:lnTo>
                      <a:lnTo>
                        <a:pt x="117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29" name="Group 171"/>
              <p:cNvGrpSpPr/>
              <p:nvPr/>
            </p:nvGrpSpPr>
            <p:grpSpPr bwMode="auto">
              <a:xfrm>
                <a:off x="1015" y="2554"/>
                <a:ext cx="1472" cy="854"/>
                <a:chOff x="1822" y="2376"/>
                <a:chExt cx="1472" cy="854"/>
              </a:xfrm>
            </p:grpSpPr>
            <p:sp>
              <p:nvSpPr>
                <p:cNvPr id="130" name="Oval 172"/>
                <p:cNvSpPr>
                  <a:spLocks noChangeArrowheads="1"/>
                </p:cNvSpPr>
                <p:nvPr/>
              </p:nvSpPr>
              <p:spPr bwMode="auto">
                <a:xfrm>
                  <a:off x="2352" y="2796"/>
                  <a:ext cx="216" cy="131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1" name="Freeform 173"/>
                <p:cNvSpPr/>
                <p:nvPr/>
              </p:nvSpPr>
              <p:spPr bwMode="auto">
                <a:xfrm>
                  <a:off x="2102" y="2947"/>
                  <a:ext cx="171" cy="23"/>
                </a:xfrm>
                <a:custGeom>
                  <a:avLst/>
                  <a:gdLst>
                    <a:gd name="T0" fmla="*/ 2 w 513"/>
                    <a:gd name="T1" fmla="*/ 0 h 67"/>
                    <a:gd name="T2" fmla="*/ 1 w 513"/>
                    <a:gd name="T3" fmla="*/ 0 h 67"/>
                    <a:gd name="T4" fmla="*/ 0 w 513"/>
                    <a:gd name="T5" fmla="*/ 0 h 67"/>
                    <a:gd name="T6" fmla="*/ 0 w 513"/>
                    <a:gd name="T7" fmla="*/ 0 h 6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3"/>
                    <a:gd name="T13" fmla="*/ 0 h 67"/>
                    <a:gd name="T14" fmla="*/ 513 w 513"/>
                    <a:gd name="T15" fmla="*/ 67 h 6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3" h="67">
                      <a:moveTo>
                        <a:pt x="513" y="67"/>
                      </a:moveTo>
                      <a:lnTo>
                        <a:pt x="256" y="0"/>
                      </a:lnTo>
                      <a:lnTo>
                        <a:pt x="0" y="67"/>
                      </a:lnTo>
                      <a:lnTo>
                        <a:pt x="1" y="67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2" name="Oval 174"/>
                <p:cNvSpPr>
                  <a:spLocks noChangeArrowheads="1"/>
                </p:cNvSpPr>
                <p:nvPr/>
              </p:nvSpPr>
              <p:spPr bwMode="auto">
                <a:xfrm>
                  <a:off x="2406" y="2838"/>
                  <a:ext cx="108" cy="47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3" name="Line 175"/>
                <p:cNvSpPr>
                  <a:spLocks noChangeShapeType="1"/>
                </p:cNvSpPr>
                <p:nvPr/>
              </p:nvSpPr>
              <p:spPr bwMode="auto">
                <a:xfrm flipV="1">
                  <a:off x="2004" y="2381"/>
                  <a:ext cx="1290" cy="745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lgDashDot"/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4" name="Freeform 176"/>
                <p:cNvSpPr/>
                <p:nvPr/>
              </p:nvSpPr>
              <p:spPr bwMode="auto">
                <a:xfrm>
                  <a:off x="2774" y="2490"/>
                  <a:ext cx="322" cy="190"/>
                </a:xfrm>
                <a:custGeom>
                  <a:avLst/>
                  <a:gdLst>
                    <a:gd name="T0" fmla="*/ 232 w 322"/>
                    <a:gd name="T1" fmla="*/ 12 h 190"/>
                    <a:gd name="T2" fmla="*/ 154 w 322"/>
                    <a:gd name="T3" fmla="*/ 0 h 190"/>
                    <a:gd name="T4" fmla="*/ 88 w 322"/>
                    <a:gd name="T5" fmla="*/ 9 h 190"/>
                    <a:gd name="T6" fmla="*/ 40 w 322"/>
                    <a:gd name="T7" fmla="*/ 30 h 190"/>
                    <a:gd name="T8" fmla="*/ 13 w 322"/>
                    <a:gd name="T9" fmla="*/ 57 h 190"/>
                    <a:gd name="T10" fmla="*/ 1 w 322"/>
                    <a:gd name="T11" fmla="*/ 99 h 190"/>
                    <a:gd name="T12" fmla="*/ 19 w 322"/>
                    <a:gd name="T13" fmla="*/ 141 h 190"/>
                    <a:gd name="T14" fmla="*/ 46 w 322"/>
                    <a:gd name="T15" fmla="*/ 168 h 190"/>
                    <a:gd name="T16" fmla="*/ 112 w 322"/>
                    <a:gd name="T17" fmla="*/ 186 h 190"/>
                    <a:gd name="T18" fmla="*/ 163 w 322"/>
                    <a:gd name="T19" fmla="*/ 189 h 190"/>
                    <a:gd name="T20" fmla="*/ 226 w 322"/>
                    <a:gd name="T21" fmla="*/ 180 h 190"/>
                    <a:gd name="T22" fmla="*/ 280 w 322"/>
                    <a:gd name="T23" fmla="*/ 162 h 190"/>
                    <a:gd name="T24" fmla="*/ 310 w 322"/>
                    <a:gd name="T25" fmla="*/ 135 h 190"/>
                    <a:gd name="T26" fmla="*/ 322 w 322"/>
                    <a:gd name="T27" fmla="*/ 99 h 190"/>
                    <a:gd name="T28" fmla="*/ 310 w 322"/>
                    <a:gd name="T29" fmla="*/ 54 h 19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322"/>
                    <a:gd name="T46" fmla="*/ 0 h 190"/>
                    <a:gd name="T47" fmla="*/ 322 w 322"/>
                    <a:gd name="T48" fmla="*/ 190 h 190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322" h="190">
                      <a:moveTo>
                        <a:pt x="232" y="12"/>
                      </a:moveTo>
                      <a:cubicBezTo>
                        <a:pt x="219" y="10"/>
                        <a:pt x="178" y="0"/>
                        <a:pt x="154" y="0"/>
                      </a:cubicBezTo>
                      <a:cubicBezTo>
                        <a:pt x="130" y="0"/>
                        <a:pt x="107" y="4"/>
                        <a:pt x="88" y="9"/>
                      </a:cubicBezTo>
                      <a:cubicBezTo>
                        <a:pt x="69" y="14"/>
                        <a:pt x="52" y="22"/>
                        <a:pt x="40" y="30"/>
                      </a:cubicBezTo>
                      <a:cubicBezTo>
                        <a:pt x="28" y="38"/>
                        <a:pt x="19" y="46"/>
                        <a:pt x="13" y="57"/>
                      </a:cubicBezTo>
                      <a:cubicBezTo>
                        <a:pt x="7" y="68"/>
                        <a:pt x="0" y="85"/>
                        <a:pt x="1" y="99"/>
                      </a:cubicBezTo>
                      <a:cubicBezTo>
                        <a:pt x="2" y="113"/>
                        <a:pt x="12" y="130"/>
                        <a:pt x="19" y="141"/>
                      </a:cubicBezTo>
                      <a:cubicBezTo>
                        <a:pt x="26" y="152"/>
                        <a:pt x="30" y="160"/>
                        <a:pt x="46" y="168"/>
                      </a:cubicBezTo>
                      <a:cubicBezTo>
                        <a:pt x="62" y="176"/>
                        <a:pt x="93" y="183"/>
                        <a:pt x="112" y="186"/>
                      </a:cubicBezTo>
                      <a:cubicBezTo>
                        <a:pt x="131" y="189"/>
                        <a:pt x="144" y="190"/>
                        <a:pt x="163" y="189"/>
                      </a:cubicBezTo>
                      <a:cubicBezTo>
                        <a:pt x="182" y="188"/>
                        <a:pt x="207" y="184"/>
                        <a:pt x="226" y="180"/>
                      </a:cubicBezTo>
                      <a:cubicBezTo>
                        <a:pt x="245" y="176"/>
                        <a:pt x="266" y="170"/>
                        <a:pt x="280" y="162"/>
                      </a:cubicBezTo>
                      <a:cubicBezTo>
                        <a:pt x="294" y="154"/>
                        <a:pt x="303" y="145"/>
                        <a:pt x="310" y="135"/>
                      </a:cubicBezTo>
                      <a:cubicBezTo>
                        <a:pt x="317" y="125"/>
                        <a:pt x="322" y="112"/>
                        <a:pt x="322" y="99"/>
                      </a:cubicBezTo>
                      <a:cubicBezTo>
                        <a:pt x="322" y="86"/>
                        <a:pt x="312" y="63"/>
                        <a:pt x="310" y="54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5" name="Oval 177"/>
                <p:cNvSpPr>
                  <a:spLocks noChangeArrowheads="1"/>
                </p:cNvSpPr>
                <p:nvPr/>
              </p:nvSpPr>
              <p:spPr bwMode="auto">
                <a:xfrm>
                  <a:off x="2700" y="2437"/>
                  <a:ext cx="468" cy="299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6" name="Oval 178"/>
                <p:cNvSpPr>
                  <a:spLocks noChangeArrowheads="1"/>
                </p:cNvSpPr>
                <p:nvPr/>
              </p:nvSpPr>
              <p:spPr bwMode="auto">
                <a:xfrm>
                  <a:off x="2598" y="2376"/>
                  <a:ext cx="678" cy="419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7" name="Freeform 179"/>
                <p:cNvSpPr/>
                <p:nvPr/>
              </p:nvSpPr>
              <p:spPr bwMode="auto">
                <a:xfrm>
                  <a:off x="1822" y="2938"/>
                  <a:ext cx="169" cy="96"/>
                </a:xfrm>
                <a:custGeom>
                  <a:avLst/>
                  <a:gdLst>
                    <a:gd name="T0" fmla="*/ 0 w 505"/>
                    <a:gd name="T1" fmla="*/ 0 h 289"/>
                    <a:gd name="T2" fmla="*/ 2 w 505"/>
                    <a:gd name="T3" fmla="*/ 1 h 289"/>
                    <a:gd name="T4" fmla="*/ 2 w 505"/>
                    <a:gd name="T5" fmla="*/ 1 h 289"/>
                    <a:gd name="T6" fmla="*/ 0 60000 65536"/>
                    <a:gd name="T7" fmla="*/ 0 60000 65536"/>
                    <a:gd name="T8" fmla="*/ 0 60000 65536"/>
                    <a:gd name="T9" fmla="*/ 0 w 505"/>
                    <a:gd name="T10" fmla="*/ 0 h 289"/>
                    <a:gd name="T11" fmla="*/ 505 w 505"/>
                    <a:gd name="T12" fmla="*/ 289 h 28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05" h="289">
                      <a:moveTo>
                        <a:pt x="0" y="0"/>
                      </a:moveTo>
                      <a:lnTo>
                        <a:pt x="504" y="289"/>
                      </a:lnTo>
                      <a:lnTo>
                        <a:pt x="505" y="289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8" name="Freeform 180"/>
                <p:cNvSpPr/>
                <p:nvPr/>
              </p:nvSpPr>
              <p:spPr bwMode="auto">
                <a:xfrm>
                  <a:off x="1822" y="2441"/>
                  <a:ext cx="860" cy="497"/>
                </a:xfrm>
                <a:custGeom>
                  <a:avLst/>
                  <a:gdLst>
                    <a:gd name="T0" fmla="*/ 11 w 2580"/>
                    <a:gd name="T1" fmla="*/ 0 h 1491"/>
                    <a:gd name="T2" fmla="*/ 0 w 2580"/>
                    <a:gd name="T3" fmla="*/ 6 h 1491"/>
                    <a:gd name="T4" fmla="*/ 0 w 2580"/>
                    <a:gd name="T5" fmla="*/ 6 h 1491"/>
                    <a:gd name="T6" fmla="*/ 0 60000 65536"/>
                    <a:gd name="T7" fmla="*/ 0 60000 65536"/>
                    <a:gd name="T8" fmla="*/ 0 60000 65536"/>
                    <a:gd name="T9" fmla="*/ 0 w 2580"/>
                    <a:gd name="T10" fmla="*/ 0 h 1491"/>
                    <a:gd name="T11" fmla="*/ 2580 w 2580"/>
                    <a:gd name="T12" fmla="*/ 1491 h 14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80" h="1491">
                      <a:moveTo>
                        <a:pt x="2580" y="0"/>
                      </a:moveTo>
                      <a:lnTo>
                        <a:pt x="0" y="1491"/>
                      </a:lnTo>
                      <a:lnTo>
                        <a:pt x="1" y="1491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9" name="Freeform 181"/>
                <p:cNvSpPr/>
                <p:nvPr/>
              </p:nvSpPr>
              <p:spPr bwMode="auto">
                <a:xfrm>
                  <a:off x="2328" y="2733"/>
                  <a:ext cx="860" cy="497"/>
                </a:xfrm>
                <a:custGeom>
                  <a:avLst/>
                  <a:gdLst>
                    <a:gd name="T0" fmla="*/ 11 w 2579"/>
                    <a:gd name="T1" fmla="*/ 0 h 1491"/>
                    <a:gd name="T2" fmla="*/ 0 w 2579"/>
                    <a:gd name="T3" fmla="*/ 6 h 1491"/>
                    <a:gd name="T4" fmla="*/ 0 w 2579"/>
                    <a:gd name="T5" fmla="*/ 6 h 1491"/>
                    <a:gd name="T6" fmla="*/ 0 60000 65536"/>
                    <a:gd name="T7" fmla="*/ 0 60000 65536"/>
                    <a:gd name="T8" fmla="*/ 0 60000 65536"/>
                    <a:gd name="T9" fmla="*/ 0 w 2579"/>
                    <a:gd name="T10" fmla="*/ 0 h 1491"/>
                    <a:gd name="T11" fmla="*/ 2579 w 2579"/>
                    <a:gd name="T12" fmla="*/ 1491 h 14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79" h="1491">
                      <a:moveTo>
                        <a:pt x="2579" y="0"/>
                      </a:moveTo>
                      <a:lnTo>
                        <a:pt x="0" y="1491"/>
                      </a:lnTo>
                      <a:lnTo>
                        <a:pt x="1" y="1491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0" name="Freeform 182"/>
                <p:cNvSpPr/>
                <p:nvPr/>
              </p:nvSpPr>
              <p:spPr bwMode="auto">
                <a:xfrm>
                  <a:off x="3005" y="2481"/>
                  <a:ext cx="40" cy="23"/>
                </a:xfrm>
                <a:custGeom>
                  <a:avLst/>
                  <a:gdLst>
                    <a:gd name="T0" fmla="*/ 0 w 120"/>
                    <a:gd name="T1" fmla="*/ 0 h 70"/>
                    <a:gd name="T2" fmla="*/ 0 w 120"/>
                    <a:gd name="T3" fmla="*/ 0 h 70"/>
                    <a:gd name="T4" fmla="*/ 0 w 120"/>
                    <a:gd name="T5" fmla="*/ 0 h 70"/>
                    <a:gd name="T6" fmla="*/ 0 60000 65536"/>
                    <a:gd name="T7" fmla="*/ 0 60000 65536"/>
                    <a:gd name="T8" fmla="*/ 0 60000 65536"/>
                    <a:gd name="T9" fmla="*/ 0 w 120"/>
                    <a:gd name="T10" fmla="*/ 0 h 70"/>
                    <a:gd name="T11" fmla="*/ 120 w 120"/>
                    <a:gd name="T12" fmla="*/ 70 h 7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0" h="70">
                      <a:moveTo>
                        <a:pt x="120" y="0"/>
                      </a:moveTo>
                      <a:lnTo>
                        <a:pt x="0" y="70"/>
                      </a:lnTo>
                      <a:lnTo>
                        <a:pt x="1" y="7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1" name="Freeform 183"/>
                <p:cNvSpPr/>
                <p:nvPr/>
              </p:nvSpPr>
              <p:spPr bwMode="auto">
                <a:xfrm>
                  <a:off x="3075" y="2525"/>
                  <a:ext cx="46" cy="26"/>
                </a:xfrm>
                <a:custGeom>
                  <a:avLst/>
                  <a:gdLst>
                    <a:gd name="T0" fmla="*/ 1 w 137"/>
                    <a:gd name="T1" fmla="*/ 0 h 79"/>
                    <a:gd name="T2" fmla="*/ 0 w 137"/>
                    <a:gd name="T3" fmla="*/ 0 h 79"/>
                    <a:gd name="T4" fmla="*/ 0 w 137"/>
                    <a:gd name="T5" fmla="*/ 0 h 79"/>
                    <a:gd name="T6" fmla="*/ 0 60000 65536"/>
                    <a:gd name="T7" fmla="*/ 0 60000 65536"/>
                    <a:gd name="T8" fmla="*/ 0 60000 65536"/>
                    <a:gd name="T9" fmla="*/ 0 w 137"/>
                    <a:gd name="T10" fmla="*/ 0 h 79"/>
                    <a:gd name="T11" fmla="*/ 137 w 137"/>
                    <a:gd name="T12" fmla="*/ 79 h 7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7" h="79">
                      <a:moveTo>
                        <a:pt x="137" y="0"/>
                      </a:moveTo>
                      <a:lnTo>
                        <a:pt x="0" y="79"/>
                      </a:lnTo>
                      <a:lnTo>
                        <a:pt x="1" y="79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2" name="Freeform 184"/>
                <p:cNvSpPr/>
                <p:nvPr/>
              </p:nvSpPr>
              <p:spPr bwMode="auto">
                <a:xfrm>
                  <a:off x="3039" y="2481"/>
                  <a:ext cx="76" cy="44"/>
                </a:xfrm>
                <a:custGeom>
                  <a:avLst/>
                  <a:gdLst>
                    <a:gd name="T0" fmla="*/ 0 w 229"/>
                    <a:gd name="T1" fmla="*/ 0 h 132"/>
                    <a:gd name="T2" fmla="*/ 1 w 229"/>
                    <a:gd name="T3" fmla="*/ 1 h 132"/>
                    <a:gd name="T4" fmla="*/ 1 w 229"/>
                    <a:gd name="T5" fmla="*/ 1 h 132"/>
                    <a:gd name="T6" fmla="*/ 0 60000 65536"/>
                    <a:gd name="T7" fmla="*/ 0 60000 65536"/>
                    <a:gd name="T8" fmla="*/ 0 60000 65536"/>
                    <a:gd name="T9" fmla="*/ 0 w 229"/>
                    <a:gd name="T10" fmla="*/ 0 h 132"/>
                    <a:gd name="T11" fmla="*/ 229 w 229"/>
                    <a:gd name="T12" fmla="*/ 132 h 13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9" h="132">
                      <a:moveTo>
                        <a:pt x="0" y="0"/>
                      </a:moveTo>
                      <a:lnTo>
                        <a:pt x="228" y="132"/>
                      </a:lnTo>
                      <a:lnTo>
                        <a:pt x="229" y="132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3" name="Freeform 185"/>
                <p:cNvSpPr/>
                <p:nvPr/>
              </p:nvSpPr>
              <p:spPr bwMode="auto">
                <a:xfrm>
                  <a:off x="1990" y="2970"/>
                  <a:ext cx="112" cy="64"/>
                </a:xfrm>
                <a:custGeom>
                  <a:avLst/>
                  <a:gdLst>
                    <a:gd name="T0" fmla="*/ 1 w 334"/>
                    <a:gd name="T1" fmla="*/ 0 h 194"/>
                    <a:gd name="T2" fmla="*/ 0 w 334"/>
                    <a:gd name="T3" fmla="*/ 1 h 194"/>
                    <a:gd name="T4" fmla="*/ 0 w 334"/>
                    <a:gd name="T5" fmla="*/ 1 h 194"/>
                    <a:gd name="T6" fmla="*/ 0 60000 65536"/>
                    <a:gd name="T7" fmla="*/ 0 60000 65536"/>
                    <a:gd name="T8" fmla="*/ 0 60000 65536"/>
                    <a:gd name="T9" fmla="*/ 0 w 334"/>
                    <a:gd name="T10" fmla="*/ 0 h 194"/>
                    <a:gd name="T11" fmla="*/ 334 w 334"/>
                    <a:gd name="T12" fmla="*/ 194 h 19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34" h="194">
                      <a:moveTo>
                        <a:pt x="334" y="0"/>
                      </a:moveTo>
                      <a:lnTo>
                        <a:pt x="0" y="194"/>
                      </a:lnTo>
                      <a:lnTo>
                        <a:pt x="1" y="194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4" name="Freeform 186"/>
                <p:cNvSpPr/>
                <p:nvPr/>
              </p:nvSpPr>
              <p:spPr bwMode="auto">
                <a:xfrm>
                  <a:off x="2161" y="3069"/>
                  <a:ext cx="112" cy="64"/>
                </a:xfrm>
                <a:custGeom>
                  <a:avLst/>
                  <a:gdLst>
                    <a:gd name="T0" fmla="*/ 1 w 336"/>
                    <a:gd name="T1" fmla="*/ 0 h 194"/>
                    <a:gd name="T2" fmla="*/ 0 w 336"/>
                    <a:gd name="T3" fmla="*/ 1 h 194"/>
                    <a:gd name="T4" fmla="*/ 0 w 336"/>
                    <a:gd name="T5" fmla="*/ 1 h 194"/>
                    <a:gd name="T6" fmla="*/ 0 60000 65536"/>
                    <a:gd name="T7" fmla="*/ 0 60000 65536"/>
                    <a:gd name="T8" fmla="*/ 0 60000 65536"/>
                    <a:gd name="T9" fmla="*/ 0 w 336"/>
                    <a:gd name="T10" fmla="*/ 0 h 194"/>
                    <a:gd name="T11" fmla="*/ 336 w 336"/>
                    <a:gd name="T12" fmla="*/ 194 h 19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36" h="194">
                      <a:moveTo>
                        <a:pt x="336" y="0"/>
                      </a:moveTo>
                      <a:lnTo>
                        <a:pt x="0" y="194"/>
                      </a:lnTo>
                      <a:lnTo>
                        <a:pt x="1" y="194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5" name="Freeform 187"/>
                <p:cNvSpPr/>
                <p:nvPr/>
              </p:nvSpPr>
              <p:spPr bwMode="auto">
                <a:xfrm>
                  <a:off x="2273" y="2970"/>
                  <a:ext cx="25" cy="99"/>
                </a:xfrm>
                <a:custGeom>
                  <a:avLst/>
                  <a:gdLst>
                    <a:gd name="T0" fmla="*/ 0 w 75"/>
                    <a:gd name="T1" fmla="*/ 1 h 297"/>
                    <a:gd name="T2" fmla="*/ 0 w 75"/>
                    <a:gd name="T3" fmla="*/ 1 h 297"/>
                    <a:gd name="T4" fmla="*/ 0 w 75"/>
                    <a:gd name="T5" fmla="*/ 0 h 297"/>
                    <a:gd name="T6" fmla="*/ 0 w 75"/>
                    <a:gd name="T7" fmla="*/ 0 h 297"/>
                    <a:gd name="T8" fmla="*/ 0 w 75"/>
                    <a:gd name="T9" fmla="*/ 0 h 29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"/>
                    <a:gd name="T16" fmla="*/ 0 h 297"/>
                    <a:gd name="T17" fmla="*/ 75 w 75"/>
                    <a:gd name="T18" fmla="*/ 297 h 29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" h="297">
                      <a:moveTo>
                        <a:pt x="0" y="297"/>
                      </a:moveTo>
                      <a:lnTo>
                        <a:pt x="75" y="208"/>
                      </a:lnTo>
                      <a:lnTo>
                        <a:pt x="75" y="90"/>
                      </a:ln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6" name="Freeform 188"/>
                <p:cNvSpPr/>
                <p:nvPr/>
              </p:nvSpPr>
              <p:spPr bwMode="auto">
                <a:xfrm>
                  <a:off x="2161" y="3133"/>
                  <a:ext cx="168" cy="97"/>
                </a:xfrm>
                <a:custGeom>
                  <a:avLst/>
                  <a:gdLst>
                    <a:gd name="T0" fmla="*/ 0 w 504"/>
                    <a:gd name="T1" fmla="*/ 0 h 290"/>
                    <a:gd name="T2" fmla="*/ 2 w 504"/>
                    <a:gd name="T3" fmla="*/ 1 h 290"/>
                    <a:gd name="T4" fmla="*/ 2 w 504"/>
                    <a:gd name="T5" fmla="*/ 1 h 290"/>
                    <a:gd name="T6" fmla="*/ 0 60000 65536"/>
                    <a:gd name="T7" fmla="*/ 0 60000 65536"/>
                    <a:gd name="T8" fmla="*/ 0 60000 65536"/>
                    <a:gd name="T9" fmla="*/ 0 w 504"/>
                    <a:gd name="T10" fmla="*/ 0 h 290"/>
                    <a:gd name="T11" fmla="*/ 504 w 504"/>
                    <a:gd name="T12" fmla="*/ 290 h 29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04" h="290">
                      <a:moveTo>
                        <a:pt x="0" y="0"/>
                      </a:moveTo>
                      <a:lnTo>
                        <a:pt x="503" y="290"/>
                      </a:lnTo>
                      <a:lnTo>
                        <a:pt x="504" y="29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7" name="Freeform 189"/>
                <p:cNvSpPr/>
                <p:nvPr/>
              </p:nvSpPr>
              <p:spPr bwMode="auto">
                <a:xfrm>
                  <a:off x="2336" y="2790"/>
                  <a:ext cx="243" cy="141"/>
                </a:xfrm>
                <a:custGeom>
                  <a:avLst/>
                  <a:gdLst>
                    <a:gd name="T0" fmla="*/ 0 w 730"/>
                    <a:gd name="T1" fmla="*/ 0 h 421"/>
                    <a:gd name="T2" fmla="*/ 3 w 730"/>
                    <a:gd name="T3" fmla="*/ 2 h 421"/>
                    <a:gd name="T4" fmla="*/ 3 w 730"/>
                    <a:gd name="T5" fmla="*/ 2 h 421"/>
                    <a:gd name="T6" fmla="*/ 0 60000 65536"/>
                    <a:gd name="T7" fmla="*/ 0 60000 65536"/>
                    <a:gd name="T8" fmla="*/ 0 60000 65536"/>
                    <a:gd name="T9" fmla="*/ 0 w 730"/>
                    <a:gd name="T10" fmla="*/ 0 h 421"/>
                    <a:gd name="T11" fmla="*/ 730 w 730"/>
                    <a:gd name="T12" fmla="*/ 421 h 42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30" h="421">
                      <a:moveTo>
                        <a:pt x="0" y="0"/>
                      </a:moveTo>
                      <a:lnTo>
                        <a:pt x="729" y="421"/>
                      </a:lnTo>
                      <a:lnTo>
                        <a:pt x="730" y="421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8" name="Freeform 190"/>
                <p:cNvSpPr/>
                <p:nvPr/>
              </p:nvSpPr>
              <p:spPr bwMode="auto">
                <a:xfrm>
                  <a:off x="2066" y="2949"/>
                  <a:ext cx="259" cy="150"/>
                </a:xfrm>
                <a:custGeom>
                  <a:avLst/>
                  <a:gdLst>
                    <a:gd name="T0" fmla="*/ 0 w 777"/>
                    <a:gd name="T1" fmla="*/ 0 h 449"/>
                    <a:gd name="T2" fmla="*/ 3 w 777"/>
                    <a:gd name="T3" fmla="*/ 2 h 449"/>
                    <a:gd name="T4" fmla="*/ 3 w 777"/>
                    <a:gd name="T5" fmla="*/ 2 h 449"/>
                    <a:gd name="T6" fmla="*/ 0 60000 65536"/>
                    <a:gd name="T7" fmla="*/ 0 60000 65536"/>
                    <a:gd name="T8" fmla="*/ 0 60000 65536"/>
                    <a:gd name="T9" fmla="*/ 0 w 777"/>
                    <a:gd name="T10" fmla="*/ 0 h 449"/>
                    <a:gd name="T11" fmla="*/ 777 w 777"/>
                    <a:gd name="T12" fmla="*/ 449 h 44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77" h="449">
                      <a:moveTo>
                        <a:pt x="0" y="0"/>
                      </a:moveTo>
                      <a:lnTo>
                        <a:pt x="776" y="449"/>
                      </a:lnTo>
                      <a:lnTo>
                        <a:pt x="777" y="449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49" name="Group 191"/>
                <p:cNvGrpSpPr/>
                <p:nvPr/>
              </p:nvGrpSpPr>
              <p:grpSpPr bwMode="auto">
                <a:xfrm>
                  <a:off x="2654" y="2424"/>
                  <a:ext cx="601" cy="348"/>
                  <a:chOff x="2654" y="2424"/>
                  <a:chExt cx="601" cy="348"/>
                </a:xfrm>
              </p:grpSpPr>
              <p:sp>
                <p:nvSpPr>
                  <p:cNvPr id="150" name="Freeform 192"/>
                  <p:cNvSpPr/>
                  <p:nvPr/>
                </p:nvSpPr>
                <p:spPr bwMode="auto">
                  <a:xfrm>
                    <a:off x="2654" y="2424"/>
                    <a:ext cx="199" cy="116"/>
                  </a:xfrm>
                  <a:custGeom>
                    <a:avLst/>
                    <a:gdLst>
                      <a:gd name="T0" fmla="*/ 0 w 599"/>
                      <a:gd name="T1" fmla="*/ 0 h 347"/>
                      <a:gd name="T2" fmla="*/ 2 w 599"/>
                      <a:gd name="T3" fmla="*/ 1 h 347"/>
                      <a:gd name="T4" fmla="*/ 2 w 599"/>
                      <a:gd name="T5" fmla="*/ 1 h 347"/>
                      <a:gd name="T6" fmla="*/ 0 60000 65536"/>
                      <a:gd name="T7" fmla="*/ 0 60000 65536"/>
                      <a:gd name="T8" fmla="*/ 0 60000 65536"/>
                      <a:gd name="T9" fmla="*/ 0 w 599"/>
                      <a:gd name="T10" fmla="*/ 0 h 347"/>
                      <a:gd name="T11" fmla="*/ 599 w 599"/>
                      <a:gd name="T12" fmla="*/ 347 h 34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599" h="347">
                        <a:moveTo>
                          <a:pt x="0" y="0"/>
                        </a:moveTo>
                        <a:lnTo>
                          <a:pt x="598" y="347"/>
                        </a:lnTo>
                        <a:lnTo>
                          <a:pt x="599" y="347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51" name="Freeform 193"/>
                  <p:cNvSpPr/>
                  <p:nvPr/>
                </p:nvSpPr>
                <p:spPr bwMode="auto">
                  <a:xfrm>
                    <a:off x="2876" y="2552"/>
                    <a:ext cx="5" cy="4"/>
                  </a:xfrm>
                  <a:custGeom>
                    <a:avLst/>
                    <a:gdLst>
                      <a:gd name="T0" fmla="*/ 0 w 16"/>
                      <a:gd name="T1" fmla="*/ 0 h 10"/>
                      <a:gd name="T2" fmla="*/ 0 w 16"/>
                      <a:gd name="T3" fmla="*/ 0 h 10"/>
                      <a:gd name="T4" fmla="*/ 0 w 16"/>
                      <a:gd name="T5" fmla="*/ 0 h 10"/>
                      <a:gd name="T6" fmla="*/ 0 60000 65536"/>
                      <a:gd name="T7" fmla="*/ 0 60000 65536"/>
                      <a:gd name="T8" fmla="*/ 0 60000 65536"/>
                      <a:gd name="T9" fmla="*/ 0 w 16"/>
                      <a:gd name="T10" fmla="*/ 0 h 10"/>
                      <a:gd name="T11" fmla="*/ 16 w 16"/>
                      <a:gd name="T12" fmla="*/ 10 h 1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6" h="10">
                        <a:moveTo>
                          <a:pt x="0" y="0"/>
                        </a:moveTo>
                        <a:lnTo>
                          <a:pt x="15" y="10"/>
                        </a:lnTo>
                        <a:lnTo>
                          <a:pt x="16" y="1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52" name="Freeform 194"/>
                  <p:cNvSpPr/>
                  <p:nvPr/>
                </p:nvSpPr>
                <p:spPr bwMode="auto">
                  <a:xfrm>
                    <a:off x="2899" y="2566"/>
                    <a:ext cx="356" cy="206"/>
                  </a:xfrm>
                  <a:custGeom>
                    <a:avLst/>
                    <a:gdLst>
                      <a:gd name="T0" fmla="*/ 0 w 1069"/>
                      <a:gd name="T1" fmla="*/ 0 h 618"/>
                      <a:gd name="T2" fmla="*/ 4 w 1069"/>
                      <a:gd name="T3" fmla="*/ 3 h 618"/>
                      <a:gd name="T4" fmla="*/ 4 w 1069"/>
                      <a:gd name="T5" fmla="*/ 3 h 618"/>
                      <a:gd name="T6" fmla="*/ 0 60000 65536"/>
                      <a:gd name="T7" fmla="*/ 0 60000 65536"/>
                      <a:gd name="T8" fmla="*/ 0 60000 65536"/>
                      <a:gd name="T9" fmla="*/ 0 w 1069"/>
                      <a:gd name="T10" fmla="*/ 0 h 618"/>
                      <a:gd name="T11" fmla="*/ 1069 w 1069"/>
                      <a:gd name="T12" fmla="*/ 618 h 61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069" h="618">
                        <a:moveTo>
                          <a:pt x="0" y="0"/>
                        </a:moveTo>
                        <a:lnTo>
                          <a:pt x="1068" y="618"/>
                        </a:lnTo>
                        <a:lnTo>
                          <a:pt x="1069" y="618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</p:grpSp>
      <p:grpSp>
        <p:nvGrpSpPr>
          <p:cNvPr id="197" name="Group 195"/>
          <p:cNvGrpSpPr/>
          <p:nvPr/>
        </p:nvGrpSpPr>
        <p:grpSpPr bwMode="auto">
          <a:xfrm>
            <a:off x="6404546" y="1846039"/>
            <a:ext cx="2901950" cy="2362200"/>
            <a:chOff x="561" y="1016"/>
            <a:chExt cx="1828" cy="1488"/>
          </a:xfrm>
        </p:grpSpPr>
        <p:sp>
          <p:nvSpPr>
            <p:cNvPr id="198" name="Line 196"/>
            <p:cNvSpPr>
              <a:spLocks noChangeShapeType="1"/>
            </p:cNvSpPr>
            <p:nvPr/>
          </p:nvSpPr>
          <p:spPr bwMode="auto">
            <a:xfrm flipH="1" flipV="1">
              <a:off x="579" y="1940"/>
              <a:ext cx="443" cy="288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9" name="Line 197"/>
            <p:cNvSpPr>
              <a:spLocks noChangeShapeType="1"/>
            </p:cNvSpPr>
            <p:nvPr/>
          </p:nvSpPr>
          <p:spPr bwMode="auto">
            <a:xfrm flipH="1" flipV="1">
              <a:off x="561" y="2236"/>
              <a:ext cx="456" cy="268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0" name="Line 198"/>
            <p:cNvSpPr>
              <a:spLocks noChangeShapeType="1"/>
            </p:cNvSpPr>
            <p:nvPr/>
          </p:nvSpPr>
          <p:spPr bwMode="auto">
            <a:xfrm flipH="1" flipV="1">
              <a:off x="1185" y="1311"/>
              <a:ext cx="693" cy="400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1" name="Line 199"/>
            <p:cNvSpPr>
              <a:spLocks noChangeShapeType="1"/>
            </p:cNvSpPr>
            <p:nvPr/>
          </p:nvSpPr>
          <p:spPr bwMode="auto">
            <a:xfrm flipH="1" flipV="1">
              <a:off x="1690" y="1016"/>
              <a:ext cx="699" cy="384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202" name="Group 200"/>
          <p:cNvGrpSpPr/>
          <p:nvPr/>
        </p:nvGrpSpPr>
        <p:grpSpPr bwMode="auto">
          <a:xfrm>
            <a:off x="6761733" y="1890489"/>
            <a:ext cx="1454150" cy="1679575"/>
            <a:chOff x="774" y="1311"/>
            <a:chExt cx="916" cy="1058"/>
          </a:xfrm>
        </p:grpSpPr>
        <p:sp>
          <p:nvSpPr>
            <p:cNvPr id="203" name="Freeform 201"/>
            <p:cNvSpPr/>
            <p:nvPr/>
          </p:nvSpPr>
          <p:spPr bwMode="auto">
            <a:xfrm>
              <a:off x="1028" y="1734"/>
              <a:ext cx="294" cy="510"/>
            </a:xfrm>
            <a:custGeom>
              <a:avLst/>
              <a:gdLst>
                <a:gd name="T0" fmla="*/ 0 w 884"/>
                <a:gd name="T1" fmla="*/ 6 h 1531"/>
                <a:gd name="T2" fmla="*/ 4 w 884"/>
                <a:gd name="T3" fmla="*/ 0 h 1531"/>
                <a:gd name="T4" fmla="*/ 4 w 884"/>
                <a:gd name="T5" fmla="*/ 0 h 1531"/>
                <a:gd name="T6" fmla="*/ 0 60000 65536"/>
                <a:gd name="T7" fmla="*/ 0 60000 65536"/>
                <a:gd name="T8" fmla="*/ 0 60000 65536"/>
                <a:gd name="T9" fmla="*/ 0 w 884"/>
                <a:gd name="T10" fmla="*/ 0 h 1531"/>
                <a:gd name="T11" fmla="*/ 884 w 884"/>
                <a:gd name="T12" fmla="*/ 1531 h 15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84" h="1531">
                  <a:moveTo>
                    <a:pt x="0" y="1531"/>
                  </a:moveTo>
                  <a:lnTo>
                    <a:pt x="883" y="0"/>
                  </a:lnTo>
                  <a:lnTo>
                    <a:pt x="884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4" name="Freeform 202"/>
            <p:cNvSpPr/>
            <p:nvPr/>
          </p:nvSpPr>
          <p:spPr bwMode="auto">
            <a:xfrm>
              <a:off x="1249" y="1989"/>
              <a:ext cx="73" cy="127"/>
            </a:xfrm>
            <a:custGeom>
              <a:avLst/>
              <a:gdLst>
                <a:gd name="T0" fmla="*/ 0 w 221"/>
                <a:gd name="T1" fmla="*/ 2 h 382"/>
                <a:gd name="T2" fmla="*/ 1 w 221"/>
                <a:gd name="T3" fmla="*/ 0 h 382"/>
                <a:gd name="T4" fmla="*/ 1 w 221"/>
                <a:gd name="T5" fmla="*/ 0 h 382"/>
                <a:gd name="T6" fmla="*/ 0 60000 65536"/>
                <a:gd name="T7" fmla="*/ 0 60000 65536"/>
                <a:gd name="T8" fmla="*/ 0 60000 65536"/>
                <a:gd name="T9" fmla="*/ 0 w 221"/>
                <a:gd name="T10" fmla="*/ 0 h 382"/>
                <a:gd name="T11" fmla="*/ 221 w 221"/>
                <a:gd name="T12" fmla="*/ 382 h 3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" h="382">
                  <a:moveTo>
                    <a:pt x="0" y="382"/>
                  </a:moveTo>
                  <a:lnTo>
                    <a:pt x="220" y="0"/>
                  </a:lnTo>
                  <a:lnTo>
                    <a:pt x="221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" name="Freeform 203"/>
            <p:cNvSpPr/>
            <p:nvPr/>
          </p:nvSpPr>
          <p:spPr bwMode="auto">
            <a:xfrm>
              <a:off x="1184" y="1606"/>
              <a:ext cx="138" cy="239"/>
            </a:xfrm>
            <a:custGeom>
              <a:avLst/>
              <a:gdLst>
                <a:gd name="T0" fmla="*/ 0 w 415"/>
                <a:gd name="T1" fmla="*/ 3 h 719"/>
                <a:gd name="T2" fmla="*/ 2 w 415"/>
                <a:gd name="T3" fmla="*/ 0 h 719"/>
                <a:gd name="T4" fmla="*/ 2 w 415"/>
                <a:gd name="T5" fmla="*/ 0 h 719"/>
                <a:gd name="T6" fmla="*/ 0 60000 65536"/>
                <a:gd name="T7" fmla="*/ 0 60000 65536"/>
                <a:gd name="T8" fmla="*/ 0 60000 65536"/>
                <a:gd name="T9" fmla="*/ 0 w 415"/>
                <a:gd name="T10" fmla="*/ 0 h 719"/>
                <a:gd name="T11" fmla="*/ 415 w 415"/>
                <a:gd name="T12" fmla="*/ 719 h 7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5" h="719">
                  <a:moveTo>
                    <a:pt x="0" y="719"/>
                  </a:moveTo>
                  <a:lnTo>
                    <a:pt x="414" y="0"/>
                  </a:lnTo>
                  <a:lnTo>
                    <a:pt x="415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6" name="Freeform 204"/>
            <p:cNvSpPr/>
            <p:nvPr/>
          </p:nvSpPr>
          <p:spPr bwMode="auto">
            <a:xfrm>
              <a:off x="1014" y="1877"/>
              <a:ext cx="152" cy="263"/>
            </a:xfrm>
            <a:custGeom>
              <a:avLst/>
              <a:gdLst>
                <a:gd name="T0" fmla="*/ 0 w 456"/>
                <a:gd name="T1" fmla="*/ 3 h 788"/>
                <a:gd name="T2" fmla="*/ 2 w 456"/>
                <a:gd name="T3" fmla="*/ 0 h 788"/>
                <a:gd name="T4" fmla="*/ 2 w 456"/>
                <a:gd name="T5" fmla="*/ 0 h 788"/>
                <a:gd name="T6" fmla="*/ 0 60000 65536"/>
                <a:gd name="T7" fmla="*/ 0 60000 65536"/>
                <a:gd name="T8" fmla="*/ 0 60000 65536"/>
                <a:gd name="T9" fmla="*/ 0 w 456"/>
                <a:gd name="T10" fmla="*/ 0 h 788"/>
                <a:gd name="T11" fmla="*/ 456 w 456"/>
                <a:gd name="T12" fmla="*/ 788 h 7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6" h="788">
                  <a:moveTo>
                    <a:pt x="0" y="788"/>
                  </a:moveTo>
                  <a:lnTo>
                    <a:pt x="455" y="0"/>
                  </a:lnTo>
                  <a:lnTo>
                    <a:pt x="456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7" name="Freeform 205"/>
            <p:cNvSpPr/>
            <p:nvPr/>
          </p:nvSpPr>
          <p:spPr bwMode="auto">
            <a:xfrm>
              <a:off x="1184" y="1586"/>
              <a:ext cx="76" cy="132"/>
            </a:xfrm>
            <a:custGeom>
              <a:avLst/>
              <a:gdLst>
                <a:gd name="T0" fmla="*/ 0 w 228"/>
                <a:gd name="T1" fmla="*/ 2 h 395"/>
                <a:gd name="T2" fmla="*/ 1 w 228"/>
                <a:gd name="T3" fmla="*/ 0 h 395"/>
                <a:gd name="T4" fmla="*/ 1 w 228"/>
                <a:gd name="T5" fmla="*/ 0 h 395"/>
                <a:gd name="T6" fmla="*/ 0 60000 65536"/>
                <a:gd name="T7" fmla="*/ 0 60000 65536"/>
                <a:gd name="T8" fmla="*/ 0 60000 65536"/>
                <a:gd name="T9" fmla="*/ 0 w 228"/>
                <a:gd name="T10" fmla="*/ 0 h 395"/>
                <a:gd name="T11" fmla="*/ 228 w 228"/>
                <a:gd name="T12" fmla="*/ 395 h 3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8" h="395">
                  <a:moveTo>
                    <a:pt x="0" y="395"/>
                  </a:moveTo>
                  <a:lnTo>
                    <a:pt x="227" y="0"/>
                  </a:lnTo>
                  <a:lnTo>
                    <a:pt x="228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8" name="Freeform 206"/>
            <p:cNvSpPr/>
            <p:nvPr/>
          </p:nvSpPr>
          <p:spPr bwMode="auto">
            <a:xfrm>
              <a:off x="1587" y="1736"/>
              <a:ext cx="103" cy="177"/>
            </a:xfrm>
            <a:custGeom>
              <a:avLst/>
              <a:gdLst>
                <a:gd name="T0" fmla="*/ 0 w 309"/>
                <a:gd name="T1" fmla="*/ 2 h 533"/>
                <a:gd name="T2" fmla="*/ 1 w 309"/>
                <a:gd name="T3" fmla="*/ 0 h 533"/>
                <a:gd name="T4" fmla="*/ 1 w 309"/>
                <a:gd name="T5" fmla="*/ 0 h 533"/>
                <a:gd name="T6" fmla="*/ 0 60000 65536"/>
                <a:gd name="T7" fmla="*/ 0 60000 65536"/>
                <a:gd name="T8" fmla="*/ 0 60000 65536"/>
                <a:gd name="T9" fmla="*/ 0 w 309"/>
                <a:gd name="T10" fmla="*/ 0 h 533"/>
                <a:gd name="T11" fmla="*/ 309 w 309"/>
                <a:gd name="T12" fmla="*/ 533 h 5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9" h="533">
                  <a:moveTo>
                    <a:pt x="0" y="533"/>
                  </a:moveTo>
                  <a:lnTo>
                    <a:pt x="308" y="0"/>
                  </a:lnTo>
                  <a:lnTo>
                    <a:pt x="30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9" name="Freeform 207"/>
            <p:cNvSpPr/>
            <p:nvPr/>
          </p:nvSpPr>
          <p:spPr bwMode="auto">
            <a:xfrm>
              <a:off x="1587" y="1607"/>
              <a:ext cx="103" cy="179"/>
            </a:xfrm>
            <a:custGeom>
              <a:avLst/>
              <a:gdLst>
                <a:gd name="T0" fmla="*/ 0 w 309"/>
                <a:gd name="T1" fmla="*/ 2 h 535"/>
                <a:gd name="T2" fmla="*/ 1 w 309"/>
                <a:gd name="T3" fmla="*/ 0 h 535"/>
                <a:gd name="T4" fmla="*/ 1 w 309"/>
                <a:gd name="T5" fmla="*/ 0 h 535"/>
                <a:gd name="T6" fmla="*/ 0 60000 65536"/>
                <a:gd name="T7" fmla="*/ 0 60000 65536"/>
                <a:gd name="T8" fmla="*/ 0 60000 65536"/>
                <a:gd name="T9" fmla="*/ 0 w 309"/>
                <a:gd name="T10" fmla="*/ 0 h 535"/>
                <a:gd name="T11" fmla="*/ 309 w 309"/>
                <a:gd name="T12" fmla="*/ 535 h 5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9" h="535">
                  <a:moveTo>
                    <a:pt x="0" y="535"/>
                  </a:moveTo>
                  <a:lnTo>
                    <a:pt x="308" y="0"/>
                  </a:lnTo>
                  <a:lnTo>
                    <a:pt x="30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0" name="Freeform 208"/>
            <p:cNvSpPr/>
            <p:nvPr/>
          </p:nvSpPr>
          <p:spPr bwMode="auto">
            <a:xfrm>
              <a:off x="1587" y="1480"/>
              <a:ext cx="103" cy="177"/>
            </a:xfrm>
            <a:custGeom>
              <a:avLst/>
              <a:gdLst>
                <a:gd name="T0" fmla="*/ 0 w 309"/>
                <a:gd name="T1" fmla="*/ 2 h 533"/>
                <a:gd name="T2" fmla="*/ 1 w 309"/>
                <a:gd name="T3" fmla="*/ 0 h 533"/>
                <a:gd name="T4" fmla="*/ 1 w 309"/>
                <a:gd name="T5" fmla="*/ 0 h 533"/>
                <a:gd name="T6" fmla="*/ 0 60000 65536"/>
                <a:gd name="T7" fmla="*/ 0 60000 65536"/>
                <a:gd name="T8" fmla="*/ 0 60000 65536"/>
                <a:gd name="T9" fmla="*/ 0 w 309"/>
                <a:gd name="T10" fmla="*/ 0 h 533"/>
                <a:gd name="T11" fmla="*/ 309 w 309"/>
                <a:gd name="T12" fmla="*/ 533 h 5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9" h="533">
                  <a:moveTo>
                    <a:pt x="0" y="533"/>
                  </a:moveTo>
                  <a:lnTo>
                    <a:pt x="308" y="0"/>
                  </a:lnTo>
                  <a:lnTo>
                    <a:pt x="30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1" name="Freeform 209"/>
            <p:cNvSpPr/>
            <p:nvPr/>
          </p:nvSpPr>
          <p:spPr bwMode="auto">
            <a:xfrm>
              <a:off x="1587" y="1352"/>
              <a:ext cx="103" cy="178"/>
            </a:xfrm>
            <a:custGeom>
              <a:avLst/>
              <a:gdLst>
                <a:gd name="T0" fmla="*/ 0 w 309"/>
                <a:gd name="T1" fmla="*/ 2 h 533"/>
                <a:gd name="T2" fmla="*/ 1 w 309"/>
                <a:gd name="T3" fmla="*/ 0 h 533"/>
                <a:gd name="T4" fmla="*/ 1 w 309"/>
                <a:gd name="T5" fmla="*/ 0 h 533"/>
                <a:gd name="T6" fmla="*/ 0 60000 65536"/>
                <a:gd name="T7" fmla="*/ 0 60000 65536"/>
                <a:gd name="T8" fmla="*/ 0 60000 65536"/>
                <a:gd name="T9" fmla="*/ 0 w 309"/>
                <a:gd name="T10" fmla="*/ 0 h 533"/>
                <a:gd name="T11" fmla="*/ 309 w 309"/>
                <a:gd name="T12" fmla="*/ 533 h 5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9" h="533">
                  <a:moveTo>
                    <a:pt x="0" y="533"/>
                  </a:moveTo>
                  <a:lnTo>
                    <a:pt x="308" y="0"/>
                  </a:lnTo>
                  <a:lnTo>
                    <a:pt x="30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2" name="Freeform 210"/>
            <p:cNvSpPr/>
            <p:nvPr/>
          </p:nvSpPr>
          <p:spPr bwMode="auto">
            <a:xfrm>
              <a:off x="1614" y="1311"/>
              <a:ext cx="26" cy="45"/>
            </a:xfrm>
            <a:custGeom>
              <a:avLst/>
              <a:gdLst>
                <a:gd name="T0" fmla="*/ 0 w 78"/>
                <a:gd name="T1" fmla="*/ 1 h 134"/>
                <a:gd name="T2" fmla="*/ 0 w 78"/>
                <a:gd name="T3" fmla="*/ 0 h 134"/>
                <a:gd name="T4" fmla="*/ 0 w 78"/>
                <a:gd name="T5" fmla="*/ 0 h 134"/>
                <a:gd name="T6" fmla="*/ 0 60000 65536"/>
                <a:gd name="T7" fmla="*/ 0 60000 65536"/>
                <a:gd name="T8" fmla="*/ 0 60000 65536"/>
                <a:gd name="T9" fmla="*/ 0 w 78"/>
                <a:gd name="T10" fmla="*/ 0 h 134"/>
                <a:gd name="T11" fmla="*/ 78 w 78"/>
                <a:gd name="T12" fmla="*/ 134 h 1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8" h="134">
                  <a:moveTo>
                    <a:pt x="0" y="134"/>
                  </a:moveTo>
                  <a:lnTo>
                    <a:pt x="77" y="0"/>
                  </a:lnTo>
                  <a:lnTo>
                    <a:pt x="78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3" name="Freeform 211"/>
            <p:cNvSpPr/>
            <p:nvPr/>
          </p:nvSpPr>
          <p:spPr bwMode="auto">
            <a:xfrm>
              <a:off x="812" y="2201"/>
              <a:ext cx="97" cy="168"/>
            </a:xfrm>
            <a:custGeom>
              <a:avLst/>
              <a:gdLst>
                <a:gd name="T0" fmla="*/ 0 w 292"/>
                <a:gd name="T1" fmla="*/ 2 h 502"/>
                <a:gd name="T2" fmla="*/ 1 w 292"/>
                <a:gd name="T3" fmla="*/ 0 h 502"/>
                <a:gd name="T4" fmla="*/ 1 w 292"/>
                <a:gd name="T5" fmla="*/ 0 h 502"/>
                <a:gd name="T6" fmla="*/ 0 60000 65536"/>
                <a:gd name="T7" fmla="*/ 0 60000 65536"/>
                <a:gd name="T8" fmla="*/ 0 60000 65536"/>
                <a:gd name="T9" fmla="*/ 0 w 292"/>
                <a:gd name="T10" fmla="*/ 0 h 502"/>
                <a:gd name="T11" fmla="*/ 292 w 292"/>
                <a:gd name="T12" fmla="*/ 502 h 5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2" h="502">
                  <a:moveTo>
                    <a:pt x="0" y="502"/>
                  </a:moveTo>
                  <a:lnTo>
                    <a:pt x="291" y="0"/>
                  </a:lnTo>
                  <a:lnTo>
                    <a:pt x="292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4" name="Freeform 212"/>
            <p:cNvSpPr/>
            <p:nvPr/>
          </p:nvSpPr>
          <p:spPr bwMode="auto">
            <a:xfrm>
              <a:off x="774" y="2158"/>
              <a:ext cx="86" cy="149"/>
            </a:xfrm>
            <a:custGeom>
              <a:avLst/>
              <a:gdLst>
                <a:gd name="T0" fmla="*/ 0 w 260"/>
                <a:gd name="T1" fmla="*/ 2 h 447"/>
                <a:gd name="T2" fmla="*/ 1 w 260"/>
                <a:gd name="T3" fmla="*/ 0 h 447"/>
                <a:gd name="T4" fmla="*/ 1 w 260"/>
                <a:gd name="T5" fmla="*/ 0 h 447"/>
                <a:gd name="T6" fmla="*/ 0 60000 65536"/>
                <a:gd name="T7" fmla="*/ 0 60000 65536"/>
                <a:gd name="T8" fmla="*/ 0 60000 65536"/>
                <a:gd name="T9" fmla="*/ 0 w 260"/>
                <a:gd name="T10" fmla="*/ 0 h 447"/>
                <a:gd name="T11" fmla="*/ 260 w 260"/>
                <a:gd name="T12" fmla="*/ 447 h 4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0" h="447">
                  <a:moveTo>
                    <a:pt x="0" y="447"/>
                  </a:moveTo>
                  <a:lnTo>
                    <a:pt x="259" y="0"/>
                  </a:lnTo>
                  <a:lnTo>
                    <a:pt x="260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5" name="Freeform 213"/>
            <p:cNvSpPr/>
            <p:nvPr/>
          </p:nvSpPr>
          <p:spPr bwMode="auto">
            <a:xfrm>
              <a:off x="774" y="2066"/>
              <a:ext cx="65" cy="113"/>
            </a:xfrm>
            <a:custGeom>
              <a:avLst/>
              <a:gdLst>
                <a:gd name="T0" fmla="*/ 0 w 197"/>
                <a:gd name="T1" fmla="*/ 1 h 338"/>
                <a:gd name="T2" fmla="*/ 1 w 197"/>
                <a:gd name="T3" fmla="*/ 0 h 338"/>
                <a:gd name="T4" fmla="*/ 1 w 197"/>
                <a:gd name="T5" fmla="*/ 0 h 338"/>
                <a:gd name="T6" fmla="*/ 0 60000 65536"/>
                <a:gd name="T7" fmla="*/ 0 60000 65536"/>
                <a:gd name="T8" fmla="*/ 0 60000 65536"/>
                <a:gd name="T9" fmla="*/ 0 w 197"/>
                <a:gd name="T10" fmla="*/ 0 h 338"/>
                <a:gd name="T11" fmla="*/ 197 w 197"/>
                <a:gd name="T12" fmla="*/ 338 h 3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7" h="338">
                  <a:moveTo>
                    <a:pt x="0" y="338"/>
                  </a:moveTo>
                  <a:lnTo>
                    <a:pt x="196" y="0"/>
                  </a:lnTo>
                  <a:lnTo>
                    <a:pt x="197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6" name="Freeform 214"/>
            <p:cNvSpPr/>
            <p:nvPr/>
          </p:nvSpPr>
          <p:spPr bwMode="auto">
            <a:xfrm>
              <a:off x="1138" y="1861"/>
              <a:ext cx="184" cy="319"/>
            </a:xfrm>
            <a:custGeom>
              <a:avLst/>
              <a:gdLst>
                <a:gd name="T0" fmla="*/ 0 w 553"/>
                <a:gd name="T1" fmla="*/ 4 h 956"/>
                <a:gd name="T2" fmla="*/ 2 w 553"/>
                <a:gd name="T3" fmla="*/ 0 h 956"/>
                <a:gd name="T4" fmla="*/ 2 w 553"/>
                <a:gd name="T5" fmla="*/ 0 h 956"/>
                <a:gd name="T6" fmla="*/ 0 60000 65536"/>
                <a:gd name="T7" fmla="*/ 0 60000 65536"/>
                <a:gd name="T8" fmla="*/ 0 60000 65536"/>
                <a:gd name="T9" fmla="*/ 0 w 553"/>
                <a:gd name="T10" fmla="*/ 0 h 956"/>
                <a:gd name="T11" fmla="*/ 553 w 553"/>
                <a:gd name="T12" fmla="*/ 956 h 9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3" h="956">
                  <a:moveTo>
                    <a:pt x="0" y="956"/>
                  </a:moveTo>
                  <a:lnTo>
                    <a:pt x="552" y="0"/>
                  </a:lnTo>
                  <a:lnTo>
                    <a:pt x="553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217" name="Group 215"/>
          <p:cNvGrpSpPr/>
          <p:nvPr/>
        </p:nvGrpSpPr>
        <p:grpSpPr bwMode="auto">
          <a:xfrm>
            <a:off x="6439471" y="1844452"/>
            <a:ext cx="1778000" cy="1958975"/>
            <a:chOff x="571" y="1282"/>
            <a:chExt cx="1120" cy="1234"/>
          </a:xfrm>
        </p:grpSpPr>
        <p:sp>
          <p:nvSpPr>
            <p:cNvPr id="218" name="Freeform 216"/>
            <p:cNvSpPr/>
            <p:nvPr/>
          </p:nvSpPr>
          <p:spPr bwMode="auto">
            <a:xfrm>
              <a:off x="774" y="2103"/>
              <a:ext cx="1" cy="288"/>
            </a:xfrm>
            <a:custGeom>
              <a:avLst/>
              <a:gdLst>
                <a:gd name="T0" fmla="*/ 0 w 1"/>
                <a:gd name="T1" fmla="*/ 0 h 862"/>
                <a:gd name="T2" fmla="*/ 0 w 1"/>
                <a:gd name="T3" fmla="*/ 4 h 862"/>
                <a:gd name="T4" fmla="*/ 1 w 1"/>
                <a:gd name="T5" fmla="*/ 4 h 862"/>
                <a:gd name="T6" fmla="*/ 0 60000 65536"/>
                <a:gd name="T7" fmla="*/ 0 60000 65536"/>
                <a:gd name="T8" fmla="*/ 0 60000 65536"/>
                <a:gd name="T9" fmla="*/ 0 w 1"/>
                <a:gd name="T10" fmla="*/ 0 h 862"/>
                <a:gd name="T11" fmla="*/ 1 w 1"/>
                <a:gd name="T12" fmla="*/ 862 h 8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62">
                  <a:moveTo>
                    <a:pt x="0" y="0"/>
                  </a:moveTo>
                  <a:lnTo>
                    <a:pt x="0" y="862"/>
                  </a:lnTo>
                  <a:lnTo>
                    <a:pt x="1" y="86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9" name="Freeform 217"/>
            <p:cNvSpPr/>
            <p:nvPr/>
          </p:nvSpPr>
          <p:spPr bwMode="auto">
            <a:xfrm>
              <a:off x="1014" y="2081"/>
              <a:ext cx="1" cy="171"/>
            </a:xfrm>
            <a:custGeom>
              <a:avLst/>
              <a:gdLst>
                <a:gd name="T0" fmla="*/ 0 w 1"/>
                <a:gd name="T1" fmla="*/ 0 h 513"/>
                <a:gd name="T2" fmla="*/ 0 w 1"/>
                <a:gd name="T3" fmla="*/ 2 h 513"/>
                <a:gd name="T4" fmla="*/ 1 w 1"/>
                <a:gd name="T5" fmla="*/ 2 h 513"/>
                <a:gd name="T6" fmla="*/ 0 60000 65536"/>
                <a:gd name="T7" fmla="*/ 0 60000 65536"/>
                <a:gd name="T8" fmla="*/ 0 60000 65536"/>
                <a:gd name="T9" fmla="*/ 0 w 1"/>
                <a:gd name="T10" fmla="*/ 0 h 513"/>
                <a:gd name="T11" fmla="*/ 1 w 1"/>
                <a:gd name="T12" fmla="*/ 513 h 5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13">
                  <a:moveTo>
                    <a:pt x="0" y="0"/>
                  </a:moveTo>
                  <a:lnTo>
                    <a:pt x="0" y="513"/>
                  </a:lnTo>
                  <a:lnTo>
                    <a:pt x="1" y="51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0" name="Line 218"/>
            <p:cNvSpPr>
              <a:spLocks noChangeShapeType="1"/>
            </p:cNvSpPr>
            <p:nvPr/>
          </p:nvSpPr>
          <p:spPr bwMode="auto">
            <a:xfrm>
              <a:off x="1609" y="1322"/>
              <a:ext cx="0" cy="1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1" name="Line 219"/>
            <p:cNvSpPr>
              <a:spLocks noChangeShapeType="1"/>
            </p:cNvSpPr>
            <p:nvPr/>
          </p:nvSpPr>
          <p:spPr bwMode="auto">
            <a:xfrm>
              <a:off x="1261" y="1526"/>
              <a:ext cx="0" cy="1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2" name="Freeform 220"/>
            <p:cNvSpPr/>
            <p:nvPr/>
          </p:nvSpPr>
          <p:spPr bwMode="auto">
            <a:xfrm>
              <a:off x="572" y="1861"/>
              <a:ext cx="1118" cy="647"/>
            </a:xfrm>
            <a:custGeom>
              <a:avLst/>
              <a:gdLst>
                <a:gd name="T0" fmla="*/ 14 w 3354"/>
                <a:gd name="T1" fmla="*/ 0 h 1939"/>
                <a:gd name="T2" fmla="*/ 0 w 3354"/>
                <a:gd name="T3" fmla="*/ 8 h 1939"/>
                <a:gd name="T4" fmla="*/ 0 w 3354"/>
                <a:gd name="T5" fmla="*/ 8 h 1939"/>
                <a:gd name="T6" fmla="*/ 0 60000 65536"/>
                <a:gd name="T7" fmla="*/ 0 60000 65536"/>
                <a:gd name="T8" fmla="*/ 0 60000 65536"/>
                <a:gd name="T9" fmla="*/ 0 w 3354"/>
                <a:gd name="T10" fmla="*/ 0 h 1939"/>
                <a:gd name="T11" fmla="*/ 3354 w 3354"/>
                <a:gd name="T12" fmla="*/ 1939 h 19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54" h="1939">
                  <a:moveTo>
                    <a:pt x="3354" y="0"/>
                  </a:moveTo>
                  <a:lnTo>
                    <a:pt x="0" y="1939"/>
                  </a:lnTo>
                  <a:lnTo>
                    <a:pt x="1" y="1939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3" name="Freeform 221"/>
            <p:cNvSpPr/>
            <p:nvPr/>
          </p:nvSpPr>
          <p:spPr bwMode="auto">
            <a:xfrm>
              <a:off x="572" y="1867"/>
              <a:ext cx="612" cy="353"/>
            </a:xfrm>
            <a:custGeom>
              <a:avLst/>
              <a:gdLst>
                <a:gd name="T0" fmla="*/ 8 w 1837"/>
                <a:gd name="T1" fmla="*/ 0 h 1061"/>
                <a:gd name="T2" fmla="*/ 0 w 1837"/>
                <a:gd name="T3" fmla="*/ 4 h 1061"/>
                <a:gd name="T4" fmla="*/ 0 w 1837"/>
                <a:gd name="T5" fmla="*/ 4 h 1061"/>
                <a:gd name="T6" fmla="*/ 0 60000 65536"/>
                <a:gd name="T7" fmla="*/ 0 60000 65536"/>
                <a:gd name="T8" fmla="*/ 0 60000 65536"/>
                <a:gd name="T9" fmla="*/ 0 w 1837"/>
                <a:gd name="T10" fmla="*/ 0 h 1061"/>
                <a:gd name="T11" fmla="*/ 1837 w 1837"/>
                <a:gd name="T12" fmla="*/ 1061 h 10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37" h="1061">
                  <a:moveTo>
                    <a:pt x="1837" y="0"/>
                  </a:moveTo>
                  <a:lnTo>
                    <a:pt x="0" y="1061"/>
                  </a:lnTo>
                  <a:lnTo>
                    <a:pt x="1" y="1061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4" name="Freeform 222"/>
            <p:cNvSpPr/>
            <p:nvPr/>
          </p:nvSpPr>
          <p:spPr bwMode="auto">
            <a:xfrm>
              <a:off x="1184" y="1282"/>
              <a:ext cx="506" cy="292"/>
            </a:xfrm>
            <a:custGeom>
              <a:avLst/>
              <a:gdLst>
                <a:gd name="T0" fmla="*/ 6 w 1517"/>
                <a:gd name="T1" fmla="*/ 0 h 877"/>
                <a:gd name="T2" fmla="*/ 0 w 1517"/>
                <a:gd name="T3" fmla="*/ 4 h 877"/>
                <a:gd name="T4" fmla="*/ 0 w 1517"/>
                <a:gd name="T5" fmla="*/ 4 h 877"/>
                <a:gd name="T6" fmla="*/ 0 60000 65536"/>
                <a:gd name="T7" fmla="*/ 0 60000 65536"/>
                <a:gd name="T8" fmla="*/ 0 60000 65536"/>
                <a:gd name="T9" fmla="*/ 0 w 1517"/>
                <a:gd name="T10" fmla="*/ 0 h 877"/>
                <a:gd name="T11" fmla="*/ 1517 w 1517"/>
                <a:gd name="T12" fmla="*/ 877 h 8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17" h="877">
                  <a:moveTo>
                    <a:pt x="1517" y="0"/>
                  </a:moveTo>
                  <a:lnTo>
                    <a:pt x="0" y="877"/>
                  </a:lnTo>
                  <a:lnTo>
                    <a:pt x="1" y="877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" name="Freeform 223"/>
            <p:cNvSpPr/>
            <p:nvPr/>
          </p:nvSpPr>
          <p:spPr bwMode="auto">
            <a:xfrm>
              <a:off x="1690" y="1282"/>
              <a:ext cx="1" cy="579"/>
            </a:xfrm>
            <a:custGeom>
              <a:avLst/>
              <a:gdLst>
                <a:gd name="T0" fmla="*/ 0 w 1"/>
                <a:gd name="T1" fmla="*/ 7 h 1738"/>
                <a:gd name="T2" fmla="*/ 0 w 1"/>
                <a:gd name="T3" fmla="*/ 0 h 1738"/>
                <a:gd name="T4" fmla="*/ 1 w 1"/>
                <a:gd name="T5" fmla="*/ 0 h 1738"/>
                <a:gd name="T6" fmla="*/ 0 60000 65536"/>
                <a:gd name="T7" fmla="*/ 0 60000 65536"/>
                <a:gd name="T8" fmla="*/ 0 60000 65536"/>
                <a:gd name="T9" fmla="*/ 0 w 1"/>
                <a:gd name="T10" fmla="*/ 0 h 1738"/>
                <a:gd name="T11" fmla="*/ 1 w 1"/>
                <a:gd name="T12" fmla="*/ 1738 h 17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738">
                  <a:moveTo>
                    <a:pt x="0" y="173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6" name="Freeform 224"/>
            <p:cNvSpPr/>
            <p:nvPr/>
          </p:nvSpPr>
          <p:spPr bwMode="auto">
            <a:xfrm>
              <a:off x="1062" y="1937"/>
              <a:ext cx="1" cy="117"/>
            </a:xfrm>
            <a:custGeom>
              <a:avLst/>
              <a:gdLst>
                <a:gd name="T0" fmla="*/ 0 w 1"/>
                <a:gd name="T1" fmla="*/ 0 h 350"/>
                <a:gd name="T2" fmla="*/ 0 w 1"/>
                <a:gd name="T3" fmla="*/ 1 h 350"/>
                <a:gd name="T4" fmla="*/ 1 w 1"/>
                <a:gd name="T5" fmla="*/ 1 h 350"/>
                <a:gd name="T6" fmla="*/ 0 60000 65536"/>
                <a:gd name="T7" fmla="*/ 0 60000 65536"/>
                <a:gd name="T8" fmla="*/ 0 60000 65536"/>
                <a:gd name="T9" fmla="*/ 0 w 1"/>
                <a:gd name="T10" fmla="*/ 0 h 350"/>
                <a:gd name="T11" fmla="*/ 1 w 1"/>
                <a:gd name="T12" fmla="*/ 350 h 3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50">
                  <a:moveTo>
                    <a:pt x="0" y="0"/>
                  </a:moveTo>
                  <a:lnTo>
                    <a:pt x="0" y="350"/>
                  </a:lnTo>
                  <a:lnTo>
                    <a:pt x="1" y="35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7" name="Freeform 225"/>
            <p:cNvSpPr/>
            <p:nvPr/>
          </p:nvSpPr>
          <p:spPr bwMode="auto">
            <a:xfrm>
              <a:off x="961" y="1954"/>
              <a:ext cx="1" cy="412"/>
            </a:xfrm>
            <a:custGeom>
              <a:avLst/>
              <a:gdLst>
                <a:gd name="T0" fmla="*/ 0 w 1"/>
                <a:gd name="T1" fmla="*/ 0 h 1238"/>
                <a:gd name="T2" fmla="*/ 0 w 1"/>
                <a:gd name="T3" fmla="*/ 5 h 1238"/>
                <a:gd name="T4" fmla="*/ 1 w 1"/>
                <a:gd name="T5" fmla="*/ 5 h 1238"/>
                <a:gd name="T6" fmla="*/ 0 60000 65536"/>
                <a:gd name="T7" fmla="*/ 0 60000 65536"/>
                <a:gd name="T8" fmla="*/ 0 60000 65536"/>
                <a:gd name="T9" fmla="*/ 0 w 1"/>
                <a:gd name="T10" fmla="*/ 0 h 1238"/>
                <a:gd name="T11" fmla="*/ 1 w 1"/>
                <a:gd name="T12" fmla="*/ 1238 h 12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238">
                  <a:moveTo>
                    <a:pt x="0" y="0"/>
                  </a:moveTo>
                  <a:lnTo>
                    <a:pt x="0" y="1238"/>
                  </a:lnTo>
                  <a:lnTo>
                    <a:pt x="1" y="123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lgDashDot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8" name="Freeform 226"/>
            <p:cNvSpPr/>
            <p:nvPr/>
          </p:nvSpPr>
          <p:spPr bwMode="auto">
            <a:xfrm>
              <a:off x="860" y="2054"/>
              <a:ext cx="1" cy="114"/>
            </a:xfrm>
            <a:custGeom>
              <a:avLst/>
              <a:gdLst>
                <a:gd name="T0" fmla="*/ 0 w 1"/>
                <a:gd name="T1" fmla="*/ 0 h 342"/>
                <a:gd name="T2" fmla="*/ 0 w 1"/>
                <a:gd name="T3" fmla="*/ 1 h 342"/>
                <a:gd name="T4" fmla="*/ 1 w 1"/>
                <a:gd name="T5" fmla="*/ 1 h 342"/>
                <a:gd name="T6" fmla="*/ 0 60000 65536"/>
                <a:gd name="T7" fmla="*/ 0 60000 65536"/>
                <a:gd name="T8" fmla="*/ 0 60000 65536"/>
                <a:gd name="T9" fmla="*/ 0 w 1"/>
                <a:gd name="T10" fmla="*/ 0 h 342"/>
                <a:gd name="T11" fmla="*/ 1 w 1"/>
                <a:gd name="T12" fmla="*/ 342 h 3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42">
                  <a:moveTo>
                    <a:pt x="0" y="0"/>
                  </a:moveTo>
                  <a:lnTo>
                    <a:pt x="0" y="342"/>
                  </a:lnTo>
                  <a:lnTo>
                    <a:pt x="1" y="34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9" name="Freeform 227"/>
            <p:cNvSpPr/>
            <p:nvPr/>
          </p:nvSpPr>
          <p:spPr bwMode="auto">
            <a:xfrm>
              <a:off x="860" y="2054"/>
              <a:ext cx="203" cy="114"/>
            </a:xfrm>
            <a:custGeom>
              <a:avLst/>
              <a:gdLst>
                <a:gd name="T0" fmla="*/ 0 w 608"/>
                <a:gd name="T1" fmla="*/ 1 h 342"/>
                <a:gd name="T2" fmla="*/ 3 w 608"/>
                <a:gd name="T3" fmla="*/ 0 h 342"/>
                <a:gd name="T4" fmla="*/ 3 w 608"/>
                <a:gd name="T5" fmla="*/ 0 h 342"/>
                <a:gd name="T6" fmla="*/ 0 60000 65536"/>
                <a:gd name="T7" fmla="*/ 0 60000 65536"/>
                <a:gd name="T8" fmla="*/ 0 60000 65536"/>
                <a:gd name="T9" fmla="*/ 0 w 608"/>
                <a:gd name="T10" fmla="*/ 0 h 342"/>
                <a:gd name="T11" fmla="*/ 608 w 608"/>
                <a:gd name="T12" fmla="*/ 342 h 3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8" h="342">
                  <a:moveTo>
                    <a:pt x="0" y="342"/>
                  </a:moveTo>
                  <a:lnTo>
                    <a:pt x="607" y="0"/>
                  </a:lnTo>
                  <a:lnTo>
                    <a:pt x="608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0" name="Freeform 228"/>
            <p:cNvSpPr/>
            <p:nvPr/>
          </p:nvSpPr>
          <p:spPr bwMode="auto">
            <a:xfrm>
              <a:off x="909" y="2140"/>
              <a:ext cx="1" cy="173"/>
            </a:xfrm>
            <a:custGeom>
              <a:avLst/>
              <a:gdLst>
                <a:gd name="T0" fmla="*/ 0 w 1"/>
                <a:gd name="T1" fmla="*/ 0 h 517"/>
                <a:gd name="T2" fmla="*/ 0 w 1"/>
                <a:gd name="T3" fmla="*/ 2 h 517"/>
                <a:gd name="T4" fmla="*/ 1 w 1"/>
                <a:gd name="T5" fmla="*/ 2 h 517"/>
                <a:gd name="T6" fmla="*/ 0 60000 65536"/>
                <a:gd name="T7" fmla="*/ 0 60000 65536"/>
                <a:gd name="T8" fmla="*/ 0 60000 65536"/>
                <a:gd name="T9" fmla="*/ 0 w 1"/>
                <a:gd name="T10" fmla="*/ 0 h 517"/>
                <a:gd name="T11" fmla="*/ 1 w 1"/>
                <a:gd name="T12" fmla="*/ 517 h 5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17">
                  <a:moveTo>
                    <a:pt x="0" y="0"/>
                  </a:moveTo>
                  <a:lnTo>
                    <a:pt x="0" y="517"/>
                  </a:lnTo>
                  <a:lnTo>
                    <a:pt x="1" y="517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1" name="Freeform 229"/>
            <p:cNvSpPr/>
            <p:nvPr/>
          </p:nvSpPr>
          <p:spPr bwMode="auto">
            <a:xfrm>
              <a:off x="1184" y="1574"/>
              <a:ext cx="1" cy="293"/>
            </a:xfrm>
            <a:custGeom>
              <a:avLst/>
              <a:gdLst>
                <a:gd name="T0" fmla="*/ 0 w 1"/>
                <a:gd name="T1" fmla="*/ 0 h 877"/>
                <a:gd name="T2" fmla="*/ 0 w 1"/>
                <a:gd name="T3" fmla="*/ 4 h 877"/>
                <a:gd name="T4" fmla="*/ 1 w 1"/>
                <a:gd name="T5" fmla="*/ 4 h 877"/>
                <a:gd name="T6" fmla="*/ 0 60000 65536"/>
                <a:gd name="T7" fmla="*/ 0 60000 65536"/>
                <a:gd name="T8" fmla="*/ 0 60000 65536"/>
                <a:gd name="T9" fmla="*/ 0 w 1"/>
                <a:gd name="T10" fmla="*/ 0 h 877"/>
                <a:gd name="T11" fmla="*/ 1 w 1"/>
                <a:gd name="T12" fmla="*/ 877 h 8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77">
                  <a:moveTo>
                    <a:pt x="0" y="0"/>
                  </a:moveTo>
                  <a:lnTo>
                    <a:pt x="0" y="877"/>
                  </a:lnTo>
                  <a:lnTo>
                    <a:pt x="1" y="877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2" name="Freeform 230"/>
            <p:cNvSpPr/>
            <p:nvPr/>
          </p:nvSpPr>
          <p:spPr bwMode="auto">
            <a:xfrm>
              <a:off x="1260" y="1428"/>
              <a:ext cx="354" cy="204"/>
            </a:xfrm>
            <a:custGeom>
              <a:avLst/>
              <a:gdLst>
                <a:gd name="T0" fmla="*/ 4 w 1062"/>
                <a:gd name="T1" fmla="*/ 0 h 613"/>
                <a:gd name="T2" fmla="*/ 0 w 1062"/>
                <a:gd name="T3" fmla="*/ 3 h 613"/>
                <a:gd name="T4" fmla="*/ 0 w 1062"/>
                <a:gd name="T5" fmla="*/ 3 h 613"/>
                <a:gd name="T6" fmla="*/ 0 60000 65536"/>
                <a:gd name="T7" fmla="*/ 0 60000 65536"/>
                <a:gd name="T8" fmla="*/ 0 60000 65536"/>
                <a:gd name="T9" fmla="*/ 0 w 1062"/>
                <a:gd name="T10" fmla="*/ 0 h 613"/>
                <a:gd name="T11" fmla="*/ 1062 w 1062"/>
                <a:gd name="T12" fmla="*/ 613 h 6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2" h="613">
                  <a:moveTo>
                    <a:pt x="1062" y="0"/>
                  </a:moveTo>
                  <a:lnTo>
                    <a:pt x="0" y="613"/>
                  </a:lnTo>
                  <a:lnTo>
                    <a:pt x="1" y="61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3" name="Freeform 231"/>
            <p:cNvSpPr/>
            <p:nvPr/>
          </p:nvSpPr>
          <p:spPr bwMode="auto">
            <a:xfrm>
              <a:off x="1184" y="1567"/>
              <a:ext cx="13" cy="22"/>
            </a:xfrm>
            <a:custGeom>
              <a:avLst/>
              <a:gdLst>
                <a:gd name="T0" fmla="*/ 0 w 39"/>
                <a:gd name="T1" fmla="*/ 0 h 68"/>
                <a:gd name="T2" fmla="*/ 0 w 39"/>
                <a:gd name="T3" fmla="*/ 0 h 68"/>
                <a:gd name="T4" fmla="*/ 0 w 39"/>
                <a:gd name="T5" fmla="*/ 0 h 68"/>
                <a:gd name="T6" fmla="*/ 0 60000 65536"/>
                <a:gd name="T7" fmla="*/ 0 60000 65536"/>
                <a:gd name="T8" fmla="*/ 0 60000 65536"/>
                <a:gd name="T9" fmla="*/ 0 w 39"/>
                <a:gd name="T10" fmla="*/ 0 h 68"/>
                <a:gd name="T11" fmla="*/ 39 w 39"/>
                <a:gd name="T12" fmla="*/ 68 h 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" h="68">
                  <a:moveTo>
                    <a:pt x="0" y="68"/>
                  </a:moveTo>
                  <a:lnTo>
                    <a:pt x="38" y="0"/>
                  </a:lnTo>
                  <a:lnTo>
                    <a:pt x="3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234" name="Group 232"/>
            <p:cNvGrpSpPr/>
            <p:nvPr/>
          </p:nvGrpSpPr>
          <p:grpSpPr bwMode="auto">
            <a:xfrm>
              <a:off x="689" y="2109"/>
              <a:ext cx="1" cy="402"/>
              <a:chOff x="1498" y="1927"/>
              <a:chExt cx="1" cy="402"/>
            </a:xfrm>
          </p:grpSpPr>
          <p:sp>
            <p:nvSpPr>
              <p:cNvPr id="243" name="Freeform 233"/>
              <p:cNvSpPr/>
              <p:nvPr/>
            </p:nvSpPr>
            <p:spPr bwMode="auto">
              <a:xfrm>
                <a:off x="1498" y="1927"/>
                <a:ext cx="1" cy="158"/>
              </a:xfrm>
              <a:custGeom>
                <a:avLst/>
                <a:gdLst>
                  <a:gd name="T0" fmla="*/ 0 w 1"/>
                  <a:gd name="T1" fmla="*/ 0 h 475"/>
                  <a:gd name="T2" fmla="*/ 0 w 1"/>
                  <a:gd name="T3" fmla="*/ 2 h 475"/>
                  <a:gd name="T4" fmla="*/ 1 w 1"/>
                  <a:gd name="T5" fmla="*/ 2 h 47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75"/>
                  <a:gd name="T11" fmla="*/ 1 w 1"/>
                  <a:gd name="T12" fmla="*/ 475 h 47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75">
                    <a:moveTo>
                      <a:pt x="0" y="0"/>
                    </a:moveTo>
                    <a:lnTo>
                      <a:pt x="0" y="475"/>
                    </a:lnTo>
                    <a:lnTo>
                      <a:pt x="1" y="475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4" name="Freeform 234"/>
              <p:cNvSpPr/>
              <p:nvPr/>
            </p:nvSpPr>
            <p:spPr bwMode="auto">
              <a:xfrm>
                <a:off x="1498" y="2176"/>
                <a:ext cx="1" cy="153"/>
              </a:xfrm>
              <a:custGeom>
                <a:avLst/>
                <a:gdLst>
                  <a:gd name="T0" fmla="*/ 0 w 1"/>
                  <a:gd name="T1" fmla="*/ 0 h 459"/>
                  <a:gd name="T2" fmla="*/ 0 w 1"/>
                  <a:gd name="T3" fmla="*/ 2 h 459"/>
                  <a:gd name="T4" fmla="*/ 1 w 1"/>
                  <a:gd name="T5" fmla="*/ 2 h 45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59"/>
                  <a:gd name="T11" fmla="*/ 1 w 1"/>
                  <a:gd name="T12" fmla="*/ 459 h 45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59">
                    <a:moveTo>
                      <a:pt x="0" y="0"/>
                    </a:moveTo>
                    <a:lnTo>
                      <a:pt x="0" y="459"/>
                    </a:lnTo>
                    <a:lnTo>
                      <a:pt x="1" y="45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5" name="Freeform 235"/>
              <p:cNvSpPr/>
              <p:nvPr/>
            </p:nvSpPr>
            <p:spPr bwMode="auto">
              <a:xfrm>
                <a:off x="1498" y="2123"/>
                <a:ext cx="1" cy="15"/>
              </a:xfrm>
              <a:custGeom>
                <a:avLst/>
                <a:gdLst>
                  <a:gd name="T0" fmla="*/ 0 w 1"/>
                  <a:gd name="T1" fmla="*/ 0 h 43"/>
                  <a:gd name="T2" fmla="*/ 0 w 1"/>
                  <a:gd name="T3" fmla="*/ 0 h 43"/>
                  <a:gd name="T4" fmla="*/ 1 w 1"/>
                  <a:gd name="T5" fmla="*/ 0 h 4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3"/>
                  <a:gd name="T11" fmla="*/ 1 w 1"/>
                  <a:gd name="T12" fmla="*/ 43 h 4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3">
                    <a:moveTo>
                      <a:pt x="0" y="0"/>
                    </a:moveTo>
                    <a:lnTo>
                      <a:pt x="0" y="43"/>
                    </a:lnTo>
                    <a:lnTo>
                      <a:pt x="1" y="43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5" name="Group 236"/>
            <p:cNvGrpSpPr/>
            <p:nvPr/>
          </p:nvGrpSpPr>
          <p:grpSpPr bwMode="auto">
            <a:xfrm>
              <a:off x="1437" y="1381"/>
              <a:ext cx="1" cy="694"/>
              <a:chOff x="2246" y="1199"/>
              <a:chExt cx="1" cy="694"/>
            </a:xfrm>
          </p:grpSpPr>
          <p:sp>
            <p:nvSpPr>
              <p:cNvPr id="240" name="Freeform 237"/>
              <p:cNvSpPr/>
              <p:nvPr/>
            </p:nvSpPr>
            <p:spPr bwMode="auto">
              <a:xfrm>
                <a:off x="2246" y="1627"/>
                <a:ext cx="1" cy="266"/>
              </a:xfrm>
              <a:custGeom>
                <a:avLst/>
                <a:gdLst>
                  <a:gd name="T0" fmla="*/ 0 w 1"/>
                  <a:gd name="T1" fmla="*/ 3 h 799"/>
                  <a:gd name="T2" fmla="*/ 0 w 1"/>
                  <a:gd name="T3" fmla="*/ 0 h 799"/>
                  <a:gd name="T4" fmla="*/ 1 w 1"/>
                  <a:gd name="T5" fmla="*/ 0 h 79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99"/>
                  <a:gd name="T11" fmla="*/ 1 w 1"/>
                  <a:gd name="T12" fmla="*/ 799 h 7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99">
                    <a:moveTo>
                      <a:pt x="0" y="79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1" name="Freeform 238"/>
              <p:cNvSpPr/>
              <p:nvPr/>
            </p:nvSpPr>
            <p:spPr bwMode="auto">
              <a:xfrm>
                <a:off x="2246" y="1565"/>
                <a:ext cx="1" cy="19"/>
              </a:xfrm>
              <a:custGeom>
                <a:avLst/>
                <a:gdLst>
                  <a:gd name="T0" fmla="*/ 0 w 1"/>
                  <a:gd name="T1" fmla="*/ 0 h 57"/>
                  <a:gd name="T2" fmla="*/ 0 w 1"/>
                  <a:gd name="T3" fmla="*/ 0 h 57"/>
                  <a:gd name="T4" fmla="*/ 1 w 1"/>
                  <a:gd name="T5" fmla="*/ 0 h 5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7"/>
                  <a:gd name="T11" fmla="*/ 1 w 1"/>
                  <a:gd name="T12" fmla="*/ 57 h 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7">
                    <a:moveTo>
                      <a:pt x="0" y="5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2" name="Freeform 239"/>
              <p:cNvSpPr/>
              <p:nvPr/>
            </p:nvSpPr>
            <p:spPr bwMode="auto">
              <a:xfrm>
                <a:off x="2246" y="1199"/>
                <a:ext cx="1" cy="332"/>
              </a:xfrm>
              <a:custGeom>
                <a:avLst/>
                <a:gdLst>
                  <a:gd name="T0" fmla="*/ 0 w 1"/>
                  <a:gd name="T1" fmla="*/ 4 h 997"/>
                  <a:gd name="T2" fmla="*/ 0 w 1"/>
                  <a:gd name="T3" fmla="*/ 0 h 997"/>
                  <a:gd name="T4" fmla="*/ 1 w 1"/>
                  <a:gd name="T5" fmla="*/ 0 h 99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997"/>
                  <a:gd name="T11" fmla="*/ 1 w 1"/>
                  <a:gd name="T12" fmla="*/ 997 h 99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997">
                    <a:moveTo>
                      <a:pt x="0" y="99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36" name="Line 240"/>
            <p:cNvSpPr>
              <a:spLocks noChangeShapeType="1"/>
            </p:cNvSpPr>
            <p:nvPr/>
          </p:nvSpPr>
          <p:spPr bwMode="auto">
            <a:xfrm flipV="1">
              <a:off x="1321" y="1598"/>
              <a:ext cx="0" cy="47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7" name="Line 241"/>
            <p:cNvSpPr>
              <a:spLocks noChangeShapeType="1"/>
            </p:cNvSpPr>
            <p:nvPr/>
          </p:nvSpPr>
          <p:spPr bwMode="auto">
            <a:xfrm flipV="1">
              <a:off x="1549" y="1460"/>
              <a:ext cx="0" cy="48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8" name="Line 242"/>
            <p:cNvSpPr>
              <a:spLocks noChangeShapeType="1"/>
            </p:cNvSpPr>
            <p:nvPr/>
          </p:nvSpPr>
          <p:spPr bwMode="auto">
            <a:xfrm>
              <a:off x="1585" y="1442"/>
              <a:ext cx="0" cy="47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9" name="Line 243"/>
            <p:cNvSpPr>
              <a:spLocks noChangeShapeType="1"/>
            </p:cNvSpPr>
            <p:nvPr/>
          </p:nvSpPr>
          <p:spPr bwMode="auto">
            <a:xfrm>
              <a:off x="571" y="2216"/>
              <a:ext cx="0" cy="3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2" name="组合 1"/>
          <p:cNvGrpSpPr/>
          <p:nvPr/>
        </p:nvGrpSpPr>
        <p:grpSpPr>
          <a:xfrm>
            <a:off x="5375920" y="1949450"/>
            <a:ext cx="2976563" cy="1479550"/>
            <a:chOff x="3903737" y="1466849"/>
            <a:chExt cx="2976563" cy="1479550"/>
          </a:xfrm>
        </p:grpSpPr>
        <p:grpSp>
          <p:nvGrpSpPr>
            <p:cNvPr id="3" name="Group 2"/>
            <p:cNvGrpSpPr/>
            <p:nvPr/>
          </p:nvGrpSpPr>
          <p:grpSpPr bwMode="auto">
            <a:xfrm>
              <a:off x="3903737" y="1596577"/>
              <a:ext cx="2976563" cy="1233488"/>
              <a:chOff x="767" y="726"/>
              <a:chExt cx="1875" cy="777"/>
            </a:xfrm>
          </p:grpSpPr>
          <p:sp>
            <p:nvSpPr>
              <p:cNvPr id="7" name="Line 3"/>
              <p:cNvSpPr>
                <a:spLocks noChangeShapeType="1"/>
              </p:cNvSpPr>
              <p:nvPr/>
            </p:nvSpPr>
            <p:spPr bwMode="auto">
              <a:xfrm>
                <a:off x="1909" y="726"/>
                <a:ext cx="0" cy="14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" name="Freeform 4"/>
              <p:cNvSpPr/>
              <p:nvPr/>
            </p:nvSpPr>
            <p:spPr bwMode="auto">
              <a:xfrm>
                <a:off x="2446" y="871"/>
                <a:ext cx="1" cy="631"/>
              </a:xfrm>
              <a:custGeom>
                <a:avLst/>
                <a:gdLst>
                  <a:gd name="T0" fmla="*/ 0 w 2"/>
                  <a:gd name="T1" fmla="*/ 9 h 1818"/>
                  <a:gd name="T2" fmla="*/ 0 w 2"/>
                  <a:gd name="T3" fmla="*/ 0 h 1818"/>
                  <a:gd name="T4" fmla="*/ 1 w 2"/>
                  <a:gd name="T5" fmla="*/ 0 h 1818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818"/>
                  <a:gd name="T11" fmla="*/ 2 w 2"/>
                  <a:gd name="T12" fmla="*/ 1818 h 18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818">
                    <a:moveTo>
                      <a:pt x="0" y="181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" name="Freeform 5"/>
              <p:cNvSpPr/>
              <p:nvPr/>
            </p:nvSpPr>
            <p:spPr bwMode="auto">
              <a:xfrm>
                <a:off x="1790" y="727"/>
                <a:ext cx="1" cy="528"/>
              </a:xfrm>
              <a:custGeom>
                <a:avLst/>
                <a:gdLst>
                  <a:gd name="T0" fmla="*/ 0 w 1"/>
                  <a:gd name="T1" fmla="*/ 8 h 1523"/>
                  <a:gd name="T2" fmla="*/ 0 w 1"/>
                  <a:gd name="T3" fmla="*/ 0 h 1523"/>
                  <a:gd name="T4" fmla="*/ 1 w 1"/>
                  <a:gd name="T5" fmla="*/ 0 h 152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523"/>
                  <a:gd name="T11" fmla="*/ 1 w 1"/>
                  <a:gd name="T12" fmla="*/ 1523 h 152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523">
                    <a:moveTo>
                      <a:pt x="0" y="152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" name="Freeform 6"/>
              <p:cNvSpPr/>
              <p:nvPr/>
            </p:nvSpPr>
            <p:spPr bwMode="auto">
              <a:xfrm>
                <a:off x="2641" y="727"/>
                <a:ext cx="1" cy="775"/>
              </a:xfrm>
              <a:custGeom>
                <a:avLst/>
                <a:gdLst>
                  <a:gd name="T0" fmla="*/ 0 w 2"/>
                  <a:gd name="T1" fmla="*/ 11 h 2235"/>
                  <a:gd name="T2" fmla="*/ 0 w 2"/>
                  <a:gd name="T3" fmla="*/ 0 h 2235"/>
                  <a:gd name="T4" fmla="*/ 1 w 2"/>
                  <a:gd name="T5" fmla="*/ 0 h 2235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2235"/>
                  <a:gd name="T11" fmla="*/ 2 w 2"/>
                  <a:gd name="T12" fmla="*/ 2235 h 22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2235">
                    <a:moveTo>
                      <a:pt x="0" y="2235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" name="Freeform 7"/>
              <p:cNvSpPr/>
              <p:nvPr/>
            </p:nvSpPr>
            <p:spPr bwMode="auto">
              <a:xfrm>
                <a:off x="2522" y="727"/>
                <a:ext cx="1" cy="144"/>
              </a:xfrm>
              <a:custGeom>
                <a:avLst/>
                <a:gdLst>
                  <a:gd name="T0" fmla="*/ 0 w 2"/>
                  <a:gd name="T1" fmla="*/ 2 h 417"/>
                  <a:gd name="T2" fmla="*/ 0 w 2"/>
                  <a:gd name="T3" fmla="*/ 0 h 417"/>
                  <a:gd name="T4" fmla="*/ 1 w 2"/>
                  <a:gd name="T5" fmla="*/ 0 h 417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417"/>
                  <a:gd name="T11" fmla="*/ 2 w 2"/>
                  <a:gd name="T12" fmla="*/ 417 h 4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417">
                    <a:moveTo>
                      <a:pt x="0" y="41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" name="Freeform 8"/>
              <p:cNvSpPr/>
              <p:nvPr/>
            </p:nvSpPr>
            <p:spPr bwMode="auto">
              <a:xfrm>
                <a:off x="2360" y="871"/>
                <a:ext cx="1" cy="631"/>
              </a:xfrm>
              <a:custGeom>
                <a:avLst/>
                <a:gdLst>
                  <a:gd name="T0" fmla="*/ 0 w 1"/>
                  <a:gd name="T1" fmla="*/ 9 h 1818"/>
                  <a:gd name="T2" fmla="*/ 0 w 1"/>
                  <a:gd name="T3" fmla="*/ 0 h 1818"/>
                  <a:gd name="T4" fmla="*/ 1 w 1"/>
                  <a:gd name="T5" fmla="*/ 0 h 181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818"/>
                  <a:gd name="T11" fmla="*/ 1 w 1"/>
                  <a:gd name="T12" fmla="*/ 1818 h 18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818">
                    <a:moveTo>
                      <a:pt x="0" y="181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" name="Freeform 9"/>
              <p:cNvSpPr/>
              <p:nvPr/>
            </p:nvSpPr>
            <p:spPr bwMode="auto">
              <a:xfrm>
                <a:off x="2053" y="871"/>
                <a:ext cx="1" cy="631"/>
              </a:xfrm>
              <a:custGeom>
                <a:avLst/>
                <a:gdLst>
                  <a:gd name="T0" fmla="*/ 0 w 1"/>
                  <a:gd name="T1" fmla="*/ 9 h 1818"/>
                  <a:gd name="T2" fmla="*/ 0 w 1"/>
                  <a:gd name="T3" fmla="*/ 0 h 1818"/>
                  <a:gd name="T4" fmla="*/ 1 w 1"/>
                  <a:gd name="T5" fmla="*/ 0 h 181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818"/>
                  <a:gd name="T11" fmla="*/ 1 w 1"/>
                  <a:gd name="T12" fmla="*/ 1818 h 18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818">
                    <a:moveTo>
                      <a:pt x="0" y="181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" name="Freeform 10"/>
              <p:cNvSpPr/>
              <p:nvPr/>
            </p:nvSpPr>
            <p:spPr bwMode="auto">
              <a:xfrm>
                <a:off x="767" y="1502"/>
                <a:ext cx="1875" cy="1"/>
              </a:xfrm>
              <a:custGeom>
                <a:avLst/>
                <a:gdLst>
                  <a:gd name="T0" fmla="*/ 0 w 5406"/>
                  <a:gd name="T1" fmla="*/ 0 h 1"/>
                  <a:gd name="T2" fmla="*/ 27 w 5406"/>
                  <a:gd name="T3" fmla="*/ 0 h 1"/>
                  <a:gd name="T4" fmla="*/ 27 w 540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406"/>
                  <a:gd name="T10" fmla="*/ 0 h 1"/>
                  <a:gd name="T11" fmla="*/ 5406 w 540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406" h="1">
                    <a:moveTo>
                      <a:pt x="0" y="0"/>
                    </a:moveTo>
                    <a:lnTo>
                      <a:pt x="5404" y="0"/>
                    </a:lnTo>
                    <a:lnTo>
                      <a:pt x="5406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" name="Freeform 11"/>
              <p:cNvSpPr/>
              <p:nvPr/>
            </p:nvSpPr>
            <p:spPr bwMode="auto">
              <a:xfrm>
                <a:off x="767" y="1255"/>
                <a:ext cx="1023" cy="1"/>
              </a:xfrm>
              <a:custGeom>
                <a:avLst/>
                <a:gdLst>
                  <a:gd name="T0" fmla="*/ 0 w 2949"/>
                  <a:gd name="T1" fmla="*/ 0 h 1"/>
                  <a:gd name="T2" fmla="*/ 15 w 2949"/>
                  <a:gd name="T3" fmla="*/ 0 h 1"/>
                  <a:gd name="T4" fmla="*/ 15 w 294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949"/>
                  <a:gd name="T10" fmla="*/ 0 h 1"/>
                  <a:gd name="T11" fmla="*/ 2949 w 294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49" h="1">
                    <a:moveTo>
                      <a:pt x="0" y="0"/>
                    </a:moveTo>
                    <a:lnTo>
                      <a:pt x="2948" y="0"/>
                    </a:lnTo>
                    <a:lnTo>
                      <a:pt x="2949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" name="Freeform 12"/>
              <p:cNvSpPr/>
              <p:nvPr/>
            </p:nvSpPr>
            <p:spPr bwMode="auto">
              <a:xfrm>
                <a:off x="1192" y="1255"/>
                <a:ext cx="1" cy="247"/>
              </a:xfrm>
              <a:custGeom>
                <a:avLst/>
                <a:gdLst>
                  <a:gd name="T0" fmla="*/ 0 w 2"/>
                  <a:gd name="T1" fmla="*/ 3 h 712"/>
                  <a:gd name="T2" fmla="*/ 0 w 2"/>
                  <a:gd name="T3" fmla="*/ 0 h 712"/>
                  <a:gd name="T4" fmla="*/ 1 w 2"/>
                  <a:gd name="T5" fmla="*/ 0 h 712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712"/>
                  <a:gd name="T11" fmla="*/ 2 w 2"/>
                  <a:gd name="T12" fmla="*/ 712 h 7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712">
                    <a:moveTo>
                      <a:pt x="0" y="712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8" name="Freeform 13"/>
              <p:cNvSpPr/>
              <p:nvPr/>
            </p:nvSpPr>
            <p:spPr bwMode="auto">
              <a:xfrm>
                <a:off x="767" y="1255"/>
                <a:ext cx="1" cy="247"/>
              </a:xfrm>
              <a:custGeom>
                <a:avLst/>
                <a:gdLst>
                  <a:gd name="T0" fmla="*/ 0 w 2"/>
                  <a:gd name="T1" fmla="*/ 3 h 712"/>
                  <a:gd name="T2" fmla="*/ 0 w 2"/>
                  <a:gd name="T3" fmla="*/ 0 h 712"/>
                  <a:gd name="T4" fmla="*/ 1 w 2"/>
                  <a:gd name="T5" fmla="*/ 0 h 712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712"/>
                  <a:gd name="T11" fmla="*/ 2 w 2"/>
                  <a:gd name="T12" fmla="*/ 712 h 7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712">
                    <a:moveTo>
                      <a:pt x="0" y="712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9" name="Freeform 18"/>
              <p:cNvSpPr/>
              <p:nvPr/>
            </p:nvSpPr>
            <p:spPr bwMode="auto">
              <a:xfrm>
                <a:off x="1355" y="1255"/>
                <a:ext cx="1" cy="111"/>
              </a:xfrm>
              <a:custGeom>
                <a:avLst/>
                <a:gdLst>
                  <a:gd name="T0" fmla="*/ 0 w 2"/>
                  <a:gd name="T1" fmla="*/ 2 h 319"/>
                  <a:gd name="T2" fmla="*/ 0 w 2"/>
                  <a:gd name="T3" fmla="*/ 0 h 319"/>
                  <a:gd name="T4" fmla="*/ 1 w 2"/>
                  <a:gd name="T5" fmla="*/ 0 h 319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319"/>
                  <a:gd name="T11" fmla="*/ 2 w 2"/>
                  <a:gd name="T12" fmla="*/ 319 h 3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319">
                    <a:moveTo>
                      <a:pt x="0" y="319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" name="Freeform 20"/>
              <p:cNvSpPr/>
              <p:nvPr/>
            </p:nvSpPr>
            <p:spPr bwMode="auto">
              <a:xfrm>
                <a:off x="1355" y="1366"/>
                <a:ext cx="323" cy="1"/>
              </a:xfrm>
              <a:custGeom>
                <a:avLst/>
                <a:gdLst>
                  <a:gd name="T0" fmla="*/ 0 w 935"/>
                  <a:gd name="T1" fmla="*/ 0 h 1"/>
                  <a:gd name="T2" fmla="*/ 4 w 935"/>
                  <a:gd name="T3" fmla="*/ 0 h 1"/>
                  <a:gd name="T4" fmla="*/ 4 w 93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35"/>
                  <a:gd name="T10" fmla="*/ 0 h 1"/>
                  <a:gd name="T11" fmla="*/ 935 w 93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35" h="1">
                    <a:moveTo>
                      <a:pt x="0" y="0"/>
                    </a:moveTo>
                    <a:lnTo>
                      <a:pt x="933" y="0"/>
                    </a:lnTo>
                    <a:lnTo>
                      <a:pt x="935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" name="Freeform 21"/>
              <p:cNvSpPr/>
              <p:nvPr/>
            </p:nvSpPr>
            <p:spPr bwMode="auto">
              <a:xfrm>
                <a:off x="1602" y="1366"/>
                <a:ext cx="1" cy="136"/>
              </a:xfrm>
              <a:custGeom>
                <a:avLst/>
                <a:gdLst>
                  <a:gd name="T0" fmla="*/ 0 w 1"/>
                  <a:gd name="T1" fmla="*/ 2 h 393"/>
                  <a:gd name="T2" fmla="*/ 0 w 1"/>
                  <a:gd name="T3" fmla="*/ 0 h 393"/>
                  <a:gd name="T4" fmla="*/ 1 w 1"/>
                  <a:gd name="T5" fmla="*/ 0 h 39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93"/>
                  <a:gd name="T11" fmla="*/ 1 w 1"/>
                  <a:gd name="T12" fmla="*/ 393 h 3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93">
                    <a:moveTo>
                      <a:pt x="0" y="39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2" name="Freeform 26"/>
              <p:cNvSpPr/>
              <p:nvPr/>
            </p:nvSpPr>
            <p:spPr bwMode="auto">
              <a:xfrm>
                <a:off x="1790" y="727"/>
                <a:ext cx="851" cy="1"/>
              </a:xfrm>
              <a:custGeom>
                <a:avLst/>
                <a:gdLst>
                  <a:gd name="T0" fmla="*/ 12 w 2456"/>
                  <a:gd name="T1" fmla="*/ 0 h 1"/>
                  <a:gd name="T2" fmla="*/ 0 w 2456"/>
                  <a:gd name="T3" fmla="*/ 0 h 1"/>
                  <a:gd name="T4" fmla="*/ 0 w 245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456"/>
                  <a:gd name="T10" fmla="*/ 0 h 1"/>
                  <a:gd name="T11" fmla="*/ 2456 w 245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56" h="1">
                    <a:moveTo>
                      <a:pt x="2456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3" name="Freeform 27"/>
              <p:cNvSpPr/>
              <p:nvPr/>
            </p:nvSpPr>
            <p:spPr bwMode="auto">
              <a:xfrm>
                <a:off x="1909" y="871"/>
                <a:ext cx="614" cy="1"/>
              </a:xfrm>
              <a:custGeom>
                <a:avLst/>
                <a:gdLst>
                  <a:gd name="T0" fmla="*/ 0 w 1769"/>
                  <a:gd name="T1" fmla="*/ 0 h 1"/>
                  <a:gd name="T2" fmla="*/ 9 w 1769"/>
                  <a:gd name="T3" fmla="*/ 0 h 1"/>
                  <a:gd name="T4" fmla="*/ 9 w 176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769"/>
                  <a:gd name="T10" fmla="*/ 0 h 1"/>
                  <a:gd name="T11" fmla="*/ 1769 w 176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69" h="1">
                    <a:moveTo>
                      <a:pt x="0" y="0"/>
                    </a:moveTo>
                    <a:lnTo>
                      <a:pt x="1767" y="0"/>
                    </a:lnTo>
                    <a:lnTo>
                      <a:pt x="1769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" name="Line 28"/>
              <p:cNvSpPr>
                <a:spLocks noChangeShapeType="1"/>
              </p:cNvSpPr>
              <p:nvPr/>
            </p:nvSpPr>
            <p:spPr bwMode="auto">
              <a:xfrm>
                <a:off x="1675" y="1256"/>
                <a:ext cx="0" cy="11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29"/>
              <p:cNvSpPr>
                <a:spLocks noChangeShapeType="1"/>
              </p:cNvSpPr>
              <p:nvPr/>
            </p:nvSpPr>
            <p:spPr bwMode="auto">
              <a:xfrm>
                <a:off x="1431" y="1369"/>
                <a:ext cx="0" cy="13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526" t="40838" r="40723" b="8455"/>
            <a:stretch>
              <a:fillRect/>
            </a:stretch>
          </p:blipFill>
          <p:spPr>
            <a:xfrm rot="16200000">
              <a:off x="5499101" y="2120897"/>
              <a:ext cx="1479550" cy="171453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242" t="39502" r="46140" b="30449"/>
            <a:stretch>
              <a:fillRect/>
            </a:stretch>
          </p:blipFill>
          <p:spPr>
            <a:xfrm rot="16200000">
              <a:off x="4780454" y="2570651"/>
              <a:ext cx="599095" cy="10160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591" t="35386" r="47587" b="30449"/>
            <a:stretch>
              <a:fillRect/>
            </a:stretch>
          </p:blipFill>
          <p:spPr>
            <a:xfrm rot="16200000">
              <a:off x="4006363" y="2570042"/>
              <a:ext cx="611795" cy="115521"/>
            </a:xfrm>
            <a:prstGeom prst="rect">
              <a:avLst/>
            </a:prstGeom>
          </p:spPr>
        </p:pic>
      </p:grpSp>
      <p:grpSp>
        <p:nvGrpSpPr>
          <p:cNvPr id="26" name="Group 30"/>
          <p:cNvGrpSpPr/>
          <p:nvPr/>
        </p:nvGrpSpPr>
        <p:grpSpPr bwMode="auto">
          <a:xfrm>
            <a:off x="6052195" y="2920553"/>
            <a:ext cx="377825" cy="392113"/>
            <a:chOff x="2641" y="1810"/>
            <a:chExt cx="238" cy="247"/>
          </a:xfrm>
        </p:grpSpPr>
        <p:sp>
          <p:nvSpPr>
            <p:cNvPr id="27" name="Line 31"/>
            <p:cNvSpPr>
              <a:spLocks noChangeShapeType="1"/>
            </p:cNvSpPr>
            <p:nvPr/>
          </p:nvSpPr>
          <p:spPr bwMode="auto">
            <a:xfrm>
              <a:off x="2641" y="1810"/>
              <a:ext cx="0" cy="24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8" name="Line 32"/>
            <p:cNvSpPr>
              <a:spLocks noChangeShapeType="1"/>
            </p:cNvSpPr>
            <p:nvPr/>
          </p:nvSpPr>
          <p:spPr bwMode="auto">
            <a:xfrm>
              <a:off x="2641" y="1810"/>
              <a:ext cx="16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" name="Line 33"/>
            <p:cNvSpPr>
              <a:spLocks noChangeShapeType="1"/>
            </p:cNvSpPr>
            <p:nvPr/>
          </p:nvSpPr>
          <p:spPr bwMode="auto">
            <a:xfrm>
              <a:off x="2801" y="1810"/>
              <a:ext cx="0" cy="11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" name="Line 34"/>
            <p:cNvSpPr>
              <a:spLocks noChangeShapeType="1"/>
            </p:cNvSpPr>
            <p:nvPr/>
          </p:nvSpPr>
          <p:spPr bwMode="auto">
            <a:xfrm flipV="1">
              <a:off x="2879" y="1923"/>
              <a:ext cx="0" cy="13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" name="Line 35"/>
            <p:cNvSpPr>
              <a:spLocks noChangeShapeType="1"/>
            </p:cNvSpPr>
            <p:nvPr/>
          </p:nvSpPr>
          <p:spPr bwMode="auto">
            <a:xfrm>
              <a:off x="2641" y="2057"/>
              <a:ext cx="22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" name="Line 36"/>
            <p:cNvSpPr>
              <a:spLocks noChangeShapeType="1"/>
            </p:cNvSpPr>
            <p:nvPr/>
          </p:nvSpPr>
          <p:spPr bwMode="auto">
            <a:xfrm>
              <a:off x="2801" y="1923"/>
              <a:ext cx="7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33" name="Group 37"/>
          <p:cNvGrpSpPr/>
          <p:nvPr/>
        </p:nvGrpSpPr>
        <p:grpSpPr bwMode="auto">
          <a:xfrm>
            <a:off x="6695133" y="2079178"/>
            <a:ext cx="722312" cy="1233488"/>
            <a:chOff x="1598" y="726"/>
            <a:chExt cx="455" cy="777"/>
          </a:xfrm>
        </p:grpSpPr>
        <p:sp>
          <p:nvSpPr>
            <p:cNvPr id="34" name="Line 38"/>
            <p:cNvSpPr>
              <a:spLocks noChangeShapeType="1"/>
            </p:cNvSpPr>
            <p:nvPr/>
          </p:nvSpPr>
          <p:spPr bwMode="auto">
            <a:xfrm flipV="1">
              <a:off x="1910" y="726"/>
              <a:ext cx="0" cy="14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5" name="Line 39"/>
            <p:cNvSpPr>
              <a:spLocks noChangeShapeType="1"/>
            </p:cNvSpPr>
            <p:nvPr/>
          </p:nvSpPr>
          <p:spPr bwMode="auto">
            <a:xfrm>
              <a:off x="1790" y="727"/>
              <a:ext cx="0" cy="529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" name="Line 40"/>
            <p:cNvSpPr>
              <a:spLocks noChangeShapeType="1"/>
            </p:cNvSpPr>
            <p:nvPr/>
          </p:nvSpPr>
          <p:spPr bwMode="auto">
            <a:xfrm>
              <a:off x="1675" y="1256"/>
              <a:ext cx="11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" name="Line 41"/>
            <p:cNvSpPr>
              <a:spLocks noChangeShapeType="1"/>
            </p:cNvSpPr>
            <p:nvPr/>
          </p:nvSpPr>
          <p:spPr bwMode="auto">
            <a:xfrm>
              <a:off x="1598" y="1369"/>
              <a:ext cx="7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9" name="Line 42"/>
            <p:cNvSpPr>
              <a:spLocks noChangeShapeType="1"/>
            </p:cNvSpPr>
            <p:nvPr/>
          </p:nvSpPr>
          <p:spPr bwMode="auto">
            <a:xfrm flipV="1">
              <a:off x="1603" y="1375"/>
              <a:ext cx="0" cy="1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0" name="Line 43"/>
            <p:cNvSpPr>
              <a:spLocks noChangeShapeType="1"/>
            </p:cNvSpPr>
            <p:nvPr/>
          </p:nvSpPr>
          <p:spPr bwMode="auto">
            <a:xfrm>
              <a:off x="1598" y="1503"/>
              <a:ext cx="45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1" name="Line 44"/>
            <p:cNvSpPr>
              <a:spLocks noChangeShapeType="1"/>
            </p:cNvSpPr>
            <p:nvPr/>
          </p:nvSpPr>
          <p:spPr bwMode="auto">
            <a:xfrm flipV="1">
              <a:off x="2053" y="871"/>
              <a:ext cx="0" cy="63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2" name="Line 45"/>
            <p:cNvSpPr>
              <a:spLocks noChangeShapeType="1"/>
            </p:cNvSpPr>
            <p:nvPr/>
          </p:nvSpPr>
          <p:spPr bwMode="auto">
            <a:xfrm flipH="1">
              <a:off x="1909" y="871"/>
              <a:ext cx="14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3" name="Line 46"/>
            <p:cNvSpPr>
              <a:spLocks noChangeShapeType="1"/>
            </p:cNvSpPr>
            <p:nvPr/>
          </p:nvSpPr>
          <p:spPr bwMode="auto">
            <a:xfrm>
              <a:off x="1790" y="727"/>
              <a:ext cx="11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" name="Line 47"/>
            <p:cNvSpPr>
              <a:spLocks noChangeShapeType="1"/>
            </p:cNvSpPr>
            <p:nvPr/>
          </p:nvSpPr>
          <p:spPr bwMode="auto">
            <a:xfrm>
              <a:off x="1675" y="1255"/>
              <a:ext cx="0" cy="11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45" name="Group 48"/>
          <p:cNvGrpSpPr/>
          <p:nvPr/>
        </p:nvGrpSpPr>
        <p:grpSpPr bwMode="auto">
          <a:xfrm>
            <a:off x="8042920" y="2079178"/>
            <a:ext cx="311150" cy="1231900"/>
            <a:chOff x="3447" y="922"/>
            <a:chExt cx="196" cy="776"/>
          </a:xfrm>
        </p:grpSpPr>
        <p:sp>
          <p:nvSpPr>
            <p:cNvPr id="46" name="Line 49"/>
            <p:cNvSpPr>
              <a:spLocks noChangeShapeType="1"/>
            </p:cNvSpPr>
            <p:nvPr/>
          </p:nvSpPr>
          <p:spPr bwMode="auto">
            <a:xfrm>
              <a:off x="3447" y="1067"/>
              <a:ext cx="0" cy="63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7" name="Line 50"/>
            <p:cNvSpPr>
              <a:spLocks noChangeShapeType="1"/>
            </p:cNvSpPr>
            <p:nvPr/>
          </p:nvSpPr>
          <p:spPr bwMode="auto">
            <a:xfrm>
              <a:off x="3523" y="922"/>
              <a:ext cx="0" cy="14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" name="Line 51"/>
            <p:cNvSpPr>
              <a:spLocks noChangeShapeType="1"/>
            </p:cNvSpPr>
            <p:nvPr/>
          </p:nvSpPr>
          <p:spPr bwMode="auto">
            <a:xfrm>
              <a:off x="3447" y="1067"/>
              <a:ext cx="7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" name="Line 52"/>
            <p:cNvSpPr>
              <a:spLocks noChangeShapeType="1"/>
            </p:cNvSpPr>
            <p:nvPr/>
          </p:nvSpPr>
          <p:spPr bwMode="auto">
            <a:xfrm>
              <a:off x="3448" y="1697"/>
              <a:ext cx="19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0" name="Line 53"/>
            <p:cNvSpPr>
              <a:spLocks noChangeShapeType="1"/>
            </p:cNvSpPr>
            <p:nvPr/>
          </p:nvSpPr>
          <p:spPr bwMode="auto">
            <a:xfrm>
              <a:off x="3643" y="923"/>
              <a:ext cx="0" cy="77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1" name="Line 54"/>
            <p:cNvSpPr>
              <a:spLocks noChangeShapeType="1"/>
            </p:cNvSpPr>
            <p:nvPr/>
          </p:nvSpPr>
          <p:spPr bwMode="auto">
            <a:xfrm>
              <a:off x="3524" y="922"/>
              <a:ext cx="11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52" name="Rectangle 55"/>
          <p:cNvSpPr>
            <a:spLocks noChangeArrowheads="1"/>
          </p:cNvSpPr>
          <p:nvPr/>
        </p:nvSpPr>
        <p:spPr bwMode="auto">
          <a:xfrm>
            <a:off x="788723" y="1875601"/>
            <a:ext cx="3124573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r>
              <a:rPr kumimoji="1"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剖视图的画图步骤</a:t>
            </a:r>
            <a:endParaRPr kumimoji="1" lang="zh-CN" altLang="en-US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3" name="Group 56"/>
          <p:cNvGrpSpPr/>
          <p:nvPr/>
        </p:nvGrpSpPr>
        <p:grpSpPr bwMode="auto">
          <a:xfrm>
            <a:off x="8989971" y="2459040"/>
            <a:ext cx="2181225" cy="1987550"/>
            <a:chOff x="3380" y="1366"/>
            <a:chExt cx="1374" cy="1252"/>
          </a:xfrm>
        </p:grpSpPr>
        <p:sp>
          <p:nvSpPr>
            <p:cNvPr id="54" name="Freeform 57"/>
            <p:cNvSpPr/>
            <p:nvPr/>
          </p:nvSpPr>
          <p:spPr bwMode="auto">
            <a:xfrm>
              <a:off x="3380" y="1790"/>
              <a:ext cx="858" cy="618"/>
            </a:xfrm>
            <a:custGeom>
              <a:avLst/>
              <a:gdLst>
                <a:gd name="T0" fmla="*/ 0 w 858"/>
                <a:gd name="T1" fmla="*/ 459 h 618"/>
                <a:gd name="T2" fmla="*/ 801 w 858"/>
                <a:gd name="T3" fmla="*/ 0 h 618"/>
                <a:gd name="T4" fmla="*/ 858 w 858"/>
                <a:gd name="T5" fmla="*/ 261 h 618"/>
                <a:gd name="T6" fmla="*/ 228 w 858"/>
                <a:gd name="T7" fmla="*/ 618 h 618"/>
                <a:gd name="T8" fmla="*/ 0 w 858"/>
                <a:gd name="T9" fmla="*/ 459 h 6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58"/>
                <a:gd name="T16" fmla="*/ 0 h 618"/>
                <a:gd name="T17" fmla="*/ 858 w 858"/>
                <a:gd name="T18" fmla="*/ 618 h 6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58" h="618">
                  <a:moveTo>
                    <a:pt x="0" y="459"/>
                  </a:moveTo>
                  <a:lnTo>
                    <a:pt x="801" y="0"/>
                  </a:lnTo>
                  <a:lnTo>
                    <a:pt x="858" y="261"/>
                  </a:lnTo>
                  <a:lnTo>
                    <a:pt x="228" y="618"/>
                  </a:lnTo>
                  <a:lnTo>
                    <a:pt x="0" y="459"/>
                  </a:lnTo>
                  <a:close/>
                </a:path>
              </a:pathLst>
            </a:custGeom>
            <a:gradFill rotWithShape="0">
              <a:gsLst>
                <a:gs pos="0">
                  <a:srgbClr val="762F00"/>
                </a:gs>
                <a:gs pos="100000">
                  <a:srgbClr val="FF6600"/>
                </a:gs>
              </a:gsLst>
              <a:lin ang="540000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5" name="Freeform 58"/>
            <p:cNvSpPr/>
            <p:nvPr/>
          </p:nvSpPr>
          <p:spPr bwMode="auto">
            <a:xfrm>
              <a:off x="3983" y="2238"/>
              <a:ext cx="107" cy="204"/>
            </a:xfrm>
            <a:custGeom>
              <a:avLst/>
              <a:gdLst>
                <a:gd name="T0" fmla="*/ 107 w 107"/>
                <a:gd name="T1" fmla="*/ 184 h 204"/>
                <a:gd name="T2" fmla="*/ 59 w 107"/>
                <a:gd name="T3" fmla="*/ 180 h 204"/>
                <a:gd name="T4" fmla="*/ 35 w 107"/>
                <a:gd name="T5" fmla="*/ 184 h 204"/>
                <a:gd name="T6" fmla="*/ 3 w 107"/>
                <a:gd name="T7" fmla="*/ 204 h 204"/>
                <a:gd name="T8" fmla="*/ 3 w 107"/>
                <a:gd name="T9" fmla="*/ 60 h 204"/>
                <a:gd name="T10" fmla="*/ 0 w 107"/>
                <a:gd name="T11" fmla="*/ 32 h 204"/>
                <a:gd name="T12" fmla="*/ 15 w 107"/>
                <a:gd name="T13" fmla="*/ 12 h 204"/>
                <a:gd name="T14" fmla="*/ 47 w 107"/>
                <a:gd name="T15" fmla="*/ 0 h 204"/>
                <a:gd name="T16" fmla="*/ 107 w 107"/>
                <a:gd name="T17" fmla="*/ 8 h 204"/>
                <a:gd name="T18" fmla="*/ 107 w 107"/>
                <a:gd name="T19" fmla="*/ 184 h 2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7"/>
                <a:gd name="T31" fmla="*/ 0 h 204"/>
                <a:gd name="T32" fmla="*/ 107 w 107"/>
                <a:gd name="T33" fmla="*/ 204 h 20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7" h="204">
                  <a:moveTo>
                    <a:pt x="107" y="184"/>
                  </a:moveTo>
                  <a:lnTo>
                    <a:pt x="59" y="180"/>
                  </a:lnTo>
                  <a:lnTo>
                    <a:pt x="35" y="184"/>
                  </a:lnTo>
                  <a:lnTo>
                    <a:pt x="3" y="204"/>
                  </a:lnTo>
                  <a:lnTo>
                    <a:pt x="3" y="60"/>
                  </a:lnTo>
                  <a:lnTo>
                    <a:pt x="0" y="32"/>
                  </a:lnTo>
                  <a:lnTo>
                    <a:pt x="15" y="12"/>
                  </a:lnTo>
                  <a:lnTo>
                    <a:pt x="47" y="0"/>
                  </a:lnTo>
                  <a:lnTo>
                    <a:pt x="107" y="8"/>
                  </a:lnTo>
                  <a:lnTo>
                    <a:pt x="107" y="184"/>
                  </a:lnTo>
                  <a:close/>
                </a:path>
              </a:pathLst>
            </a:custGeom>
            <a:gradFill rotWithShape="0">
              <a:gsLst>
                <a:gs pos="0">
                  <a:srgbClr val="FFCC00"/>
                </a:gs>
                <a:gs pos="100000">
                  <a:srgbClr val="A28200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6" name="Freeform 59"/>
            <p:cNvSpPr/>
            <p:nvPr/>
          </p:nvSpPr>
          <p:spPr bwMode="auto">
            <a:xfrm>
              <a:off x="4163" y="1547"/>
              <a:ext cx="79" cy="499"/>
            </a:xfrm>
            <a:custGeom>
              <a:avLst/>
              <a:gdLst>
                <a:gd name="T0" fmla="*/ 0 w 79"/>
                <a:gd name="T1" fmla="*/ 0 h 499"/>
                <a:gd name="T2" fmla="*/ 0 w 79"/>
                <a:gd name="T3" fmla="*/ 390 h 499"/>
                <a:gd name="T4" fmla="*/ 9 w 79"/>
                <a:gd name="T5" fmla="*/ 432 h 499"/>
                <a:gd name="T6" fmla="*/ 35 w 79"/>
                <a:gd name="T7" fmla="*/ 463 h 499"/>
                <a:gd name="T8" fmla="*/ 54 w 79"/>
                <a:gd name="T9" fmla="*/ 486 h 499"/>
                <a:gd name="T10" fmla="*/ 79 w 79"/>
                <a:gd name="T11" fmla="*/ 499 h 499"/>
                <a:gd name="T12" fmla="*/ 79 w 79"/>
                <a:gd name="T13" fmla="*/ 191 h 499"/>
                <a:gd name="T14" fmla="*/ 0 w 79"/>
                <a:gd name="T15" fmla="*/ 0 h 49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9"/>
                <a:gd name="T25" fmla="*/ 0 h 499"/>
                <a:gd name="T26" fmla="*/ 79 w 79"/>
                <a:gd name="T27" fmla="*/ 499 h 4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9" h="499">
                  <a:moveTo>
                    <a:pt x="0" y="0"/>
                  </a:moveTo>
                  <a:lnTo>
                    <a:pt x="0" y="390"/>
                  </a:lnTo>
                  <a:lnTo>
                    <a:pt x="9" y="432"/>
                  </a:lnTo>
                  <a:lnTo>
                    <a:pt x="35" y="463"/>
                  </a:lnTo>
                  <a:lnTo>
                    <a:pt x="54" y="486"/>
                  </a:lnTo>
                  <a:lnTo>
                    <a:pt x="79" y="499"/>
                  </a:lnTo>
                  <a:lnTo>
                    <a:pt x="79" y="19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5E0000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7" name="Freeform 60"/>
            <p:cNvSpPr/>
            <p:nvPr/>
          </p:nvSpPr>
          <p:spPr bwMode="auto">
            <a:xfrm>
              <a:off x="3902" y="2078"/>
              <a:ext cx="234" cy="150"/>
            </a:xfrm>
            <a:custGeom>
              <a:avLst/>
              <a:gdLst>
                <a:gd name="T0" fmla="*/ 234 w 234"/>
                <a:gd name="T1" fmla="*/ 24 h 150"/>
                <a:gd name="T2" fmla="*/ 204 w 234"/>
                <a:gd name="T3" fmla="*/ 15 h 150"/>
                <a:gd name="T4" fmla="*/ 165 w 234"/>
                <a:gd name="T5" fmla="*/ 3 h 150"/>
                <a:gd name="T6" fmla="*/ 132 w 234"/>
                <a:gd name="T7" fmla="*/ 0 h 150"/>
                <a:gd name="T8" fmla="*/ 78 w 234"/>
                <a:gd name="T9" fmla="*/ 9 h 150"/>
                <a:gd name="T10" fmla="*/ 36 w 234"/>
                <a:gd name="T11" fmla="*/ 24 h 150"/>
                <a:gd name="T12" fmla="*/ 21 w 234"/>
                <a:gd name="T13" fmla="*/ 42 h 150"/>
                <a:gd name="T14" fmla="*/ 6 w 234"/>
                <a:gd name="T15" fmla="*/ 63 h 150"/>
                <a:gd name="T16" fmla="*/ 0 w 234"/>
                <a:gd name="T17" fmla="*/ 90 h 150"/>
                <a:gd name="T18" fmla="*/ 12 w 234"/>
                <a:gd name="T19" fmla="*/ 114 h 150"/>
                <a:gd name="T20" fmla="*/ 48 w 234"/>
                <a:gd name="T21" fmla="*/ 150 h 150"/>
                <a:gd name="T22" fmla="*/ 231 w 234"/>
                <a:gd name="T23" fmla="*/ 135 h 150"/>
                <a:gd name="T24" fmla="*/ 234 w 234"/>
                <a:gd name="T25" fmla="*/ 24 h 1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34"/>
                <a:gd name="T40" fmla="*/ 0 h 150"/>
                <a:gd name="T41" fmla="*/ 234 w 234"/>
                <a:gd name="T42" fmla="*/ 150 h 1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34" h="150">
                  <a:moveTo>
                    <a:pt x="234" y="24"/>
                  </a:moveTo>
                  <a:lnTo>
                    <a:pt x="204" y="15"/>
                  </a:lnTo>
                  <a:lnTo>
                    <a:pt x="165" y="3"/>
                  </a:lnTo>
                  <a:lnTo>
                    <a:pt x="132" y="0"/>
                  </a:lnTo>
                  <a:lnTo>
                    <a:pt x="78" y="9"/>
                  </a:lnTo>
                  <a:lnTo>
                    <a:pt x="36" y="24"/>
                  </a:lnTo>
                  <a:lnTo>
                    <a:pt x="21" y="42"/>
                  </a:lnTo>
                  <a:lnTo>
                    <a:pt x="6" y="63"/>
                  </a:lnTo>
                  <a:lnTo>
                    <a:pt x="0" y="90"/>
                  </a:lnTo>
                  <a:lnTo>
                    <a:pt x="12" y="114"/>
                  </a:lnTo>
                  <a:lnTo>
                    <a:pt x="48" y="150"/>
                  </a:lnTo>
                  <a:lnTo>
                    <a:pt x="231" y="135"/>
                  </a:lnTo>
                  <a:lnTo>
                    <a:pt x="234" y="24"/>
                  </a:lnTo>
                  <a:close/>
                </a:path>
              </a:pathLst>
            </a:custGeom>
            <a:gradFill rotWithShape="0">
              <a:gsLst>
                <a:gs pos="0">
                  <a:srgbClr val="FFCC00"/>
                </a:gs>
                <a:gs pos="100000">
                  <a:srgbClr val="765E00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8" name="Freeform 61"/>
            <p:cNvSpPr/>
            <p:nvPr/>
          </p:nvSpPr>
          <p:spPr bwMode="auto">
            <a:xfrm>
              <a:off x="3938" y="2190"/>
              <a:ext cx="200" cy="136"/>
            </a:xfrm>
            <a:custGeom>
              <a:avLst/>
              <a:gdLst>
                <a:gd name="T0" fmla="*/ 52 w 200"/>
                <a:gd name="T1" fmla="*/ 116 h 136"/>
                <a:gd name="T2" fmla="*/ 48 w 200"/>
                <a:gd name="T3" fmla="*/ 80 h 136"/>
                <a:gd name="T4" fmla="*/ 60 w 200"/>
                <a:gd name="T5" fmla="*/ 59 h 136"/>
                <a:gd name="T6" fmla="*/ 99 w 200"/>
                <a:gd name="T7" fmla="*/ 56 h 136"/>
                <a:gd name="T8" fmla="*/ 153 w 200"/>
                <a:gd name="T9" fmla="*/ 62 h 136"/>
                <a:gd name="T10" fmla="*/ 200 w 200"/>
                <a:gd name="T11" fmla="*/ 24 h 136"/>
                <a:gd name="T12" fmla="*/ 174 w 200"/>
                <a:gd name="T13" fmla="*/ 8 h 136"/>
                <a:gd name="T14" fmla="*/ 140 w 200"/>
                <a:gd name="T15" fmla="*/ 0 h 136"/>
                <a:gd name="T16" fmla="*/ 96 w 200"/>
                <a:gd name="T17" fmla="*/ 0 h 136"/>
                <a:gd name="T18" fmla="*/ 48 w 200"/>
                <a:gd name="T19" fmla="*/ 8 h 136"/>
                <a:gd name="T20" fmla="*/ 0 w 200"/>
                <a:gd name="T21" fmla="*/ 41 h 136"/>
                <a:gd name="T22" fmla="*/ 4 w 200"/>
                <a:gd name="T23" fmla="*/ 136 h 136"/>
                <a:gd name="T24" fmla="*/ 52 w 200"/>
                <a:gd name="T25" fmla="*/ 116 h 1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00"/>
                <a:gd name="T40" fmla="*/ 0 h 136"/>
                <a:gd name="T41" fmla="*/ 200 w 200"/>
                <a:gd name="T42" fmla="*/ 136 h 1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00" h="136">
                  <a:moveTo>
                    <a:pt x="52" y="116"/>
                  </a:moveTo>
                  <a:lnTo>
                    <a:pt x="48" y="80"/>
                  </a:lnTo>
                  <a:lnTo>
                    <a:pt x="60" y="59"/>
                  </a:lnTo>
                  <a:lnTo>
                    <a:pt x="99" y="56"/>
                  </a:lnTo>
                  <a:lnTo>
                    <a:pt x="153" y="62"/>
                  </a:lnTo>
                  <a:lnTo>
                    <a:pt x="200" y="24"/>
                  </a:lnTo>
                  <a:lnTo>
                    <a:pt x="174" y="8"/>
                  </a:lnTo>
                  <a:lnTo>
                    <a:pt x="140" y="0"/>
                  </a:lnTo>
                  <a:lnTo>
                    <a:pt x="96" y="0"/>
                  </a:lnTo>
                  <a:lnTo>
                    <a:pt x="48" y="8"/>
                  </a:lnTo>
                  <a:lnTo>
                    <a:pt x="0" y="41"/>
                  </a:lnTo>
                  <a:lnTo>
                    <a:pt x="4" y="136"/>
                  </a:lnTo>
                  <a:lnTo>
                    <a:pt x="52" y="116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9" name="Freeform 62"/>
            <p:cNvSpPr/>
            <p:nvPr/>
          </p:nvSpPr>
          <p:spPr bwMode="auto">
            <a:xfrm>
              <a:off x="4242" y="1434"/>
              <a:ext cx="424" cy="196"/>
            </a:xfrm>
            <a:custGeom>
              <a:avLst/>
              <a:gdLst>
                <a:gd name="T0" fmla="*/ 0 w 424"/>
                <a:gd name="T1" fmla="*/ 116 h 196"/>
                <a:gd name="T2" fmla="*/ 40 w 424"/>
                <a:gd name="T3" fmla="*/ 48 h 196"/>
                <a:gd name="T4" fmla="*/ 92 w 424"/>
                <a:gd name="T5" fmla="*/ 28 h 196"/>
                <a:gd name="T6" fmla="*/ 124 w 424"/>
                <a:gd name="T7" fmla="*/ 16 h 196"/>
                <a:gd name="T8" fmla="*/ 180 w 424"/>
                <a:gd name="T9" fmla="*/ 4 h 196"/>
                <a:gd name="T10" fmla="*/ 244 w 424"/>
                <a:gd name="T11" fmla="*/ 0 h 196"/>
                <a:gd name="T12" fmla="*/ 320 w 424"/>
                <a:gd name="T13" fmla="*/ 8 h 196"/>
                <a:gd name="T14" fmla="*/ 380 w 424"/>
                <a:gd name="T15" fmla="*/ 20 h 196"/>
                <a:gd name="T16" fmla="*/ 424 w 424"/>
                <a:gd name="T17" fmla="*/ 36 h 196"/>
                <a:gd name="T18" fmla="*/ 424 w 424"/>
                <a:gd name="T19" fmla="*/ 144 h 196"/>
                <a:gd name="T20" fmla="*/ 32 w 424"/>
                <a:gd name="T21" fmla="*/ 196 h 196"/>
                <a:gd name="T22" fmla="*/ 0 w 424"/>
                <a:gd name="T23" fmla="*/ 116 h 19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24"/>
                <a:gd name="T37" fmla="*/ 0 h 196"/>
                <a:gd name="T38" fmla="*/ 424 w 424"/>
                <a:gd name="T39" fmla="*/ 196 h 19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24" h="196">
                  <a:moveTo>
                    <a:pt x="0" y="116"/>
                  </a:moveTo>
                  <a:lnTo>
                    <a:pt x="40" y="48"/>
                  </a:lnTo>
                  <a:lnTo>
                    <a:pt x="92" y="28"/>
                  </a:lnTo>
                  <a:lnTo>
                    <a:pt x="124" y="16"/>
                  </a:lnTo>
                  <a:lnTo>
                    <a:pt x="180" y="4"/>
                  </a:lnTo>
                  <a:lnTo>
                    <a:pt x="244" y="0"/>
                  </a:lnTo>
                  <a:lnTo>
                    <a:pt x="320" y="8"/>
                  </a:lnTo>
                  <a:lnTo>
                    <a:pt x="380" y="20"/>
                  </a:lnTo>
                  <a:lnTo>
                    <a:pt x="424" y="36"/>
                  </a:lnTo>
                  <a:lnTo>
                    <a:pt x="424" y="144"/>
                  </a:lnTo>
                  <a:lnTo>
                    <a:pt x="32" y="196"/>
                  </a:lnTo>
                  <a:lnTo>
                    <a:pt x="0" y="116"/>
                  </a:lnTo>
                  <a:close/>
                </a:path>
              </a:pathLst>
            </a:custGeom>
            <a:gradFill rotWithShape="0">
              <a:gsLst>
                <a:gs pos="0">
                  <a:srgbClr val="76762F"/>
                </a:gs>
                <a:gs pos="100000">
                  <a:srgbClr val="FFFF66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0" name="Freeform 63"/>
            <p:cNvSpPr/>
            <p:nvPr/>
          </p:nvSpPr>
          <p:spPr bwMode="auto">
            <a:xfrm>
              <a:off x="4274" y="1518"/>
              <a:ext cx="400" cy="260"/>
            </a:xfrm>
            <a:custGeom>
              <a:avLst/>
              <a:gdLst>
                <a:gd name="T0" fmla="*/ 296 w 400"/>
                <a:gd name="T1" fmla="*/ 80 h 260"/>
                <a:gd name="T2" fmla="*/ 332 w 400"/>
                <a:gd name="T3" fmla="*/ 59 h 260"/>
                <a:gd name="T4" fmla="*/ 369 w 400"/>
                <a:gd name="T5" fmla="*/ 80 h 260"/>
                <a:gd name="T6" fmla="*/ 400 w 400"/>
                <a:gd name="T7" fmla="*/ 62 h 260"/>
                <a:gd name="T8" fmla="*/ 332 w 400"/>
                <a:gd name="T9" fmla="*/ 24 h 260"/>
                <a:gd name="T10" fmla="*/ 288 w 400"/>
                <a:gd name="T11" fmla="*/ 12 h 260"/>
                <a:gd name="T12" fmla="*/ 216 w 400"/>
                <a:gd name="T13" fmla="*/ 0 h 260"/>
                <a:gd name="T14" fmla="*/ 152 w 400"/>
                <a:gd name="T15" fmla="*/ 8 h 260"/>
                <a:gd name="T16" fmla="*/ 96 w 400"/>
                <a:gd name="T17" fmla="*/ 28 h 260"/>
                <a:gd name="T18" fmla="*/ 52 w 400"/>
                <a:gd name="T19" fmla="*/ 48 h 260"/>
                <a:gd name="T20" fmla="*/ 8 w 400"/>
                <a:gd name="T21" fmla="*/ 88 h 260"/>
                <a:gd name="T22" fmla="*/ 0 w 400"/>
                <a:gd name="T23" fmla="*/ 120 h 260"/>
                <a:gd name="T24" fmla="*/ 20 w 400"/>
                <a:gd name="T25" fmla="*/ 140 h 260"/>
                <a:gd name="T26" fmla="*/ 52 w 400"/>
                <a:gd name="T27" fmla="*/ 156 h 260"/>
                <a:gd name="T28" fmla="*/ 52 w 400"/>
                <a:gd name="T29" fmla="*/ 260 h 260"/>
                <a:gd name="T30" fmla="*/ 100 w 400"/>
                <a:gd name="T31" fmla="*/ 232 h 260"/>
                <a:gd name="T32" fmla="*/ 296 w 400"/>
                <a:gd name="T33" fmla="*/ 80 h 2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00"/>
                <a:gd name="T52" fmla="*/ 0 h 260"/>
                <a:gd name="T53" fmla="*/ 400 w 400"/>
                <a:gd name="T54" fmla="*/ 260 h 2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00" h="260">
                  <a:moveTo>
                    <a:pt x="296" y="80"/>
                  </a:moveTo>
                  <a:lnTo>
                    <a:pt x="332" y="59"/>
                  </a:lnTo>
                  <a:lnTo>
                    <a:pt x="369" y="80"/>
                  </a:lnTo>
                  <a:lnTo>
                    <a:pt x="400" y="62"/>
                  </a:lnTo>
                  <a:lnTo>
                    <a:pt x="332" y="24"/>
                  </a:lnTo>
                  <a:lnTo>
                    <a:pt x="288" y="12"/>
                  </a:lnTo>
                  <a:lnTo>
                    <a:pt x="216" y="0"/>
                  </a:lnTo>
                  <a:lnTo>
                    <a:pt x="152" y="8"/>
                  </a:lnTo>
                  <a:lnTo>
                    <a:pt x="96" y="28"/>
                  </a:lnTo>
                  <a:lnTo>
                    <a:pt x="52" y="48"/>
                  </a:lnTo>
                  <a:lnTo>
                    <a:pt x="8" y="88"/>
                  </a:lnTo>
                  <a:lnTo>
                    <a:pt x="0" y="120"/>
                  </a:lnTo>
                  <a:lnTo>
                    <a:pt x="20" y="140"/>
                  </a:lnTo>
                  <a:lnTo>
                    <a:pt x="52" y="156"/>
                  </a:lnTo>
                  <a:lnTo>
                    <a:pt x="52" y="260"/>
                  </a:lnTo>
                  <a:lnTo>
                    <a:pt x="100" y="232"/>
                  </a:lnTo>
                  <a:lnTo>
                    <a:pt x="296" y="8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" name="Freeform 64"/>
            <p:cNvSpPr/>
            <p:nvPr/>
          </p:nvSpPr>
          <p:spPr bwMode="auto">
            <a:xfrm>
              <a:off x="4610" y="1570"/>
              <a:ext cx="34" cy="536"/>
            </a:xfrm>
            <a:custGeom>
              <a:avLst/>
              <a:gdLst>
                <a:gd name="T0" fmla="*/ 0 w 34"/>
                <a:gd name="T1" fmla="*/ 0 h 536"/>
                <a:gd name="T2" fmla="*/ 0 w 34"/>
                <a:gd name="T3" fmla="*/ 516 h 536"/>
                <a:gd name="T4" fmla="*/ 28 w 34"/>
                <a:gd name="T5" fmla="*/ 536 h 536"/>
                <a:gd name="T6" fmla="*/ 34 w 34"/>
                <a:gd name="T7" fmla="*/ 20 h 536"/>
                <a:gd name="T8" fmla="*/ 0 w 34"/>
                <a:gd name="T9" fmla="*/ 0 h 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36"/>
                <a:gd name="T17" fmla="*/ 34 w 34"/>
                <a:gd name="T18" fmla="*/ 536 h 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36">
                  <a:moveTo>
                    <a:pt x="0" y="0"/>
                  </a:moveTo>
                  <a:lnTo>
                    <a:pt x="0" y="516"/>
                  </a:lnTo>
                  <a:lnTo>
                    <a:pt x="28" y="536"/>
                  </a:lnTo>
                  <a:lnTo>
                    <a:pt x="3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2" name="Freeform 65"/>
            <p:cNvSpPr/>
            <p:nvPr/>
          </p:nvSpPr>
          <p:spPr bwMode="auto">
            <a:xfrm>
              <a:off x="4570" y="1574"/>
              <a:ext cx="44" cy="524"/>
            </a:xfrm>
            <a:custGeom>
              <a:avLst/>
              <a:gdLst>
                <a:gd name="T0" fmla="*/ 0 w 44"/>
                <a:gd name="T1" fmla="*/ 20 h 524"/>
                <a:gd name="T2" fmla="*/ 0 w 44"/>
                <a:gd name="T3" fmla="*/ 524 h 524"/>
                <a:gd name="T4" fmla="*/ 44 w 44"/>
                <a:gd name="T5" fmla="*/ 508 h 524"/>
                <a:gd name="T6" fmla="*/ 44 w 44"/>
                <a:gd name="T7" fmla="*/ 0 h 524"/>
                <a:gd name="T8" fmla="*/ 0 w 44"/>
                <a:gd name="T9" fmla="*/ 20 h 5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4"/>
                <a:gd name="T16" fmla="*/ 0 h 524"/>
                <a:gd name="T17" fmla="*/ 44 w 44"/>
                <a:gd name="T18" fmla="*/ 524 h 5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4" h="524">
                  <a:moveTo>
                    <a:pt x="0" y="20"/>
                  </a:moveTo>
                  <a:lnTo>
                    <a:pt x="0" y="524"/>
                  </a:lnTo>
                  <a:lnTo>
                    <a:pt x="44" y="508"/>
                  </a:lnTo>
                  <a:lnTo>
                    <a:pt x="44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3" name="Freeform 66"/>
            <p:cNvSpPr/>
            <p:nvPr/>
          </p:nvSpPr>
          <p:spPr bwMode="auto">
            <a:xfrm>
              <a:off x="4338" y="1574"/>
              <a:ext cx="236" cy="548"/>
            </a:xfrm>
            <a:custGeom>
              <a:avLst/>
              <a:gdLst>
                <a:gd name="T0" fmla="*/ 44 w 236"/>
                <a:gd name="T1" fmla="*/ 176 h 548"/>
                <a:gd name="T2" fmla="*/ 44 w 236"/>
                <a:gd name="T3" fmla="*/ 548 h 548"/>
                <a:gd name="T4" fmla="*/ 84 w 236"/>
                <a:gd name="T5" fmla="*/ 532 h 548"/>
                <a:gd name="T6" fmla="*/ 128 w 236"/>
                <a:gd name="T7" fmla="*/ 524 h 548"/>
                <a:gd name="T8" fmla="*/ 176 w 236"/>
                <a:gd name="T9" fmla="*/ 520 h 548"/>
                <a:gd name="T10" fmla="*/ 236 w 236"/>
                <a:gd name="T11" fmla="*/ 528 h 548"/>
                <a:gd name="T12" fmla="*/ 236 w 236"/>
                <a:gd name="T13" fmla="*/ 20 h 548"/>
                <a:gd name="T14" fmla="*/ 188 w 236"/>
                <a:gd name="T15" fmla="*/ 8 h 548"/>
                <a:gd name="T16" fmla="*/ 136 w 236"/>
                <a:gd name="T17" fmla="*/ 0 h 548"/>
                <a:gd name="T18" fmla="*/ 72 w 236"/>
                <a:gd name="T19" fmla="*/ 8 h 548"/>
                <a:gd name="T20" fmla="*/ 28 w 236"/>
                <a:gd name="T21" fmla="*/ 36 h 548"/>
                <a:gd name="T22" fmla="*/ 4 w 236"/>
                <a:gd name="T23" fmla="*/ 64 h 548"/>
                <a:gd name="T24" fmla="*/ 0 w 236"/>
                <a:gd name="T25" fmla="*/ 100 h 548"/>
                <a:gd name="T26" fmla="*/ 8 w 236"/>
                <a:gd name="T27" fmla="*/ 128 h 548"/>
                <a:gd name="T28" fmla="*/ 16 w 236"/>
                <a:gd name="T29" fmla="*/ 148 h 548"/>
                <a:gd name="T30" fmla="*/ 44 w 236"/>
                <a:gd name="T31" fmla="*/ 176 h 54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36"/>
                <a:gd name="T49" fmla="*/ 0 h 548"/>
                <a:gd name="T50" fmla="*/ 236 w 236"/>
                <a:gd name="T51" fmla="*/ 548 h 54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36" h="548">
                  <a:moveTo>
                    <a:pt x="44" y="176"/>
                  </a:moveTo>
                  <a:lnTo>
                    <a:pt x="44" y="548"/>
                  </a:lnTo>
                  <a:lnTo>
                    <a:pt x="84" y="532"/>
                  </a:lnTo>
                  <a:lnTo>
                    <a:pt x="128" y="524"/>
                  </a:lnTo>
                  <a:lnTo>
                    <a:pt x="176" y="520"/>
                  </a:lnTo>
                  <a:lnTo>
                    <a:pt x="236" y="528"/>
                  </a:lnTo>
                  <a:lnTo>
                    <a:pt x="236" y="20"/>
                  </a:lnTo>
                  <a:lnTo>
                    <a:pt x="188" y="8"/>
                  </a:lnTo>
                  <a:lnTo>
                    <a:pt x="136" y="0"/>
                  </a:lnTo>
                  <a:lnTo>
                    <a:pt x="72" y="8"/>
                  </a:lnTo>
                  <a:lnTo>
                    <a:pt x="28" y="36"/>
                  </a:lnTo>
                  <a:lnTo>
                    <a:pt x="4" y="64"/>
                  </a:lnTo>
                  <a:lnTo>
                    <a:pt x="0" y="100"/>
                  </a:lnTo>
                  <a:lnTo>
                    <a:pt x="8" y="128"/>
                  </a:lnTo>
                  <a:lnTo>
                    <a:pt x="16" y="148"/>
                  </a:lnTo>
                  <a:lnTo>
                    <a:pt x="44" y="176"/>
                  </a:lnTo>
                  <a:close/>
                </a:path>
              </a:pathLst>
            </a:custGeom>
            <a:gradFill rotWithShape="0">
              <a:gsLst>
                <a:gs pos="0">
                  <a:srgbClr val="765E00"/>
                </a:gs>
                <a:gs pos="100000">
                  <a:srgbClr val="FFCC00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4" name="Freeform 67"/>
            <p:cNvSpPr/>
            <p:nvPr/>
          </p:nvSpPr>
          <p:spPr bwMode="auto">
            <a:xfrm>
              <a:off x="4166" y="1366"/>
              <a:ext cx="588" cy="376"/>
            </a:xfrm>
            <a:custGeom>
              <a:avLst/>
              <a:gdLst>
                <a:gd name="T0" fmla="*/ 588 w 588"/>
                <a:gd name="T1" fmla="*/ 72 h 376"/>
                <a:gd name="T2" fmla="*/ 520 w 588"/>
                <a:gd name="T3" fmla="*/ 36 h 376"/>
                <a:gd name="T4" fmla="*/ 468 w 588"/>
                <a:gd name="T5" fmla="*/ 20 h 376"/>
                <a:gd name="T6" fmla="*/ 412 w 588"/>
                <a:gd name="T7" fmla="*/ 8 h 376"/>
                <a:gd name="T8" fmla="*/ 336 w 588"/>
                <a:gd name="T9" fmla="*/ 0 h 376"/>
                <a:gd name="T10" fmla="*/ 244 w 588"/>
                <a:gd name="T11" fmla="*/ 8 h 376"/>
                <a:gd name="T12" fmla="*/ 148 w 588"/>
                <a:gd name="T13" fmla="*/ 36 h 376"/>
                <a:gd name="T14" fmla="*/ 88 w 588"/>
                <a:gd name="T15" fmla="*/ 64 h 376"/>
                <a:gd name="T16" fmla="*/ 48 w 588"/>
                <a:gd name="T17" fmla="*/ 96 h 376"/>
                <a:gd name="T18" fmla="*/ 24 w 588"/>
                <a:gd name="T19" fmla="*/ 124 h 376"/>
                <a:gd name="T20" fmla="*/ 4 w 588"/>
                <a:gd name="T21" fmla="*/ 168 h 376"/>
                <a:gd name="T22" fmla="*/ 0 w 588"/>
                <a:gd name="T23" fmla="*/ 214 h 376"/>
                <a:gd name="T24" fmla="*/ 8 w 588"/>
                <a:gd name="T25" fmla="*/ 268 h 376"/>
                <a:gd name="T26" fmla="*/ 24 w 588"/>
                <a:gd name="T27" fmla="*/ 304 h 376"/>
                <a:gd name="T28" fmla="*/ 40 w 588"/>
                <a:gd name="T29" fmla="*/ 332 h 376"/>
                <a:gd name="T30" fmla="*/ 76 w 588"/>
                <a:gd name="T31" fmla="*/ 376 h 376"/>
                <a:gd name="T32" fmla="*/ 168 w 588"/>
                <a:gd name="T33" fmla="*/ 323 h 376"/>
                <a:gd name="T34" fmla="*/ 136 w 588"/>
                <a:gd name="T35" fmla="*/ 296 h 376"/>
                <a:gd name="T36" fmla="*/ 112 w 588"/>
                <a:gd name="T37" fmla="*/ 280 h 376"/>
                <a:gd name="T38" fmla="*/ 96 w 588"/>
                <a:gd name="T39" fmla="*/ 236 h 376"/>
                <a:gd name="T40" fmla="*/ 100 w 588"/>
                <a:gd name="T41" fmla="*/ 180 h 376"/>
                <a:gd name="T42" fmla="*/ 132 w 588"/>
                <a:gd name="T43" fmla="*/ 128 h 376"/>
                <a:gd name="T44" fmla="*/ 188 w 588"/>
                <a:gd name="T45" fmla="*/ 92 h 376"/>
                <a:gd name="T46" fmla="*/ 240 w 588"/>
                <a:gd name="T47" fmla="*/ 76 h 376"/>
                <a:gd name="T48" fmla="*/ 308 w 588"/>
                <a:gd name="T49" fmla="*/ 68 h 376"/>
                <a:gd name="T50" fmla="*/ 376 w 588"/>
                <a:gd name="T51" fmla="*/ 76 h 376"/>
                <a:gd name="T52" fmla="*/ 432 w 588"/>
                <a:gd name="T53" fmla="*/ 88 h 376"/>
                <a:gd name="T54" fmla="*/ 508 w 588"/>
                <a:gd name="T55" fmla="*/ 112 h 376"/>
                <a:gd name="T56" fmla="*/ 588 w 588"/>
                <a:gd name="T57" fmla="*/ 72 h 3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588"/>
                <a:gd name="T88" fmla="*/ 0 h 376"/>
                <a:gd name="T89" fmla="*/ 588 w 588"/>
                <a:gd name="T90" fmla="*/ 376 h 37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588" h="376">
                  <a:moveTo>
                    <a:pt x="588" y="72"/>
                  </a:moveTo>
                  <a:lnTo>
                    <a:pt x="520" y="36"/>
                  </a:lnTo>
                  <a:lnTo>
                    <a:pt x="468" y="20"/>
                  </a:lnTo>
                  <a:lnTo>
                    <a:pt x="412" y="8"/>
                  </a:lnTo>
                  <a:lnTo>
                    <a:pt x="336" y="0"/>
                  </a:lnTo>
                  <a:lnTo>
                    <a:pt x="244" y="8"/>
                  </a:lnTo>
                  <a:lnTo>
                    <a:pt x="148" y="36"/>
                  </a:lnTo>
                  <a:lnTo>
                    <a:pt x="88" y="64"/>
                  </a:lnTo>
                  <a:lnTo>
                    <a:pt x="48" y="96"/>
                  </a:lnTo>
                  <a:lnTo>
                    <a:pt x="24" y="124"/>
                  </a:lnTo>
                  <a:lnTo>
                    <a:pt x="4" y="168"/>
                  </a:lnTo>
                  <a:lnTo>
                    <a:pt x="0" y="214"/>
                  </a:lnTo>
                  <a:lnTo>
                    <a:pt x="8" y="268"/>
                  </a:lnTo>
                  <a:lnTo>
                    <a:pt x="24" y="304"/>
                  </a:lnTo>
                  <a:lnTo>
                    <a:pt x="40" y="332"/>
                  </a:lnTo>
                  <a:lnTo>
                    <a:pt x="76" y="376"/>
                  </a:lnTo>
                  <a:lnTo>
                    <a:pt x="168" y="323"/>
                  </a:lnTo>
                  <a:lnTo>
                    <a:pt x="136" y="296"/>
                  </a:lnTo>
                  <a:lnTo>
                    <a:pt x="112" y="280"/>
                  </a:lnTo>
                  <a:lnTo>
                    <a:pt x="96" y="236"/>
                  </a:lnTo>
                  <a:lnTo>
                    <a:pt x="100" y="180"/>
                  </a:lnTo>
                  <a:lnTo>
                    <a:pt x="132" y="128"/>
                  </a:lnTo>
                  <a:lnTo>
                    <a:pt x="188" y="92"/>
                  </a:lnTo>
                  <a:lnTo>
                    <a:pt x="240" y="76"/>
                  </a:lnTo>
                  <a:lnTo>
                    <a:pt x="308" y="68"/>
                  </a:lnTo>
                  <a:lnTo>
                    <a:pt x="376" y="76"/>
                  </a:lnTo>
                  <a:lnTo>
                    <a:pt x="432" y="88"/>
                  </a:lnTo>
                  <a:lnTo>
                    <a:pt x="508" y="112"/>
                  </a:lnTo>
                  <a:lnTo>
                    <a:pt x="588" y="72"/>
                  </a:lnTo>
                  <a:close/>
                </a:path>
              </a:pathLst>
            </a:cu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5" name="Freeform 68"/>
            <p:cNvSpPr/>
            <p:nvPr/>
          </p:nvSpPr>
          <p:spPr bwMode="auto">
            <a:xfrm>
              <a:off x="3533" y="2250"/>
              <a:ext cx="321" cy="368"/>
            </a:xfrm>
            <a:custGeom>
              <a:avLst/>
              <a:gdLst>
                <a:gd name="T0" fmla="*/ 5 w 321"/>
                <a:gd name="T1" fmla="*/ 84 h 368"/>
                <a:gd name="T2" fmla="*/ 0 w 321"/>
                <a:gd name="T3" fmla="*/ 368 h 368"/>
                <a:gd name="T4" fmla="*/ 89 w 321"/>
                <a:gd name="T5" fmla="*/ 324 h 368"/>
                <a:gd name="T6" fmla="*/ 133 w 321"/>
                <a:gd name="T7" fmla="*/ 304 h 368"/>
                <a:gd name="T8" fmla="*/ 181 w 321"/>
                <a:gd name="T9" fmla="*/ 284 h 368"/>
                <a:gd name="T10" fmla="*/ 221 w 321"/>
                <a:gd name="T11" fmla="*/ 280 h 368"/>
                <a:gd name="T12" fmla="*/ 261 w 321"/>
                <a:gd name="T13" fmla="*/ 288 h 368"/>
                <a:gd name="T14" fmla="*/ 285 w 321"/>
                <a:gd name="T15" fmla="*/ 296 h 368"/>
                <a:gd name="T16" fmla="*/ 321 w 321"/>
                <a:gd name="T17" fmla="*/ 320 h 368"/>
                <a:gd name="T18" fmla="*/ 321 w 321"/>
                <a:gd name="T19" fmla="*/ 20 h 368"/>
                <a:gd name="T20" fmla="*/ 281 w 321"/>
                <a:gd name="T21" fmla="*/ 8 h 368"/>
                <a:gd name="T22" fmla="*/ 225 w 321"/>
                <a:gd name="T23" fmla="*/ 0 h 368"/>
                <a:gd name="T24" fmla="*/ 173 w 321"/>
                <a:gd name="T25" fmla="*/ 4 h 368"/>
                <a:gd name="T26" fmla="*/ 109 w 321"/>
                <a:gd name="T27" fmla="*/ 24 h 368"/>
                <a:gd name="T28" fmla="*/ 5 w 321"/>
                <a:gd name="T29" fmla="*/ 84 h 36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21"/>
                <a:gd name="T46" fmla="*/ 0 h 368"/>
                <a:gd name="T47" fmla="*/ 321 w 321"/>
                <a:gd name="T48" fmla="*/ 368 h 36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21" h="368">
                  <a:moveTo>
                    <a:pt x="5" y="84"/>
                  </a:moveTo>
                  <a:lnTo>
                    <a:pt x="0" y="368"/>
                  </a:lnTo>
                  <a:lnTo>
                    <a:pt x="89" y="324"/>
                  </a:lnTo>
                  <a:lnTo>
                    <a:pt x="133" y="304"/>
                  </a:lnTo>
                  <a:lnTo>
                    <a:pt x="181" y="284"/>
                  </a:lnTo>
                  <a:lnTo>
                    <a:pt x="221" y="280"/>
                  </a:lnTo>
                  <a:lnTo>
                    <a:pt x="261" y="288"/>
                  </a:lnTo>
                  <a:lnTo>
                    <a:pt x="285" y="296"/>
                  </a:lnTo>
                  <a:lnTo>
                    <a:pt x="321" y="320"/>
                  </a:lnTo>
                  <a:lnTo>
                    <a:pt x="321" y="20"/>
                  </a:lnTo>
                  <a:lnTo>
                    <a:pt x="281" y="8"/>
                  </a:lnTo>
                  <a:lnTo>
                    <a:pt x="225" y="0"/>
                  </a:lnTo>
                  <a:lnTo>
                    <a:pt x="173" y="4"/>
                  </a:lnTo>
                  <a:lnTo>
                    <a:pt x="109" y="24"/>
                  </a:lnTo>
                  <a:lnTo>
                    <a:pt x="5" y="84"/>
                  </a:lnTo>
                  <a:close/>
                </a:path>
              </a:pathLst>
            </a:custGeom>
            <a:gradFill rotWithShape="0">
              <a:gsLst>
                <a:gs pos="0">
                  <a:srgbClr val="FFCC00"/>
                </a:gs>
                <a:gs pos="100000">
                  <a:srgbClr val="A88600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6" name="Freeform 69"/>
            <p:cNvSpPr/>
            <p:nvPr/>
          </p:nvSpPr>
          <p:spPr bwMode="auto">
            <a:xfrm>
              <a:off x="4642" y="1438"/>
              <a:ext cx="112" cy="660"/>
            </a:xfrm>
            <a:custGeom>
              <a:avLst/>
              <a:gdLst>
                <a:gd name="T0" fmla="*/ 32 w 112"/>
                <a:gd name="T1" fmla="*/ 36 h 660"/>
                <a:gd name="T2" fmla="*/ 32 w 112"/>
                <a:gd name="T3" fmla="*/ 136 h 660"/>
                <a:gd name="T4" fmla="*/ 0 w 112"/>
                <a:gd name="T5" fmla="*/ 156 h 660"/>
                <a:gd name="T6" fmla="*/ 0 w 112"/>
                <a:gd name="T7" fmla="*/ 660 h 660"/>
                <a:gd name="T8" fmla="*/ 112 w 112"/>
                <a:gd name="T9" fmla="*/ 608 h 660"/>
                <a:gd name="T10" fmla="*/ 112 w 112"/>
                <a:gd name="T11" fmla="*/ 0 h 660"/>
                <a:gd name="T12" fmla="*/ 32 w 112"/>
                <a:gd name="T13" fmla="*/ 36 h 6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2"/>
                <a:gd name="T22" fmla="*/ 0 h 660"/>
                <a:gd name="T23" fmla="*/ 112 w 112"/>
                <a:gd name="T24" fmla="*/ 660 h 66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2" h="660">
                  <a:moveTo>
                    <a:pt x="32" y="36"/>
                  </a:moveTo>
                  <a:lnTo>
                    <a:pt x="32" y="136"/>
                  </a:lnTo>
                  <a:lnTo>
                    <a:pt x="0" y="156"/>
                  </a:lnTo>
                  <a:lnTo>
                    <a:pt x="0" y="660"/>
                  </a:lnTo>
                  <a:lnTo>
                    <a:pt x="112" y="608"/>
                  </a:lnTo>
                  <a:lnTo>
                    <a:pt x="112" y="0"/>
                  </a:lnTo>
                  <a:lnTo>
                    <a:pt x="32" y="36"/>
                  </a:lnTo>
                  <a:close/>
                </a:path>
              </a:pathLst>
            </a:custGeom>
            <a:solidFill>
              <a:srgbClr val="FF66FF"/>
            </a:solidFill>
            <a:ln w="28575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7" name="Freeform 70"/>
            <p:cNvSpPr/>
            <p:nvPr/>
          </p:nvSpPr>
          <p:spPr bwMode="auto">
            <a:xfrm>
              <a:off x="3386" y="2246"/>
              <a:ext cx="153" cy="372"/>
            </a:xfrm>
            <a:custGeom>
              <a:avLst/>
              <a:gdLst>
                <a:gd name="T0" fmla="*/ 0 w 153"/>
                <a:gd name="T1" fmla="*/ 0 h 372"/>
                <a:gd name="T2" fmla="*/ 152 w 153"/>
                <a:gd name="T3" fmla="*/ 88 h 372"/>
                <a:gd name="T4" fmla="*/ 153 w 153"/>
                <a:gd name="T5" fmla="*/ 372 h 372"/>
                <a:gd name="T6" fmla="*/ 0 w 153"/>
                <a:gd name="T7" fmla="*/ 296 h 372"/>
                <a:gd name="T8" fmla="*/ 0 w 153"/>
                <a:gd name="T9" fmla="*/ 0 h 3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"/>
                <a:gd name="T16" fmla="*/ 0 h 372"/>
                <a:gd name="T17" fmla="*/ 153 w 153"/>
                <a:gd name="T18" fmla="*/ 372 h 3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" h="372">
                  <a:moveTo>
                    <a:pt x="0" y="0"/>
                  </a:moveTo>
                  <a:lnTo>
                    <a:pt x="152" y="88"/>
                  </a:lnTo>
                  <a:lnTo>
                    <a:pt x="153" y="372"/>
                  </a:lnTo>
                  <a:lnTo>
                    <a:pt x="0" y="2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3399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8" name="Freeform 71"/>
            <p:cNvSpPr/>
            <p:nvPr/>
          </p:nvSpPr>
          <p:spPr bwMode="auto">
            <a:xfrm>
              <a:off x="3850" y="2222"/>
              <a:ext cx="136" cy="336"/>
            </a:xfrm>
            <a:custGeom>
              <a:avLst/>
              <a:gdLst>
                <a:gd name="T0" fmla="*/ 0 w 136"/>
                <a:gd name="T1" fmla="*/ 48 h 336"/>
                <a:gd name="T2" fmla="*/ 88 w 136"/>
                <a:gd name="T3" fmla="*/ 0 h 336"/>
                <a:gd name="T4" fmla="*/ 88 w 136"/>
                <a:gd name="T5" fmla="*/ 108 h 336"/>
                <a:gd name="T6" fmla="*/ 136 w 136"/>
                <a:gd name="T7" fmla="*/ 84 h 336"/>
                <a:gd name="T8" fmla="*/ 136 w 136"/>
                <a:gd name="T9" fmla="*/ 256 h 336"/>
                <a:gd name="T10" fmla="*/ 0 w 136"/>
                <a:gd name="T11" fmla="*/ 336 h 336"/>
                <a:gd name="T12" fmla="*/ 0 w 136"/>
                <a:gd name="T13" fmla="*/ 48 h 3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6"/>
                <a:gd name="T22" fmla="*/ 0 h 336"/>
                <a:gd name="T23" fmla="*/ 136 w 136"/>
                <a:gd name="T24" fmla="*/ 336 h 3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6" h="336">
                  <a:moveTo>
                    <a:pt x="0" y="48"/>
                  </a:moveTo>
                  <a:lnTo>
                    <a:pt x="88" y="0"/>
                  </a:lnTo>
                  <a:lnTo>
                    <a:pt x="88" y="108"/>
                  </a:lnTo>
                  <a:lnTo>
                    <a:pt x="136" y="84"/>
                  </a:lnTo>
                  <a:lnTo>
                    <a:pt x="136" y="256"/>
                  </a:lnTo>
                  <a:lnTo>
                    <a:pt x="0" y="336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FF99FF"/>
            </a:solidFill>
            <a:ln w="28575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9" name="Freeform 72"/>
            <p:cNvSpPr/>
            <p:nvPr/>
          </p:nvSpPr>
          <p:spPr bwMode="auto">
            <a:xfrm>
              <a:off x="4089" y="1690"/>
              <a:ext cx="293" cy="732"/>
            </a:xfrm>
            <a:custGeom>
              <a:avLst/>
              <a:gdLst>
                <a:gd name="T0" fmla="*/ 149 w 293"/>
                <a:gd name="T1" fmla="*/ 40 h 732"/>
                <a:gd name="T2" fmla="*/ 149 w 293"/>
                <a:gd name="T3" fmla="*/ 356 h 732"/>
                <a:gd name="T4" fmla="*/ 49 w 293"/>
                <a:gd name="T5" fmla="*/ 414 h 732"/>
                <a:gd name="T6" fmla="*/ 49 w 293"/>
                <a:gd name="T7" fmla="*/ 532 h 732"/>
                <a:gd name="T8" fmla="*/ 0 w 293"/>
                <a:gd name="T9" fmla="*/ 560 h 732"/>
                <a:gd name="T10" fmla="*/ 0 w 293"/>
                <a:gd name="T11" fmla="*/ 732 h 732"/>
                <a:gd name="T12" fmla="*/ 293 w 293"/>
                <a:gd name="T13" fmla="*/ 563 h 732"/>
                <a:gd name="T14" fmla="*/ 293 w 293"/>
                <a:gd name="T15" fmla="*/ 56 h 732"/>
                <a:gd name="T16" fmla="*/ 237 w 293"/>
                <a:gd name="T17" fmla="*/ 88 h 732"/>
                <a:gd name="T18" fmla="*/ 237 w 293"/>
                <a:gd name="T19" fmla="*/ 0 h 732"/>
                <a:gd name="T20" fmla="*/ 149 w 293"/>
                <a:gd name="T21" fmla="*/ 40 h 73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3"/>
                <a:gd name="T34" fmla="*/ 0 h 732"/>
                <a:gd name="T35" fmla="*/ 293 w 293"/>
                <a:gd name="T36" fmla="*/ 732 h 73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3" h="732">
                  <a:moveTo>
                    <a:pt x="149" y="40"/>
                  </a:moveTo>
                  <a:lnTo>
                    <a:pt x="149" y="356"/>
                  </a:lnTo>
                  <a:lnTo>
                    <a:pt x="49" y="414"/>
                  </a:lnTo>
                  <a:lnTo>
                    <a:pt x="49" y="532"/>
                  </a:lnTo>
                  <a:lnTo>
                    <a:pt x="0" y="560"/>
                  </a:lnTo>
                  <a:lnTo>
                    <a:pt x="0" y="732"/>
                  </a:lnTo>
                  <a:lnTo>
                    <a:pt x="293" y="563"/>
                  </a:lnTo>
                  <a:lnTo>
                    <a:pt x="293" y="56"/>
                  </a:lnTo>
                  <a:lnTo>
                    <a:pt x="237" y="88"/>
                  </a:lnTo>
                  <a:lnTo>
                    <a:pt x="237" y="0"/>
                  </a:lnTo>
                  <a:lnTo>
                    <a:pt x="149" y="40"/>
                  </a:lnTo>
                  <a:close/>
                </a:path>
              </a:pathLst>
            </a:custGeom>
            <a:solidFill>
              <a:srgbClr val="FF99FF"/>
            </a:solidFill>
            <a:ln w="28575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0" name="Freeform 73"/>
            <p:cNvSpPr/>
            <p:nvPr/>
          </p:nvSpPr>
          <p:spPr bwMode="auto">
            <a:xfrm>
              <a:off x="4089" y="1910"/>
              <a:ext cx="295" cy="511"/>
            </a:xfrm>
            <a:custGeom>
              <a:avLst/>
              <a:gdLst>
                <a:gd name="T0" fmla="*/ 0 w 885"/>
                <a:gd name="T1" fmla="*/ 6 h 1531"/>
                <a:gd name="T2" fmla="*/ 4 w 885"/>
                <a:gd name="T3" fmla="*/ 0 h 1531"/>
                <a:gd name="T4" fmla="*/ 4 w 885"/>
                <a:gd name="T5" fmla="*/ 0 h 1531"/>
                <a:gd name="T6" fmla="*/ 0 60000 65536"/>
                <a:gd name="T7" fmla="*/ 0 60000 65536"/>
                <a:gd name="T8" fmla="*/ 0 60000 65536"/>
                <a:gd name="T9" fmla="*/ 0 w 885"/>
                <a:gd name="T10" fmla="*/ 0 h 1531"/>
                <a:gd name="T11" fmla="*/ 885 w 885"/>
                <a:gd name="T12" fmla="*/ 1531 h 15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85" h="1531">
                  <a:moveTo>
                    <a:pt x="0" y="1531"/>
                  </a:moveTo>
                  <a:lnTo>
                    <a:pt x="884" y="0"/>
                  </a:lnTo>
                  <a:lnTo>
                    <a:pt x="885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" name="Freeform 74"/>
            <p:cNvSpPr/>
            <p:nvPr/>
          </p:nvSpPr>
          <p:spPr bwMode="auto">
            <a:xfrm>
              <a:off x="4200" y="2038"/>
              <a:ext cx="184" cy="319"/>
            </a:xfrm>
            <a:custGeom>
              <a:avLst/>
              <a:gdLst>
                <a:gd name="T0" fmla="*/ 0 w 552"/>
                <a:gd name="T1" fmla="*/ 4 h 957"/>
                <a:gd name="T2" fmla="*/ 2 w 552"/>
                <a:gd name="T3" fmla="*/ 0 h 957"/>
                <a:gd name="T4" fmla="*/ 2 w 552"/>
                <a:gd name="T5" fmla="*/ 0 h 957"/>
                <a:gd name="T6" fmla="*/ 0 60000 65536"/>
                <a:gd name="T7" fmla="*/ 0 60000 65536"/>
                <a:gd name="T8" fmla="*/ 0 60000 65536"/>
                <a:gd name="T9" fmla="*/ 0 w 552"/>
                <a:gd name="T10" fmla="*/ 0 h 957"/>
                <a:gd name="T11" fmla="*/ 552 w 552"/>
                <a:gd name="T12" fmla="*/ 957 h 9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2" h="957">
                  <a:moveTo>
                    <a:pt x="0" y="957"/>
                  </a:moveTo>
                  <a:lnTo>
                    <a:pt x="551" y="0"/>
                  </a:lnTo>
                  <a:lnTo>
                    <a:pt x="552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2" name="Freeform 75"/>
            <p:cNvSpPr/>
            <p:nvPr/>
          </p:nvSpPr>
          <p:spPr bwMode="auto">
            <a:xfrm>
              <a:off x="4310" y="2166"/>
              <a:ext cx="74" cy="127"/>
            </a:xfrm>
            <a:custGeom>
              <a:avLst/>
              <a:gdLst>
                <a:gd name="T0" fmla="*/ 0 w 221"/>
                <a:gd name="T1" fmla="*/ 2 h 380"/>
                <a:gd name="T2" fmla="*/ 1 w 221"/>
                <a:gd name="T3" fmla="*/ 0 h 380"/>
                <a:gd name="T4" fmla="*/ 1 w 221"/>
                <a:gd name="T5" fmla="*/ 0 h 380"/>
                <a:gd name="T6" fmla="*/ 0 60000 65536"/>
                <a:gd name="T7" fmla="*/ 0 60000 65536"/>
                <a:gd name="T8" fmla="*/ 0 60000 65536"/>
                <a:gd name="T9" fmla="*/ 0 w 221"/>
                <a:gd name="T10" fmla="*/ 0 h 380"/>
                <a:gd name="T11" fmla="*/ 221 w 221"/>
                <a:gd name="T12" fmla="*/ 380 h 3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" h="380">
                  <a:moveTo>
                    <a:pt x="0" y="380"/>
                  </a:moveTo>
                  <a:lnTo>
                    <a:pt x="220" y="0"/>
                  </a:lnTo>
                  <a:lnTo>
                    <a:pt x="221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3" name="Freeform 76"/>
            <p:cNvSpPr/>
            <p:nvPr/>
          </p:nvSpPr>
          <p:spPr bwMode="auto">
            <a:xfrm>
              <a:off x="4089" y="2225"/>
              <a:ext cx="40" cy="68"/>
            </a:xfrm>
            <a:custGeom>
              <a:avLst/>
              <a:gdLst>
                <a:gd name="T0" fmla="*/ 0 w 120"/>
                <a:gd name="T1" fmla="*/ 1 h 205"/>
                <a:gd name="T2" fmla="*/ 0 w 120"/>
                <a:gd name="T3" fmla="*/ 0 h 205"/>
                <a:gd name="T4" fmla="*/ 0 w 120"/>
                <a:gd name="T5" fmla="*/ 0 h 205"/>
                <a:gd name="T6" fmla="*/ 0 60000 65536"/>
                <a:gd name="T7" fmla="*/ 0 60000 65536"/>
                <a:gd name="T8" fmla="*/ 0 60000 65536"/>
                <a:gd name="T9" fmla="*/ 0 w 120"/>
                <a:gd name="T10" fmla="*/ 0 h 205"/>
                <a:gd name="T11" fmla="*/ 120 w 120"/>
                <a:gd name="T12" fmla="*/ 205 h 2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" h="205">
                  <a:moveTo>
                    <a:pt x="0" y="205"/>
                  </a:moveTo>
                  <a:lnTo>
                    <a:pt x="119" y="0"/>
                  </a:lnTo>
                  <a:lnTo>
                    <a:pt x="120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" name="Freeform 77"/>
            <p:cNvSpPr/>
            <p:nvPr/>
          </p:nvSpPr>
          <p:spPr bwMode="auto">
            <a:xfrm>
              <a:off x="4245" y="1743"/>
              <a:ext cx="88" cy="151"/>
            </a:xfrm>
            <a:custGeom>
              <a:avLst/>
              <a:gdLst>
                <a:gd name="T0" fmla="*/ 0 w 264"/>
                <a:gd name="T1" fmla="*/ 2 h 455"/>
                <a:gd name="T2" fmla="*/ 1 w 264"/>
                <a:gd name="T3" fmla="*/ 0 h 455"/>
                <a:gd name="T4" fmla="*/ 1 w 264"/>
                <a:gd name="T5" fmla="*/ 0 h 455"/>
                <a:gd name="T6" fmla="*/ 0 60000 65536"/>
                <a:gd name="T7" fmla="*/ 0 60000 65536"/>
                <a:gd name="T8" fmla="*/ 0 60000 65536"/>
                <a:gd name="T9" fmla="*/ 0 w 264"/>
                <a:gd name="T10" fmla="*/ 0 h 455"/>
                <a:gd name="T11" fmla="*/ 264 w 264"/>
                <a:gd name="T12" fmla="*/ 455 h 4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4" h="455">
                  <a:moveTo>
                    <a:pt x="0" y="455"/>
                  </a:moveTo>
                  <a:lnTo>
                    <a:pt x="263" y="0"/>
                  </a:lnTo>
                  <a:lnTo>
                    <a:pt x="264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" name="Freeform 78"/>
            <p:cNvSpPr/>
            <p:nvPr/>
          </p:nvSpPr>
          <p:spPr bwMode="auto">
            <a:xfrm>
              <a:off x="4245" y="1716"/>
              <a:ext cx="30" cy="50"/>
            </a:xfrm>
            <a:custGeom>
              <a:avLst/>
              <a:gdLst>
                <a:gd name="T0" fmla="*/ 0 w 89"/>
                <a:gd name="T1" fmla="*/ 1 h 151"/>
                <a:gd name="T2" fmla="*/ 0 w 89"/>
                <a:gd name="T3" fmla="*/ 0 h 151"/>
                <a:gd name="T4" fmla="*/ 0 w 89"/>
                <a:gd name="T5" fmla="*/ 0 h 151"/>
                <a:gd name="T6" fmla="*/ 0 60000 65536"/>
                <a:gd name="T7" fmla="*/ 0 60000 65536"/>
                <a:gd name="T8" fmla="*/ 0 60000 65536"/>
                <a:gd name="T9" fmla="*/ 0 w 89"/>
                <a:gd name="T10" fmla="*/ 0 h 151"/>
                <a:gd name="T11" fmla="*/ 89 w 89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" h="151">
                  <a:moveTo>
                    <a:pt x="0" y="151"/>
                  </a:moveTo>
                  <a:lnTo>
                    <a:pt x="88" y="0"/>
                  </a:lnTo>
                  <a:lnTo>
                    <a:pt x="89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" name="Freeform 79"/>
            <p:cNvSpPr/>
            <p:nvPr/>
          </p:nvSpPr>
          <p:spPr bwMode="auto">
            <a:xfrm>
              <a:off x="4245" y="1782"/>
              <a:ext cx="139" cy="240"/>
            </a:xfrm>
            <a:custGeom>
              <a:avLst/>
              <a:gdLst>
                <a:gd name="T0" fmla="*/ 0 w 416"/>
                <a:gd name="T1" fmla="*/ 3 h 719"/>
                <a:gd name="T2" fmla="*/ 2 w 416"/>
                <a:gd name="T3" fmla="*/ 0 h 719"/>
                <a:gd name="T4" fmla="*/ 2 w 416"/>
                <a:gd name="T5" fmla="*/ 0 h 719"/>
                <a:gd name="T6" fmla="*/ 0 60000 65536"/>
                <a:gd name="T7" fmla="*/ 0 60000 65536"/>
                <a:gd name="T8" fmla="*/ 0 60000 65536"/>
                <a:gd name="T9" fmla="*/ 0 w 416"/>
                <a:gd name="T10" fmla="*/ 0 h 719"/>
                <a:gd name="T11" fmla="*/ 416 w 416"/>
                <a:gd name="T12" fmla="*/ 719 h 7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6" h="719">
                  <a:moveTo>
                    <a:pt x="0" y="719"/>
                  </a:moveTo>
                  <a:lnTo>
                    <a:pt x="415" y="0"/>
                  </a:lnTo>
                  <a:lnTo>
                    <a:pt x="416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7" name="Freeform 80"/>
            <p:cNvSpPr/>
            <p:nvPr/>
          </p:nvSpPr>
          <p:spPr bwMode="auto">
            <a:xfrm>
              <a:off x="4140" y="2054"/>
              <a:ext cx="87" cy="151"/>
            </a:xfrm>
            <a:custGeom>
              <a:avLst/>
              <a:gdLst>
                <a:gd name="T0" fmla="*/ 0 w 263"/>
                <a:gd name="T1" fmla="*/ 2 h 454"/>
                <a:gd name="T2" fmla="*/ 1 w 263"/>
                <a:gd name="T3" fmla="*/ 0 h 454"/>
                <a:gd name="T4" fmla="*/ 1 w 263"/>
                <a:gd name="T5" fmla="*/ 0 h 454"/>
                <a:gd name="T6" fmla="*/ 0 60000 65536"/>
                <a:gd name="T7" fmla="*/ 0 60000 65536"/>
                <a:gd name="T8" fmla="*/ 0 60000 65536"/>
                <a:gd name="T9" fmla="*/ 0 w 263"/>
                <a:gd name="T10" fmla="*/ 0 h 454"/>
                <a:gd name="T11" fmla="*/ 263 w 263"/>
                <a:gd name="T12" fmla="*/ 454 h 4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3" h="454">
                  <a:moveTo>
                    <a:pt x="0" y="454"/>
                  </a:moveTo>
                  <a:lnTo>
                    <a:pt x="262" y="0"/>
                  </a:lnTo>
                  <a:lnTo>
                    <a:pt x="263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8" name="Freeform 81"/>
            <p:cNvSpPr/>
            <p:nvPr/>
          </p:nvSpPr>
          <p:spPr bwMode="auto">
            <a:xfrm>
              <a:off x="4649" y="1529"/>
              <a:ext cx="102" cy="178"/>
            </a:xfrm>
            <a:custGeom>
              <a:avLst/>
              <a:gdLst>
                <a:gd name="T0" fmla="*/ 0 w 308"/>
                <a:gd name="T1" fmla="*/ 2 h 534"/>
                <a:gd name="T2" fmla="*/ 1 w 308"/>
                <a:gd name="T3" fmla="*/ 0 h 534"/>
                <a:gd name="T4" fmla="*/ 1 w 308"/>
                <a:gd name="T5" fmla="*/ 0 h 534"/>
                <a:gd name="T6" fmla="*/ 0 60000 65536"/>
                <a:gd name="T7" fmla="*/ 0 60000 65536"/>
                <a:gd name="T8" fmla="*/ 0 60000 65536"/>
                <a:gd name="T9" fmla="*/ 0 w 308"/>
                <a:gd name="T10" fmla="*/ 0 h 534"/>
                <a:gd name="T11" fmla="*/ 308 w 308"/>
                <a:gd name="T12" fmla="*/ 534 h 5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8" h="534">
                  <a:moveTo>
                    <a:pt x="0" y="534"/>
                  </a:moveTo>
                  <a:lnTo>
                    <a:pt x="307" y="0"/>
                  </a:lnTo>
                  <a:lnTo>
                    <a:pt x="308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Freeform 82"/>
            <p:cNvSpPr/>
            <p:nvPr/>
          </p:nvSpPr>
          <p:spPr bwMode="auto">
            <a:xfrm>
              <a:off x="4649" y="1656"/>
              <a:ext cx="102" cy="179"/>
            </a:xfrm>
            <a:custGeom>
              <a:avLst/>
              <a:gdLst>
                <a:gd name="T0" fmla="*/ 0 w 308"/>
                <a:gd name="T1" fmla="*/ 2 h 535"/>
                <a:gd name="T2" fmla="*/ 1 w 308"/>
                <a:gd name="T3" fmla="*/ 0 h 535"/>
                <a:gd name="T4" fmla="*/ 1 w 308"/>
                <a:gd name="T5" fmla="*/ 0 h 535"/>
                <a:gd name="T6" fmla="*/ 0 60000 65536"/>
                <a:gd name="T7" fmla="*/ 0 60000 65536"/>
                <a:gd name="T8" fmla="*/ 0 60000 65536"/>
                <a:gd name="T9" fmla="*/ 0 w 308"/>
                <a:gd name="T10" fmla="*/ 0 h 535"/>
                <a:gd name="T11" fmla="*/ 308 w 308"/>
                <a:gd name="T12" fmla="*/ 535 h 5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8" h="535">
                  <a:moveTo>
                    <a:pt x="0" y="535"/>
                  </a:moveTo>
                  <a:lnTo>
                    <a:pt x="307" y="0"/>
                  </a:lnTo>
                  <a:lnTo>
                    <a:pt x="308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0" name="Freeform 83"/>
            <p:cNvSpPr/>
            <p:nvPr/>
          </p:nvSpPr>
          <p:spPr bwMode="auto">
            <a:xfrm>
              <a:off x="4649" y="1785"/>
              <a:ext cx="102" cy="177"/>
            </a:xfrm>
            <a:custGeom>
              <a:avLst/>
              <a:gdLst>
                <a:gd name="T0" fmla="*/ 0 w 308"/>
                <a:gd name="T1" fmla="*/ 2 h 533"/>
                <a:gd name="T2" fmla="*/ 1 w 308"/>
                <a:gd name="T3" fmla="*/ 0 h 533"/>
                <a:gd name="T4" fmla="*/ 1 w 308"/>
                <a:gd name="T5" fmla="*/ 0 h 533"/>
                <a:gd name="T6" fmla="*/ 0 60000 65536"/>
                <a:gd name="T7" fmla="*/ 0 60000 65536"/>
                <a:gd name="T8" fmla="*/ 0 60000 65536"/>
                <a:gd name="T9" fmla="*/ 0 w 308"/>
                <a:gd name="T10" fmla="*/ 0 h 533"/>
                <a:gd name="T11" fmla="*/ 308 w 308"/>
                <a:gd name="T12" fmla="*/ 533 h 5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8" h="533">
                  <a:moveTo>
                    <a:pt x="0" y="533"/>
                  </a:moveTo>
                  <a:lnTo>
                    <a:pt x="307" y="0"/>
                  </a:lnTo>
                  <a:lnTo>
                    <a:pt x="308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1" name="Freeform 84"/>
            <p:cNvSpPr/>
            <p:nvPr/>
          </p:nvSpPr>
          <p:spPr bwMode="auto">
            <a:xfrm>
              <a:off x="4649" y="1912"/>
              <a:ext cx="102" cy="178"/>
            </a:xfrm>
            <a:custGeom>
              <a:avLst/>
              <a:gdLst>
                <a:gd name="T0" fmla="*/ 0 w 308"/>
                <a:gd name="T1" fmla="*/ 2 h 533"/>
                <a:gd name="T2" fmla="*/ 1 w 308"/>
                <a:gd name="T3" fmla="*/ 0 h 533"/>
                <a:gd name="T4" fmla="*/ 1 w 308"/>
                <a:gd name="T5" fmla="*/ 0 h 533"/>
                <a:gd name="T6" fmla="*/ 0 60000 65536"/>
                <a:gd name="T7" fmla="*/ 0 60000 65536"/>
                <a:gd name="T8" fmla="*/ 0 60000 65536"/>
                <a:gd name="T9" fmla="*/ 0 w 308"/>
                <a:gd name="T10" fmla="*/ 0 h 533"/>
                <a:gd name="T11" fmla="*/ 308 w 308"/>
                <a:gd name="T12" fmla="*/ 533 h 5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8" h="533">
                  <a:moveTo>
                    <a:pt x="0" y="533"/>
                  </a:moveTo>
                  <a:lnTo>
                    <a:pt x="307" y="0"/>
                  </a:lnTo>
                  <a:lnTo>
                    <a:pt x="308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" name="Freeform 85"/>
            <p:cNvSpPr/>
            <p:nvPr/>
          </p:nvSpPr>
          <p:spPr bwMode="auto">
            <a:xfrm>
              <a:off x="4675" y="1461"/>
              <a:ext cx="42" cy="71"/>
            </a:xfrm>
            <a:custGeom>
              <a:avLst/>
              <a:gdLst>
                <a:gd name="T0" fmla="*/ 0 w 125"/>
                <a:gd name="T1" fmla="*/ 1 h 215"/>
                <a:gd name="T2" fmla="*/ 1 w 125"/>
                <a:gd name="T3" fmla="*/ 0 h 215"/>
                <a:gd name="T4" fmla="*/ 1 w 125"/>
                <a:gd name="T5" fmla="*/ 0 h 215"/>
                <a:gd name="T6" fmla="*/ 0 60000 65536"/>
                <a:gd name="T7" fmla="*/ 0 60000 65536"/>
                <a:gd name="T8" fmla="*/ 0 60000 65536"/>
                <a:gd name="T9" fmla="*/ 0 w 125"/>
                <a:gd name="T10" fmla="*/ 0 h 215"/>
                <a:gd name="T11" fmla="*/ 125 w 125"/>
                <a:gd name="T12" fmla="*/ 215 h 2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5" h="215">
                  <a:moveTo>
                    <a:pt x="0" y="215"/>
                  </a:moveTo>
                  <a:lnTo>
                    <a:pt x="124" y="0"/>
                  </a:lnTo>
                  <a:lnTo>
                    <a:pt x="125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3" name="Freeform 86"/>
            <p:cNvSpPr/>
            <p:nvPr/>
          </p:nvSpPr>
          <p:spPr bwMode="auto">
            <a:xfrm>
              <a:off x="3863" y="2335"/>
              <a:ext cx="125" cy="217"/>
            </a:xfrm>
            <a:custGeom>
              <a:avLst/>
              <a:gdLst>
                <a:gd name="T0" fmla="*/ 0 w 376"/>
                <a:gd name="T1" fmla="*/ 3 h 650"/>
                <a:gd name="T2" fmla="*/ 2 w 376"/>
                <a:gd name="T3" fmla="*/ 0 h 650"/>
                <a:gd name="T4" fmla="*/ 2 w 376"/>
                <a:gd name="T5" fmla="*/ 0 h 650"/>
                <a:gd name="T6" fmla="*/ 0 60000 65536"/>
                <a:gd name="T7" fmla="*/ 0 60000 65536"/>
                <a:gd name="T8" fmla="*/ 0 60000 65536"/>
                <a:gd name="T9" fmla="*/ 0 w 376"/>
                <a:gd name="T10" fmla="*/ 0 h 650"/>
                <a:gd name="T11" fmla="*/ 376 w 376"/>
                <a:gd name="T12" fmla="*/ 650 h 6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6" h="650">
                  <a:moveTo>
                    <a:pt x="0" y="650"/>
                  </a:moveTo>
                  <a:lnTo>
                    <a:pt x="375" y="0"/>
                  </a:lnTo>
                  <a:lnTo>
                    <a:pt x="376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4" name="Freeform 87"/>
            <p:cNvSpPr/>
            <p:nvPr/>
          </p:nvSpPr>
          <p:spPr bwMode="auto">
            <a:xfrm>
              <a:off x="3851" y="2295"/>
              <a:ext cx="87" cy="149"/>
            </a:xfrm>
            <a:custGeom>
              <a:avLst/>
              <a:gdLst>
                <a:gd name="T0" fmla="*/ 0 w 259"/>
                <a:gd name="T1" fmla="*/ 2 h 448"/>
                <a:gd name="T2" fmla="*/ 1 w 259"/>
                <a:gd name="T3" fmla="*/ 0 h 448"/>
                <a:gd name="T4" fmla="*/ 1 w 259"/>
                <a:gd name="T5" fmla="*/ 0 h 448"/>
                <a:gd name="T6" fmla="*/ 0 60000 65536"/>
                <a:gd name="T7" fmla="*/ 0 60000 65536"/>
                <a:gd name="T8" fmla="*/ 0 60000 65536"/>
                <a:gd name="T9" fmla="*/ 0 w 259"/>
                <a:gd name="T10" fmla="*/ 0 h 448"/>
                <a:gd name="T11" fmla="*/ 259 w 259"/>
                <a:gd name="T12" fmla="*/ 448 h 4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9" h="448">
                  <a:moveTo>
                    <a:pt x="0" y="448"/>
                  </a:moveTo>
                  <a:lnTo>
                    <a:pt x="258" y="0"/>
                  </a:lnTo>
                  <a:lnTo>
                    <a:pt x="259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5" name="Freeform 88"/>
            <p:cNvSpPr/>
            <p:nvPr/>
          </p:nvSpPr>
          <p:spPr bwMode="auto">
            <a:xfrm>
              <a:off x="3851" y="2249"/>
              <a:ext cx="39" cy="67"/>
            </a:xfrm>
            <a:custGeom>
              <a:avLst/>
              <a:gdLst>
                <a:gd name="T0" fmla="*/ 0 w 117"/>
                <a:gd name="T1" fmla="*/ 1 h 202"/>
                <a:gd name="T2" fmla="*/ 0 w 117"/>
                <a:gd name="T3" fmla="*/ 0 h 202"/>
                <a:gd name="T4" fmla="*/ 0 w 117"/>
                <a:gd name="T5" fmla="*/ 0 h 202"/>
                <a:gd name="T6" fmla="*/ 0 60000 65536"/>
                <a:gd name="T7" fmla="*/ 0 60000 65536"/>
                <a:gd name="T8" fmla="*/ 0 60000 65536"/>
                <a:gd name="T9" fmla="*/ 0 w 117"/>
                <a:gd name="T10" fmla="*/ 0 h 202"/>
                <a:gd name="T11" fmla="*/ 117 w 117"/>
                <a:gd name="T12" fmla="*/ 202 h 2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7" h="202">
                  <a:moveTo>
                    <a:pt x="0" y="202"/>
                  </a:moveTo>
                  <a:lnTo>
                    <a:pt x="116" y="0"/>
                  </a:lnTo>
                  <a:lnTo>
                    <a:pt x="117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86" name="Text Box 89"/>
          <p:cNvSpPr txBox="1">
            <a:spLocks noChangeArrowheads="1"/>
          </p:cNvSpPr>
          <p:nvPr/>
        </p:nvSpPr>
        <p:spPr bwMode="auto">
          <a:xfrm>
            <a:off x="819341" y="2497214"/>
            <a:ext cx="2993127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确定剖切面的位置</a:t>
            </a:r>
            <a:endParaRPr kumimoji="1" lang="zh-CN" altLang="en-US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87" name="Text Box 90"/>
          <p:cNvSpPr txBox="1">
            <a:spLocks noChangeArrowheads="1"/>
          </p:cNvSpPr>
          <p:nvPr/>
        </p:nvSpPr>
        <p:spPr bwMode="auto">
          <a:xfrm>
            <a:off x="819341" y="3130441"/>
            <a:ext cx="3752880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想象哪部分移走了？</a:t>
            </a:r>
            <a:br>
              <a:rPr kumimoji="1"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剖面区域的形状？</a:t>
            </a:r>
            <a:br>
              <a:rPr kumimoji="1"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哪些部分投射时可看到？</a:t>
            </a:r>
            <a:endParaRPr kumimoji="1" lang="zh-CN" altLang="en-US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Text Box 91"/>
          <p:cNvSpPr txBox="1">
            <a:spLocks noChangeArrowheads="1"/>
          </p:cNvSpPr>
          <p:nvPr/>
        </p:nvSpPr>
        <p:spPr bwMode="auto">
          <a:xfrm>
            <a:off x="819150" y="4437380"/>
            <a:ext cx="3962400" cy="1938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剖面区域内画上剖面符号：</a:t>
            </a:r>
            <a:r>
              <a:rPr kumimoji="1"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45°</a:t>
            </a:r>
            <a:r>
              <a:rPr kumimoji="1"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间隔均匀的细实线（金属材料）</a:t>
            </a:r>
            <a:endParaRPr kumimoji="1"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solidFill>
                  <a:prstClr val="black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而且要一笔贯穿所有区域，不能每个区域单独绘制</a:t>
            </a:r>
            <a:endParaRPr kumimoji="1" lang="zh-CN" altLang="en-US" sz="2400" dirty="0">
              <a:solidFill>
                <a:prstClr val="black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9" name="Group 92"/>
          <p:cNvGrpSpPr/>
          <p:nvPr/>
        </p:nvGrpSpPr>
        <p:grpSpPr bwMode="auto">
          <a:xfrm>
            <a:off x="6050608" y="2080766"/>
            <a:ext cx="2301875" cy="1230312"/>
            <a:chOff x="2640" y="1281"/>
            <a:chExt cx="1450" cy="775"/>
          </a:xfrm>
        </p:grpSpPr>
        <p:sp>
          <p:nvSpPr>
            <p:cNvPr id="90" name="Freeform 93"/>
            <p:cNvSpPr/>
            <p:nvPr/>
          </p:nvSpPr>
          <p:spPr bwMode="auto">
            <a:xfrm>
              <a:off x="3238" y="1281"/>
              <a:ext cx="52" cy="51"/>
            </a:xfrm>
            <a:custGeom>
              <a:avLst/>
              <a:gdLst>
                <a:gd name="T0" fmla="*/ 0 w 150"/>
                <a:gd name="T1" fmla="*/ 1 h 149"/>
                <a:gd name="T2" fmla="*/ 1 w 150"/>
                <a:gd name="T3" fmla="*/ 0 h 149"/>
                <a:gd name="T4" fmla="*/ 1 w 150"/>
                <a:gd name="T5" fmla="*/ 0 h 149"/>
                <a:gd name="T6" fmla="*/ 0 60000 65536"/>
                <a:gd name="T7" fmla="*/ 0 60000 65536"/>
                <a:gd name="T8" fmla="*/ 0 60000 65536"/>
                <a:gd name="T9" fmla="*/ 0 w 150"/>
                <a:gd name="T10" fmla="*/ 0 h 149"/>
                <a:gd name="T11" fmla="*/ 150 w 150"/>
                <a:gd name="T12" fmla="*/ 149 h 1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0" h="149">
                  <a:moveTo>
                    <a:pt x="0" y="149"/>
                  </a:moveTo>
                  <a:lnTo>
                    <a:pt x="149" y="0"/>
                  </a:lnTo>
                  <a:lnTo>
                    <a:pt x="15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1" name="Freeform 94"/>
            <p:cNvSpPr/>
            <p:nvPr/>
          </p:nvSpPr>
          <p:spPr bwMode="auto">
            <a:xfrm>
              <a:off x="2640" y="1809"/>
              <a:ext cx="121" cy="120"/>
            </a:xfrm>
            <a:custGeom>
              <a:avLst/>
              <a:gdLst>
                <a:gd name="T0" fmla="*/ 0 w 349"/>
                <a:gd name="T1" fmla="*/ 2 h 347"/>
                <a:gd name="T2" fmla="*/ 2 w 349"/>
                <a:gd name="T3" fmla="*/ 0 h 347"/>
                <a:gd name="T4" fmla="*/ 2 w 349"/>
                <a:gd name="T5" fmla="*/ 0 h 347"/>
                <a:gd name="T6" fmla="*/ 0 60000 65536"/>
                <a:gd name="T7" fmla="*/ 0 60000 65536"/>
                <a:gd name="T8" fmla="*/ 0 60000 65536"/>
                <a:gd name="T9" fmla="*/ 0 w 349"/>
                <a:gd name="T10" fmla="*/ 0 h 347"/>
                <a:gd name="T11" fmla="*/ 349 w 349"/>
                <a:gd name="T12" fmla="*/ 347 h 3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9" h="347">
                  <a:moveTo>
                    <a:pt x="0" y="347"/>
                  </a:moveTo>
                  <a:lnTo>
                    <a:pt x="348" y="0"/>
                  </a:lnTo>
                  <a:lnTo>
                    <a:pt x="34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" name="Freeform 95"/>
            <p:cNvSpPr/>
            <p:nvPr/>
          </p:nvSpPr>
          <p:spPr bwMode="auto">
            <a:xfrm>
              <a:off x="2733" y="1920"/>
              <a:ext cx="137" cy="136"/>
            </a:xfrm>
            <a:custGeom>
              <a:avLst/>
              <a:gdLst>
                <a:gd name="T0" fmla="*/ 0 w 395"/>
                <a:gd name="T1" fmla="*/ 2 h 393"/>
                <a:gd name="T2" fmla="*/ 2 w 395"/>
                <a:gd name="T3" fmla="*/ 0 h 393"/>
                <a:gd name="T4" fmla="*/ 2 w 395"/>
                <a:gd name="T5" fmla="*/ 0 h 393"/>
                <a:gd name="T6" fmla="*/ 0 60000 65536"/>
                <a:gd name="T7" fmla="*/ 0 60000 65536"/>
                <a:gd name="T8" fmla="*/ 0 60000 65536"/>
                <a:gd name="T9" fmla="*/ 0 w 395"/>
                <a:gd name="T10" fmla="*/ 0 h 393"/>
                <a:gd name="T11" fmla="*/ 395 w 395"/>
                <a:gd name="T12" fmla="*/ 393 h 3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5" h="393">
                  <a:moveTo>
                    <a:pt x="0" y="393"/>
                  </a:moveTo>
                  <a:lnTo>
                    <a:pt x="393" y="0"/>
                  </a:lnTo>
                  <a:lnTo>
                    <a:pt x="39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3" name="Freeform 96"/>
            <p:cNvSpPr/>
            <p:nvPr/>
          </p:nvSpPr>
          <p:spPr bwMode="auto">
            <a:xfrm>
              <a:off x="3238" y="1425"/>
              <a:ext cx="126" cy="126"/>
            </a:xfrm>
            <a:custGeom>
              <a:avLst/>
              <a:gdLst>
                <a:gd name="T0" fmla="*/ 0 w 365"/>
                <a:gd name="T1" fmla="*/ 2 h 365"/>
                <a:gd name="T2" fmla="*/ 2 w 365"/>
                <a:gd name="T3" fmla="*/ 0 h 365"/>
                <a:gd name="T4" fmla="*/ 2 w 365"/>
                <a:gd name="T5" fmla="*/ 0 h 365"/>
                <a:gd name="T6" fmla="*/ 0 60000 65536"/>
                <a:gd name="T7" fmla="*/ 0 60000 65536"/>
                <a:gd name="T8" fmla="*/ 0 60000 65536"/>
                <a:gd name="T9" fmla="*/ 0 w 365"/>
                <a:gd name="T10" fmla="*/ 0 h 365"/>
                <a:gd name="T11" fmla="*/ 365 w 365"/>
                <a:gd name="T12" fmla="*/ 365 h 3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5" h="365">
                  <a:moveTo>
                    <a:pt x="0" y="365"/>
                  </a:moveTo>
                  <a:lnTo>
                    <a:pt x="364" y="0"/>
                  </a:lnTo>
                  <a:lnTo>
                    <a:pt x="36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4" name="Freeform 97"/>
            <p:cNvSpPr/>
            <p:nvPr/>
          </p:nvSpPr>
          <p:spPr bwMode="auto">
            <a:xfrm>
              <a:off x="3050" y="1920"/>
              <a:ext cx="40" cy="39"/>
            </a:xfrm>
            <a:custGeom>
              <a:avLst/>
              <a:gdLst>
                <a:gd name="T0" fmla="*/ 0 w 114"/>
                <a:gd name="T1" fmla="*/ 0 h 113"/>
                <a:gd name="T2" fmla="*/ 1 w 114"/>
                <a:gd name="T3" fmla="*/ 0 h 113"/>
                <a:gd name="T4" fmla="*/ 1 w 114"/>
                <a:gd name="T5" fmla="*/ 0 h 113"/>
                <a:gd name="T6" fmla="*/ 0 60000 65536"/>
                <a:gd name="T7" fmla="*/ 0 60000 65536"/>
                <a:gd name="T8" fmla="*/ 0 60000 65536"/>
                <a:gd name="T9" fmla="*/ 0 w 114"/>
                <a:gd name="T10" fmla="*/ 0 h 113"/>
                <a:gd name="T11" fmla="*/ 114 w 114"/>
                <a:gd name="T12" fmla="*/ 113 h 1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4" h="113">
                  <a:moveTo>
                    <a:pt x="0" y="113"/>
                  </a:moveTo>
                  <a:lnTo>
                    <a:pt x="113" y="0"/>
                  </a:lnTo>
                  <a:lnTo>
                    <a:pt x="1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5" name="Freeform 98"/>
            <p:cNvSpPr/>
            <p:nvPr/>
          </p:nvSpPr>
          <p:spPr bwMode="auto">
            <a:xfrm>
              <a:off x="3238" y="1507"/>
              <a:ext cx="264" cy="264"/>
            </a:xfrm>
            <a:custGeom>
              <a:avLst/>
              <a:gdLst>
                <a:gd name="T0" fmla="*/ 0 w 762"/>
                <a:gd name="T1" fmla="*/ 4 h 764"/>
                <a:gd name="T2" fmla="*/ 4 w 762"/>
                <a:gd name="T3" fmla="*/ 0 h 764"/>
                <a:gd name="T4" fmla="*/ 4 w 762"/>
                <a:gd name="T5" fmla="*/ 0 h 764"/>
                <a:gd name="T6" fmla="*/ 0 60000 65536"/>
                <a:gd name="T7" fmla="*/ 0 60000 65536"/>
                <a:gd name="T8" fmla="*/ 0 60000 65536"/>
                <a:gd name="T9" fmla="*/ 0 w 762"/>
                <a:gd name="T10" fmla="*/ 0 h 764"/>
                <a:gd name="T11" fmla="*/ 762 w 762"/>
                <a:gd name="T12" fmla="*/ 764 h 7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2" h="764">
                  <a:moveTo>
                    <a:pt x="0" y="764"/>
                  </a:moveTo>
                  <a:lnTo>
                    <a:pt x="761" y="0"/>
                  </a:lnTo>
                  <a:lnTo>
                    <a:pt x="76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6" name="Freeform 99"/>
            <p:cNvSpPr/>
            <p:nvPr/>
          </p:nvSpPr>
          <p:spPr bwMode="auto">
            <a:xfrm>
              <a:off x="3126" y="1809"/>
              <a:ext cx="74" cy="73"/>
            </a:xfrm>
            <a:custGeom>
              <a:avLst/>
              <a:gdLst>
                <a:gd name="T0" fmla="*/ 0 w 214"/>
                <a:gd name="T1" fmla="*/ 1 h 211"/>
                <a:gd name="T2" fmla="*/ 1 w 214"/>
                <a:gd name="T3" fmla="*/ 0 h 211"/>
                <a:gd name="T4" fmla="*/ 1 w 214"/>
                <a:gd name="T5" fmla="*/ 0 h 211"/>
                <a:gd name="T6" fmla="*/ 0 60000 65536"/>
                <a:gd name="T7" fmla="*/ 0 60000 65536"/>
                <a:gd name="T8" fmla="*/ 0 60000 65536"/>
                <a:gd name="T9" fmla="*/ 0 w 214"/>
                <a:gd name="T10" fmla="*/ 0 h 211"/>
                <a:gd name="T11" fmla="*/ 214 w 214"/>
                <a:gd name="T12" fmla="*/ 211 h 2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4" h="211">
                  <a:moveTo>
                    <a:pt x="0" y="211"/>
                  </a:moveTo>
                  <a:lnTo>
                    <a:pt x="213" y="0"/>
                  </a:lnTo>
                  <a:lnTo>
                    <a:pt x="2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7" name="Freeform 100"/>
            <p:cNvSpPr/>
            <p:nvPr/>
          </p:nvSpPr>
          <p:spPr bwMode="auto">
            <a:xfrm>
              <a:off x="3172" y="1726"/>
              <a:ext cx="330" cy="330"/>
            </a:xfrm>
            <a:custGeom>
              <a:avLst/>
              <a:gdLst>
                <a:gd name="T0" fmla="*/ 0 w 951"/>
                <a:gd name="T1" fmla="*/ 5 h 950"/>
                <a:gd name="T2" fmla="*/ 5 w 951"/>
                <a:gd name="T3" fmla="*/ 0 h 950"/>
                <a:gd name="T4" fmla="*/ 5 w 951"/>
                <a:gd name="T5" fmla="*/ 0 h 950"/>
                <a:gd name="T6" fmla="*/ 0 60000 65536"/>
                <a:gd name="T7" fmla="*/ 0 60000 65536"/>
                <a:gd name="T8" fmla="*/ 0 60000 65536"/>
                <a:gd name="T9" fmla="*/ 0 w 951"/>
                <a:gd name="T10" fmla="*/ 0 h 950"/>
                <a:gd name="T11" fmla="*/ 951 w 951"/>
                <a:gd name="T12" fmla="*/ 950 h 9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51" h="950">
                  <a:moveTo>
                    <a:pt x="0" y="950"/>
                  </a:moveTo>
                  <a:lnTo>
                    <a:pt x="950" y="0"/>
                  </a:lnTo>
                  <a:lnTo>
                    <a:pt x="95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8" name="Freeform 101"/>
            <p:cNvSpPr/>
            <p:nvPr/>
          </p:nvSpPr>
          <p:spPr bwMode="auto">
            <a:xfrm>
              <a:off x="3391" y="1946"/>
              <a:ext cx="111" cy="110"/>
            </a:xfrm>
            <a:custGeom>
              <a:avLst/>
              <a:gdLst>
                <a:gd name="T0" fmla="*/ 0 w 319"/>
                <a:gd name="T1" fmla="*/ 1 h 318"/>
                <a:gd name="T2" fmla="*/ 2 w 319"/>
                <a:gd name="T3" fmla="*/ 0 h 318"/>
                <a:gd name="T4" fmla="*/ 2 w 319"/>
                <a:gd name="T5" fmla="*/ 0 h 318"/>
                <a:gd name="T6" fmla="*/ 0 60000 65536"/>
                <a:gd name="T7" fmla="*/ 0 60000 65536"/>
                <a:gd name="T8" fmla="*/ 0 60000 65536"/>
                <a:gd name="T9" fmla="*/ 0 w 319"/>
                <a:gd name="T10" fmla="*/ 0 h 318"/>
                <a:gd name="T11" fmla="*/ 319 w 319"/>
                <a:gd name="T12" fmla="*/ 318 h 3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9" h="318">
                  <a:moveTo>
                    <a:pt x="0" y="318"/>
                  </a:moveTo>
                  <a:lnTo>
                    <a:pt x="318" y="0"/>
                  </a:lnTo>
                  <a:lnTo>
                    <a:pt x="31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" name="Freeform 102"/>
            <p:cNvSpPr/>
            <p:nvPr/>
          </p:nvSpPr>
          <p:spPr bwMode="auto">
            <a:xfrm>
              <a:off x="3894" y="1357"/>
              <a:ext cx="196" cy="196"/>
            </a:xfrm>
            <a:custGeom>
              <a:avLst/>
              <a:gdLst>
                <a:gd name="T0" fmla="*/ 0 w 568"/>
                <a:gd name="T1" fmla="*/ 3 h 566"/>
                <a:gd name="T2" fmla="*/ 3 w 568"/>
                <a:gd name="T3" fmla="*/ 0 h 566"/>
                <a:gd name="T4" fmla="*/ 3 w 568"/>
                <a:gd name="T5" fmla="*/ 0 h 566"/>
                <a:gd name="T6" fmla="*/ 0 60000 65536"/>
                <a:gd name="T7" fmla="*/ 0 60000 65536"/>
                <a:gd name="T8" fmla="*/ 0 60000 65536"/>
                <a:gd name="T9" fmla="*/ 0 w 568"/>
                <a:gd name="T10" fmla="*/ 0 h 566"/>
                <a:gd name="T11" fmla="*/ 568 w 568"/>
                <a:gd name="T12" fmla="*/ 566 h 5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8" h="566">
                  <a:moveTo>
                    <a:pt x="0" y="566"/>
                  </a:moveTo>
                  <a:lnTo>
                    <a:pt x="566" y="0"/>
                  </a:lnTo>
                  <a:lnTo>
                    <a:pt x="56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0" name="Freeform 103"/>
            <p:cNvSpPr/>
            <p:nvPr/>
          </p:nvSpPr>
          <p:spPr bwMode="auto">
            <a:xfrm>
              <a:off x="3894" y="1576"/>
              <a:ext cx="196" cy="197"/>
            </a:xfrm>
            <a:custGeom>
              <a:avLst/>
              <a:gdLst>
                <a:gd name="T0" fmla="*/ 0 w 568"/>
                <a:gd name="T1" fmla="*/ 3 h 566"/>
                <a:gd name="T2" fmla="*/ 3 w 568"/>
                <a:gd name="T3" fmla="*/ 0 h 566"/>
                <a:gd name="T4" fmla="*/ 3 w 568"/>
                <a:gd name="T5" fmla="*/ 0 h 566"/>
                <a:gd name="T6" fmla="*/ 0 60000 65536"/>
                <a:gd name="T7" fmla="*/ 0 60000 65536"/>
                <a:gd name="T8" fmla="*/ 0 60000 65536"/>
                <a:gd name="T9" fmla="*/ 0 w 568"/>
                <a:gd name="T10" fmla="*/ 0 h 566"/>
                <a:gd name="T11" fmla="*/ 568 w 568"/>
                <a:gd name="T12" fmla="*/ 566 h 5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8" h="566">
                  <a:moveTo>
                    <a:pt x="0" y="566"/>
                  </a:moveTo>
                  <a:lnTo>
                    <a:pt x="566" y="0"/>
                  </a:lnTo>
                  <a:lnTo>
                    <a:pt x="56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1" name="Freeform 104"/>
            <p:cNvSpPr/>
            <p:nvPr/>
          </p:nvSpPr>
          <p:spPr bwMode="auto">
            <a:xfrm>
              <a:off x="3894" y="1796"/>
              <a:ext cx="196" cy="196"/>
            </a:xfrm>
            <a:custGeom>
              <a:avLst/>
              <a:gdLst>
                <a:gd name="T0" fmla="*/ 0 w 568"/>
                <a:gd name="T1" fmla="*/ 3 h 566"/>
                <a:gd name="T2" fmla="*/ 3 w 568"/>
                <a:gd name="T3" fmla="*/ 0 h 566"/>
                <a:gd name="T4" fmla="*/ 3 w 568"/>
                <a:gd name="T5" fmla="*/ 0 h 566"/>
                <a:gd name="T6" fmla="*/ 0 60000 65536"/>
                <a:gd name="T7" fmla="*/ 0 60000 65536"/>
                <a:gd name="T8" fmla="*/ 0 60000 65536"/>
                <a:gd name="T9" fmla="*/ 0 w 568"/>
                <a:gd name="T10" fmla="*/ 0 h 566"/>
                <a:gd name="T11" fmla="*/ 568 w 568"/>
                <a:gd name="T12" fmla="*/ 566 h 5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8" h="566">
                  <a:moveTo>
                    <a:pt x="0" y="566"/>
                  </a:moveTo>
                  <a:lnTo>
                    <a:pt x="566" y="0"/>
                  </a:lnTo>
                  <a:lnTo>
                    <a:pt x="56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" name="Freeform 105"/>
            <p:cNvSpPr/>
            <p:nvPr/>
          </p:nvSpPr>
          <p:spPr bwMode="auto">
            <a:xfrm>
              <a:off x="4049" y="2016"/>
              <a:ext cx="41" cy="40"/>
            </a:xfrm>
            <a:custGeom>
              <a:avLst/>
              <a:gdLst>
                <a:gd name="T0" fmla="*/ 0 w 119"/>
                <a:gd name="T1" fmla="*/ 1 h 116"/>
                <a:gd name="T2" fmla="*/ 1 w 119"/>
                <a:gd name="T3" fmla="*/ 0 h 116"/>
                <a:gd name="T4" fmla="*/ 1 w 119"/>
                <a:gd name="T5" fmla="*/ 0 h 116"/>
                <a:gd name="T6" fmla="*/ 0 60000 65536"/>
                <a:gd name="T7" fmla="*/ 0 60000 65536"/>
                <a:gd name="T8" fmla="*/ 0 60000 65536"/>
                <a:gd name="T9" fmla="*/ 0 w 119"/>
                <a:gd name="T10" fmla="*/ 0 h 116"/>
                <a:gd name="T11" fmla="*/ 119 w 119"/>
                <a:gd name="T12" fmla="*/ 116 h 1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9" h="116">
                  <a:moveTo>
                    <a:pt x="0" y="116"/>
                  </a:moveTo>
                  <a:lnTo>
                    <a:pt x="117" y="0"/>
                  </a:lnTo>
                  <a:lnTo>
                    <a:pt x="11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03" name="Group 106"/>
          <p:cNvGrpSpPr/>
          <p:nvPr/>
        </p:nvGrpSpPr>
        <p:grpSpPr bwMode="auto">
          <a:xfrm>
            <a:off x="5375920" y="3827016"/>
            <a:ext cx="2976563" cy="1354138"/>
            <a:chOff x="954" y="1827"/>
            <a:chExt cx="1875" cy="853"/>
          </a:xfrm>
        </p:grpSpPr>
        <p:sp>
          <p:nvSpPr>
            <p:cNvPr id="104" name="Arc 107"/>
            <p:cNvSpPr/>
            <p:nvPr/>
          </p:nvSpPr>
          <p:spPr bwMode="auto">
            <a:xfrm flipH="1">
              <a:off x="2241" y="2092"/>
              <a:ext cx="306" cy="324"/>
            </a:xfrm>
            <a:custGeom>
              <a:avLst/>
              <a:gdLst>
                <a:gd name="T0" fmla="*/ 0 w 40741"/>
                <a:gd name="T1" fmla="*/ 0 h 43200"/>
                <a:gd name="T2" fmla="*/ 0 w 40741"/>
                <a:gd name="T3" fmla="*/ 0 h 43200"/>
                <a:gd name="T4" fmla="*/ 0 w 40741"/>
                <a:gd name="T5" fmla="*/ 0 h 43200"/>
                <a:gd name="T6" fmla="*/ 0 60000 65536"/>
                <a:gd name="T7" fmla="*/ 0 60000 65536"/>
                <a:gd name="T8" fmla="*/ 0 60000 65536"/>
                <a:gd name="T9" fmla="*/ 0 w 40741"/>
                <a:gd name="T10" fmla="*/ 0 h 43200"/>
                <a:gd name="T11" fmla="*/ 40741 w 40741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741" h="43200" fill="none" extrusionOk="0">
                  <a:moveTo>
                    <a:pt x="250" y="11124"/>
                  </a:moveTo>
                  <a:cubicBezTo>
                    <a:pt x="4058" y="4259"/>
                    <a:pt x="11290" y="-1"/>
                    <a:pt x="19141" y="0"/>
                  </a:cubicBezTo>
                  <a:cubicBezTo>
                    <a:pt x="31070" y="0"/>
                    <a:pt x="40741" y="9670"/>
                    <a:pt x="40741" y="21600"/>
                  </a:cubicBezTo>
                  <a:cubicBezTo>
                    <a:pt x="40741" y="33529"/>
                    <a:pt x="31070" y="43200"/>
                    <a:pt x="19141" y="43200"/>
                  </a:cubicBezTo>
                  <a:cubicBezTo>
                    <a:pt x="11100" y="43200"/>
                    <a:pt x="3725" y="38734"/>
                    <a:pt x="-1" y="31609"/>
                  </a:cubicBezTo>
                </a:path>
                <a:path w="40741" h="43200" stroke="0" extrusionOk="0">
                  <a:moveTo>
                    <a:pt x="250" y="11124"/>
                  </a:moveTo>
                  <a:cubicBezTo>
                    <a:pt x="4058" y="4259"/>
                    <a:pt x="11290" y="-1"/>
                    <a:pt x="19141" y="0"/>
                  </a:cubicBezTo>
                  <a:cubicBezTo>
                    <a:pt x="31070" y="0"/>
                    <a:pt x="40741" y="9670"/>
                    <a:pt x="40741" y="21600"/>
                  </a:cubicBezTo>
                  <a:cubicBezTo>
                    <a:pt x="40741" y="33529"/>
                    <a:pt x="31070" y="43200"/>
                    <a:pt x="19141" y="43200"/>
                  </a:cubicBezTo>
                  <a:cubicBezTo>
                    <a:pt x="11100" y="43200"/>
                    <a:pt x="3725" y="38734"/>
                    <a:pt x="-1" y="31609"/>
                  </a:cubicBezTo>
                  <a:lnTo>
                    <a:pt x="19141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5" name="Arc 108"/>
            <p:cNvSpPr/>
            <p:nvPr/>
          </p:nvSpPr>
          <p:spPr bwMode="auto">
            <a:xfrm>
              <a:off x="1213" y="2092"/>
              <a:ext cx="166" cy="320"/>
            </a:xfrm>
            <a:custGeom>
              <a:avLst/>
              <a:gdLst>
                <a:gd name="T0" fmla="*/ 0 w 22199"/>
                <a:gd name="T1" fmla="*/ 0 h 43200"/>
                <a:gd name="T2" fmla="*/ 0 w 22199"/>
                <a:gd name="T3" fmla="*/ 0 h 43200"/>
                <a:gd name="T4" fmla="*/ 0 w 22199"/>
                <a:gd name="T5" fmla="*/ 0 h 43200"/>
                <a:gd name="T6" fmla="*/ 0 60000 65536"/>
                <a:gd name="T7" fmla="*/ 0 60000 65536"/>
                <a:gd name="T8" fmla="*/ 0 60000 65536"/>
                <a:gd name="T9" fmla="*/ 0 w 22199"/>
                <a:gd name="T10" fmla="*/ 0 h 43200"/>
                <a:gd name="T11" fmla="*/ 22199 w 22199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99" h="43200" fill="none" extrusionOk="0">
                  <a:moveTo>
                    <a:pt x="598" y="0"/>
                  </a:moveTo>
                  <a:cubicBezTo>
                    <a:pt x="12528" y="0"/>
                    <a:pt x="22199" y="9670"/>
                    <a:pt x="22199" y="21600"/>
                  </a:cubicBezTo>
                  <a:cubicBezTo>
                    <a:pt x="22199" y="33529"/>
                    <a:pt x="12528" y="43200"/>
                    <a:pt x="599" y="43200"/>
                  </a:cubicBezTo>
                  <a:cubicBezTo>
                    <a:pt x="399" y="43200"/>
                    <a:pt x="199" y="43197"/>
                    <a:pt x="0" y="43191"/>
                  </a:cubicBezTo>
                </a:path>
                <a:path w="22199" h="43200" stroke="0" extrusionOk="0">
                  <a:moveTo>
                    <a:pt x="598" y="0"/>
                  </a:moveTo>
                  <a:cubicBezTo>
                    <a:pt x="12528" y="0"/>
                    <a:pt x="22199" y="9670"/>
                    <a:pt x="22199" y="21600"/>
                  </a:cubicBezTo>
                  <a:cubicBezTo>
                    <a:pt x="22199" y="33529"/>
                    <a:pt x="12528" y="43200"/>
                    <a:pt x="599" y="43200"/>
                  </a:cubicBezTo>
                  <a:cubicBezTo>
                    <a:pt x="399" y="43200"/>
                    <a:pt x="199" y="43197"/>
                    <a:pt x="0" y="43191"/>
                  </a:cubicBezTo>
                  <a:lnTo>
                    <a:pt x="599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6" name="Oval 109"/>
            <p:cNvSpPr>
              <a:spLocks noChangeArrowheads="1"/>
            </p:cNvSpPr>
            <p:nvPr/>
          </p:nvSpPr>
          <p:spPr bwMode="auto">
            <a:xfrm>
              <a:off x="1977" y="1827"/>
              <a:ext cx="852" cy="85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7" name="Oval 110"/>
            <p:cNvSpPr>
              <a:spLocks noChangeArrowheads="1"/>
            </p:cNvSpPr>
            <p:nvPr/>
          </p:nvSpPr>
          <p:spPr bwMode="auto">
            <a:xfrm>
              <a:off x="2097" y="1964"/>
              <a:ext cx="612" cy="57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8" name="Oval 111"/>
            <p:cNvSpPr>
              <a:spLocks noChangeArrowheads="1"/>
            </p:cNvSpPr>
            <p:nvPr/>
          </p:nvSpPr>
          <p:spPr bwMode="auto">
            <a:xfrm>
              <a:off x="1618" y="2168"/>
              <a:ext cx="167" cy="167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9" name="Oval 112"/>
            <p:cNvSpPr>
              <a:spLocks noChangeArrowheads="1"/>
            </p:cNvSpPr>
            <p:nvPr/>
          </p:nvSpPr>
          <p:spPr bwMode="auto">
            <a:xfrm>
              <a:off x="1551" y="2102"/>
              <a:ext cx="311" cy="30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0" name="Freeform 115"/>
            <p:cNvSpPr/>
            <p:nvPr/>
          </p:nvSpPr>
          <p:spPr bwMode="auto">
            <a:xfrm>
              <a:off x="954" y="2679"/>
              <a:ext cx="1449" cy="1"/>
            </a:xfrm>
            <a:custGeom>
              <a:avLst/>
              <a:gdLst>
                <a:gd name="T0" fmla="*/ 21 w 4176"/>
                <a:gd name="T1" fmla="*/ 0 h 1"/>
                <a:gd name="T2" fmla="*/ 0 w 4176"/>
                <a:gd name="T3" fmla="*/ 0 h 1"/>
                <a:gd name="T4" fmla="*/ 0 w 4176"/>
                <a:gd name="T5" fmla="*/ 0 h 1"/>
                <a:gd name="T6" fmla="*/ 0 60000 65536"/>
                <a:gd name="T7" fmla="*/ 0 60000 65536"/>
                <a:gd name="T8" fmla="*/ 0 60000 65536"/>
                <a:gd name="T9" fmla="*/ 0 w 4176"/>
                <a:gd name="T10" fmla="*/ 0 h 1"/>
                <a:gd name="T11" fmla="*/ 4176 w 417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76" h="1">
                  <a:moveTo>
                    <a:pt x="417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1" name="Freeform 116"/>
            <p:cNvSpPr/>
            <p:nvPr/>
          </p:nvSpPr>
          <p:spPr bwMode="auto">
            <a:xfrm>
              <a:off x="954" y="2415"/>
              <a:ext cx="1" cy="264"/>
            </a:xfrm>
            <a:custGeom>
              <a:avLst/>
              <a:gdLst>
                <a:gd name="T0" fmla="*/ 0 w 2"/>
                <a:gd name="T1" fmla="*/ 4 h 762"/>
                <a:gd name="T2" fmla="*/ 0 w 2"/>
                <a:gd name="T3" fmla="*/ 0 h 762"/>
                <a:gd name="T4" fmla="*/ 1 w 2"/>
                <a:gd name="T5" fmla="*/ 0 h 762"/>
                <a:gd name="T6" fmla="*/ 0 60000 65536"/>
                <a:gd name="T7" fmla="*/ 0 60000 65536"/>
                <a:gd name="T8" fmla="*/ 0 60000 65536"/>
                <a:gd name="T9" fmla="*/ 0 w 2"/>
                <a:gd name="T10" fmla="*/ 0 h 762"/>
                <a:gd name="T11" fmla="*/ 2 w 2"/>
                <a:gd name="T12" fmla="*/ 762 h 7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762">
                  <a:moveTo>
                    <a:pt x="0" y="76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2" name="Freeform 117"/>
            <p:cNvSpPr/>
            <p:nvPr/>
          </p:nvSpPr>
          <p:spPr bwMode="auto">
            <a:xfrm>
              <a:off x="954" y="2415"/>
              <a:ext cx="264" cy="1"/>
            </a:xfrm>
            <a:custGeom>
              <a:avLst/>
              <a:gdLst>
                <a:gd name="T0" fmla="*/ 4 w 761"/>
                <a:gd name="T1" fmla="*/ 0 h 1"/>
                <a:gd name="T2" fmla="*/ 0 w 761"/>
                <a:gd name="T3" fmla="*/ 0 h 1"/>
                <a:gd name="T4" fmla="*/ 0 w 761"/>
                <a:gd name="T5" fmla="*/ 0 h 1"/>
                <a:gd name="T6" fmla="*/ 0 60000 65536"/>
                <a:gd name="T7" fmla="*/ 0 60000 65536"/>
                <a:gd name="T8" fmla="*/ 0 60000 65536"/>
                <a:gd name="T9" fmla="*/ 0 w 761"/>
                <a:gd name="T10" fmla="*/ 0 h 1"/>
                <a:gd name="T11" fmla="*/ 761 w 76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1" h="1">
                  <a:moveTo>
                    <a:pt x="761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3" name="Freeform 118"/>
            <p:cNvSpPr/>
            <p:nvPr/>
          </p:nvSpPr>
          <p:spPr bwMode="auto">
            <a:xfrm>
              <a:off x="954" y="1827"/>
              <a:ext cx="1449" cy="1"/>
            </a:xfrm>
            <a:custGeom>
              <a:avLst/>
              <a:gdLst>
                <a:gd name="T0" fmla="*/ 21 w 4176"/>
                <a:gd name="T1" fmla="*/ 0 h 1"/>
                <a:gd name="T2" fmla="*/ 0 w 4176"/>
                <a:gd name="T3" fmla="*/ 0 h 1"/>
                <a:gd name="T4" fmla="*/ 0 w 4176"/>
                <a:gd name="T5" fmla="*/ 0 h 1"/>
                <a:gd name="T6" fmla="*/ 0 60000 65536"/>
                <a:gd name="T7" fmla="*/ 0 60000 65536"/>
                <a:gd name="T8" fmla="*/ 0 60000 65536"/>
                <a:gd name="T9" fmla="*/ 0 w 4176"/>
                <a:gd name="T10" fmla="*/ 0 h 1"/>
                <a:gd name="T11" fmla="*/ 4176 w 417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76" h="1">
                  <a:moveTo>
                    <a:pt x="417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4" name="Freeform 119"/>
            <p:cNvSpPr/>
            <p:nvPr/>
          </p:nvSpPr>
          <p:spPr bwMode="auto">
            <a:xfrm>
              <a:off x="954" y="1827"/>
              <a:ext cx="1" cy="264"/>
            </a:xfrm>
            <a:custGeom>
              <a:avLst/>
              <a:gdLst>
                <a:gd name="T0" fmla="*/ 0 w 2"/>
                <a:gd name="T1" fmla="*/ 0 h 763"/>
                <a:gd name="T2" fmla="*/ 0 w 2"/>
                <a:gd name="T3" fmla="*/ 4 h 763"/>
                <a:gd name="T4" fmla="*/ 1 w 2"/>
                <a:gd name="T5" fmla="*/ 4 h 763"/>
                <a:gd name="T6" fmla="*/ 0 60000 65536"/>
                <a:gd name="T7" fmla="*/ 0 60000 65536"/>
                <a:gd name="T8" fmla="*/ 0 60000 65536"/>
                <a:gd name="T9" fmla="*/ 0 w 2"/>
                <a:gd name="T10" fmla="*/ 0 h 763"/>
                <a:gd name="T11" fmla="*/ 2 w 2"/>
                <a:gd name="T12" fmla="*/ 763 h 7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763">
                  <a:moveTo>
                    <a:pt x="0" y="0"/>
                  </a:moveTo>
                  <a:lnTo>
                    <a:pt x="0" y="763"/>
                  </a:lnTo>
                  <a:lnTo>
                    <a:pt x="2" y="76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5" name="Freeform 120"/>
            <p:cNvSpPr/>
            <p:nvPr/>
          </p:nvSpPr>
          <p:spPr bwMode="auto">
            <a:xfrm>
              <a:off x="954" y="2091"/>
              <a:ext cx="264" cy="1"/>
            </a:xfrm>
            <a:custGeom>
              <a:avLst/>
              <a:gdLst>
                <a:gd name="T0" fmla="*/ 4 w 761"/>
                <a:gd name="T1" fmla="*/ 0 h 1"/>
                <a:gd name="T2" fmla="*/ 0 w 761"/>
                <a:gd name="T3" fmla="*/ 0 h 1"/>
                <a:gd name="T4" fmla="*/ 0 w 761"/>
                <a:gd name="T5" fmla="*/ 0 h 1"/>
                <a:gd name="T6" fmla="*/ 0 60000 65536"/>
                <a:gd name="T7" fmla="*/ 0 60000 65536"/>
                <a:gd name="T8" fmla="*/ 0 60000 65536"/>
                <a:gd name="T9" fmla="*/ 0 w 761"/>
                <a:gd name="T10" fmla="*/ 0 h 1"/>
                <a:gd name="T11" fmla="*/ 761 w 76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1" h="1">
                  <a:moveTo>
                    <a:pt x="761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6" name="Freeform 121"/>
            <p:cNvSpPr/>
            <p:nvPr/>
          </p:nvSpPr>
          <p:spPr bwMode="auto">
            <a:xfrm>
              <a:off x="2633" y="2182"/>
              <a:ext cx="1" cy="143"/>
            </a:xfrm>
            <a:custGeom>
              <a:avLst/>
              <a:gdLst>
                <a:gd name="T0" fmla="*/ 0 w 2"/>
                <a:gd name="T1" fmla="*/ 0 h 414"/>
                <a:gd name="T2" fmla="*/ 0 w 2"/>
                <a:gd name="T3" fmla="*/ 2 h 414"/>
                <a:gd name="T4" fmla="*/ 1 w 2"/>
                <a:gd name="T5" fmla="*/ 2 h 414"/>
                <a:gd name="T6" fmla="*/ 0 60000 65536"/>
                <a:gd name="T7" fmla="*/ 0 60000 65536"/>
                <a:gd name="T8" fmla="*/ 0 60000 65536"/>
                <a:gd name="T9" fmla="*/ 0 w 2"/>
                <a:gd name="T10" fmla="*/ 0 h 414"/>
                <a:gd name="T11" fmla="*/ 2 w 2"/>
                <a:gd name="T12" fmla="*/ 414 h 4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414">
                  <a:moveTo>
                    <a:pt x="0" y="0"/>
                  </a:moveTo>
                  <a:lnTo>
                    <a:pt x="0" y="414"/>
                  </a:lnTo>
                  <a:lnTo>
                    <a:pt x="2" y="414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7" name="Freeform 132"/>
            <p:cNvSpPr/>
            <p:nvPr/>
          </p:nvSpPr>
          <p:spPr bwMode="auto">
            <a:xfrm>
              <a:off x="2547" y="2325"/>
              <a:ext cx="86" cy="1"/>
            </a:xfrm>
            <a:custGeom>
              <a:avLst/>
              <a:gdLst>
                <a:gd name="T0" fmla="*/ 0 w 246"/>
                <a:gd name="T1" fmla="*/ 0 h 1"/>
                <a:gd name="T2" fmla="*/ 1 w 246"/>
                <a:gd name="T3" fmla="*/ 0 h 1"/>
                <a:gd name="T4" fmla="*/ 1 w 246"/>
                <a:gd name="T5" fmla="*/ 0 h 1"/>
                <a:gd name="T6" fmla="*/ 0 60000 65536"/>
                <a:gd name="T7" fmla="*/ 0 60000 65536"/>
                <a:gd name="T8" fmla="*/ 0 60000 65536"/>
                <a:gd name="T9" fmla="*/ 0 w 246"/>
                <a:gd name="T10" fmla="*/ 0 h 1"/>
                <a:gd name="T11" fmla="*/ 246 w 24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6" h="1">
                  <a:moveTo>
                    <a:pt x="0" y="0"/>
                  </a:moveTo>
                  <a:lnTo>
                    <a:pt x="244" y="0"/>
                  </a:lnTo>
                  <a:lnTo>
                    <a:pt x="246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8" name="Freeform 133"/>
            <p:cNvSpPr/>
            <p:nvPr/>
          </p:nvSpPr>
          <p:spPr bwMode="auto">
            <a:xfrm>
              <a:off x="2547" y="2182"/>
              <a:ext cx="86" cy="1"/>
            </a:xfrm>
            <a:custGeom>
              <a:avLst/>
              <a:gdLst>
                <a:gd name="T0" fmla="*/ 0 w 246"/>
                <a:gd name="T1" fmla="*/ 0 h 1"/>
                <a:gd name="T2" fmla="*/ 1 w 246"/>
                <a:gd name="T3" fmla="*/ 0 h 1"/>
                <a:gd name="T4" fmla="*/ 1 w 246"/>
                <a:gd name="T5" fmla="*/ 0 h 1"/>
                <a:gd name="T6" fmla="*/ 0 60000 65536"/>
                <a:gd name="T7" fmla="*/ 0 60000 65536"/>
                <a:gd name="T8" fmla="*/ 0 60000 65536"/>
                <a:gd name="T9" fmla="*/ 0 w 246"/>
                <a:gd name="T10" fmla="*/ 0 h 1"/>
                <a:gd name="T11" fmla="*/ 246 w 24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6" h="1">
                  <a:moveTo>
                    <a:pt x="0" y="0"/>
                  </a:moveTo>
                  <a:lnTo>
                    <a:pt x="244" y="0"/>
                  </a:lnTo>
                  <a:lnTo>
                    <a:pt x="246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19" name="Line 134"/>
          <p:cNvSpPr>
            <a:spLocks noChangeShapeType="1"/>
          </p:cNvSpPr>
          <p:nvPr/>
        </p:nvSpPr>
        <p:spPr bwMode="auto">
          <a:xfrm>
            <a:off x="7417445" y="2310953"/>
            <a:ext cx="6270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120" name="Line 135"/>
          <p:cNvSpPr>
            <a:spLocks noChangeShapeType="1"/>
          </p:cNvSpPr>
          <p:nvPr/>
        </p:nvSpPr>
        <p:spPr bwMode="auto">
          <a:xfrm>
            <a:off x="7904808" y="2309366"/>
            <a:ext cx="0" cy="10033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121" name="Line 136"/>
          <p:cNvSpPr>
            <a:spLocks noChangeShapeType="1"/>
          </p:cNvSpPr>
          <p:nvPr/>
        </p:nvSpPr>
        <p:spPr bwMode="auto">
          <a:xfrm>
            <a:off x="6430020" y="3099941"/>
            <a:ext cx="2730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pic>
        <p:nvPicPr>
          <p:cNvPr id="122" name="图片 12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99" t="38794" r="22692" b="19139"/>
          <a:stretch>
            <a:fillRect/>
          </a:stretch>
        </p:blipFill>
        <p:spPr>
          <a:xfrm>
            <a:off x="5226302" y="4450081"/>
            <a:ext cx="3246121" cy="142240"/>
          </a:xfrm>
          <a:prstGeom prst="rect">
            <a:avLst/>
          </a:prstGeom>
        </p:spPr>
      </p:pic>
      <p:pic>
        <p:nvPicPr>
          <p:cNvPr id="123" name="图片 12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50" t="40463" r="38314" b="24981"/>
          <a:stretch>
            <a:fillRect/>
          </a:stretch>
        </p:blipFill>
        <p:spPr>
          <a:xfrm rot="16200000">
            <a:off x="6902706" y="4450080"/>
            <a:ext cx="1559561" cy="116841"/>
          </a:xfrm>
          <a:prstGeom prst="rect">
            <a:avLst/>
          </a:prstGeom>
        </p:spPr>
      </p:pic>
      <p:pic>
        <p:nvPicPr>
          <p:cNvPr id="124" name="图片 12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56" t="40463" r="47771" b="30449"/>
          <a:stretch>
            <a:fillRect/>
          </a:stretch>
        </p:blipFill>
        <p:spPr>
          <a:xfrm rot="16200000">
            <a:off x="6205829" y="4449163"/>
            <a:ext cx="695960" cy="98354"/>
          </a:xfrm>
          <a:prstGeom prst="rect">
            <a:avLst/>
          </a:prstGeom>
        </p:spPr>
      </p:pic>
      <p:pic>
        <p:nvPicPr>
          <p:cNvPr id="125" name="图片 12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22" t="40463" r="48505" b="30449"/>
          <a:stretch>
            <a:fillRect/>
          </a:stretch>
        </p:blipFill>
        <p:spPr>
          <a:xfrm rot="16200000">
            <a:off x="5445047" y="4449163"/>
            <a:ext cx="695960" cy="98354"/>
          </a:xfrm>
          <a:prstGeom prst="rect">
            <a:avLst/>
          </a:prstGeom>
        </p:spPr>
      </p:pic>
      <p:sp>
        <p:nvSpPr>
          <p:cNvPr id="126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35189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剖视图的基本概念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7" name="直接连接符 126"/>
          <p:cNvCxnSpPr/>
          <p:nvPr/>
        </p:nvCxnSpPr>
        <p:spPr>
          <a:xfrm flipV="1">
            <a:off x="6900545" y="1628775"/>
            <a:ext cx="1643380" cy="16897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文本框 128"/>
          <p:cNvSpPr txBox="1"/>
          <p:nvPr/>
        </p:nvSpPr>
        <p:spPr>
          <a:xfrm>
            <a:off x="6383655" y="1412875"/>
            <a:ext cx="29413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 i="1"/>
              <a:t>这个图的细实线画的不标准</a:t>
            </a:r>
            <a:endParaRPr lang="zh-CN" altLang="en-US" b="1" i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7" grpId="0"/>
      <p:bldP spid="8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" name="Line 4"/>
          <p:cNvSpPr>
            <a:spLocks noChangeShapeType="1"/>
          </p:cNvSpPr>
          <p:nvPr/>
        </p:nvSpPr>
        <p:spPr bwMode="auto">
          <a:xfrm>
            <a:off x="8082698" y="4947805"/>
            <a:ext cx="79375" cy="676275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5" descr="绿色大理石"/>
          <p:cNvSpPr txBox="1">
            <a:spLocks noChangeArrowheads="1"/>
          </p:cNvSpPr>
          <p:nvPr/>
        </p:nvSpPr>
        <p:spPr bwMode="auto">
          <a:xfrm>
            <a:off x="7509611" y="5566930"/>
            <a:ext cx="1420812" cy="46196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noFill/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剖</a:t>
            </a:r>
            <a:r>
              <a:rPr kumimoji="1" lang="zh-CN" altLang="en-US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切符号</a:t>
            </a:r>
            <a:endParaRPr kumimoji="1" lang="zh-CN" altLang="en-US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Monotype Sorts" pitchFamily="2" charset="2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387093" y="2994847"/>
            <a:ext cx="5694001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剖切位置的</a:t>
            </a:r>
            <a:r>
              <a:rPr lang="zh-CN" altLang="en-US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粗实线</a:t>
            </a:r>
            <a:r>
              <a:rPr lang="en-US" altLang="zh-CN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, </a:t>
            </a:r>
            <a:r>
              <a:rPr lang="zh-CN" altLang="en-US" b="1" kern="0" dirty="0">
                <a:solidFill>
                  <a:srgbClr val="000066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线宽</a:t>
            </a:r>
            <a:r>
              <a:rPr lang="en-US" altLang="zh-CN" b="1" kern="0" dirty="0">
                <a:solidFill>
                  <a:srgbClr val="000066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1-1.5d, </a:t>
            </a:r>
            <a:r>
              <a:rPr lang="zh-CN" altLang="en-US" b="1" kern="0" dirty="0">
                <a:solidFill>
                  <a:srgbClr val="000066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线长 </a:t>
            </a:r>
            <a:r>
              <a:rPr lang="en-US" altLang="zh-CN" b="1" kern="0" dirty="0">
                <a:solidFill>
                  <a:srgbClr val="000066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6 -7 mm</a:t>
            </a:r>
            <a:r>
              <a:rPr lang="en-US" altLang="zh-CN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,</a:t>
            </a:r>
            <a:r>
              <a:rPr lang="zh-CN" altLang="en-US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尽量不与图形轮廓线相交</a:t>
            </a:r>
            <a:endParaRPr lang="zh-CN" altLang="en-US" b="1" kern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arlett" pitchFamily="2" charset="2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7405305" y="4539987"/>
            <a:ext cx="420220" cy="80794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2392951" y="3957877"/>
            <a:ext cx="3355406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 </a:t>
            </a:r>
            <a:r>
              <a:rPr lang="zh-CN" altLang="en-US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箭头</a:t>
            </a:r>
            <a:r>
              <a:rPr lang="zh-CN" altLang="en-US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画在剖切线外端</a:t>
            </a:r>
            <a:endParaRPr lang="zh-CN" altLang="en-US" b="1" kern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11" descr="绿色大理石"/>
          <p:cNvSpPr txBox="1">
            <a:spLocks noChangeArrowheads="1"/>
          </p:cNvSpPr>
          <p:nvPr/>
        </p:nvSpPr>
        <p:spPr bwMode="auto">
          <a:xfrm>
            <a:off x="6484554" y="4332940"/>
            <a:ext cx="920750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noFill/>
            <a:miter lim="800000"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箭头</a:t>
            </a:r>
            <a:endParaRPr kumimoji="1" lang="zh-CN" altLang="en-US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12" descr="画布"/>
          <p:cNvSpPr>
            <a:spLocks noChangeArrowheads="1"/>
          </p:cNvSpPr>
          <p:nvPr/>
        </p:nvSpPr>
        <p:spPr bwMode="auto">
          <a:xfrm>
            <a:off x="515115" y="2397618"/>
            <a:ext cx="2276584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457200" indent="-457200" algn="ctr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剖视图名称 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Monotype Sorts" pitchFamily="2" charset="2"/>
            </a:endParaRP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2836205" y="5574677"/>
            <a:ext cx="4092787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字母“</a:t>
            </a:r>
            <a:r>
              <a:rPr lang="en-US" altLang="zh-CN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X”</a:t>
            </a:r>
            <a:r>
              <a:rPr lang="zh-CN" altLang="en-US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注在剖切符号</a:t>
            </a:r>
            <a:r>
              <a:rPr lang="zh-CN" altLang="en-US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外侧</a:t>
            </a:r>
            <a:endParaRPr lang="zh-CN" altLang="en-US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arlett" pitchFamily="2" charset="2"/>
            </a:endParaRP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2681217" y="2418475"/>
            <a:ext cx="4947188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“X</a:t>
            </a:r>
            <a:r>
              <a:rPr lang="zh-CN" altLang="en-US" sz="2400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－</a:t>
            </a:r>
            <a:r>
              <a:rPr lang="en-US" altLang="zh-CN" sz="2400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X” (</a:t>
            </a:r>
            <a:r>
              <a:rPr lang="zh-CN" altLang="zh-CN" sz="2400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拉丁字母或阿拉伯数字)</a:t>
            </a:r>
            <a:endParaRPr lang="en-US" altLang="zh-CN" sz="2400" b="1" kern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onotype Sorts" pitchFamily="2" charset="2"/>
            </a:endParaRPr>
          </a:p>
        </p:txBody>
      </p:sp>
      <p:sp>
        <p:nvSpPr>
          <p:cNvPr id="12" name="Text Box 15" descr="绿色大理石"/>
          <p:cNvSpPr txBox="1">
            <a:spLocks noChangeArrowheads="1"/>
          </p:cNvSpPr>
          <p:nvPr/>
        </p:nvSpPr>
        <p:spPr bwMode="auto">
          <a:xfrm>
            <a:off x="11036961" y="5565342"/>
            <a:ext cx="803425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noFill/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字母</a:t>
            </a:r>
            <a:endParaRPr kumimoji="1" lang="zh-CN" altLang="en-US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ne 16"/>
          <p:cNvSpPr>
            <a:spLocks noChangeShapeType="1"/>
          </p:cNvSpPr>
          <p:nvPr/>
        </p:nvSpPr>
        <p:spPr bwMode="auto">
          <a:xfrm flipH="1">
            <a:off x="11548211" y="5039880"/>
            <a:ext cx="247650" cy="512762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17" descr="绿色大理石"/>
          <p:cNvSpPr txBox="1">
            <a:spLocks noChangeArrowheads="1"/>
          </p:cNvSpPr>
          <p:nvPr/>
        </p:nvSpPr>
        <p:spPr bwMode="auto">
          <a:xfrm>
            <a:off x="9203473" y="1463242"/>
            <a:ext cx="2090738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noFill/>
            <a:miter lim="800000"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剖视图名称</a:t>
            </a:r>
            <a:endParaRPr kumimoji="1" lang="zh-CN" altLang="en-US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Line 18"/>
          <p:cNvSpPr>
            <a:spLocks noChangeShapeType="1"/>
          </p:cNvSpPr>
          <p:nvPr/>
        </p:nvSpPr>
        <p:spPr bwMode="auto">
          <a:xfrm>
            <a:off x="9986111" y="1914092"/>
            <a:ext cx="231775" cy="347663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21" descr="画布"/>
          <p:cNvSpPr>
            <a:spLocks noChangeArrowheads="1"/>
          </p:cNvSpPr>
          <p:nvPr/>
        </p:nvSpPr>
        <p:spPr bwMode="auto">
          <a:xfrm>
            <a:off x="549845" y="5574677"/>
            <a:ext cx="2185214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457200" indent="-457200" algn="ctr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剖切面名称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Marlett" pitchFamily="2" charset="2"/>
            </a:endParaRPr>
          </a:p>
        </p:txBody>
      </p:sp>
      <p:sp>
        <p:nvSpPr>
          <p:cNvPr id="18" name="Rectangle 22" descr="画布"/>
          <p:cNvSpPr>
            <a:spLocks noChangeArrowheads="1"/>
          </p:cNvSpPr>
          <p:nvPr/>
        </p:nvSpPr>
        <p:spPr bwMode="auto">
          <a:xfrm>
            <a:off x="524197" y="2993876"/>
            <a:ext cx="1877437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457200" indent="-457200" algn="ctr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剖切符号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Monotype Sorts" pitchFamily="2" charset="2"/>
            </a:endParaRPr>
          </a:p>
        </p:txBody>
      </p:sp>
      <p:sp>
        <p:nvSpPr>
          <p:cNvPr id="19" name="Text Box 96"/>
          <p:cNvSpPr txBox="1">
            <a:spLocks noChangeArrowheads="1"/>
          </p:cNvSpPr>
          <p:nvPr/>
        </p:nvSpPr>
        <p:spPr bwMode="auto">
          <a:xfrm>
            <a:off x="524197" y="4831877"/>
            <a:ext cx="1877437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kumimoji="1" sz="2800">
                <a:latin typeface="黑体" panose="02010609060101010101" pitchFamily="2" charset="-122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箭头画法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Group 97"/>
          <p:cNvGrpSpPr/>
          <p:nvPr/>
        </p:nvGrpSpPr>
        <p:grpSpPr bwMode="auto">
          <a:xfrm>
            <a:off x="2639312" y="5039880"/>
            <a:ext cx="1103313" cy="76200"/>
            <a:chOff x="1510" y="3894"/>
            <a:chExt cx="695" cy="48"/>
          </a:xfrm>
        </p:grpSpPr>
        <p:sp>
          <p:nvSpPr>
            <p:cNvPr id="21" name="Line 98"/>
            <p:cNvSpPr>
              <a:spLocks noChangeShapeType="1"/>
            </p:cNvSpPr>
            <p:nvPr/>
          </p:nvSpPr>
          <p:spPr bwMode="auto">
            <a:xfrm>
              <a:off x="1510" y="3917"/>
              <a:ext cx="6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Freeform 99"/>
            <p:cNvSpPr/>
            <p:nvPr/>
          </p:nvSpPr>
          <p:spPr bwMode="auto">
            <a:xfrm>
              <a:off x="1887" y="3894"/>
              <a:ext cx="318" cy="48"/>
            </a:xfrm>
            <a:custGeom>
              <a:avLst/>
              <a:gdLst>
                <a:gd name="T0" fmla="*/ 318 w 318"/>
                <a:gd name="T1" fmla="*/ 24 h 48"/>
                <a:gd name="T2" fmla="*/ 0 w 318"/>
                <a:gd name="T3" fmla="*/ 0 h 48"/>
                <a:gd name="T4" fmla="*/ 0 w 318"/>
                <a:gd name="T5" fmla="*/ 48 h 48"/>
                <a:gd name="T6" fmla="*/ 318 w 318"/>
                <a:gd name="T7" fmla="*/ 24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8"/>
                <a:gd name="T13" fmla="*/ 0 h 48"/>
                <a:gd name="T14" fmla="*/ 318 w 318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8" h="48">
                  <a:moveTo>
                    <a:pt x="318" y="24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318" y="24"/>
                  </a:lnTo>
                  <a:close/>
                </a:path>
              </a:pathLst>
            </a:custGeom>
            <a:solidFill>
              <a:srgbClr val="000066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Group 100"/>
          <p:cNvGrpSpPr/>
          <p:nvPr/>
        </p:nvGrpSpPr>
        <p:grpSpPr bwMode="auto">
          <a:xfrm>
            <a:off x="2620262" y="4787464"/>
            <a:ext cx="608013" cy="647699"/>
            <a:chOff x="1498" y="3735"/>
            <a:chExt cx="383" cy="408"/>
          </a:xfrm>
        </p:grpSpPr>
        <p:sp>
          <p:nvSpPr>
            <p:cNvPr id="24" name="Line 101"/>
            <p:cNvSpPr>
              <a:spLocks noChangeShapeType="1"/>
            </p:cNvSpPr>
            <p:nvPr/>
          </p:nvSpPr>
          <p:spPr bwMode="auto">
            <a:xfrm flipH="1">
              <a:off x="1734" y="3894"/>
              <a:ext cx="144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102"/>
            <p:cNvSpPr>
              <a:spLocks noChangeShapeType="1"/>
            </p:cNvSpPr>
            <p:nvPr/>
          </p:nvSpPr>
          <p:spPr bwMode="auto">
            <a:xfrm flipH="1">
              <a:off x="1731" y="3942"/>
              <a:ext cx="150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103"/>
            <p:cNvSpPr>
              <a:spLocks noChangeShapeType="1"/>
            </p:cNvSpPr>
            <p:nvPr/>
          </p:nvSpPr>
          <p:spPr bwMode="auto">
            <a:xfrm>
              <a:off x="1764" y="3735"/>
              <a:ext cx="0" cy="162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104"/>
            <p:cNvSpPr>
              <a:spLocks noChangeShapeType="1"/>
            </p:cNvSpPr>
            <p:nvPr/>
          </p:nvSpPr>
          <p:spPr bwMode="auto">
            <a:xfrm>
              <a:off x="1764" y="3894"/>
              <a:ext cx="0" cy="54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105"/>
            <p:cNvSpPr>
              <a:spLocks noChangeShapeType="1"/>
            </p:cNvSpPr>
            <p:nvPr/>
          </p:nvSpPr>
          <p:spPr bwMode="auto">
            <a:xfrm flipV="1">
              <a:off x="1764" y="3942"/>
              <a:ext cx="0" cy="129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Text Box 106"/>
            <p:cNvSpPr txBox="1">
              <a:spLocks noChangeArrowheads="1"/>
            </p:cNvSpPr>
            <p:nvPr/>
          </p:nvSpPr>
          <p:spPr bwMode="auto">
            <a:xfrm rot="16200000">
              <a:off x="1521" y="3874"/>
              <a:ext cx="246" cy="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99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" name="Group 107"/>
          <p:cNvGrpSpPr/>
          <p:nvPr/>
        </p:nvGrpSpPr>
        <p:grpSpPr bwMode="auto">
          <a:xfrm>
            <a:off x="3180649" y="4500130"/>
            <a:ext cx="579438" cy="573088"/>
            <a:chOff x="1851" y="3554"/>
            <a:chExt cx="365" cy="361"/>
          </a:xfrm>
        </p:grpSpPr>
        <p:sp>
          <p:nvSpPr>
            <p:cNvPr id="31" name="Line 108"/>
            <p:cNvSpPr>
              <a:spLocks noChangeShapeType="1"/>
            </p:cNvSpPr>
            <p:nvPr/>
          </p:nvSpPr>
          <p:spPr bwMode="auto">
            <a:xfrm>
              <a:off x="1887" y="3762"/>
              <a:ext cx="0" cy="135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109"/>
            <p:cNvSpPr>
              <a:spLocks noChangeShapeType="1"/>
            </p:cNvSpPr>
            <p:nvPr/>
          </p:nvSpPr>
          <p:spPr bwMode="auto">
            <a:xfrm>
              <a:off x="2208" y="3759"/>
              <a:ext cx="0" cy="156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110"/>
            <p:cNvSpPr>
              <a:spLocks noChangeShapeType="1"/>
            </p:cNvSpPr>
            <p:nvPr/>
          </p:nvSpPr>
          <p:spPr bwMode="auto">
            <a:xfrm>
              <a:off x="1884" y="3798"/>
              <a:ext cx="327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Text Box 111"/>
            <p:cNvSpPr txBox="1">
              <a:spLocks noChangeArrowheads="1"/>
            </p:cNvSpPr>
            <p:nvPr/>
          </p:nvSpPr>
          <p:spPr bwMode="auto">
            <a:xfrm>
              <a:off x="1851" y="3554"/>
              <a:ext cx="365" cy="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99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4d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7549298" y="2045855"/>
            <a:ext cx="4497388" cy="3749673"/>
            <a:chOff x="7082023" y="1608874"/>
            <a:chExt cx="4497388" cy="3749673"/>
          </a:xfrm>
        </p:grpSpPr>
        <p:grpSp>
          <p:nvGrpSpPr>
            <p:cNvPr id="36" name="Group 23"/>
            <p:cNvGrpSpPr/>
            <p:nvPr/>
          </p:nvGrpSpPr>
          <p:grpSpPr bwMode="auto">
            <a:xfrm>
              <a:off x="7082023" y="1608874"/>
              <a:ext cx="4497388" cy="3641725"/>
              <a:chOff x="-176" y="688"/>
              <a:chExt cx="2833" cy="2294"/>
            </a:xfrm>
          </p:grpSpPr>
          <p:grpSp>
            <p:nvGrpSpPr>
              <p:cNvPr id="43" name="Group 24"/>
              <p:cNvGrpSpPr/>
              <p:nvPr/>
            </p:nvGrpSpPr>
            <p:grpSpPr bwMode="auto">
              <a:xfrm>
                <a:off x="337" y="1026"/>
                <a:ext cx="1772" cy="1956"/>
                <a:chOff x="935" y="891"/>
                <a:chExt cx="1772" cy="1956"/>
              </a:xfrm>
            </p:grpSpPr>
            <p:grpSp>
              <p:nvGrpSpPr>
                <p:cNvPr id="78" name="Group 25"/>
                <p:cNvGrpSpPr/>
                <p:nvPr/>
              </p:nvGrpSpPr>
              <p:grpSpPr bwMode="auto">
                <a:xfrm>
                  <a:off x="943" y="1938"/>
                  <a:ext cx="1750" cy="909"/>
                  <a:chOff x="943" y="1938"/>
                  <a:chExt cx="1750" cy="909"/>
                </a:xfrm>
              </p:grpSpPr>
              <p:sp>
                <p:nvSpPr>
                  <p:cNvPr id="98" name="Oval 26"/>
                  <p:cNvSpPr>
                    <a:spLocks noChangeArrowheads="1"/>
                  </p:cNvSpPr>
                  <p:nvPr/>
                </p:nvSpPr>
                <p:spPr bwMode="auto">
                  <a:xfrm>
                    <a:off x="1784" y="1938"/>
                    <a:ext cx="909" cy="909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9" name="Oval 27"/>
                  <p:cNvSpPr>
                    <a:spLocks noChangeArrowheads="1"/>
                  </p:cNvSpPr>
                  <p:nvPr/>
                </p:nvSpPr>
                <p:spPr bwMode="auto">
                  <a:xfrm>
                    <a:off x="1896" y="2040"/>
                    <a:ext cx="689" cy="699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0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2004" y="2149"/>
                    <a:ext cx="480" cy="48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1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1035" y="2254"/>
                    <a:ext cx="278" cy="27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2" name="Oval 30"/>
                  <p:cNvSpPr>
                    <a:spLocks noChangeArrowheads="1"/>
                  </p:cNvSpPr>
                  <p:nvPr/>
                </p:nvSpPr>
                <p:spPr bwMode="auto">
                  <a:xfrm>
                    <a:off x="1090" y="2308"/>
                    <a:ext cx="163" cy="16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3" name="Arc 33"/>
                  <p:cNvSpPr/>
                  <p:nvPr/>
                </p:nvSpPr>
                <p:spPr bwMode="auto">
                  <a:xfrm flipH="1" flipV="1">
                    <a:off x="943" y="2173"/>
                    <a:ext cx="223" cy="438"/>
                  </a:xfrm>
                  <a:custGeom>
                    <a:avLst/>
                    <a:gdLst>
                      <a:gd name="T0" fmla="*/ 0 w 21600"/>
                      <a:gd name="T1" fmla="*/ 0 h 42256"/>
                      <a:gd name="T2" fmla="*/ 0 w 21600"/>
                      <a:gd name="T3" fmla="*/ 0 h 42256"/>
                      <a:gd name="T4" fmla="*/ 0 w 21600"/>
                      <a:gd name="T5" fmla="*/ 0 h 42256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2256"/>
                      <a:gd name="T11" fmla="*/ 21600 w 21600"/>
                      <a:gd name="T12" fmla="*/ 42256 h 4225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2256" fill="none" extrusionOk="0">
                        <a:moveTo>
                          <a:pt x="4945" y="-1"/>
                        </a:moveTo>
                        <a:cubicBezTo>
                          <a:pt x="14703" y="2294"/>
                          <a:pt x="21600" y="11001"/>
                          <a:pt x="21600" y="21026"/>
                        </a:cubicBezTo>
                        <a:cubicBezTo>
                          <a:pt x="21600" y="31420"/>
                          <a:pt x="14196" y="40341"/>
                          <a:pt x="3979" y="42256"/>
                        </a:cubicBezTo>
                      </a:path>
                      <a:path w="21600" h="42256" stroke="0" extrusionOk="0">
                        <a:moveTo>
                          <a:pt x="4945" y="-1"/>
                        </a:moveTo>
                        <a:cubicBezTo>
                          <a:pt x="14703" y="2294"/>
                          <a:pt x="21600" y="11001"/>
                          <a:pt x="21600" y="21026"/>
                        </a:cubicBezTo>
                        <a:cubicBezTo>
                          <a:pt x="21600" y="31420"/>
                          <a:pt x="14196" y="40341"/>
                          <a:pt x="3979" y="42256"/>
                        </a:cubicBezTo>
                        <a:lnTo>
                          <a:pt x="0" y="21026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4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1093" y="2608"/>
                    <a:ext cx="1055" cy="234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5" name="Line 3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25" y="1945"/>
                    <a:ext cx="1030" cy="228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6" name="Rectangle 36"/>
                  <p:cNvSpPr>
                    <a:spLocks noChangeArrowheads="1"/>
                  </p:cNvSpPr>
                  <p:nvPr/>
                </p:nvSpPr>
                <p:spPr bwMode="auto">
                  <a:xfrm>
                    <a:off x="2450" y="2333"/>
                    <a:ext cx="77" cy="111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FFFFFF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7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2468" y="2330"/>
                    <a:ext cx="58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8" name="Line 39"/>
                  <p:cNvSpPr>
                    <a:spLocks noChangeShapeType="1"/>
                  </p:cNvSpPr>
                  <p:nvPr/>
                </p:nvSpPr>
                <p:spPr bwMode="auto">
                  <a:xfrm>
                    <a:off x="2526" y="2320"/>
                    <a:ext cx="0" cy="142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9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2473" y="2449"/>
                    <a:ext cx="58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79" name="Group 41"/>
                <p:cNvGrpSpPr/>
                <p:nvPr/>
              </p:nvGrpSpPr>
              <p:grpSpPr bwMode="auto">
                <a:xfrm>
                  <a:off x="935" y="891"/>
                  <a:ext cx="1772" cy="745"/>
                  <a:chOff x="935" y="891"/>
                  <a:chExt cx="1772" cy="745"/>
                </a:xfrm>
              </p:grpSpPr>
              <p:sp>
                <p:nvSpPr>
                  <p:cNvPr id="80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935" y="1623"/>
                    <a:ext cx="1772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81" name="Line 43"/>
                  <p:cNvSpPr>
                    <a:spLocks noChangeShapeType="1"/>
                  </p:cNvSpPr>
                  <p:nvPr/>
                </p:nvSpPr>
                <p:spPr bwMode="auto">
                  <a:xfrm>
                    <a:off x="955" y="1405"/>
                    <a:ext cx="1205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82" name="Line 4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00" y="896"/>
                    <a:ext cx="888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83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1781" y="896"/>
                    <a:ext cx="912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84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2692" y="892"/>
                    <a:ext cx="0" cy="725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85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1776" y="891"/>
                    <a:ext cx="0" cy="514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86" name="Line 5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032" y="1304"/>
                    <a:ext cx="0" cy="91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87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1032" y="1314"/>
                    <a:ext cx="274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88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1311" y="1311"/>
                    <a:ext cx="0" cy="102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89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1252" y="1319"/>
                    <a:ext cx="0" cy="30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0" name="Line 54"/>
                  <p:cNvSpPr>
                    <a:spLocks noChangeShapeType="1"/>
                  </p:cNvSpPr>
                  <p:nvPr/>
                </p:nvSpPr>
                <p:spPr bwMode="auto">
                  <a:xfrm>
                    <a:off x="1089" y="1328"/>
                    <a:ext cx="0" cy="30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1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1892" y="896"/>
                    <a:ext cx="0" cy="23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2" name="Line 56"/>
                  <p:cNvSpPr>
                    <a:spLocks noChangeShapeType="1"/>
                  </p:cNvSpPr>
                  <p:nvPr/>
                </p:nvSpPr>
                <p:spPr bwMode="auto">
                  <a:xfrm>
                    <a:off x="1892" y="1127"/>
                    <a:ext cx="69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3" name="Line 57"/>
                  <p:cNvSpPr>
                    <a:spLocks noChangeShapeType="1"/>
                  </p:cNvSpPr>
                  <p:nvPr/>
                </p:nvSpPr>
                <p:spPr bwMode="auto">
                  <a:xfrm>
                    <a:off x="2579" y="901"/>
                    <a:ext cx="0" cy="23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4" name="Line 58"/>
                  <p:cNvSpPr>
                    <a:spLocks noChangeShapeType="1"/>
                  </p:cNvSpPr>
                  <p:nvPr/>
                </p:nvSpPr>
                <p:spPr bwMode="auto">
                  <a:xfrm>
                    <a:off x="2525" y="1127"/>
                    <a:ext cx="0" cy="49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5" name="Line 59"/>
                  <p:cNvSpPr>
                    <a:spLocks noChangeShapeType="1"/>
                  </p:cNvSpPr>
                  <p:nvPr/>
                </p:nvSpPr>
                <p:spPr bwMode="auto">
                  <a:xfrm>
                    <a:off x="2477" y="1127"/>
                    <a:ext cx="0" cy="49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6" name="Line 60"/>
                  <p:cNvSpPr>
                    <a:spLocks noChangeShapeType="1"/>
                  </p:cNvSpPr>
                  <p:nvPr/>
                </p:nvSpPr>
                <p:spPr bwMode="auto">
                  <a:xfrm>
                    <a:off x="2007" y="1136"/>
                    <a:ext cx="0" cy="49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7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944" y="1396"/>
                    <a:ext cx="0" cy="24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sp>
            <p:nvSpPr>
              <p:cNvPr id="44" name="Line 62"/>
              <p:cNvSpPr>
                <a:spLocks noChangeShapeType="1"/>
              </p:cNvSpPr>
              <p:nvPr/>
            </p:nvSpPr>
            <p:spPr bwMode="auto">
              <a:xfrm>
                <a:off x="56" y="2525"/>
                <a:ext cx="176" cy="0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Line 63"/>
              <p:cNvSpPr>
                <a:spLocks noChangeShapeType="1"/>
              </p:cNvSpPr>
              <p:nvPr/>
            </p:nvSpPr>
            <p:spPr bwMode="auto">
              <a:xfrm>
                <a:off x="2197" y="2525"/>
                <a:ext cx="188" cy="0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Line 64"/>
              <p:cNvSpPr>
                <a:spLocks noChangeShapeType="1"/>
              </p:cNvSpPr>
              <p:nvPr/>
            </p:nvSpPr>
            <p:spPr bwMode="auto">
              <a:xfrm flipV="1">
                <a:off x="54" y="2312"/>
                <a:ext cx="0" cy="224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tailEnd type="triangle" w="sm" len="lg"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Line 65"/>
              <p:cNvSpPr>
                <a:spLocks noChangeShapeType="1"/>
              </p:cNvSpPr>
              <p:nvPr/>
            </p:nvSpPr>
            <p:spPr bwMode="auto">
              <a:xfrm flipV="1">
                <a:off x="2386" y="2310"/>
                <a:ext cx="0" cy="224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tailEnd type="triangle" w="sm" len="lg"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Text Box 66"/>
              <p:cNvSpPr txBox="1">
                <a:spLocks noChangeArrowheads="1"/>
              </p:cNvSpPr>
              <p:nvPr/>
            </p:nvSpPr>
            <p:spPr bwMode="auto">
              <a:xfrm>
                <a:off x="-176" y="2292"/>
                <a:ext cx="286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A5002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" name="Text Box 67"/>
              <p:cNvSpPr txBox="1">
                <a:spLocks noChangeArrowheads="1"/>
              </p:cNvSpPr>
              <p:nvPr/>
            </p:nvSpPr>
            <p:spPr bwMode="auto">
              <a:xfrm>
                <a:off x="2371" y="2293"/>
                <a:ext cx="286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A5002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Line 68"/>
              <p:cNvSpPr>
                <a:spLocks noChangeShapeType="1"/>
              </p:cNvSpPr>
              <p:nvPr/>
            </p:nvSpPr>
            <p:spPr bwMode="auto">
              <a:xfrm>
                <a:off x="442" y="1543"/>
                <a:ext cx="258" cy="0"/>
              </a:xfrm>
              <a:prstGeom prst="line">
                <a:avLst/>
              </a:prstGeom>
              <a:noFill/>
              <a:ln w="76200">
                <a:solidFill>
                  <a:srgbClr val="FFFFFF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Line 69"/>
              <p:cNvSpPr>
                <a:spLocks noChangeShapeType="1"/>
              </p:cNvSpPr>
              <p:nvPr/>
            </p:nvSpPr>
            <p:spPr bwMode="auto">
              <a:xfrm>
                <a:off x="1189" y="1540"/>
                <a:ext cx="384" cy="0"/>
              </a:xfrm>
              <a:prstGeom prst="line">
                <a:avLst/>
              </a:prstGeom>
              <a:noFill/>
              <a:ln w="57150">
                <a:solidFill>
                  <a:srgbClr val="FFFFFF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Line 70"/>
              <p:cNvSpPr>
                <a:spLocks noChangeShapeType="1"/>
              </p:cNvSpPr>
              <p:nvPr/>
            </p:nvSpPr>
            <p:spPr bwMode="auto">
              <a:xfrm flipV="1">
                <a:off x="345" y="1487"/>
                <a:ext cx="140" cy="13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Line 71"/>
              <p:cNvSpPr>
                <a:spLocks noChangeShapeType="1"/>
              </p:cNvSpPr>
              <p:nvPr/>
            </p:nvSpPr>
            <p:spPr bwMode="auto">
              <a:xfrm flipV="1">
                <a:off x="364" y="1609"/>
                <a:ext cx="134" cy="14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Line 72"/>
              <p:cNvSpPr>
                <a:spLocks noChangeShapeType="1"/>
              </p:cNvSpPr>
              <p:nvPr/>
            </p:nvSpPr>
            <p:spPr bwMode="auto">
              <a:xfrm flipV="1">
                <a:off x="638" y="1450"/>
                <a:ext cx="57" cy="57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Line 73"/>
              <p:cNvSpPr>
                <a:spLocks noChangeShapeType="1"/>
              </p:cNvSpPr>
              <p:nvPr/>
            </p:nvSpPr>
            <p:spPr bwMode="auto">
              <a:xfrm flipV="1">
                <a:off x="1175" y="1042"/>
                <a:ext cx="98" cy="10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Line 74"/>
              <p:cNvSpPr>
                <a:spLocks noChangeShapeType="1"/>
              </p:cNvSpPr>
              <p:nvPr/>
            </p:nvSpPr>
            <p:spPr bwMode="auto">
              <a:xfrm flipV="1">
                <a:off x="644" y="1536"/>
                <a:ext cx="134" cy="14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Line 75"/>
              <p:cNvSpPr>
                <a:spLocks noChangeShapeType="1"/>
              </p:cNvSpPr>
              <p:nvPr/>
            </p:nvSpPr>
            <p:spPr bwMode="auto">
              <a:xfrm flipV="1">
                <a:off x="715" y="1545"/>
                <a:ext cx="211" cy="211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Line 76"/>
              <p:cNvSpPr>
                <a:spLocks noChangeShapeType="1"/>
              </p:cNvSpPr>
              <p:nvPr/>
            </p:nvSpPr>
            <p:spPr bwMode="auto">
              <a:xfrm flipV="1">
                <a:off x="1177" y="1162"/>
                <a:ext cx="113" cy="12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" name="Line 77"/>
              <p:cNvSpPr>
                <a:spLocks noChangeShapeType="1"/>
              </p:cNvSpPr>
              <p:nvPr/>
            </p:nvSpPr>
            <p:spPr bwMode="auto">
              <a:xfrm flipV="1">
                <a:off x="866" y="1545"/>
                <a:ext cx="206" cy="20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0" name="Line 78"/>
              <p:cNvSpPr>
                <a:spLocks noChangeShapeType="1"/>
              </p:cNvSpPr>
              <p:nvPr/>
            </p:nvSpPr>
            <p:spPr bwMode="auto">
              <a:xfrm flipV="1">
                <a:off x="1168" y="1258"/>
                <a:ext cx="198" cy="19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Line 79"/>
              <p:cNvSpPr>
                <a:spLocks noChangeShapeType="1"/>
              </p:cNvSpPr>
              <p:nvPr/>
            </p:nvSpPr>
            <p:spPr bwMode="auto">
              <a:xfrm flipV="1">
                <a:off x="1024" y="1363"/>
                <a:ext cx="387" cy="38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Line 80"/>
              <p:cNvSpPr>
                <a:spLocks noChangeShapeType="1"/>
              </p:cNvSpPr>
              <p:nvPr/>
            </p:nvSpPr>
            <p:spPr bwMode="auto">
              <a:xfrm flipV="1">
                <a:off x="1175" y="1514"/>
                <a:ext cx="234" cy="241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Line 81"/>
              <p:cNvSpPr>
                <a:spLocks noChangeShapeType="1"/>
              </p:cNvSpPr>
              <p:nvPr/>
            </p:nvSpPr>
            <p:spPr bwMode="auto">
              <a:xfrm flipV="1">
                <a:off x="1332" y="1666"/>
                <a:ext cx="77" cy="8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Line 82"/>
              <p:cNvSpPr>
                <a:spLocks noChangeShapeType="1"/>
              </p:cNvSpPr>
              <p:nvPr/>
            </p:nvSpPr>
            <p:spPr bwMode="auto">
              <a:xfrm flipV="1">
                <a:off x="1976" y="1034"/>
                <a:ext cx="68" cy="6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Line 83"/>
              <p:cNvSpPr>
                <a:spLocks noChangeShapeType="1"/>
              </p:cNvSpPr>
              <p:nvPr/>
            </p:nvSpPr>
            <p:spPr bwMode="auto">
              <a:xfrm flipV="1">
                <a:off x="1931" y="1146"/>
                <a:ext cx="153" cy="15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Line 84"/>
              <p:cNvSpPr>
                <a:spLocks noChangeShapeType="1"/>
              </p:cNvSpPr>
              <p:nvPr/>
            </p:nvSpPr>
            <p:spPr bwMode="auto">
              <a:xfrm flipV="1">
                <a:off x="1924" y="1287"/>
                <a:ext cx="174" cy="17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Line 85"/>
              <p:cNvSpPr>
                <a:spLocks noChangeShapeType="1"/>
              </p:cNvSpPr>
              <p:nvPr/>
            </p:nvSpPr>
            <p:spPr bwMode="auto">
              <a:xfrm flipV="1">
                <a:off x="1931" y="1452"/>
                <a:ext cx="165" cy="157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Line 86"/>
              <p:cNvSpPr>
                <a:spLocks noChangeShapeType="1"/>
              </p:cNvSpPr>
              <p:nvPr/>
            </p:nvSpPr>
            <p:spPr bwMode="auto">
              <a:xfrm flipV="1">
                <a:off x="1956" y="1611"/>
                <a:ext cx="132" cy="13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" name="Text Box 87"/>
              <p:cNvSpPr txBox="1">
                <a:spLocks noChangeArrowheads="1"/>
              </p:cNvSpPr>
              <p:nvPr/>
            </p:nvSpPr>
            <p:spPr bwMode="auto">
              <a:xfrm>
                <a:off x="1222" y="688"/>
                <a:ext cx="835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A5002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— A</a:t>
                </a:r>
                <a:endPara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Line 88"/>
              <p:cNvSpPr>
                <a:spLocks noChangeShapeType="1"/>
              </p:cNvSpPr>
              <p:nvPr/>
            </p:nvSpPr>
            <p:spPr bwMode="auto">
              <a:xfrm>
                <a:off x="490" y="1447"/>
                <a:ext cx="0" cy="312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Line 89"/>
              <p:cNvSpPr>
                <a:spLocks noChangeShapeType="1"/>
              </p:cNvSpPr>
              <p:nvPr/>
            </p:nvSpPr>
            <p:spPr bwMode="auto">
              <a:xfrm>
                <a:off x="653" y="1453"/>
                <a:ext cx="0" cy="312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Line 90"/>
              <p:cNvSpPr>
                <a:spLocks noChangeShapeType="1"/>
              </p:cNvSpPr>
              <p:nvPr/>
            </p:nvSpPr>
            <p:spPr bwMode="auto">
              <a:xfrm>
                <a:off x="1291" y="1036"/>
                <a:ext cx="0" cy="227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Line 91"/>
              <p:cNvSpPr>
                <a:spLocks noChangeShapeType="1"/>
              </p:cNvSpPr>
              <p:nvPr/>
            </p:nvSpPr>
            <p:spPr bwMode="auto">
              <a:xfrm>
                <a:off x="1982" y="1036"/>
                <a:ext cx="0" cy="227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" name="Line 92"/>
              <p:cNvSpPr>
                <a:spLocks noChangeShapeType="1"/>
              </p:cNvSpPr>
              <p:nvPr/>
            </p:nvSpPr>
            <p:spPr bwMode="auto">
              <a:xfrm>
                <a:off x="1282" y="1260"/>
                <a:ext cx="715" cy="0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Line 93"/>
              <p:cNvSpPr>
                <a:spLocks noChangeShapeType="1"/>
              </p:cNvSpPr>
              <p:nvPr/>
            </p:nvSpPr>
            <p:spPr bwMode="auto">
              <a:xfrm>
                <a:off x="1926" y="1265"/>
                <a:ext cx="0" cy="499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Line 94"/>
              <p:cNvSpPr>
                <a:spLocks noChangeShapeType="1"/>
              </p:cNvSpPr>
              <p:nvPr/>
            </p:nvSpPr>
            <p:spPr bwMode="auto">
              <a:xfrm>
                <a:off x="1878" y="1275"/>
                <a:ext cx="0" cy="499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Line 95"/>
              <p:cNvSpPr>
                <a:spLocks noChangeShapeType="1"/>
              </p:cNvSpPr>
              <p:nvPr/>
            </p:nvSpPr>
            <p:spPr bwMode="auto">
              <a:xfrm>
                <a:off x="1410" y="1259"/>
                <a:ext cx="0" cy="499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38" name="图片 37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63" t="18172" r="48190" b="10141"/>
            <a:stretch>
              <a:fillRect/>
            </a:stretch>
          </p:blipFill>
          <p:spPr>
            <a:xfrm rot="5400000">
              <a:off x="9331418" y="2602958"/>
              <a:ext cx="1303020" cy="242384"/>
            </a:xfrm>
            <a:prstGeom prst="rect">
              <a:avLst/>
            </a:prstGeom>
          </p:spPr>
        </p:pic>
        <p:pic>
          <p:nvPicPr>
            <p:cNvPr id="39" name="图片 38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686" t="1591" r="53995" b="10141"/>
            <a:stretch>
              <a:fillRect/>
            </a:stretch>
          </p:blipFill>
          <p:spPr>
            <a:xfrm rot="5400000">
              <a:off x="9163237" y="4361599"/>
              <a:ext cx="1695447" cy="298449"/>
            </a:xfrm>
            <a:prstGeom prst="rect">
              <a:avLst/>
            </a:prstGeom>
          </p:spPr>
        </p:pic>
        <p:pic>
          <p:nvPicPr>
            <p:cNvPr id="40" name="图片 39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16" t="1593" r="32012" b="11658"/>
            <a:stretch>
              <a:fillRect/>
            </a:stretch>
          </p:blipFill>
          <p:spPr>
            <a:xfrm rot="10800000">
              <a:off x="7703819" y="4411979"/>
              <a:ext cx="3139439" cy="293309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914" t="20342" r="56532" b="10139"/>
            <a:stretch>
              <a:fillRect/>
            </a:stretch>
          </p:blipFill>
          <p:spPr>
            <a:xfrm rot="5400000">
              <a:off x="7948245" y="2934286"/>
              <a:ext cx="662938" cy="235052"/>
            </a:xfrm>
            <a:prstGeom prst="rect">
              <a:avLst/>
            </a:prstGeom>
          </p:spPr>
        </p:pic>
        <p:pic>
          <p:nvPicPr>
            <p:cNvPr id="42" name="图片 41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077" t="18088" r="52977" b="10139"/>
            <a:stretch>
              <a:fillRect/>
            </a:stretch>
          </p:blipFill>
          <p:spPr>
            <a:xfrm rot="5400000">
              <a:off x="7978723" y="4420187"/>
              <a:ext cx="609602" cy="242672"/>
            </a:xfrm>
            <a:prstGeom prst="rect">
              <a:avLst/>
            </a:prstGeom>
          </p:spPr>
        </p:pic>
      </p:grpSp>
      <p:sp>
        <p:nvSpPr>
          <p:cNvPr id="110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35189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剖视图的基本概念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Rectangle 55"/>
          <p:cNvSpPr>
            <a:spLocks noChangeArrowheads="1"/>
          </p:cNvSpPr>
          <p:nvPr/>
        </p:nvSpPr>
        <p:spPr bwMode="auto">
          <a:xfrm>
            <a:off x="549845" y="1875601"/>
            <a:ext cx="2509020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r>
              <a:rPr kumimoji="1"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剖视图的标注</a:t>
            </a:r>
            <a:endParaRPr kumimoji="1" lang="zh-CN" altLang="en-US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/>
      <p:bldP spid="7" grpId="0"/>
      <p:bldP spid="8" grpId="0" animBg="1" autoUpdateAnimBg="0"/>
      <p:bldP spid="9" grpId="0"/>
      <p:bldP spid="10" grpId="0"/>
      <p:bldP spid="11" grpId="0"/>
      <p:bldP spid="12" grpId="0" animBg="1" autoUpdateAnimBg="0"/>
      <p:bldP spid="14" grpId="0" animBg="1" autoUpdateAnimBg="0"/>
      <p:bldP spid="17" grpId="0"/>
      <p:bldP spid="18" grpId="0"/>
      <p:bldP spid="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3"/>
          <p:cNvSpPr txBox="1">
            <a:spLocks noChangeArrowheads="1"/>
          </p:cNvSpPr>
          <p:nvPr/>
        </p:nvSpPr>
        <p:spPr bwMode="auto">
          <a:xfrm>
            <a:off x="6456807" y="2358601"/>
            <a:ext cx="4817987" cy="286232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剖视图按基本视图关系配置时，可省略箭头。</a:t>
            </a:r>
            <a:endParaRPr kumimoji="1" lang="en-US" altLang="zh-CN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当单一剖切面通过机件的对称或基本对称平面，且剖视图按基本视图关系配置时，可不标注。</a:t>
            </a:r>
            <a:endParaRPr kumimoji="1" lang="zh-CN" altLang="en-US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85"/>
          <p:cNvSpPr txBox="1">
            <a:spLocks noChangeArrowheads="1"/>
          </p:cNvSpPr>
          <p:nvPr/>
        </p:nvSpPr>
        <p:spPr bwMode="auto">
          <a:xfrm>
            <a:off x="6528048" y="1700808"/>
            <a:ext cx="377539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下列情况可省略标注：</a:t>
            </a:r>
            <a:endParaRPr lang="zh-CN" altLang="en-US" sz="2800" b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Line 62"/>
          <p:cNvSpPr>
            <a:spLocks noChangeShapeType="1"/>
          </p:cNvSpPr>
          <p:nvPr/>
        </p:nvSpPr>
        <p:spPr bwMode="auto">
          <a:xfrm>
            <a:off x="1703512" y="5066692"/>
            <a:ext cx="279400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Line 63"/>
          <p:cNvSpPr>
            <a:spLocks noChangeShapeType="1"/>
          </p:cNvSpPr>
          <p:nvPr/>
        </p:nvSpPr>
        <p:spPr bwMode="auto">
          <a:xfrm>
            <a:off x="5089192" y="5066692"/>
            <a:ext cx="298450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Line 64"/>
          <p:cNvSpPr>
            <a:spLocks noChangeShapeType="1"/>
          </p:cNvSpPr>
          <p:nvPr/>
        </p:nvSpPr>
        <p:spPr bwMode="auto">
          <a:xfrm flipV="1">
            <a:off x="1700337" y="4728555"/>
            <a:ext cx="0" cy="3556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Line 65"/>
          <p:cNvSpPr>
            <a:spLocks noChangeShapeType="1"/>
          </p:cNvSpPr>
          <p:nvPr/>
        </p:nvSpPr>
        <p:spPr bwMode="auto">
          <a:xfrm flipV="1">
            <a:off x="5387642" y="4723792"/>
            <a:ext cx="0" cy="3556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Text Box 66"/>
          <p:cNvSpPr txBox="1">
            <a:spLocks noChangeArrowheads="1"/>
          </p:cNvSpPr>
          <p:nvPr/>
        </p:nvSpPr>
        <p:spPr bwMode="auto">
          <a:xfrm>
            <a:off x="1303462" y="4698392"/>
            <a:ext cx="441325" cy="519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Text Box 67"/>
          <p:cNvSpPr txBox="1">
            <a:spLocks noChangeArrowheads="1"/>
          </p:cNvSpPr>
          <p:nvPr/>
        </p:nvSpPr>
        <p:spPr bwMode="auto">
          <a:xfrm>
            <a:off x="5355892" y="4679342"/>
            <a:ext cx="441325" cy="519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Text Box 87"/>
          <p:cNvSpPr txBox="1">
            <a:spLocks noChangeArrowheads="1"/>
          </p:cNvSpPr>
          <p:nvPr/>
        </p:nvSpPr>
        <p:spPr bwMode="auto">
          <a:xfrm>
            <a:off x="3602162" y="2150455"/>
            <a:ext cx="1231900" cy="5191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 — A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952404" y="2612620"/>
            <a:ext cx="3139439" cy="3285907"/>
            <a:chOff x="7703819" y="2072640"/>
            <a:chExt cx="3139439" cy="3285907"/>
          </a:xfrm>
        </p:grpSpPr>
        <p:grpSp>
          <p:nvGrpSpPr>
            <p:cNvPr id="12" name="Group 23"/>
            <p:cNvGrpSpPr/>
            <p:nvPr/>
          </p:nvGrpSpPr>
          <p:grpSpPr bwMode="auto">
            <a:xfrm>
              <a:off x="7896410" y="2145449"/>
              <a:ext cx="2813050" cy="3105150"/>
              <a:chOff x="337" y="1026"/>
              <a:chExt cx="1772" cy="1956"/>
            </a:xfrm>
          </p:grpSpPr>
          <p:grpSp>
            <p:nvGrpSpPr>
              <p:cNvPr id="19" name="Group 24"/>
              <p:cNvGrpSpPr/>
              <p:nvPr/>
            </p:nvGrpSpPr>
            <p:grpSpPr bwMode="auto">
              <a:xfrm>
                <a:off x="337" y="1026"/>
                <a:ext cx="1772" cy="1956"/>
                <a:chOff x="935" y="891"/>
                <a:chExt cx="1772" cy="1956"/>
              </a:xfrm>
            </p:grpSpPr>
            <p:grpSp>
              <p:nvGrpSpPr>
                <p:cNvPr id="48" name="Group 25"/>
                <p:cNvGrpSpPr/>
                <p:nvPr/>
              </p:nvGrpSpPr>
              <p:grpSpPr bwMode="auto">
                <a:xfrm>
                  <a:off x="943" y="1938"/>
                  <a:ext cx="1750" cy="909"/>
                  <a:chOff x="943" y="1938"/>
                  <a:chExt cx="1750" cy="909"/>
                </a:xfrm>
              </p:grpSpPr>
              <p:sp>
                <p:nvSpPr>
                  <p:cNvPr id="68" name="Oval 26"/>
                  <p:cNvSpPr>
                    <a:spLocks noChangeArrowheads="1"/>
                  </p:cNvSpPr>
                  <p:nvPr/>
                </p:nvSpPr>
                <p:spPr bwMode="auto">
                  <a:xfrm>
                    <a:off x="1784" y="1938"/>
                    <a:ext cx="909" cy="909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9" name="Oval 27"/>
                  <p:cNvSpPr>
                    <a:spLocks noChangeArrowheads="1"/>
                  </p:cNvSpPr>
                  <p:nvPr/>
                </p:nvSpPr>
                <p:spPr bwMode="auto">
                  <a:xfrm>
                    <a:off x="1896" y="2040"/>
                    <a:ext cx="689" cy="699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0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2004" y="2149"/>
                    <a:ext cx="480" cy="48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1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1035" y="2254"/>
                    <a:ext cx="278" cy="27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2" name="Oval 30"/>
                  <p:cNvSpPr>
                    <a:spLocks noChangeArrowheads="1"/>
                  </p:cNvSpPr>
                  <p:nvPr/>
                </p:nvSpPr>
                <p:spPr bwMode="auto">
                  <a:xfrm>
                    <a:off x="1090" y="2308"/>
                    <a:ext cx="163" cy="16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3" name="Arc 33"/>
                  <p:cNvSpPr/>
                  <p:nvPr/>
                </p:nvSpPr>
                <p:spPr bwMode="auto">
                  <a:xfrm flipH="1" flipV="1">
                    <a:off x="943" y="2173"/>
                    <a:ext cx="223" cy="438"/>
                  </a:xfrm>
                  <a:custGeom>
                    <a:avLst/>
                    <a:gdLst>
                      <a:gd name="T0" fmla="*/ 0 w 21600"/>
                      <a:gd name="T1" fmla="*/ 0 h 42256"/>
                      <a:gd name="T2" fmla="*/ 0 w 21600"/>
                      <a:gd name="T3" fmla="*/ 0 h 42256"/>
                      <a:gd name="T4" fmla="*/ 0 w 21600"/>
                      <a:gd name="T5" fmla="*/ 0 h 42256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2256"/>
                      <a:gd name="T11" fmla="*/ 21600 w 21600"/>
                      <a:gd name="T12" fmla="*/ 42256 h 4225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2256" fill="none" extrusionOk="0">
                        <a:moveTo>
                          <a:pt x="4945" y="-1"/>
                        </a:moveTo>
                        <a:cubicBezTo>
                          <a:pt x="14703" y="2294"/>
                          <a:pt x="21600" y="11001"/>
                          <a:pt x="21600" y="21026"/>
                        </a:cubicBezTo>
                        <a:cubicBezTo>
                          <a:pt x="21600" y="31420"/>
                          <a:pt x="14196" y="40341"/>
                          <a:pt x="3979" y="42256"/>
                        </a:cubicBezTo>
                      </a:path>
                      <a:path w="21600" h="42256" stroke="0" extrusionOk="0">
                        <a:moveTo>
                          <a:pt x="4945" y="-1"/>
                        </a:moveTo>
                        <a:cubicBezTo>
                          <a:pt x="14703" y="2294"/>
                          <a:pt x="21600" y="11001"/>
                          <a:pt x="21600" y="21026"/>
                        </a:cubicBezTo>
                        <a:cubicBezTo>
                          <a:pt x="21600" y="31420"/>
                          <a:pt x="14196" y="40341"/>
                          <a:pt x="3979" y="42256"/>
                        </a:cubicBezTo>
                        <a:lnTo>
                          <a:pt x="0" y="21026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4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1093" y="2608"/>
                    <a:ext cx="1055" cy="234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5" name="Line 3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25" y="1945"/>
                    <a:ext cx="1030" cy="228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6" name="Rectangle 36"/>
                  <p:cNvSpPr>
                    <a:spLocks noChangeArrowheads="1"/>
                  </p:cNvSpPr>
                  <p:nvPr/>
                </p:nvSpPr>
                <p:spPr bwMode="auto">
                  <a:xfrm>
                    <a:off x="2450" y="2333"/>
                    <a:ext cx="77" cy="111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FFFFFF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7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2468" y="2330"/>
                    <a:ext cx="58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8" name="Line 39"/>
                  <p:cNvSpPr>
                    <a:spLocks noChangeShapeType="1"/>
                  </p:cNvSpPr>
                  <p:nvPr/>
                </p:nvSpPr>
                <p:spPr bwMode="auto">
                  <a:xfrm>
                    <a:off x="2526" y="2320"/>
                    <a:ext cx="0" cy="142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9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2473" y="2449"/>
                    <a:ext cx="58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49" name="Group 41"/>
                <p:cNvGrpSpPr/>
                <p:nvPr/>
              </p:nvGrpSpPr>
              <p:grpSpPr bwMode="auto">
                <a:xfrm>
                  <a:off x="935" y="891"/>
                  <a:ext cx="1772" cy="745"/>
                  <a:chOff x="935" y="891"/>
                  <a:chExt cx="1772" cy="745"/>
                </a:xfrm>
              </p:grpSpPr>
              <p:sp>
                <p:nvSpPr>
                  <p:cNvPr id="50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935" y="1623"/>
                    <a:ext cx="1772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1" name="Line 43"/>
                  <p:cNvSpPr>
                    <a:spLocks noChangeShapeType="1"/>
                  </p:cNvSpPr>
                  <p:nvPr/>
                </p:nvSpPr>
                <p:spPr bwMode="auto">
                  <a:xfrm>
                    <a:off x="955" y="1405"/>
                    <a:ext cx="1205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2" name="Line 4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00" y="896"/>
                    <a:ext cx="888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3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1781" y="896"/>
                    <a:ext cx="912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4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2692" y="892"/>
                    <a:ext cx="0" cy="725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5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1776" y="891"/>
                    <a:ext cx="0" cy="514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6" name="Line 5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032" y="1304"/>
                    <a:ext cx="0" cy="91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7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1032" y="1314"/>
                    <a:ext cx="274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8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1311" y="1311"/>
                    <a:ext cx="0" cy="102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9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1252" y="1319"/>
                    <a:ext cx="0" cy="30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0" name="Line 54"/>
                  <p:cNvSpPr>
                    <a:spLocks noChangeShapeType="1"/>
                  </p:cNvSpPr>
                  <p:nvPr/>
                </p:nvSpPr>
                <p:spPr bwMode="auto">
                  <a:xfrm>
                    <a:off x="1089" y="1328"/>
                    <a:ext cx="0" cy="30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1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1892" y="896"/>
                    <a:ext cx="0" cy="23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2" name="Line 56"/>
                  <p:cNvSpPr>
                    <a:spLocks noChangeShapeType="1"/>
                  </p:cNvSpPr>
                  <p:nvPr/>
                </p:nvSpPr>
                <p:spPr bwMode="auto">
                  <a:xfrm>
                    <a:off x="1892" y="1127"/>
                    <a:ext cx="69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3" name="Line 57"/>
                  <p:cNvSpPr>
                    <a:spLocks noChangeShapeType="1"/>
                  </p:cNvSpPr>
                  <p:nvPr/>
                </p:nvSpPr>
                <p:spPr bwMode="auto">
                  <a:xfrm>
                    <a:off x="2579" y="901"/>
                    <a:ext cx="0" cy="23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4" name="Line 58"/>
                  <p:cNvSpPr>
                    <a:spLocks noChangeShapeType="1"/>
                  </p:cNvSpPr>
                  <p:nvPr/>
                </p:nvSpPr>
                <p:spPr bwMode="auto">
                  <a:xfrm>
                    <a:off x="2525" y="1127"/>
                    <a:ext cx="0" cy="49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5" name="Line 59"/>
                  <p:cNvSpPr>
                    <a:spLocks noChangeShapeType="1"/>
                  </p:cNvSpPr>
                  <p:nvPr/>
                </p:nvSpPr>
                <p:spPr bwMode="auto">
                  <a:xfrm>
                    <a:off x="2477" y="1127"/>
                    <a:ext cx="0" cy="49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6" name="Line 60"/>
                  <p:cNvSpPr>
                    <a:spLocks noChangeShapeType="1"/>
                  </p:cNvSpPr>
                  <p:nvPr/>
                </p:nvSpPr>
                <p:spPr bwMode="auto">
                  <a:xfrm>
                    <a:off x="2007" y="1136"/>
                    <a:ext cx="0" cy="49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7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944" y="1396"/>
                    <a:ext cx="0" cy="24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sp>
            <p:nvSpPr>
              <p:cNvPr id="20" name="Line 68"/>
              <p:cNvSpPr>
                <a:spLocks noChangeShapeType="1"/>
              </p:cNvSpPr>
              <p:nvPr/>
            </p:nvSpPr>
            <p:spPr bwMode="auto">
              <a:xfrm>
                <a:off x="442" y="1543"/>
                <a:ext cx="258" cy="0"/>
              </a:xfrm>
              <a:prstGeom prst="line">
                <a:avLst/>
              </a:prstGeom>
              <a:noFill/>
              <a:ln w="76200">
                <a:solidFill>
                  <a:srgbClr val="FFFFFF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1" name="Line 69"/>
              <p:cNvSpPr>
                <a:spLocks noChangeShapeType="1"/>
              </p:cNvSpPr>
              <p:nvPr/>
            </p:nvSpPr>
            <p:spPr bwMode="auto">
              <a:xfrm>
                <a:off x="1189" y="1540"/>
                <a:ext cx="384" cy="0"/>
              </a:xfrm>
              <a:prstGeom prst="line">
                <a:avLst/>
              </a:prstGeom>
              <a:noFill/>
              <a:ln w="57150">
                <a:solidFill>
                  <a:srgbClr val="FFFFFF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Line 70"/>
              <p:cNvSpPr>
                <a:spLocks noChangeShapeType="1"/>
              </p:cNvSpPr>
              <p:nvPr/>
            </p:nvSpPr>
            <p:spPr bwMode="auto">
              <a:xfrm flipV="1">
                <a:off x="345" y="1487"/>
                <a:ext cx="140" cy="13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3" name="Line 71"/>
              <p:cNvSpPr>
                <a:spLocks noChangeShapeType="1"/>
              </p:cNvSpPr>
              <p:nvPr/>
            </p:nvSpPr>
            <p:spPr bwMode="auto">
              <a:xfrm flipV="1">
                <a:off x="364" y="1609"/>
                <a:ext cx="134" cy="14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Line 72"/>
              <p:cNvSpPr>
                <a:spLocks noChangeShapeType="1"/>
              </p:cNvSpPr>
              <p:nvPr/>
            </p:nvSpPr>
            <p:spPr bwMode="auto">
              <a:xfrm flipV="1">
                <a:off x="638" y="1450"/>
                <a:ext cx="57" cy="57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73"/>
              <p:cNvSpPr>
                <a:spLocks noChangeShapeType="1"/>
              </p:cNvSpPr>
              <p:nvPr/>
            </p:nvSpPr>
            <p:spPr bwMode="auto">
              <a:xfrm flipV="1">
                <a:off x="1175" y="1042"/>
                <a:ext cx="98" cy="10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74"/>
              <p:cNvSpPr>
                <a:spLocks noChangeShapeType="1"/>
              </p:cNvSpPr>
              <p:nvPr/>
            </p:nvSpPr>
            <p:spPr bwMode="auto">
              <a:xfrm flipV="1">
                <a:off x="644" y="1536"/>
                <a:ext cx="134" cy="14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Line 75"/>
              <p:cNvSpPr>
                <a:spLocks noChangeShapeType="1"/>
              </p:cNvSpPr>
              <p:nvPr/>
            </p:nvSpPr>
            <p:spPr bwMode="auto">
              <a:xfrm flipV="1">
                <a:off x="715" y="1545"/>
                <a:ext cx="211" cy="211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76"/>
              <p:cNvSpPr>
                <a:spLocks noChangeShapeType="1"/>
              </p:cNvSpPr>
              <p:nvPr/>
            </p:nvSpPr>
            <p:spPr bwMode="auto">
              <a:xfrm flipV="1">
                <a:off x="1177" y="1162"/>
                <a:ext cx="113" cy="12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Line 77"/>
              <p:cNvSpPr>
                <a:spLocks noChangeShapeType="1"/>
              </p:cNvSpPr>
              <p:nvPr/>
            </p:nvSpPr>
            <p:spPr bwMode="auto">
              <a:xfrm flipV="1">
                <a:off x="866" y="1545"/>
                <a:ext cx="206" cy="20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Line 78"/>
              <p:cNvSpPr>
                <a:spLocks noChangeShapeType="1"/>
              </p:cNvSpPr>
              <p:nvPr/>
            </p:nvSpPr>
            <p:spPr bwMode="auto">
              <a:xfrm flipV="1">
                <a:off x="1168" y="1258"/>
                <a:ext cx="198" cy="19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Line 79"/>
              <p:cNvSpPr>
                <a:spLocks noChangeShapeType="1"/>
              </p:cNvSpPr>
              <p:nvPr/>
            </p:nvSpPr>
            <p:spPr bwMode="auto">
              <a:xfrm flipV="1">
                <a:off x="1024" y="1363"/>
                <a:ext cx="387" cy="38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Line 80"/>
              <p:cNvSpPr>
                <a:spLocks noChangeShapeType="1"/>
              </p:cNvSpPr>
              <p:nvPr/>
            </p:nvSpPr>
            <p:spPr bwMode="auto">
              <a:xfrm flipV="1">
                <a:off x="1175" y="1514"/>
                <a:ext cx="234" cy="241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Line 81"/>
              <p:cNvSpPr>
                <a:spLocks noChangeShapeType="1"/>
              </p:cNvSpPr>
              <p:nvPr/>
            </p:nvSpPr>
            <p:spPr bwMode="auto">
              <a:xfrm flipV="1">
                <a:off x="1332" y="1666"/>
                <a:ext cx="77" cy="8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Line 82"/>
              <p:cNvSpPr>
                <a:spLocks noChangeShapeType="1"/>
              </p:cNvSpPr>
              <p:nvPr/>
            </p:nvSpPr>
            <p:spPr bwMode="auto">
              <a:xfrm flipV="1">
                <a:off x="1976" y="1034"/>
                <a:ext cx="68" cy="6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Line 83"/>
              <p:cNvSpPr>
                <a:spLocks noChangeShapeType="1"/>
              </p:cNvSpPr>
              <p:nvPr/>
            </p:nvSpPr>
            <p:spPr bwMode="auto">
              <a:xfrm flipV="1">
                <a:off x="1931" y="1146"/>
                <a:ext cx="153" cy="15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Line 84"/>
              <p:cNvSpPr>
                <a:spLocks noChangeShapeType="1"/>
              </p:cNvSpPr>
              <p:nvPr/>
            </p:nvSpPr>
            <p:spPr bwMode="auto">
              <a:xfrm flipV="1">
                <a:off x="1924" y="1287"/>
                <a:ext cx="174" cy="17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8" name="Line 85"/>
              <p:cNvSpPr>
                <a:spLocks noChangeShapeType="1"/>
              </p:cNvSpPr>
              <p:nvPr/>
            </p:nvSpPr>
            <p:spPr bwMode="auto">
              <a:xfrm flipV="1">
                <a:off x="1931" y="1452"/>
                <a:ext cx="165" cy="157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9" name="Line 86"/>
              <p:cNvSpPr>
                <a:spLocks noChangeShapeType="1"/>
              </p:cNvSpPr>
              <p:nvPr/>
            </p:nvSpPr>
            <p:spPr bwMode="auto">
              <a:xfrm flipV="1">
                <a:off x="1956" y="1611"/>
                <a:ext cx="132" cy="13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0" name="Line 88"/>
              <p:cNvSpPr>
                <a:spLocks noChangeShapeType="1"/>
              </p:cNvSpPr>
              <p:nvPr/>
            </p:nvSpPr>
            <p:spPr bwMode="auto">
              <a:xfrm>
                <a:off x="490" y="1447"/>
                <a:ext cx="0" cy="312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1" name="Line 89"/>
              <p:cNvSpPr>
                <a:spLocks noChangeShapeType="1"/>
              </p:cNvSpPr>
              <p:nvPr/>
            </p:nvSpPr>
            <p:spPr bwMode="auto">
              <a:xfrm>
                <a:off x="653" y="1453"/>
                <a:ext cx="0" cy="312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2" name="Line 90"/>
              <p:cNvSpPr>
                <a:spLocks noChangeShapeType="1"/>
              </p:cNvSpPr>
              <p:nvPr/>
            </p:nvSpPr>
            <p:spPr bwMode="auto">
              <a:xfrm>
                <a:off x="1291" y="1036"/>
                <a:ext cx="0" cy="227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3" name="Line 91"/>
              <p:cNvSpPr>
                <a:spLocks noChangeShapeType="1"/>
              </p:cNvSpPr>
              <p:nvPr/>
            </p:nvSpPr>
            <p:spPr bwMode="auto">
              <a:xfrm>
                <a:off x="1982" y="1036"/>
                <a:ext cx="0" cy="227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4" name="Line 92"/>
              <p:cNvSpPr>
                <a:spLocks noChangeShapeType="1"/>
              </p:cNvSpPr>
              <p:nvPr/>
            </p:nvSpPr>
            <p:spPr bwMode="auto">
              <a:xfrm>
                <a:off x="1282" y="1260"/>
                <a:ext cx="715" cy="0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Line 93"/>
              <p:cNvSpPr>
                <a:spLocks noChangeShapeType="1"/>
              </p:cNvSpPr>
              <p:nvPr/>
            </p:nvSpPr>
            <p:spPr bwMode="auto">
              <a:xfrm>
                <a:off x="1926" y="1265"/>
                <a:ext cx="0" cy="499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6" name="Line 94"/>
              <p:cNvSpPr>
                <a:spLocks noChangeShapeType="1"/>
              </p:cNvSpPr>
              <p:nvPr/>
            </p:nvSpPr>
            <p:spPr bwMode="auto">
              <a:xfrm>
                <a:off x="1878" y="1275"/>
                <a:ext cx="0" cy="499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Line 95"/>
              <p:cNvSpPr>
                <a:spLocks noChangeShapeType="1"/>
              </p:cNvSpPr>
              <p:nvPr/>
            </p:nvSpPr>
            <p:spPr bwMode="auto">
              <a:xfrm>
                <a:off x="1410" y="1259"/>
                <a:ext cx="0" cy="499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63" t="18172" r="48190" b="10141"/>
            <a:stretch>
              <a:fillRect/>
            </a:stretch>
          </p:blipFill>
          <p:spPr>
            <a:xfrm rot="5400000">
              <a:off x="9331418" y="2602958"/>
              <a:ext cx="1303020" cy="242384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686" t="1591" r="53995" b="10141"/>
            <a:stretch>
              <a:fillRect/>
            </a:stretch>
          </p:blipFill>
          <p:spPr>
            <a:xfrm rot="5400000">
              <a:off x="9163237" y="4361599"/>
              <a:ext cx="1695447" cy="29844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16" t="1593" r="32012" b="11658"/>
            <a:stretch>
              <a:fillRect/>
            </a:stretch>
          </p:blipFill>
          <p:spPr>
            <a:xfrm rot="10800000">
              <a:off x="7703819" y="4411979"/>
              <a:ext cx="3139439" cy="293309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914" t="20342" r="56532" b="10139"/>
            <a:stretch>
              <a:fillRect/>
            </a:stretch>
          </p:blipFill>
          <p:spPr>
            <a:xfrm rot="5400000">
              <a:off x="7948245" y="2934286"/>
              <a:ext cx="662938" cy="235052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077" t="18088" r="52977" b="10139"/>
            <a:stretch>
              <a:fillRect/>
            </a:stretch>
          </p:blipFill>
          <p:spPr>
            <a:xfrm rot="5400000">
              <a:off x="7978723" y="4420187"/>
              <a:ext cx="609602" cy="242672"/>
            </a:xfrm>
            <a:prstGeom prst="rect">
              <a:avLst/>
            </a:prstGeom>
          </p:spPr>
        </p:pic>
      </p:grpSp>
      <p:sp>
        <p:nvSpPr>
          <p:cNvPr id="80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35189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剖视图的基本概念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Rectangle 55"/>
          <p:cNvSpPr>
            <a:spLocks noChangeArrowheads="1"/>
          </p:cNvSpPr>
          <p:nvPr/>
        </p:nvSpPr>
        <p:spPr bwMode="auto">
          <a:xfrm>
            <a:off x="549845" y="1875601"/>
            <a:ext cx="2509020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r>
              <a:rPr kumimoji="1"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剖视图的标注</a:t>
            </a:r>
            <a:endParaRPr kumimoji="1" lang="zh-CN" altLang="en-US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  <p:bldP spid="9" grpId="0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2" name="组合 1"/>
          <p:cNvGrpSpPr/>
          <p:nvPr/>
        </p:nvGrpSpPr>
        <p:grpSpPr>
          <a:xfrm>
            <a:off x="695400" y="2276872"/>
            <a:ext cx="4497388" cy="3749673"/>
            <a:chOff x="7082023" y="1608874"/>
            <a:chExt cx="4497388" cy="3749673"/>
          </a:xfrm>
        </p:grpSpPr>
        <p:grpSp>
          <p:nvGrpSpPr>
            <p:cNvPr id="3" name="Group 23"/>
            <p:cNvGrpSpPr/>
            <p:nvPr/>
          </p:nvGrpSpPr>
          <p:grpSpPr bwMode="auto">
            <a:xfrm>
              <a:off x="7082023" y="1608874"/>
              <a:ext cx="4497388" cy="3641725"/>
              <a:chOff x="-176" y="688"/>
              <a:chExt cx="2833" cy="2294"/>
            </a:xfrm>
          </p:grpSpPr>
          <p:grpSp>
            <p:nvGrpSpPr>
              <p:cNvPr id="9" name="Group 24"/>
              <p:cNvGrpSpPr/>
              <p:nvPr/>
            </p:nvGrpSpPr>
            <p:grpSpPr bwMode="auto">
              <a:xfrm>
                <a:off x="337" y="1026"/>
                <a:ext cx="1772" cy="1956"/>
                <a:chOff x="935" y="891"/>
                <a:chExt cx="1772" cy="1956"/>
              </a:xfrm>
            </p:grpSpPr>
            <p:grpSp>
              <p:nvGrpSpPr>
                <p:cNvPr id="46" name="Group 25"/>
                <p:cNvGrpSpPr/>
                <p:nvPr/>
              </p:nvGrpSpPr>
              <p:grpSpPr bwMode="auto">
                <a:xfrm>
                  <a:off x="943" y="1938"/>
                  <a:ext cx="1750" cy="909"/>
                  <a:chOff x="943" y="1938"/>
                  <a:chExt cx="1750" cy="909"/>
                </a:xfrm>
              </p:grpSpPr>
              <p:sp>
                <p:nvSpPr>
                  <p:cNvPr id="66" name="Oval 26"/>
                  <p:cNvSpPr>
                    <a:spLocks noChangeArrowheads="1"/>
                  </p:cNvSpPr>
                  <p:nvPr/>
                </p:nvSpPr>
                <p:spPr bwMode="auto">
                  <a:xfrm>
                    <a:off x="1784" y="1938"/>
                    <a:ext cx="909" cy="909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7" name="Oval 27"/>
                  <p:cNvSpPr>
                    <a:spLocks noChangeArrowheads="1"/>
                  </p:cNvSpPr>
                  <p:nvPr/>
                </p:nvSpPr>
                <p:spPr bwMode="auto">
                  <a:xfrm>
                    <a:off x="1896" y="2040"/>
                    <a:ext cx="689" cy="699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8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2004" y="2149"/>
                    <a:ext cx="480" cy="48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9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1035" y="2254"/>
                    <a:ext cx="278" cy="27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0" name="Oval 30"/>
                  <p:cNvSpPr>
                    <a:spLocks noChangeArrowheads="1"/>
                  </p:cNvSpPr>
                  <p:nvPr/>
                </p:nvSpPr>
                <p:spPr bwMode="auto">
                  <a:xfrm>
                    <a:off x="1090" y="2308"/>
                    <a:ext cx="163" cy="16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1" name="Arc 33"/>
                  <p:cNvSpPr/>
                  <p:nvPr/>
                </p:nvSpPr>
                <p:spPr bwMode="auto">
                  <a:xfrm flipH="1" flipV="1">
                    <a:off x="943" y="2173"/>
                    <a:ext cx="223" cy="438"/>
                  </a:xfrm>
                  <a:custGeom>
                    <a:avLst/>
                    <a:gdLst>
                      <a:gd name="T0" fmla="*/ 0 w 21600"/>
                      <a:gd name="T1" fmla="*/ 0 h 42256"/>
                      <a:gd name="T2" fmla="*/ 0 w 21600"/>
                      <a:gd name="T3" fmla="*/ 0 h 42256"/>
                      <a:gd name="T4" fmla="*/ 0 w 21600"/>
                      <a:gd name="T5" fmla="*/ 0 h 42256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2256"/>
                      <a:gd name="T11" fmla="*/ 21600 w 21600"/>
                      <a:gd name="T12" fmla="*/ 42256 h 4225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2256" fill="none" extrusionOk="0">
                        <a:moveTo>
                          <a:pt x="4945" y="-1"/>
                        </a:moveTo>
                        <a:cubicBezTo>
                          <a:pt x="14703" y="2294"/>
                          <a:pt x="21600" y="11001"/>
                          <a:pt x="21600" y="21026"/>
                        </a:cubicBezTo>
                        <a:cubicBezTo>
                          <a:pt x="21600" y="31420"/>
                          <a:pt x="14196" y="40341"/>
                          <a:pt x="3979" y="42256"/>
                        </a:cubicBezTo>
                      </a:path>
                      <a:path w="21600" h="42256" stroke="0" extrusionOk="0">
                        <a:moveTo>
                          <a:pt x="4945" y="-1"/>
                        </a:moveTo>
                        <a:cubicBezTo>
                          <a:pt x="14703" y="2294"/>
                          <a:pt x="21600" y="11001"/>
                          <a:pt x="21600" y="21026"/>
                        </a:cubicBezTo>
                        <a:cubicBezTo>
                          <a:pt x="21600" y="31420"/>
                          <a:pt x="14196" y="40341"/>
                          <a:pt x="3979" y="42256"/>
                        </a:cubicBezTo>
                        <a:lnTo>
                          <a:pt x="0" y="21026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2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1093" y="2608"/>
                    <a:ext cx="1055" cy="234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3" name="Line 3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25" y="1945"/>
                    <a:ext cx="1030" cy="228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4" name="Rectangle 36"/>
                  <p:cNvSpPr>
                    <a:spLocks noChangeArrowheads="1"/>
                  </p:cNvSpPr>
                  <p:nvPr/>
                </p:nvSpPr>
                <p:spPr bwMode="auto">
                  <a:xfrm>
                    <a:off x="2450" y="2333"/>
                    <a:ext cx="77" cy="111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FFFFFF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5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2468" y="2330"/>
                    <a:ext cx="58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6" name="Line 39"/>
                  <p:cNvSpPr>
                    <a:spLocks noChangeShapeType="1"/>
                  </p:cNvSpPr>
                  <p:nvPr/>
                </p:nvSpPr>
                <p:spPr bwMode="auto">
                  <a:xfrm>
                    <a:off x="2526" y="2320"/>
                    <a:ext cx="0" cy="142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7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2473" y="2449"/>
                    <a:ext cx="58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7" name="Group 41"/>
                <p:cNvGrpSpPr/>
                <p:nvPr/>
              </p:nvGrpSpPr>
              <p:grpSpPr bwMode="auto">
                <a:xfrm>
                  <a:off x="935" y="891"/>
                  <a:ext cx="1772" cy="745"/>
                  <a:chOff x="935" y="891"/>
                  <a:chExt cx="1772" cy="745"/>
                </a:xfrm>
              </p:grpSpPr>
              <p:sp>
                <p:nvSpPr>
                  <p:cNvPr id="48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935" y="1623"/>
                    <a:ext cx="1772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" name="Line 43"/>
                  <p:cNvSpPr>
                    <a:spLocks noChangeShapeType="1"/>
                  </p:cNvSpPr>
                  <p:nvPr/>
                </p:nvSpPr>
                <p:spPr bwMode="auto">
                  <a:xfrm>
                    <a:off x="955" y="1405"/>
                    <a:ext cx="1205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0" name="Line 4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00" y="896"/>
                    <a:ext cx="888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1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1781" y="896"/>
                    <a:ext cx="912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2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2692" y="892"/>
                    <a:ext cx="0" cy="725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3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1776" y="891"/>
                    <a:ext cx="0" cy="514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4" name="Line 5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032" y="1304"/>
                    <a:ext cx="0" cy="91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5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1032" y="1314"/>
                    <a:ext cx="274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6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1311" y="1311"/>
                    <a:ext cx="0" cy="102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7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1252" y="1319"/>
                    <a:ext cx="0" cy="30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8" name="Line 54"/>
                  <p:cNvSpPr>
                    <a:spLocks noChangeShapeType="1"/>
                  </p:cNvSpPr>
                  <p:nvPr/>
                </p:nvSpPr>
                <p:spPr bwMode="auto">
                  <a:xfrm>
                    <a:off x="1089" y="1328"/>
                    <a:ext cx="0" cy="30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9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1892" y="896"/>
                    <a:ext cx="0" cy="23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0" name="Line 56"/>
                  <p:cNvSpPr>
                    <a:spLocks noChangeShapeType="1"/>
                  </p:cNvSpPr>
                  <p:nvPr/>
                </p:nvSpPr>
                <p:spPr bwMode="auto">
                  <a:xfrm>
                    <a:off x="1892" y="1127"/>
                    <a:ext cx="69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1" name="Line 57"/>
                  <p:cNvSpPr>
                    <a:spLocks noChangeShapeType="1"/>
                  </p:cNvSpPr>
                  <p:nvPr/>
                </p:nvSpPr>
                <p:spPr bwMode="auto">
                  <a:xfrm>
                    <a:off x="2579" y="901"/>
                    <a:ext cx="0" cy="23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2" name="Line 58"/>
                  <p:cNvSpPr>
                    <a:spLocks noChangeShapeType="1"/>
                  </p:cNvSpPr>
                  <p:nvPr/>
                </p:nvSpPr>
                <p:spPr bwMode="auto">
                  <a:xfrm>
                    <a:off x="2525" y="1127"/>
                    <a:ext cx="0" cy="49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3" name="Line 59"/>
                  <p:cNvSpPr>
                    <a:spLocks noChangeShapeType="1"/>
                  </p:cNvSpPr>
                  <p:nvPr/>
                </p:nvSpPr>
                <p:spPr bwMode="auto">
                  <a:xfrm>
                    <a:off x="2477" y="1127"/>
                    <a:ext cx="0" cy="49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4" name="Line 60"/>
                  <p:cNvSpPr>
                    <a:spLocks noChangeShapeType="1"/>
                  </p:cNvSpPr>
                  <p:nvPr/>
                </p:nvSpPr>
                <p:spPr bwMode="auto">
                  <a:xfrm>
                    <a:off x="2007" y="1136"/>
                    <a:ext cx="0" cy="49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5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944" y="1396"/>
                    <a:ext cx="0" cy="24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sp>
            <p:nvSpPr>
              <p:cNvPr id="10" name="Line 62"/>
              <p:cNvSpPr>
                <a:spLocks noChangeShapeType="1"/>
              </p:cNvSpPr>
              <p:nvPr/>
            </p:nvSpPr>
            <p:spPr bwMode="auto">
              <a:xfrm>
                <a:off x="56" y="2525"/>
                <a:ext cx="176" cy="0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Line 63"/>
              <p:cNvSpPr>
                <a:spLocks noChangeShapeType="1"/>
              </p:cNvSpPr>
              <p:nvPr/>
            </p:nvSpPr>
            <p:spPr bwMode="auto">
              <a:xfrm>
                <a:off x="2197" y="2525"/>
                <a:ext cx="188" cy="0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Line 64"/>
              <p:cNvSpPr>
                <a:spLocks noChangeShapeType="1"/>
              </p:cNvSpPr>
              <p:nvPr/>
            </p:nvSpPr>
            <p:spPr bwMode="auto">
              <a:xfrm flipV="1">
                <a:off x="54" y="2312"/>
                <a:ext cx="0" cy="224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tailEnd type="triangle" w="sm" len="lg"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Line 65"/>
              <p:cNvSpPr>
                <a:spLocks noChangeShapeType="1"/>
              </p:cNvSpPr>
              <p:nvPr/>
            </p:nvSpPr>
            <p:spPr bwMode="auto">
              <a:xfrm flipV="1">
                <a:off x="2386" y="2310"/>
                <a:ext cx="0" cy="224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tailEnd type="triangle" w="sm" len="lg"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Text Box 66"/>
              <p:cNvSpPr txBox="1">
                <a:spLocks noChangeArrowheads="1"/>
              </p:cNvSpPr>
              <p:nvPr/>
            </p:nvSpPr>
            <p:spPr bwMode="auto">
              <a:xfrm>
                <a:off x="-176" y="2292"/>
                <a:ext cx="286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A5002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Text Box 67"/>
              <p:cNvSpPr txBox="1">
                <a:spLocks noChangeArrowheads="1"/>
              </p:cNvSpPr>
              <p:nvPr/>
            </p:nvSpPr>
            <p:spPr bwMode="auto">
              <a:xfrm>
                <a:off x="2371" y="2293"/>
                <a:ext cx="286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A5002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Line 68"/>
              <p:cNvSpPr>
                <a:spLocks noChangeShapeType="1"/>
              </p:cNvSpPr>
              <p:nvPr/>
            </p:nvSpPr>
            <p:spPr bwMode="auto">
              <a:xfrm>
                <a:off x="442" y="1543"/>
                <a:ext cx="258" cy="0"/>
              </a:xfrm>
              <a:prstGeom prst="line">
                <a:avLst/>
              </a:prstGeom>
              <a:noFill/>
              <a:ln w="76200">
                <a:solidFill>
                  <a:srgbClr val="FFFFFF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Line 69"/>
              <p:cNvSpPr>
                <a:spLocks noChangeShapeType="1"/>
              </p:cNvSpPr>
              <p:nvPr/>
            </p:nvSpPr>
            <p:spPr bwMode="auto">
              <a:xfrm>
                <a:off x="1189" y="1540"/>
                <a:ext cx="384" cy="0"/>
              </a:xfrm>
              <a:prstGeom prst="line">
                <a:avLst/>
              </a:prstGeom>
              <a:noFill/>
              <a:ln w="57150">
                <a:solidFill>
                  <a:srgbClr val="FFFFFF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Line 70"/>
              <p:cNvSpPr>
                <a:spLocks noChangeShapeType="1"/>
              </p:cNvSpPr>
              <p:nvPr/>
            </p:nvSpPr>
            <p:spPr bwMode="auto">
              <a:xfrm flipV="1">
                <a:off x="345" y="1487"/>
                <a:ext cx="140" cy="13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Line 71"/>
              <p:cNvSpPr>
                <a:spLocks noChangeShapeType="1"/>
              </p:cNvSpPr>
              <p:nvPr/>
            </p:nvSpPr>
            <p:spPr bwMode="auto">
              <a:xfrm flipV="1">
                <a:off x="364" y="1609"/>
                <a:ext cx="134" cy="14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Line 72"/>
              <p:cNvSpPr>
                <a:spLocks noChangeShapeType="1"/>
              </p:cNvSpPr>
              <p:nvPr/>
            </p:nvSpPr>
            <p:spPr bwMode="auto">
              <a:xfrm flipV="1">
                <a:off x="638" y="1450"/>
                <a:ext cx="57" cy="57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Line 73"/>
              <p:cNvSpPr>
                <a:spLocks noChangeShapeType="1"/>
              </p:cNvSpPr>
              <p:nvPr/>
            </p:nvSpPr>
            <p:spPr bwMode="auto">
              <a:xfrm flipV="1">
                <a:off x="1175" y="1042"/>
                <a:ext cx="98" cy="10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Line 74"/>
              <p:cNvSpPr>
                <a:spLocks noChangeShapeType="1"/>
              </p:cNvSpPr>
              <p:nvPr/>
            </p:nvSpPr>
            <p:spPr bwMode="auto">
              <a:xfrm flipV="1">
                <a:off x="644" y="1536"/>
                <a:ext cx="134" cy="14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Line 75"/>
              <p:cNvSpPr>
                <a:spLocks noChangeShapeType="1"/>
              </p:cNvSpPr>
              <p:nvPr/>
            </p:nvSpPr>
            <p:spPr bwMode="auto">
              <a:xfrm flipV="1">
                <a:off x="715" y="1545"/>
                <a:ext cx="211" cy="211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Line 76"/>
              <p:cNvSpPr>
                <a:spLocks noChangeShapeType="1"/>
              </p:cNvSpPr>
              <p:nvPr/>
            </p:nvSpPr>
            <p:spPr bwMode="auto">
              <a:xfrm flipV="1">
                <a:off x="1177" y="1162"/>
                <a:ext cx="113" cy="12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Line 77"/>
              <p:cNvSpPr>
                <a:spLocks noChangeShapeType="1"/>
              </p:cNvSpPr>
              <p:nvPr/>
            </p:nvSpPr>
            <p:spPr bwMode="auto">
              <a:xfrm flipV="1">
                <a:off x="866" y="1545"/>
                <a:ext cx="206" cy="20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Line 78"/>
              <p:cNvSpPr>
                <a:spLocks noChangeShapeType="1"/>
              </p:cNvSpPr>
              <p:nvPr/>
            </p:nvSpPr>
            <p:spPr bwMode="auto">
              <a:xfrm flipV="1">
                <a:off x="1168" y="1258"/>
                <a:ext cx="198" cy="19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Line 79"/>
              <p:cNvSpPr>
                <a:spLocks noChangeShapeType="1"/>
              </p:cNvSpPr>
              <p:nvPr/>
            </p:nvSpPr>
            <p:spPr bwMode="auto">
              <a:xfrm flipV="1">
                <a:off x="1024" y="1363"/>
                <a:ext cx="387" cy="38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Line 80"/>
              <p:cNvSpPr>
                <a:spLocks noChangeShapeType="1"/>
              </p:cNvSpPr>
              <p:nvPr/>
            </p:nvSpPr>
            <p:spPr bwMode="auto">
              <a:xfrm flipV="1">
                <a:off x="1175" y="1514"/>
                <a:ext cx="234" cy="241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Line 81"/>
              <p:cNvSpPr>
                <a:spLocks noChangeShapeType="1"/>
              </p:cNvSpPr>
              <p:nvPr/>
            </p:nvSpPr>
            <p:spPr bwMode="auto">
              <a:xfrm flipV="1">
                <a:off x="1332" y="1666"/>
                <a:ext cx="77" cy="8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Line 82"/>
              <p:cNvSpPr>
                <a:spLocks noChangeShapeType="1"/>
              </p:cNvSpPr>
              <p:nvPr/>
            </p:nvSpPr>
            <p:spPr bwMode="auto">
              <a:xfrm flipV="1">
                <a:off x="1976" y="1034"/>
                <a:ext cx="68" cy="6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Line 83"/>
              <p:cNvSpPr>
                <a:spLocks noChangeShapeType="1"/>
              </p:cNvSpPr>
              <p:nvPr/>
            </p:nvSpPr>
            <p:spPr bwMode="auto">
              <a:xfrm flipV="1">
                <a:off x="1931" y="1146"/>
                <a:ext cx="153" cy="15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Line 84"/>
              <p:cNvSpPr>
                <a:spLocks noChangeShapeType="1"/>
              </p:cNvSpPr>
              <p:nvPr/>
            </p:nvSpPr>
            <p:spPr bwMode="auto">
              <a:xfrm flipV="1">
                <a:off x="1924" y="1287"/>
                <a:ext cx="174" cy="17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Line 85"/>
              <p:cNvSpPr>
                <a:spLocks noChangeShapeType="1"/>
              </p:cNvSpPr>
              <p:nvPr/>
            </p:nvSpPr>
            <p:spPr bwMode="auto">
              <a:xfrm flipV="1">
                <a:off x="1931" y="1452"/>
                <a:ext cx="165" cy="157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Line 86"/>
              <p:cNvSpPr>
                <a:spLocks noChangeShapeType="1"/>
              </p:cNvSpPr>
              <p:nvPr/>
            </p:nvSpPr>
            <p:spPr bwMode="auto">
              <a:xfrm flipV="1">
                <a:off x="1956" y="1611"/>
                <a:ext cx="132" cy="13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Text Box 87"/>
              <p:cNvSpPr txBox="1">
                <a:spLocks noChangeArrowheads="1"/>
              </p:cNvSpPr>
              <p:nvPr/>
            </p:nvSpPr>
            <p:spPr bwMode="auto">
              <a:xfrm>
                <a:off x="1222" y="688"/>
                <a:ext cx="835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A5002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— A</a:t>
                </a:r>
                <a:endPara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Line 88"/>
              <p:cNvSpPr>
                <a:spLocks noChangeShapeType="1"/>
              </p:cNvSpPr>
              <p:nvPr/>
            </p:nvSpPr>
            <p:spPr bwMode="auto">
              <a:xfrm>
                <a:off x="490" y="1447"/>
                <a:ext cx="0" cy="312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Line 89"/>
              <p:cNvSpPr>
                <a:spLocks noChangeShapeType="1"/>
              </p:cNvSpPr>
              <p:nvPr/>
            </p:nvSpPr>
            <p:spPr bwMode="auto">
              <a:xfrm>
                <a:off x="653" y="1453"/>
                <a:ext cx="0" cy="312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Line 90"/>
              <p:cNvSpPr>
                <a:spLocks noChangeShapeType="1"/>
              </p:cNvSpPr>
              <p:nvPr/>
            </p:nvSpPr>
            <p:spPr bwMode="auto">
              <a:xfrm>
                <a:off x="1291" y="1036"/>
                <a:ext cx="0" cy="227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Line 91"/>
              <p:cNvSpPr>
                <a:spLocks noChangeShapeType="1"/>
              </p:cNvSpPr>
              <p:nvPr/>
            </p:nvSpPr>
            <p:spPr bwMode="auto">
              <a:xfrm>
                <a:off x="1982" y="1036"/>
                <a:ext cx="0" cy="227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Line 92"/>
              <p:cNvSpPr>
                <a:spLocks noChangeShapeType="1"/>
              </p:cNvSpPr>
              <p:nvPr/>
            </p:nvSpPr>
            <p:spPr bwMode="auto">
              <a:xfrm>
                <a:off x="1282" y="1260"/>
                <a:ext cx="715" cy="0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Line 93"/>
              <p:cNvSpPr>
                <a:spLocks noChangeShapeType="1"/>
              </p:cNvSpPr>
              <p:nvPr/>
            </p:nvSpPr>
            <p:spPr bwMode="auto">
              <a:xfrm>
                <a:off x="1926" y="1265"/>
                <a:ext cx="0" cy="499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Line 94"/>
              <p:cNvSpPr>
                <a:spLocks noChangeShapeType="1"/>
              </p:cNvSpPr>
              <p:nvPr/>
            </p:nvSpPr>
            <p:spPr bwMode="auto">
              <a:xfrm>
                <a:off x="1878" y="1275"/>
                <a:ext cx="0" cy="499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Line 95"/>
              <p:cNvSpPr>
                <a:spLocks noChangeShapeType="1"/>
              </p:cNvSpPr>
              <p:nvPr/>
            </p:nvSpPr>
            <p:spPr bwMode="auto">
              <a:xfrm>
                <a:off x="1410" y="1259"/>
                <a:ext cx="0" cy="499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63" t="18172" r="48190" b="10141"/>
            <a:stretch>
              <a:fillRect/>
            </a:stretch>
          </p:blipFill>
          <p:spPr>
            <a:xfrm rot="5400000">
              <a:off x="9331418" y="2602958"/>
              <a:ext cx="1303020" cy="242384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686" t="1591" r="53995" b="10141"/>
            <a:stretch>
              <a:fillRect/>
            </a:stretch>
          </p:blipFill>
          <p:spPr>
            <a:xfrm rot="5400000">
              <a:off x="9163237" y="4361599"/>
              <a:ext cx="1695447" cy="298449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16" t="1593" r="32012" b="11658"/>
            <a:stretch>
              <a:fillRect/>
            </a:stretch>
          </p:blipFill>
          <p:spPr>
            <a:xfrm rot="10800000">
              <a:off x="7703819" y="4411979"/>
              <a:ext cx="3139439" cy="293309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914" t="20342" r="56532" b="10139"/>
            <a:stretch>
              <a:fillRect/>
            </a:stretch>
          </p:blipFill>
          <p:spPr>
            <a:xfrm rot="5400000">
              <a:off x="7948245" y="2934286"/>
              <a:ext cx="662938" cy="235052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077" t="18088" r="52977" b="10139"/>
            <a:stretch>
              <a:fillRect/>
            </a:stretch>
          </p:blipFill>
          <p:spPr>
            <a:xfrm rot="5400000">
              <a:off x="7978723" y="4420187"/>
              <a:ext cx="609602" cy="242672"/>
            </a:xfrm>
            <a:prstGeom prst="rect">
              <a:avLst/>
            </a:prstGeom>
          </p:spPr>
        </p:pic>
      </p:grpSp>
      <p:sp>
        <p:nvSpPr>
          <p:cNvPr id="79" name="Text Box 87"/>
          <p:cNvSpPr txBox="1">
            <a:spLocks noChangeArrowheads="1"/>
          </p:cNvSpPr>
          <p:nvPr/>
        </p:nvSpPr>
        <p:spPr bwMode="auto">
          <a:xfrm>
            <a:off x="6025564" y="5733604"/>
            <a:ext cx="6022378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金属及不指明材料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剖面符号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为 </a:t>
            </a:r>
            <a:r>
              <a:rPr lang="en-US" altLang="zh-CN" sz="2000" b="1" kern="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45°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斜线。</a:t>
            </a:r>
            <a:endParaRPr lang="zh-CN" altLang="en-US" sz="2000" b="1" kern="0" dirty="0">
              <a:latin typeface="微软雅黑" panose="020B0503020204020204" pitchFamily="34" charset="-122"/>
              <a:ea typeface="微软雅黑" panose="020B0503020204020204" pitchFamily="34" charset="-122"/>
              <a:sym typeface="Marlett" pitchFamily="2" charset="2"/>
            </a:endParaRPr>
          </a:p>
        </p:txBody>
      </p:sp>
      <p:sp>
        <p:nvSpPr>
          <p:cNvPr id="80" name="Text Box 74"/>
          <p:cNvSpPr txBox="1">
            <a:spLocks noChangeArrowheads="1"/>
          </p:cNvSpPr>
          <p:nvPr/>
        </p:nvSpPr>
        <p:spPr bwMode="auto">
          <a:xfrm>
            <a:off x="6025564" y="1382525"/>
            <a:ext cx="5615052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en-US" altLang="zh-CN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“</a:t>
            </a:r>
            <a:r>
              <a:rPr kumimoji="1"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假想</a:t>
            </a:r>
            <a:r>
              <a:rPr kumimoji="1"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”剖开，取剖视后其它视图不受影响，仍为完整图形。</a:t>
            </a:r>
            <a:endParaRPr kumimoji="1" lang="zh-CN" altLang="en-US" sz="20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arlett" pitchFamily="2" charset="2"/>
            </a:endParaRPr>
          </a:p>
        </p:txBody>
      </p:sp>
      <p:sp>
        <p:nvSpPr>
          <p:cNvPr id="81" name="Text Box 75"/>
          <p:cNvSpPr txBox="1">
            <a:spLocks noChangeArrowheads="1"/>
          </p:cNvSpPr>
          <p:nvPr/>
        </p:nvSpPr>
        <p:spPr bwMode="auto">
          <a:xfrm>
            <a:off x="6025565" y="2159070"/>
            <a:ext cx="5530140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剖切面一般</a:t>
            </a:r>
            <a:r>
              <a:rPr kumimoji="1"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kumimoji="1"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物体的</a:t>
            </a:r>
            <a:r>
              <a:rPr kumimoji="1"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对称平面</a:t>
            </a:r>
            <a:r>
              <a:rPr kumimoji="1"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或基本对称平面</a:t>
            </a:r>
            <a:r>
              <a:rPr kumimoji="1" lang="zh-CN" altLang="en-US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（以保证图形内不出现不完整的要素）</a:t>
            </a:r>
            <a:r>
              <a:rPr kumimoji="1" lang="en-US" altLang="zh-CN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, </a:t>
            </a:r>
            <a:r>
              <a:rPr kumimoji="1"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并平行或垂直某一投影面。</a:t>
            </a:r>
            <a:endParaRPr kumimoji="1" lang="zh-CN" altLang="en-US" sz="20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arlett" pitchFamily="2" charset="2"/>
            </a:endParaRPr>
          </a:p>
        </p:txBody>
      </p:sp>
      <p:sp>
        <p:nvSpPr>
          <p:cNvPr id="82" name="Text Box 76"/>
          <p:cNvSpPr txBox="1">
            <a:spLocks noChangeArrowheads="1"/>
          </p:cNvSpPr>
          <p:nvPr/>
        </p:nvSpPr>
        <p:spPr bwMode="auto">
          <a:xfrm>
            <a:off x="6025564" y="3243253"/>
            <a:ext cx="5530140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将</a:t>
            </a:r>
            <a:r>
              <a:rPr kumimoji="1"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其余部分投影后，</a:t>
            </a:r>
            <a:r>
              <a:rPr kumimoji="1"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可见的线均画出，不能遗漏</a:t>
            </a:r>
            <a:r>
              <a:rPr kumimoji="1"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sz="20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AutoShape 77" descr="蓝色砂纸"/>
          <p:cNvSpPr>
            <a:spLocks noChangeArrowheads="1"/>
          </p:cNvSpPr>
          <p:nvPr/>
        </p:nvSpPr>
        <p:spPr bwMode="auto">
          <a:xfrm>
            <a:off x="1696054" y="2290018"/>
            <a:ext cx="1019175" cy="441325"/>
          </a:xfrm>
          <a:prstGeom prst="wedgeRoundRectCallout">
            <a:avLst>
              <a:gd name="adj1" fmla="val 127716"/>
              <a:gd name="adj2" fmla="val 155646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2857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 b="1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易漏</a:t>
            </a:r>
            <a:endParaRPr lang="zh-CN" altLang="zh-CN" sz="2800" b="1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AutoShape 79" descr="蓝色砂纸"/>
          <p:cNvSpPr>
            <a:spLocks noChangeArrowheads="1"/>
          </p:cNvSpPr>
          <p:nvPr/>
        </p:nvSpPr>
        <p:spPr bwMode="auto">
          <a:xfrm>
            <a:off x="4363848" y="4151709"/>
            <a:ext cx="1000125" cy="477837"/>
          </a:xfrm>
          <a:prstGeom prst="wedgeRoundRectCallout">
            <a:avLst>
              <a:gd name="adj1" fmla="val -93976"/>
              <a:gd name="adj2" fmla="val -195588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2857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易漏</a:t>
            </a:r>
            <a:endParaRPr kumimoji="0" lang="zh-CN" altLang="zh-CN" sz="2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Line 81"/>
          <p:cNvSpPr>
            <a:spLocks noChangeShapeType="1"/>
          </p:cNvSpPr>
          <p:nvPr/>
        </p:nvSpPr>
        <p:spPr bwMode="auto">
          <a:xfrm>
            <a:off x="3219260" y="3196034"/>
            <a:ext cx="801688" cy="0"/>
          </a:xfrm>
          <a:prstGeom prst="line">
            <a:avLst/>
          </a:prstGeom>
          <a:noFill/>
          <a:ln w="76200">
            <a:solidFill>
              <a:srgbClr val="3333CC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Line 82"/>
          <p:cNvSpPr>
            <a:spLocks noChangeShapeType="1"/>
          </p:cNvSpPr>
          <p:nvPr/>
        </p:nvSpPr>
        <p:spPr bwMode="auto">
          <a:xfrm>
            <a:off x="3959035" y="3211909"/>
            <a:ext cx="0" cy="763587"/>
          </a:xfrm>
          <a:prstGeom prst="line">
            <a:avLst/>
          </a:prstGeom>
          <a:noFill/>
          <a:ln w="76200">
            <a:solidFill>
              <a:srgbClr val="3333CC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Text Box 83"/>
          <p:cNvSpPr txBox="1">
            <a:spLocks noChangeArrowheads="1"/>
          </p:cNvSpPr>
          <p:nvPr/>
        </p:nvSpPr>
        <p:spPr bwMode="auto">
          <a:xfrm>
            <a:off x="6025564" y="4019798"/>
            <a:ext cx="5530140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剖视图与其它视图配合，结构形状已表达清楚时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虚线不画</a:t>
            </a:r>
            <a:r>
              <a:rPr kumimoji="1"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sz="20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Line 84"/>
          <p:cNvSpPr>
            <a:spLocks noChangeShapeType="1"/>
          </p:cNvSpPr>
          <p:nvPr/>
        </p:nvSpPr>
        <p:spPr bwMode="auto">
          <a:xfrm>
            <a:off x="1634935" y="3631009"/>
            <a:ext cx="184467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 Box 85"/>
          <p:cNvSpPr txBox="1">
            <a:spLocks noChangeArrowheads="1"/>
          </p:cNvSpPr>
          <p:nvPr/>
        </p:nvSpPr>
        <p:spPr bwMode="auto">
          <a:xfrm>
            <a:off x="6025564" y="4796343"/>
            <a:ext cx="6022378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与剖切面接触的部分必须画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剖面符号</a:t>
            </a:r>
            <a:r>
              <a:rPr kumimoji="1"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sz="20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Text Box 86"/>
          <p:cNvSpPr txBox="1">
            <a:spLocks noChangeArrowheads="1"/>
          </p:cNvSpPr>
          <p:nvPr/>
        </p:nvSpPr>
        <p:spPr bwMode="auto">
          <a:xfrm>
            <a:off x="6025564" y="5264973"/>
            <a:ext cx="6022378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同一物体的各视图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剖面符号一致（方向和间隔）。</a:t>
            </a:r>
            <a:endParaRPr lang="zh-CN" altLang="en-US" sz="20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42370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画剖视图应注意的问题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/>
      <p:bldP spid="81" grpId="0"/>
      <p:bldP spid="82" grpId="0"/>
      <p:bldP spid="83" grpId="0" animBg="1" autoUpdateAnimBg="0"/>
      <p:bldP spid="84" grpId="0" animBg="1" autoUpdateAnimBg="0"/>
      <p:bldP spid="87" grpId="0"/>
      <p:bldP spid="89" grpId="0"/>
      <p:bldP spid="9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2" name="Group 2"/>
          <p:cNvGrpSpPr/>
          <p:nvPr/>
        </p:nvGrpSpPr>
        <p:grpSpPr bwMode="auto">
          <a:xfrm>
            <a:off x="9905606" y="2440508"/>
            <a:ext cx="1228726" cy="20638"/>
            <a:chOff x="4212" y="944"/>
            <a:chExt cx="774" cy="13"/>
          </a:xfrm>
        </p:grpSpPr>
        <p:sp>
          <p:nvSpPr>
            <p:cNvPr id="3" name="Line 3"/>
            <p:cNvSpPr>
              <a:spLocks noChangeShapeType="1"/>
            </p:cNvSpPr>
            <p:nvPr/>
          </p:nvSpPr>
          <p:spPr bwMode="auto">
            <a:xfrm>
              <a:off x="4212" y="955"/>
              <a:ext cx="139" cy="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Line 4"/>
            <p:cNvSpPr>
              <a:spLocks noChangeShapeType="1"/>
            </p:cNvSpPr>
            <p:nvPr/>
          </p:nvSpPr>
          <p:spPr bwMode="auto">
            <a:xfrm flipH="1" flipV="1">
              <a:off x="4845" y="944"/>
              <a:ext cx="141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Group 5"/>
          <p:cNvGrpSpPr/>
          <p:nvPr/>
        </p:nvGrpSpPr>
        <p:grpSpPr bwMode="auto">
          <a:xfrm>
            <a:off x="5193703" y="2465423"/>
            <a:ext cx="1165225" cy="46052"/>
            <a:chOff x="939" y="964"/>
            <a:chExt cx="734" cy="29"/>
          </a:xfrm>
        </p:grpSpPr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939" y="966"/>
              <a:ext cx="113" cy="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Freeform 7"/>
            <p:cNvSpPr/>
            <p:nvPr/>
          </p:nvSpPr>
          <p:spPr bwMode="auto">
            <a:xfrm>
              <a:off x="1564" y="964"/>
              <a:ext cx="109" cy="29"/>
            </a:xfrm>
            <a:custGeom>
              <a:avLst/>
              <a:gdLst>
                <a:gd name="T0" fmla="*/ 193 w 193"/>
                <a:gd name="T1" fmla="*/ 0 h 1"/>
                <a:gd name="T2" fmla="*/ 0 w 193"/>
                <a:gd name="T3" fmla="*/ 0 h 1"/>
                <a:gd name="T4" fmla="*/ 0 60000 65536"/>
                <a:gd name="T5" fmla="*/ 0 60000 65536"/>
                <a:gd name="T6" fmla="*/ 0 w 193"/>
                <a:gd name="T7" fmla="*/ 0 h 1"/>
                <a:gd name="T8" fmla="*/ 193 w 193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93" h="1">
                  <a:moveTo>
                    <a:pt x="193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Group 8"/>
          <p:cNvGrpSpPr/>
          <p:nvPr/>
        </p:nvGrpSpPr>
        <p:grpSpPr bwMode="auto">
          <a:xfrm>
            <a:off x="7542741" y="2246120"/>
            <a:ext cx="1448393" cy="376238"/>
            <a:chOff x="2058475" y="1750"/>
            <a:chExt cx="4061517" cy="237"/>
          </a:xfrm>
        </p:grpSpPr>
        <p:sp>
          <p:nvSpPr>
            <p:cNvPr id="9" name="Freeform 9"/>
            <p:cNvSpPr/>
            <p:nvPr/>
          </p:nvSpPr>
          <p:spPr bwMode="auto">
            <a:xfrm flipV="1">
              <a:off x="2058475" y="1750"/>
              <a:ext cx="694687" cy="138"/>
            </a:xfrm>
            <a:custGeom>
              <a:avLst/>
              <a:gdLst>
                <a:gd name="T0" fmla="*/ 6 w 534"/>
                <a:gd name="T1" fmla="*/ 0 h 1"/>
                <a:gd name="T2" fmla="*/ 0 w 534"/>
                <a:gd name="T3" fmla="*/ 0 h 1"/>
                <a:gd name="T4" fmla="*/ 0 60000 65536"/>
                <a:gd name="T5" fmla="*/ 0 60000 65536"/>
                <a:gd name="T6" fmla="*/ 0 w 534"/>
                <a:gd name="T7" fmla="*/ 0 h 1"/>
                <a:gd name="T8" fmla="*/ 534 w 534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34" h="1">
                  <a:moveTo>
                    <a:pt x="534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V="1">
              <a:off x="5009547" y="1874"/>
              <a:ext cx="111044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 flipV="1">
              <a:off x="6054941" y="1879"/>
              <a:ext cx="10830" cy="10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767408" y="2780928"/>
            <a:ext cx="3419533" cy="1763078"/>
          </a:xfrm>
          <a:prstGeom prst="snip2Diag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取剖视后，沿投影方向上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能看到的部分都应该画出</a:t>
            </a:r>
            <a:endParaRPr kumimoji="1"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656028" y="1682425"/>
            <a:ext cx="2203572" cy="4040580"/>
            <a:chOff x="4475750" y="730068"/>
            <a:chExt cx="2203572" cy="4040580"/>
          </a:xfrm>
        </p:grpSpPr>
        <p:grpSp>
          <p:nvGrpSpPr>
            <p:cNvPr id="15" name="Group 13"/>
            <p:cNvGrpSpPr/>
            <p:nvPr/>
          </p:nvGrpSpPr>
          <p:grpSpPr bwMode="auto">
            <a:xfrm>
              <a:off x="4475750" y="730068"/>
              <a:ext cx="2203572" cy="4040580"/>
              <a:chOff x="-79" y="282"/>
              <a:chExt cx="2047" cy="3462"/>
            </a:xfrm>
          </p:grpSpPr>
          <p:sp>
            <p:nvSpPr>
              <p:cNvPr id="21" name="Text Box 14"/>
              <p:cNvSpPr txBox="1">
                <a:spLocks noChangeArrowheads="1"/>
              </p:cNvSpPr>
              <p:nvPr/>
            </p:nvSpPr>
            <p:spPr bwMode="auto">
              <a:xfrm>
                <a:off x="960" y="328"/>
                <a:ext cx="288" cy="34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zh-CN" sz="20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kumimoji="1" lang="en-US" altLang="zh-CN" sz="20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Text Box 15"/>
              <p:cNvSpPr txBox="1">
                <a:spLocks noChangeArrowheads="1"/>
              </p:cNvSpPr>
              <p:nvPr/>
            </p:nvSpPr>
            <p:spPr bwMode="auto">
              <a:xfrm>
                <a:off x="818" y="282"/>
                <a:ext cx="297" cy="39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zh-CN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</a:t>
                </a:r>
                <a:endParaRPr kumimoji="1" lang="en-US" altLang="zh-CN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Freeform 16"/>
              <p:cNvSpPr/>
              <p:nvPr/>
            </p:nvSpPr>
            <p:spPr bwMode="auto">
              <a:xfrm>
                <a:off x="1521" y="951"/>
                <a:ext cx="1" cy="148"/>
              </a:xfrm>
              <a:custGeom>
                <a:avLst/>
                <a:gdLst>
                  <a:gd name="T0" fmla="*/ 1 w 1"/>
                  <a:gd name="T1" fmla="*/ 148 h 148"/>
                  <a:gd name="T2" fmla="*/ 0 w 1"/>
                  <a:gd name="T3" fmla="*/ 0 h 148"/>
                  <a:gd name="T4" fmla="*/ 0 60000 65536"/>
                  <a:gd name="T5" fmla="*/ 0 60000 65536"/>
                  <a:gd name="T6" fmla="*/ 0 w 1"/>
                  <a:gd name="T7" fmla="*/ 0 h 148"/>
                  <a:gd name="T8" fmla="*/ 1 w 1"/>
                  <a:gd name="T9" fmla="*/ 148 h 14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48">
                    <a:moveTo>
                      <a:pt x="1" y="148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Line 17"/>
              <p:cNvSpPr>
                <a:spLocks noChangeShapeType="1"/>
              </p:cNvSpPr>
              <p:nvPr/>
            </p:nvSpPr>
            <p:spPr bwMode="auto">
              <a:xfrm>
                <a:off x="273" y="3226"/>
                <a:ext cx="678" cy="2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Line 18"/>
              <p:cNvSpPr>
                <a:spLocks noChangeShapeType="1"/>
              </p:cNvSpPr>
              <p:nvPr/>
            </p:nvSpPr>
            <p:spPr bwMode="auto">
              <a:xfrm>
                <a:off x="276" y="3504"/>
                <a:ext cx="677" cy="2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Line 19"/>
              <p:cNvSpPr>
                <a:spLocks noChangeShapeType="1"/>
              </p:cNvSpPr>
              <p:nvPr/>
            </p:nvSpPr>
            <p:spPr bwMode="auto">
              <a:xfrm flipV="1">
                <a:off x="273" y="2448"/>
                <a:ext cx="1017" cy="77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Line 20"/>
              <p:cNvSpPr>
                <a:spLocks noChangeShapeType="1"/>
              </p:cNvSpPr>
              <p:nvPr/>
            </p:nvSpPr>
            <p:spPr bwMode="auto">
              <a:xfrm>
                <a:off x="1290" y="2456"/>
                <a:ext cx="677" cy="2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Freeform 21"/>
              <p:cNvSpPr/>
              <p:nvPr/>
            </p:nvSpPr>
            <p:spPr bwMode="auto">
              <a:xfrm>
                <a:off x="277" y="3221"/>
                <a:ext cx="0" cy="290"/>
              </a:xfrm>
              <a:custGeom>
                <a:avLst/>
                <a:gdLst>
                  <a:gd name="T0" fmla="*/ 0 w 1"/>
                  <a:gd name="T1" fmla="*/ 0 h 435"/>
                  <a:gd name="T2" fmla="*/ 0 w 1"/>
                  <a:gd name="T3" fmla="*/ 5 h 435"/>
                  <a:gd name="T4" fmla="*/ 0 60000 65536"/>
                  <a:gd name="T5" fmla="*/ 0 60000 65536"/>
                  <a:gd name="T6" fmla="*/ 0 w 1"/>
                  <a:gd name="T7" fmla="*/ 0 h 435"/>
                  <a:gd name="T8" fmla="*/ 0 w 1"/>
                  <a:gd name="T9" fmla="*/ 435 h 4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35">
                    <a:moveTo>
                      <a:pt x="0" y="0"/>
                    </a:moveTo>
                    <a:lnTo>
                      <a:pt x="0" y="43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Line 22"/>
              <p:cNvSpPr>
                <a:spLocks noChangeShapeType="1"/>
              </p:cNvSpPr>
              <p:nvPr/>
            </p:nvSpPr>
            <p:spPr bwMode="auto">
              <a:xfrm>
                <a:off x="951" y="3466"/>
                <a:ext cx="0" cy="27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Line 23"/>
              <p:cNvSpPr>
                <a:spLocks noChangeShapeType="1"/>
              </p:cNvSpPr>
              <p:nvPr/>
            </p:nvSpPr>
            <p:spPr bwMode="auto">
              <a:xfrm flipV="1">
                <a:off x="953" y="3391"/>
                <a:ext cx="97" cy="7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Freeform 24"/>
              <p:cNvSpPr/>
              <p:nvPr/>
            </p:nvSpPr>
            <p:spPr bwMode="auto">
              <a:xfrm>
                <a:off x="1050" y="3391"/>
                <a:ext cx="1" cy="152"/>
              </a:xfrm>
              <a:custGeom>
                <a:avLst/>
                <a:gdLst>
                  <a:gd name="T0" fmla="*/ 0 w 1"/>
                  <a:gd name="T1" fmla="*/ 0 h 265"/>
                  <a:gd name="T2" fmla="*/ 0 w 1"/>
                  <a:gd name="T3" fmla="*/ 1 h 265"/>
                  <a:gd name="T4" fmla="*/ 0 60000 65536"/>
                  <a:gd name="T5" fmla="*/ 0 60000 65536"/>
                  <a:gd name="T6" fmla="*/ 0 w 1"/>
                  <a:gd name="T7" fmla="*/ 0 h 265"/>
                  <a:gd name="T8" fmla="*/ 1 w 1"/>
                  <a:gd name="T9" fmla="*/ 265 h 26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65">
                    <a:moveTo>
                      <a:pt x="0" y="0"/>
                    </a:moveTo>
                    <a:lnTo>
                      <a:pt x="0" y="26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Line 25"/>
              <p:cNvSpPr>
                <a:spLocks noChangeShapeType="1"/>
              </p:cNvSpPr>
              <p:nvPr/>
            </p:nvSpPr>
            <p:spPr bwMode="auto">
              <a:xfrm flipV="1">
                <a:off x="953" y="2968"/>
                <a:ext cx="1014" cy="77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Line 26"/>
              <p:cNvSpPr>
                <a:spLocks noChangeShapeType="1"/>
              </p:cNvSpPr>
              <p:nvPr/>
            </p:nvSpPr>
            <p:spPr bwMode="auto">
              <a:xfrm flipV="1">
                <a:off x="1870" y="2696"/>
                <a:ext cx="97" cy="7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Freeform 27"/>
              <p:cNvSpPr/>
              <p:nvPr/>
            </p:nvSpPr>
            <p:spPr bwMode="auto">
              <a:xfrm>
                <a:off x="1870" y="2771"/>
                <a:ext cx="0" cy="151"/>
              </a:xfrm>
              <a:custGeom>
                <a:avLst/>
                <a:gdLst>
                  <a:gd name="T0" fmla="*/ 0 w 1"/>
                  <a:gd name="T1" fmla="*/ 0 h 265"/>
                  <a:gd name="T2" fmla="*/ 0 w 1"/>
                  <a:gd name="T3" fmla="*/ 1 h 265"/>
                  <a:gd name="T4" fmla="*/ 0 60000 65536"/>
                  <a:gd name="T5" fmla="*/ 0 60000 65536"/>
                  <a:gd name="T6" fmla="*/ 0 w 1"/>
                  <a:gd name="T7" fmla="*/ 0 h 265"/>
                  <a:gd name="T8" fmla="*/ 0 w 1"/>
                  <a:gd name="T9" fmla="*/ 265 h 26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65">
                    <a:moveTo>
                      <a:pt x="0" y="0"/>
                    </a:moveTo>
                    <a:lnTo>
                      <a:pt x="0" y="26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Line 28"/>
              <p:cNvSpPr>
                <a:spLocks noChangeShapeType="1"/>
              </p:cNvSpPr>
              <p:nvPr/>
            </p:nvSpPr>
            <p:spPr bwMode="auto">
              <a:xfrm flipV="1">
                <a:off x="1050" y="2917"/>
                <a:ext cx="820" cy="62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Line 29"/>
              <p:cNvSpPr>
                <a:spLocks noChangeShapeType="1"/>
              </p:cNvSpPr>
              <p:nvPr/>
            </p:nvSpPr>
            <p:spPr bwMode="auto">
              <a:xfrm flipV="1">
                <a:off x="472" y="2565"/>
                <a:ext cx="818" cy="62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Line 30"/>
              <p:cNvSpPr>
                <a:spLocks noChangeShapeType="1"/>
              </p:cNvSpPr>
              <p:nvPr/>
            </p:nvSpPr>
            <p:spPr bwMode="auto">
              <a:xfrm flipH="1" flipV="1">
                <a:off x="1290" y="2711"/>
                <a:ext cx="580" cy="20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Line 31"/>
              <p:cNvSpPr>
                <a:spLocks noChangeShapeType="1"/>
              </p:cNvSpPr>
              <p:nvPr/>
            </p:nvSpPr>
            <p:spPr bwMode="auto">
              <a:xfrm flipH="1" flipV="1">
                <a:off x="1290" y="2565"/>
                <a:ext cx="580" cy="20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Line 32"/>
              <p:cNvSpPr>
                <a:spLocks noChangeShapeType="1"/>
              </p:cNvSpPr>
              <p:nvPr/>
            </p:nvSpPr>
            <p:spPr bwMode="auto">
              <a:xfrm flipH="1" flipV="1">
                <a:off x="472" y="3187"/>
                <a:ext cx="578" cy="2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Freeform 33"/>
              <p:cNvSpPr/>
              <p:nvPr/>
            </p:nvSpPr>
            <p:spPr bwMode="auto">
              <a:xfrm>
                <a:off x="1290" y="2565"/>
                <a:ext cx="0" cy="152"/>
              </a:xfrm>
              <a:custGeom>
                <a:avLst/>
                <a:gdLst>
                  <a:gd name="T0" fmla="*/ 0 w 1"/>
                  <a:gd name="T1" fmla="*/ 0 h 265"/>
                  <a:gd name="T2" fmla="*/ 0 w 1"/>
                  <a:gd name="T3" fmla="*/ 1 h 265"/>
                  <a:gd name="T4" fmla="*/ 0 60000 65536"/>
                  <a:gd name="T5" fmla="*/ 0 60000 65536"/>
                  <a:gd name="T6" fmla="*/ 0 w 1"/>
                  <a:gd name="T7" fmla="*/ 0 h 265"/>
                  <a:gd name="T8" fmla="*/ 0 w 1"/>
                  <a:gd name="T9" fmla="*/ 265 h 26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65">
                    <a:moveTo>
                      <a:pt x="0" y="0"/>
                    </a:moveTo>
                    <a:lnTo>
                      <a:pt x="0" y="26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Line 34"/>
              <p:cNvSpPr>
                <a:spLocks noChangeShapeType="1"/>
              </p:cNvSpPr>
              <p:nvPr/>
            </p:nvSpPr>
            <p:spPr bwMode="auto">
              <a:xfrm flipH="1">
                <a:off x="606" y="2711"/>
                <a:ext cx="684" cy="52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Freeform 35"/>
              <p:cNvSpPr/>
              <p:nvPr/>
            </p:nvSpPr>
            <p:spPr bwMode="auto">
              <a:xfrm>
                <a:off x="1967" y="2696"/>
                <a:ext cx="1" cy="275"/>
              </a:xfrm>
              <a:custGeom>
                <a:avLst/>
                <a:gdLst>
                  <a:gd name="T0" fmla="*/ 0 w 1"/>
                  <a:gd name="T1" fmla="*/ 5 h 412"/>
                  <a:gd name="T2" fmla="*/ 1 w 1"/>
                  <a:gd name="T3" fmla="*/ 0 h 412"/>
                  <a:gd name="T4" fmla="*/ 0 60000 65536"/>
                  <a:gd name="T5" fmla="*/ 0 60000 65536"/>
                  <a:gd name="T6" fmla="*/ 0 w 1"/>
                  <a:gd name="T7" fmla="*/ 0 h 412"/>
                  <a:gd name="T8" fmla="*/ 1 w 1"/>
                  <a:gd name="T9" fmla="*/ 412 h 41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12">
                    <a:moveTo>
                      <a:pt x="0" y="412"/>
                    </a:move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AutoShape 36"/>
              <p:cNvSpPr>
                <a:spLocks noChangeArrowheads="1"/>
              </p:cNvSpPr>
              <p:nvPr/>
            </p:nvSpPr>
            <p:spPr bwMode="auto">
              <a:xfrm>
                <a:off x="953" y="2557"/>
                <a:ext cx="441" cy="669"/>
              </a:xfrm>
              <a:prstGeom prst="can">
                <a:avLst>
                  <a:gd name="adj" fmla="val 57513"/>
                </a:avLst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Oval 37"/>
              <p:cNvSpPr>
                <a:spLocks noChangeArrowheads="1"/>
              </p:cNvSpPr>
              <p:nvPr/>
            </p:nvSpPr>
            <p:spPr bwMode="auto">
              <a:xfrm>
                <a:off x="1022" y="2630"/>
                <a:ext cx="293" cy="106"/>
              </a:xfrm>
              <a:prstGeom prst="ellipse">
                <a:avLst/>
              </a:prstGeom>
              <a:gradFill rotWithShape="0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0" scaled="1"/>
              </a:gra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Text Box 38"/>
              <p:cNvSpPr txBox="1">
                <a:spLocks noChangeArrowheads="1"/>
              </p:cNvSpPr>
              <p:nvPr/>
            </p:nvSpPr>
            <p:spPr bwMode="auto">
              <a:xfrm>
                <a:off x="-79" y="1964"/>
                <a:ext cx="288" cy="34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zh-CN" sz="2000" b="1" kern="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kumimoji="1" lang="en-US" altLang="zh-CN" sz="20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Text Box 39"/>
              <p:cNvSpPr txBox="1">
                <a:spLocks noChangeArrowheads="1"/>
              </p:cNvSpPr>
              <p:nvPr/>
            </p:nvSpPr>
            <p:spPr bwMode="auto">
              <a:xfrm>
                <a:off x="1714" y="1964"/>
                <a:ext cx="192" cy="34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zh-CN" sz="20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kumimoji="1" lang="en-US" altLang="zh-CN" sz="20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Rectangle 40"/>
              <p:cNvSpPr>
                <a:spLocks noChangeArrowheads="1"/>
              </p:cNvSpPr>
              <p:nvPr/>
            </p:nvSpPr>
            <p:spPr bwMode="auto">
              <a:xfrm>
                <a:off x="240" y="1463"/>
                <a:ext cx="1440" cy="889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" name="Rectangle 41"/>
              <p:cNvSpPr>
                <a:spLocks noChangeArrowheads="1"/>
              </p:cNvSpPr>
              <p:nvPr/>
            </p:nvSpPr>
            <p:spPr bwMode="auto">
              <a:xfrm>
                <a:off x="400" y="1634"/>
                <a:ext cx="1120" cy="71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Oval 44"/>
              <p:cNvSpPr>
                <a:spLocks noChangeArrowheads="1"/>
              </p:cNvSpPr>
              <p:nvPr/>
            </p:nvSpPr>
            <p:spPr bwMode="auto">
              <a:xfrm>
                <a:off x="610" y="1675"/>
                <a:ext cx="700" cy="635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Oval 45"/>
              <p:cNvSpPr>
                <a:spLocks noChangeArrowheads="1"/>
              </p:cNvSpPr>
              <p:nvPr/>
            </p:nvSpPr>
            <p:spPr bwMode="auto">
              <a:xfrm>
                <a:off x="720" y="1781"/>
                <a:ext cx="480" cy="424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Freeform 46"/>
              <p:cNvSpPr/>
              <p:nvPr/>
            </p:nvSpPr>
            <p:spPr bwMode="auto">
              <a:xfrm>
                <a:off x="68" y="2002"/>
                <a:ext cx="120" cy="1"/>
              </a:xfrm>
              <a:custGeom>
                <a:avLst/>
                <a:gdLst>
                  <a:gd name="T0" fmla="*/ 0 w 120"/>
                  <a:gd name="T1" fmla="*/ 0 h 1"/>
                  <a:gd name="T2" fmla="*/ 120 w 120"/>
                  <a:gd name="T3" fmla="*/ 0 h 1"/>
                  <a:gd name="T4" fmla="*/ 0 60000 65536"/>
                  <a:gd name="T5" fmla="*/ 0 60000 65536"/>
                  <a:gd name="T6" fmla="*/ 0 w 120"/>
                  <a:gd name="T7" fmla="*/ 0 h 1"/>
                  <a:gd name="T8" fmla="*/ 120 w 120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0" h="1">
                    <a:moveTo>
                      <a:pt x="0" y="0"/>
                    </a:moveTo>
                    <a:lnTo>
                      <a:pt x="12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Freeform 47"/>
              <p:cNvSpPr/>
              <p:nvPr/>
            </p:nvSpPr>
            <p:spPr bwMode="auto">
              <a:xfrm>
                <a:off x="1732" y="2008"/>
                <a:ext cx="120" cy="1"/>
              </a:xfrm>
              <a:custGeom>
                <a:avLst/>
                <a:gdLst>
                  <a:gd name="T0" fmla="*/ 0 w 120"/>
                  <a:gd name="T1" fmla="*/ 0 h 1"/>
                  <a:gd name="T2" fmla="*/ 120 w 120"/>
                  <a:gd name="T3" fmla="*/ 0 h 1"/>
                  <a:gd name="T4" fmla="*/ 0 60000 65536"/>
                  <a:gd name="T5" fmla="*/ 0 60000 65536"/>
                  <a:gd name="T6" fmla="*/ 0 w 120"/>
                  <a:gd name="T7" fmla="*/ 0 h 1"/>
                  <a:gd name="T8" fmla="*/ 120 w 120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0" h="1">
                    <a:moveTo>
                      <a:pt x="0" y="0"/>
                    </a:moveTo>
                    <a:lnTo>
                      <a:pt x="12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Text Box 48"/>
              <p:cNvSpPr txBox="1">
                <a:spLocks noChangeArrowheads="1"/>
              </p:cNvSpPr>
              <p:nvPr/>
            </p:nvSpPr>
            <p:spPr bwMode="auto">
              <a:xfrm>
                <a:off x="720" y="327"/>
                <a:ext cx="240" cy="34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zh-CN" sz="20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kumimoji="1" lang="en-US" altLang="zh-CN" sz="20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Freeform 50"/>
              <p:cNvSpPr/>
              <p:nvPr/>
            </p:nvSpPr>
            <p:spPr bwMode="auto">
              <a:xfrm>
                <a:off x="240" y="950"/>
                <a:ext cx="163" cy="1"/>
              </a:xfrm>
              <a:custGeom>
                <a:avLst/>
                <a:gdLst>
                  <a:gd name="T0" fmla="*/ 0 w 163"/>
                  <a:gd name="T1" fmla="*/ 0 h 1"/>
                  <a:gd name="T2" fmla="*/ 163 w 163"/>
                  <a:gd name="T3" fmla="*/ 0 h 1"/>
                  <a:gd name="T4" fmla="*/ 0 60000 65536"/>
                  <a:gd name="T5" fmla="*/ 0 60000 65536"/>
                  <a:gd name="T6" fmla="*/ 0 w 163"/>
                  <a:gd name="T7" fmla="*/ 0 h 1"/>
                  <a:gd name="T8" fmla="*/ 163 w 16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3" h="1">
                    <a:moveTo>
                      <a:pt x="0" y="0"/>
                    </a:moveTo>
                    <a:lnTo>
                      <a:pt x="163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Rectangle 51"/>
              <p:cNvSpPr>
                <a:spLocks noChangeArrowheads="1"/>
              </p:cNvSpPr>
              <p:nvPr/>
            </p:nvSpPr>
            <p:spPr bwMode="auto">
              <a:xfrm>
                <a:off x="720" y="599"/>
                <a:ext cx="480" cy="625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Freeform 52"/>
              <p:cNvSpPr/>
              <p:nvPr/>
            </p:nvSpPr>
            <p:spPr bwMode="auto">
              <a:xfrm>
                <a:off x="240" y="1219"/>
                <a:ext cx="1450" cy="5"/>
              </a:xfrm>
              <a:custGeom>
                <a:avLst/>
                <a:gdLst>
                  <a:gd name="T0" fmla="*/ 0 w 1450"/>
                  <a:gd name="T1" fmla="*/ 5 h 5"/>
                  <a:gd name="T2" fmla="*/ 1450 w 1450"/>
                  <a:gd name="T3" fmla="*/ 0 h 5"/>
                  <a:gd name="T4" fmla="*/ 0 60000 65536"/>
                  <a:gd name="T5" fmla="*/ 0 60000 65536"/>
                  <a:gd name="T6" fmla="*/ 0 w 1450"/>
                  <a:gd name="T7" fmla="*/ 0 h 5"/>
                  <a:gd name="T8" fmla="*/ 1450 w 1450"/>
                  <a:gd name="T9" fmla="*/ 5 h 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450" h="5">
                    <a:moveTo>
                      <a:pt x="0" y="5"/>
                    </a:moveTo>
                    <a:lnTo>
                      <a:pt x="145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Freeform 53"/>
              <p:cNvSpPr/>
              <p:nvPr/>
            </p:nvSpPr>
            <p:spPr bwMode="auto">
              <a:xfrm>
                <a:off x="240" y="941"/>
                <a:ext cx="1" cy="297"/>
              </a:xfrm>
              <a:custGeom>
                <a:avLst/>
                <a:gdLst>
                  <a:gd name="T0" fmla="*/ 0 w 1"/>
                  <a:gd name="T1" fmla="*/ 297 h 297"/>
                  <a:gd name="T2" fmla="*/ 0 w 1"/>
                  <a:gd name="T3" fmla="*/ 0 h 297"/>
                  <a:gd name="T4" fmla="*/ 0 60000 65536"/>
                  <a:gd name="T5" fmla="*/ 0 60000 65536"/>
                  <a:gd name="T6" fmla="*/ 0 w 1"/>
                  <a:gd name="T7" fmla="*/ 0 h 297"/>
                  <a:gd name="T8" fmla="*/ 1 w 1"/>
                  <a:gd name="T9" fmla="*/ 297 h 29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97">
                    <a:moveTo>
                      <a:pt x="0" y="297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" name="Freeform 54"/>
              <p:cNvSpPr/>
              <p:nvPr/>
            </p:nvSpPr>
            <p:spPr bwMode="auto">
              <a:xfrm>
                <a:off x="1680" y="950"/>
                <a:ext cx="1" cy="279"/>
              </a:xfrm>
              <a:custGeom>
                <a:avLst/>
                <a:gdLst>
                  <a:gd name="T0" fmla="*/ 0 w 1"/>
                  <a:gd name="T1" fmla="*/ 279 h 279"/>
                  <a:gd name="T2" fmla="*/ 1 w 1"/>
                  <a:gd name="T3" fmla="*/ 0 h 279"/>
                  <a:gd name="T4" fmla="*/ 0 60000 65536"/>
                  <a:gd name="T5" fmla="*/ 0 60000 65536"/>
                  <a:gd name="T6" fmla="*/ 0 w 1"/>
                  <a:gd name="T7" fmla="*/ 0 h 279"/>
                  <a:gd name="T8" fmla="*/ 1 w 1"/>
                  <a:gd name="T9" fmla="*/ 279 h 27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79">
                    <a:moveTo>
                      <a:pt x="0" y="279"/>
                    </a:move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0" name="Freeform 55"/>
              <p:cNvSpPr/>
              <p:nvPr/>
            </p:nvSpPr>
            <p:spPr bwMode="auto">
              <a:xfrm>
                <a:off x="1517" y="950"/>
                <a:ext cx="173" cy="1"/>
              </a:xfrm>
              <a:custGeom>
                <a:avLst/>
                <a:gdLst>
                  <a:gd name="T0" fmla="*/ 173 w 173"/>
                  <a:gd name="T1" fmla="*/ 0 h 1"/>
                  <a:gd name="T2" fmla="*/ 0 w 173"/>
                  <a:gd name="T3" fmla="*/ 0 h 1"/>
                  <a:gd name="T4" fmla="*/ 0 60000 65536"/>
                  <a:gd name="T5" fmla="*/ 0 60000 65536"/>
                  <a:gd name="T6" fmla="*/ 0 w 173"/>
                  <a:gd name="T7" fmla="*/ 0 h 1"/>
                  <a:gd name="T8" fmla="*/ 173 w 17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73" h="1">
                    <a:moveTo>
                      <a:pt x="173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Freeform 56"/>
              <p:cNvSpPr/>
              <p:nvPr/>
            </p:nvSpPr>
            <p:spPr bwMode="auto">
              <a:xfrm>
                <a:off x="403" y="941"/>
                <a:ext cx="1" cy="158"/>
              </a:xfrm>
              <a:custGeom>
                <a:avLst/>
                <a:gdLst>
                  <a:gd name="T0" fmla="*/ 0 w 1"/>
                  <a:gd name="T1" fmla="*/ 158 h 158"/>
                  <a:gd name="T2" fmla="*/ 0 w 1"/>
                  <a:gd name="T3" fmla="*/ 0 h 158"/>
                  <a:gd name="T4" fmla="*/ 0 60000 65536"/>
                  <a:gd name="T5" fmla="*/ 0 60000 65536"/>
                  <a:gd name="T6" fmla="*/ 0 w 1"/>
                  <a:gd name="T7" fmla="*/ 0 h 158"/>
                  <a:gd name="T8" fmla="*/ 1 w 1"/>
                  <a:gd name="T9" fmla="*/ 158 h 15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58">
                    <a:moveTo>
                      <a:pt x="0" y="158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Freeform 57"/>
              <p:cNvSpPr/>
              <p:nvPr/>
            </p:nvSpPr>
            <p:spPr bwMode="auto">
              <a:xfrm>
                <a:off x="404" y="1085"/>
                <a:ext cx="210" cy="4"/>
              </a:xfrm>
              <a:custGeom>
                <a:avLst/>
                <a:gdLst>
                  <a:gd name="T0" fmla="*/ 0 w 210"/>
                  <a:gd name="T1" fmla="*/ 0 h 4"/>
                  <a:gd name="T2" fmla="*/ 210 w 210"/>
                  <a:gd name="T3" fmla="*/ 4 h 4"/>
                  <a:gd name="T4" fmla="*/ 0 60000 65536"/>
                  <a:gd name="T5" fmla="*/ 0 60000 65536"/>
                  <a:gd name="T6" fmla="*/ 0 w 210"/>
                  <a:gd name="T7" fmla="*/ 0 h 4"/>
                  <a:gd name="T8" fmla="*/ 210 w 210"/>
                  <a:gd name="T9" fmla="*/ 4 h 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10" h="4">
                    <a:moveTo>
                      <a:pt x="0" y="0"/>
                    </a:moveTo>
                    <a:lnTo>
                      <a:pt x="210" y="4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Freeform 58"/>
              <p:cNvSpPr/>
              <p:nvPr/>
            </p:nvSpPr>
            <p:spPr bwMode="auto">
              <a:xfrm>
                <a:off x="605" y="600"/>
                <a:ext cx="1" cy="494"/>
              </a:xfrm>
              <a:custGeom>
                <a:avLst/>
                <a:gdLst>
                  <a:gd name="T0" fmla="*/ 0 w 1"/>
                  <a:gd name="T1" fmla="*/ 494 h 494"/>
                  <a:gd name="T2" fmla="*/ 0 w 1"/>
                  <a:gd name="T3" fmla="*/ 0 h 494"/>
                  <a:gd name="T4" fmla="*/ 0 60000 65536"/>
                  <a:gd name="T5" fmla="*/ 0 60000 65536"/>
                  <a:gd name="T6" fmla="*/ 0 w 1"/>
                  <a:gd name="T7" fmla="*/ 0 h 494"/>
                  <a:gd name="T8" fmla="*/ 1 w 1"/>
                  <a:gd name="T9" fmla="*/ 494 h 49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94">
                    <a:moveTo>
                      <a:pt x="0" y="494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Freeform 59"/>
              <p:cNvSpPr/>
              <p:nvPr/>
            </p:nvSpPr>
            <p:spPr bwMode="auto">
              <a:xfrm>
                <a:off x="599" y="598"/>
                <a:ext cx="740" cy="2"/>
              </a:xfrm>
              <a:custGeom>
                <a:avLst/>
                <a:gdLst>
                  <a:gd name="T0" fmla="*/ 0 w 740"/>
                  <a:gd name="T1" fmla="*/ 0 h 2"/>
                  <a:gd name="T2" fmla="*/ 740 w 740"/>
                  <a:gd name="T3" fmla="*/ 2 h 2"/>
                  <a:gd name="T4" fmla="*/ 0 60000 65536"/>
                  <a:gd name="T5" fmla="*/ 0 60000 65536"/>
                  <a:gd name="T6" fmla="*/ 0 w 740"/>
                  <a:gd name="T7" fmla="*/ 0 h 2"/>
                  <a:gd name="T8" fmla="*/ 740 w 740"/>
                  <a:gd name="T9" fmla="*/ 2 h 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40" h="2">
                    <a:moveTo>
                      <a:pt x="0" y="0"/>
                    </a:moveTo>
                    <a:lnTo>
                      <a:pt x="740" y="2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Freeform 60"/>
              <p:cNvSpPr/>
              <p:nvPr/>
            </p:nvSpPr>
            <p:spPr bwMode="auto">
              <a:xfrm>
                <a:off x="1325" y="1085"/>
                <a:ext cx="201" cy="1"/>
              </a:xfrm>
              <a:custGeom>
                <a:avLst/>
                <a:gdLst>
                  <a:gd name="T0" fmla="*/ 201 w 201"/>
                  <a:gd name="T1" fmla="*/ 0 h 1"/>
                  <a:gd name="T2" fmla="*/ 0 w 201"/>
                  <a:gd name="T3" fmla="*/ 0 h 1"/>
                  <a:gd name="T4" fmla="*/ 0 60000 65536"/>
                  <a:gd name="T5" fmla="*/ 0 60000 65536"/>
                  <a:gd name="T6" fmla="*/ 0 w 201"/>
                  <a:gd name="T7" fmla="*/ 0 h 1"/>
                  <a:gd name="T8" fmla="*/ 201 w 201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1" h="1">
                    <a:moveTo>
                      <a:pt x="201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Freeform 61"/>
              <p:cNvSpPr/>
              <p:nvPr/>
            </p:nvSpPr>
            <p:spPr bwMode="auto">
              <a:xfrm>
                <a:off x="1330" y="590"/>
                <a:ext cx="1" cy="504"/>
              </a:xfrm>
              <a:custGeom>
                <a:avLst/>
                <a:gdLst>
                  <a:gd name="T0" fmla="*/ 0 w 1"/>
                  <a:gd name="T1" fmla="*/ 504 h 504"/>
                  <a:gd name="T2" fmla="*/ 0 w 1"/>
                  <a:gd name="T3" fmla="*/ 0 h 504"/>
                  <a:gd name="T4" fmla="*/ 0 60000 65536"/>
                  <a:gd name="T5" fmla="*/ 0 60000 65536"/>
                  <a:gd name="T6" fmla="*/ 0 w 1"/>
                  <a:gd name="T7" fmla="*/ 0 h 504"/>
                  <a:gd name="T8" fmla="*/ 1 w 1"/>
                  <a:gd name="T9" fmla="*/ 504 h 50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504">
                    <a:moveTo>
                      <a:pt x="0" y="504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Freeform 62"/>
              <p:cNvSpPr/>
              <p:nvPr/>
            </p:nvSpPr>
            <p:spPr bwMode="auto">
              <a:xfrm>
                <a:off x="1517" y="950"/>
                <a:ext cx="115" cy="116"/>
              </a:xfrm>
              <a:custGeom>
                <a:avLst/>
                <a:gdLst>
                  <a:gd name="T0" fmla="*/ 0 w 115"/>
                  <a:gd name="T1" fmla="*/ 116 h 116"/>
                  <a:gd name="T2" fmla="*/ 115 w 115"/>
                  <a:gd name="T3" fmla="*/ 0 h 116"/>
                  <a:gd name="T4" fmla="*/ 0 60000 65536"/>
                  <a:gd name="T5" fmla="*/ 0 60000 65536"/>
                  <a:gd name="T6" fmla="*/ 0 w 115"/>
                  <a:gd name="T7" fmla="*/ 0 h 116"/>
                  <a:gd name="T8" fmla="*/ 115 w 115"/>
                  <a:gd name="T9" fmla="*/ 116 h 11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5" h="116">
                    <a:moveTo>
                      <a:pt x="0" y="116"/>
                    </a:moveTo>
                    <a:lnTo>
                      <a:pt x="115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Freeform 63"/>
              <p:cNvSpPr/>
              <p:nvPr/>
            </p:nvSpPr>
            <p:spPr bwMode="auto">
              <a:xfrm>
                <a:off x="604" y="608"/>
                <a:ext cx="40" cy="32"/>
              </a:xfrm>
              <a:custGeom>
                <a:avLst/>
                <a:gdLst>
                  <a:gd name="T0" fmla="*/ 1 w 60"/>
                  <a:gd name="T1" fmla="*/ 0 h 45"/>
                  <a:gd name="T2" fmla="*/ 0 w 60"/>
                  <a:gd name="T3" fmla="*/ 1 h 45"/>
                  <a:gd name="T4" fmla="*/ 0 60000 65536"/>
                  <a:gd name="T5" fmla="*/ 0 60000 65536"/>
                  <a:gd name="T6" fmla="*/ 0 w 60"/>
                  <a:gd name="T7" fmla="*/ 0 h 45"/>
                  <a:gd name="T8" fmla="*/ 60 w 60"/>
                  <a:gd name="T9" fmla="*/ 45 h 4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0" h="45">
                    <a:moveTo>
                      <a:pt x="60" y="0"/>
                    </a:moveTo>
                    <a:lnTo>
                      <a:pt x="0" y="45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" name="Line 64"/>
              <p:cNvSpPr>
                <a:spLocks noChangeShapeType="1"/>
              </p:cNvSpPr>
              <p:nvPr/>
            </p:nvSpPr>
            <p:spPr bwMode="auto">
              <a:xfrm flipV="1">
                <a:off x="599" y="658"/>
                <a:ext cx="121" cy="1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Line 65"/>
              <p:cNvSpPr>
                <a:spLocks noChangeShapeType="1"/>
              </p:cNvSpPr>
              <p:nvPr/>
            </p:nvSpPr>
            <p:spPr bwMode="auto">
              <a:xfrm flipV="1">
                <a:off x="599" y="827"/>
                <a:ext cx="121" cy="1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Freeform 66"/>
              <p:cNvSpPr/>
              <p:nvPr/>
            </p:nvSpPr>
            <p:spPr bwMode="auto">
              <a:xfrm>
                <a:off x="480" y="993"/>
                <a:ext cx="240" cy="237"/>
              </a:xfrm>
              <a:custGeom>
                <a:avLst/>
                <a:gdLst>
                  <a:gd name="T0" fmla="*/ 0 w 240"/>
                  <a:gd name="T1" fmla="*/ 237 h 237"/>
                  <a:gd name="T2" fmla="*/ 240 w 240"/>
                  <a:gd name="T3" fmla="*/ 0 h 237"/>
                  <a:gd name="T4" fmla="*/ 0 60000 65536"/>
                  <a:gd name="T5" fmla="*/ 0 60000 65536"/>
                  <a:gd name="T6" fmla="*/ 0 w 240"/>
                  <a:gd name="T7" fmla="*/ 0 h 237"/>
                  <a:gd name="T8" fmla="*/ 240 w 240"/>
                  <a:gd name="T9" fmla="*/ 237 h 23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40" h="237">
                    <a:moveTo>
                      <a:pt x="0" y="237"/>
                    </a:moveTo>
                    <a:lnTo>
                      <a:pt x="24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Freeform 67"/>
              <p:cNvSpPr/>
              <p:nvPr/>
            </p:nvSpPr>
            <p:spPr bwMode="auto">
              <a:xfrm>
                <a:off x="645" y="1155"/>
                <a:ext cx="75" cy="75"/>
              </a:xfrm>
              <a:custGeom>
                <a:avLst/>
                <a:gdLst>
                  <a:gd name="T0" fmla="*/ 75 w 75"/>
                  <a:gd name="T1" fmla="*/ 0 h 75"/>
                  <a:gd name="T2" fmla="*/ 0 w 75"/>
                  <a:gd name="T3" fmla="*/ 75 h 75"/>
                  <a:gd name="T4" fmla="*/ 0 60000 65536"/>
                  <a:gd name="T5" fmla="*/ 0 60000 65536"/>
                  <a:gd name="T6" fmla="*/ 0 w 75"/>
                  <a:gd name="T7" fmla="*/ 0 h 75"/>
                  <a:gd name="T8" fmla="*/ 75 w 75"/>
                  <a:gd name="T9" fmla="*/ 75 h 7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5" h="75">
                    <a:moveTo>
                      <a:pt x="75" y="0"/>
                    </a:moveTo>
                    <a:lnTo>
                      <a:pt x="0" y="75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Line 68"/>
              <p:cNvSpPr>
                <a:spLocks noChangeShapeType="1"/>
              </p:cNvSpPr>
              <p:nvPr/>
            </p:nvSpPr>
            <p:spPr bwMode="auto">
              <a:xfrm flipH="1">
                <a:off x="333" y="1086"/>
                <a:ext cx="139" cy="13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" name="Line 69"/>
              <p:cNvSpPr>
                <a:spLocks noChangeShapeType="1"/>
              </p:cNvSpPr>
              <p:nvPr/>
            </p:nvSpPr>
            <p:spPr bwMode="auto">
              <a:xfrm flipV="1">
                <a:off x="228" y="945"/>
                <a:ext cx="60" cy="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Freeform 70"/>
              <p:cNvSpPr/>
              <p:nvPr/>
            </p:nvSpPr>
            <p:spPr bwMode="auto">
              <a:xfrm>
                <a:off x="240" y="1004"/>
                <a:ext cx="160" cy="166"/>
              </a:xfrm>
              <a:custGeom>
                <a:avLst/>
                <a:gdLst>
                  <a:gd name="T0" fmla="*/ 0 w 160"/>
                  <a:gd name="T1" fmla="*/ 166 h 166"/>
                  <a:gd name="T2" fmla="*/ 160 w 160"/>
                  <a:gd name="T3" fmla="*/ 0 h 166"/>
                  <a:gd name="T4" fmla="*/ 0 60000 65536"/>
                  <a:gd name="T5" fmla="*/ 0 60000 65536"/>
                  <a:gd name="T6" fmla="*/ 0 w 160"/>
                  <a:gd name="T7" fmla="*/ 0 h 166"/>
                  <a:gd name="T8" fmla="*/ 160 w 160"/>
                  <a:gd name="T9" fmla="*/ 166 h 16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166">
                    <a:moveTo>
                      <a:pt x="0" y="166"/>
                    </a:moveTo>
                    <a:lnTo>
                      <a:pt x="16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Line 71"/>
              <p:cNvSpPr>
                <a:spLocks noChangeShapeType="1"/>
              </p:cNvSpPr>
              <p:nvPr/>
            </p:nvSpPr>
            <p:spPr bwMode="auto">
              <a:xfrm flipV="1">
                <a:off x="1200" y="1080"/>
                <a:ext cx="139" cy="13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Freeform 72"/>
              <p:cNvSpPr/>
              <p:nvPr/>
            </p:nvSpPr>
            <p:spPr bwMode="auto">
              <a:xfrm>
                <a:off x="1200" y="931"/>
                <a:ext cx="131" cy="134"/>
              </a:xfrm>
              <a:custGeom>
                <a:avLst/>
                <a:gdLst>
                  <a:gd name="T0" fmla="*/ 0 w 131"/>
                  <a:gd name="T1" fmla="*/ 134 h 134"/>
                  <a:gd name="T2" fmla="*/ 131 w 131"/>
                  <a:gd name="T3" fmla="*/ 0 h 134"/>
                  <a:gd name="T4" fmla="*/ 0 60000 65536"/>
                  <a:gd name="T5" fmla="*/ 0 60000 65536"/>
                  <a:gd name="T6" fmla="*/ 0 w 131"/>
                  <a:gd name="T7" fmla="*/ 0 h 134"/>
                  <a:gd name="T8" fmla="*/ 131 w 131"/>
                  <a:gd name="T9" fmla="*/ 134 h 13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1" h="134">
                    <a:moveTo>
                      <a:pt x="0" y="134"/>
                    </a:moveTo>
                    <a:lnTo>
                      <a:pt x="131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Freeform 73"/>
              <p:cNvSpPr/>
              <p:nvPr/>
            </p:nvSpPr>
            <p:spPr bwMode="auto">
              <a:xfrm>
                <a:off x="1200" y="750"/>
                <a:ext cx="135" cy="138"/>
              </a:xfrm>
              <a:custGeom>
                <a:avLst/>
                <a:gdLst>
                  <a:gd name="T0" fmla="*/ 0 w 135"/>
                  <a:gd name="T1" fmla="*/ 138 h 138"/>
                  <a:gd name="T2" fmla="*/ 135 w 135"/>
                  <a:gd name="T3" fmla="*/ 0 h 138"/>
                  <a:gd name="T4" fmla="*/ 0 60000 65536"/>
                  <a:gd name="T5" fmla="*/ 0 60000 65536"/>
                  <a:gd name="T6" fmla="*/ 0 w 135"/>
                  <a:gd name="T7" fmla="*/ 0 h 138"/>
                  <a:gd name="T8" fmla="*/ 135 w 135"/>
                  <a:gd name="T9" fmla="*/ 138 h 13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5" h="138">
                    <a:moveTo>
                      <a:pt x="0" y="138"/>
                    </a:moveTo>
                    <a:lnTo>
                      <a:pt x="135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Line 74"/>
              <p:cNvSpPr>
                <a:spLocks noChangeShapeType="1"/>
              </p:cNvSpPr>
              <p:nvPr/>
            </p:nvSpPr>
            <p:spPr bwMode="auto">
              <a:xfrm flipV="1">
                <a:off x="1200" y="587"/>
                <a:ext cx="124" cy="12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Freeform 75"/>
              <p:cNvSpPr/>
              <p:nvPr/>
            </p:nvSpPr>
            <p:spPr bwMode="auto">
              <a:xfrm>
                <a:off x="1354" y="1085"/>
                <a:ext cx="134" cy="135"/>
              </a:xfrm>
              <a:custGeom>
                <a:avLst/>
                <a:gdLst>
                  <a:gd name="T0" fmla="*/ 0 w 134"/>
                  <a:gd name="T1" fmla="*/ 135 h 135"/>
                  <a:gd name="T2" fmla="*/ 134 w 134"/>
                  <a:gd name="T3" fmla="*/ 0 h 135"/>
                  <a:gd name="T4" fmla="*/ 0 60000 65536"/>
                  <a:gd name="T5" fmla="*/ 0 60000 65536"/>
                  <a:gd name="T6" fmla="*/ 0 w 134"/>
                  <a:gd name="T7" fmla="*/ 0 h 135"/>
                  <a:gd name="T8" fmla="*/ 134 w 134"/>
                  <a:gd name="T9" fmla="*/ 135 h 1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4" h="135">
                    <a:moveTo>
                      <a:pt x="0" y="135"/>
                    </a:moveTo>
                    <a:lnTo>
                      <a:pt x="134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" name="Freeform 76"/>
              <p:cNvSpPr/>
              <p:nvPr/>
            </p:nvSpPr>
            <p:spPr bwMode="auto">
              <a:xfrm>
                <a:off x="1515" y="1065"/>
                <a:ext cx="165" cy="165"/>
              </a:xfrm>
              <a:custGeom>
                <a:avLst/>
                <a:gdLst>
                  <a:gd name="T0" fmla="*/ 0 w 165"/>
                  <a:gd name="T1" fmla="*/ 165 h 165"/>
                  <a:gd name="T2" fmla="*/ 165 w 165"/>
                  <a:gd name="T3" fmla="*/ 0 h 165"/>
                  <a:gd name="T4" fmla="*/ 0 60000 65536"/>
                  <a:gd name="T5" fmla="*/ 0 60000 65536"/>
                  <a:gd name="T6" fmla="*/ 0 w 165"/>
                  <a:gd name="T7" fmla="*/ 0 h 165"/>
                  <a:gd name="T8" fmla="*/ 165 w 165"/>
                  <a:gd name="T9" fmla="*/ 165 h 16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5" h="165">
                    <a:moveTo>
                      <a:pt x="0" y="165"/>
                    </a:moveTo>
                    <a:lnTo>
                      <a:pt x="165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Line 77"/>
              <p:cNvSpPr>
                <a:spLocks noChangeShapeType="1"/>
              </p:cNvSpPr>
              <p:nvPr/>
            </p:nvSpPr>
            <p:spPr bwMode="auto">
              <a:xfrm flipV="1">
                <a:off x="66" y="1844"/>
                <a:ext cx="0" cy="16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Line 78"/>
              <p:cNvSpPr>
                <a:spLocks noChangeShapeType="1"/>
              </p:cNvSpPr>
              <p:nvPr/>
            </p:nvSpPr>
            <p:spPr bwMode="auto">
              <a:xfrm flipV="1">
                <a:off x="1848" y="1863"/>
                <a:ext cx="0" cy="15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5168899" y="1041292"/>
              <a:ext cx="849318" cy="2149583"/>
              <a:chOff x="5168899" y="1041292"/>
              <a:chExt cx="849318" cy="2149583"/>
            </a:xfrm>
          </p:grpSpPr>
          <p:pic>
            <p:nvPicPr>
              <p:cNvPr id="18" name="图片 17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486" t="21156" r="49319" b="10141"/>
              <a:stretch>
                <a:fillRect/>
              </a:stretch>
            </p:blipFill>
            <p:spPr>
              <a:xfrm rot="5400000">
                <a:off x="5183667" y="1349856"/>
                <a:ext cx="849421" cy="232294"/>
              </a:xfrm>
              <a:prstGeom prst="rect">
                <a:avLst/>
              </a:prstGeom>
            </p:spPr>
          </p:pic>
          <p:pic>
            <p:nvPicPr>
              <p:cNvPr id="19" name="图片 18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514" t="21156" r="52291" b="10141"/>
              <a:stretch>
                <a:fillRect/>
              </a:stretch>
            </p:blipFill>
            <p:spPr>
              <a:xfrm rot="5400000">
                <a:off x="5158292" y="2624642"/>
                <a:ext cx="900172" cy="232294"/>
              </a:xfrm>
              <a:prstGeom prst="rect">
                <a:avLst/>
              </a:prstGeom>
            </p:spPr>
          </p:pic>
          <p:pic>
            <p:nvPicPr>
              <p:cNvPr id="20" name="图片 19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064" t="21156" r="56544" b="10141"/>
              <a:stretch>
                <a:fillRect/>
              </a:stretch>
            </p:blipFill>
            <p:spPr>
              <a:xfrm rot="10800000">
                <a:off x="5168899" y="2621958"/>
                <a:ext cx="849318" cy="232294"/>
              </a:xfrm>
              <a:prstGeom prst="rect">
                <a:avLst/>
              </a:prstGeom>
            </p:spPr>
          </p:pic>
        </p:grpSp>
      </p:grpSp>
      <p:grpSp>
        <p:nvGrpSpPr>
          <p:cNvPr id="84" name="组合 83"/>
          <p:cNvGrpSpPr/>
          <p:nvPr/>
        </p:nvGrpSpPr>
        <p:grpSpPr>
          <a:xfrm>
            <a:off x="7059163" y="1676681"/>
            <a:ext cx="2190009" cy="4044214"/>
            <a:chOff x="6878885" y="724324"/>
            <a:chExt cx="2190009" cy="4044214"/>
          </a:xfrm>
        </p:grpSpPr>
        <p:grpSp>
          <p:nvGrpSpPr>
            <p:cNvPr id="85" name="Group 79"/>
            <p:cNvGrpSpPr/>
            <p:nvPr/>
          </p:nvGrpSpPr>
          <p:grpSpPr bwMode="auto">
            <a:xfrm>
              <a:off x="6878885" y="724324"/>
              <a:ext cx="2190009" cy="4044214"/>
              <a:chOff x="1875" y="279"/>
              <a:chExt cx="1980" cy="3513"/>
            </a:xfrm>
          </p:grpSpPr>
          <p:sp>
            <p:nvSpPr>
              <p:cNvPr id="90" name="Freeform 80"/>
              <p:cNvSpPr/>
              <p:nvPr/>
            </p:nvSpPr>
            <p:spPr bwMode="auto">
              <a:xfrm>
                <a:off x="3183" y="2488"/>
                <a:ext cx="0" cy="158"/>
              </a:xfrm>
              <a:custGeom>
                <a:avLst/>
                <a:gdLst>
                  <a:gd name="T0" fmla="*/ 0 w 1"/>
                  <a:gd name="T1" fmla="*/ 0 h 265"/>
                  <a:gd name="T2" fmla="*/ 0 w 1"/>
                  <a:gd name="T3" fmla="*/ 1 h 265"/>
                  <a:gd name="T4" fmla="*/ 0 60000 65536"/>
                  <a:gd name="T5" fmla="*/ 0 60000 65536"/>
                  <a:gd name="T6" fmla="*/ 0 w 1"/>
                  <a:gd name="T7" fmla="*/ 0 h 265"/>
                  <a:gd name="T8" fmla="*/ 0 w 1"/>
                  <a:gd name="T9" fmla="*/ 265 h 26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65">
                    <a:moveTo>
                      <a:pt x="0" y="0"/>
                    </a:moveTo>
                    <a:lnTo>
                      <a:pt x="0" y="26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Line 81"/>
              <p:cNvSpPr>
                <a:spLocks noChangeShapeType="1"/>
              </p:cNvSpPr>
              <p:nvPr/>
            </p:nvSpPr>
            <p:spPr bwMode="auto">
              <a:xfrm>
                <a:off x="3082" y="2448"/>
                <a:ext cx="101" cy="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Line 82"/>
              <p:cNvSpPr>
                <a:spLocks noChangeShapeType="1"/>
              </p:cNvSpPr>
              <p:nvPr/>
            </p:nvSpPr>
            <p:spPr bwMode="auto">
              <a:xfrm flipV="1">
                <a:off x="2224" y="2488"/>
                <a:ext cx="959" cy="72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Line 83"/>
              <p:cNvSpPr>
                <a:spLocks noChangeShapeType="1"/>
              </p:cNvSpPr>
              <p:nvPr/>
            </p:nvSpPr>
            <p:spPr bwMode="auto">
              <a:xfrm>
                <a:off x="2016" y="3255"/>
                <a:ext cx="710" cy="2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Line 84"/>
              <p:cNvSpPr>
                <a:spLocks noChangeShapeType="1"/>
              </p:cNvSpPr>
              <p:nvPr/>
            </p:nvSpPr>
            <p:spPr bwMode="auto">
              <a:xfrm>
                <a:off x="2019" y="3543"/>
                <a:ext cx="710" cy="2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Line 85"/>
              <p:cNvSpPr>
                <a:spLocks noChangeShapeType="1"/>
              </p:cNvSpPr>
              <p:nvPr/>
            </p:nvSpPr>
            <p:spPr bwMode="auto">
              <a:xfrm flipV="1">
                <a:off x="2016" y="2448"/>
                <a:ext cx="1066" cy="80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Freeform 86"/>
              <p:cNvSpPr/>
              <p:nvPr/>
            </p:nvSpPr>
            <p:spPr bwMode="auto">
              <a:xfrm>
                <a:off x="2016" y="3255"/>
                <a:ext cx="0" cy="297"/>
              </a:xfrm>
              <a:custGeom>
                <a:avLst/>
                <a:gdLst>
                  <a:gd name="T0" fmla="*/ 0 w 1"/>
                  <a:gd name="T1" fmla="*/ 0 h 501"/>
                  <a:gd name="T2" fmla="*/ 0 w 1"/>
                  <a:gd name="T3" fmla="*/ 2 h 501"/>
                  <a:gd name="T4" fmla="*/ 0 60000 65536"/>
                  <a:gd name="T5" fmla="*/ 0 60000 65536"/>
                  <a:gd name="T6" fmla="*/ 0 w 1"/>
                  <a:gd name="T7" fmla="*/ 0 h 501"/>
                  <a:gd name="T8" fmla="*/ 0 w 1"/>
                  <a:gd name="T9" fmla="*/ 501 h 50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501">
                    <a:moveTo>
                      <a:pt x="0" y="0"/>
                    </a:moveTo>
                    <a:lnTo>
                      <a:pt x="1" y="50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Line 87"/>
              <p:cNvSpPr>
                <a:spLocks noChangeShapeType="1"/>
              </p:cNvSpPr>
              <p:nvPr/>
            </p:nvSpPr>
            <p:spPr bwMode="auto">
              <a:xfrm>
                <a:off x="2726" y="3504"/>
                <a:ext cx="0" cy="28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Line 88"/>
              <p:cNvSpPr>
                <a:spLocks noChangeShapeType="1"/>
              </p:cNvSpPr>
              <p:nvPr/>
            </p:nvSpPr>
            <p:spPr bwMode="auto">
              <a:xfrm flipV="1">
                <a:off x="2729" y="3427"/>
                <a:ext cx="102" cy="7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Freeform 89"/>
              <p:cNvSpPr/>
              <p:nvPr/>
            </p:nvSpPr>
            <p:spPr bwMode="auto">
              <a:xfrm>
                <a:off x="2831" y="3427"/>
                <a:ext cx="0" cy="157"/>
              </a:xfrm>
              <a:custGeom>
                <a:avLst/>
                <a:gdLst>
                  <a:gd name="T0" fmla="*/ 0 w 1"/>
                  <a:gd name="T1" fmla="*/ 0 h 265"/>
                  <a:gd name="T2" fmla="*/ 0 w 1"/>
                  <a:gd name="T3" fmla="*/ 1 h 265"/>
                  <a:gd name="T4" fmla="*/ 0 60000 65536"/>
                  <a:gd name="T5" fmla="*/ 0 60000 65536"/>
                  <a:gd name="T6" fmla="*/ 0 w 1"/>
                  <a:gd name="T7" fmla="*/ 0 h 265"/>
                  <a:gd name="T8" fmla="*/ 0 w 1"/>
                  <a:gd name="T9" fmla="*/ 265 h 26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65">
                    <a:moveTo>
                      <a:pt x="0" y="0"/>
                    </a:moveTo>
                    <a:lnTo>
                      <a:pt x="0" y="26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Line 90"/>
              <p:cNvSpPr>
                <a:spLocks noChangeShapeType="1"/>
              </p:cNvSpPr>
              <p:nvPr/>
            </p:nvSpPr>
            <p:spPr bwMode="auto">
              <a:xfrm flipV="1">
                <a:off x="2729" y="2988"/>
                <a:ext cx="1063" cy="8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Line 91"/>
              <p:cNvSpPr>
                <a:spLocks noChangeShapeType="1"/>
              </p:cNvSpPr>
              <p:nvPr/>
            </p:nvSpPr>
            <p:spPr bwMode="auto">
              <a:xfrm flipH="1" flipV="1">
                <a:off x="2224" y="3214"/>
                <a:ext cx="607" cy="21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Line 92"/>
              <p:cNvSpPr>
                <a:spLocks noChangeShapeType="1"/>
              </p:cNvSpPr>
              <p:nvPr/>
            </p:nvSpPr>
            <p:spPr bwMode="auto">
              <a:xfrm flipH="1">
                <a:off x="2365" y="2646"/>
                <a:ext cx="818" cy="61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Freeform 93"/>
              <p:cNvSpPr/>
              <p:nvPr/>
            </p:nvSpPr>
            <p:spPr bwMode="auto">
              <a:xfrm>
                <a:off x="3789" y="2849"/>
                <a:ext cx="0" cy="151"/>
              </a:xfrm>
              <a:custGeom>
                <a:avLst/>
                <a:gdLst>
                  <a:gd name="T0" fmla="*/ 0 w 1"/>
                  <a:gd name="T1" fmla="*/ 1 h 255"/>
                  <a:gd name="T2" fmla="*/ 0 w 1"/>
                  <a:gd name="T3" fmla="*/ 0 h 255"/>
                  <a:gd name="T4" fmla="*/ 0 60000 65536"/>
                  <a:gd name="T5" fmla="*/ 0 60000 65536"/>
                  <a:gd name="T6" fmla="*/ 0 w 1"/>
                  <a:gd name="T7" fmla="*/ 0 h 255"/>
                  <a:gd name="T8" fmla="*/ 0 w 1"/>
                  <a:gd name="T9" fmla="*/ 255 h 25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55">
                    <a:moveTo>
                      <a:pt x="0" y="255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Line 94"/>
              <p:cNvSpPr>
                <a:spLocks noChangeShapeType="1"/>
              </p:cNvSpPr>
              <p:nvPr/>
            </p:nvSpPr>
            <p:spPr bwMode="auto">
              <a:xfrm flipV="1">
                <a:off x="2831" y="2860"/>
                <a:ext cx="956" cy="7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Line 95"/>
              <p:cNvSpPr>
                <a:spLocks noChangeShapeType="1"/>
              </p:cNvSpPr>
              <p:nvPr/>
            </p:nvSpPr>
            <p:spPr bwMode="auto">
              <a:xfrm>
                <a:off x="3183" y="2646"/>
                <a:ext cx="609" cy="2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AutoShape 96"/>
              <p:cNvSpPr>
                <a:spLocks noChangeArrowheads="1"/>
              </p:cNvSpPr>
              <p:nvPr/>
            </p:nvSpPr>
            <p:spPr bwMode="auto">
              <a:xfrm>
                <a:off x="2691" y="2552"/>
                <a:ext cx="456" cy="685"/>
              </a:xfrm>
              <a:prstGeom prst="can">
                <a:avLst>
                  <a:gd name="adj" fmla="val 58808"/>
                </a:avLst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" name="Oval 97"/>
              <p:cNvSpPr>
                <a:spLocks noChangeArrowheads="1"/>
              </p:cNvSpPr>
              <p:nvPr/>
            </p:nvSpPr>
            <p:spPr bwMode="auto">
              <a:xfrm>
                <a:off x="2762" y="2626"/>
                <a:ext cx="302" cy="109"/>
              </a:xfrm>
              <a:prstGeom prst="ellipse">
                <a:avLst/>
              </a:prstGeom>
              <a:gradFill rotWithShape="0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0" scaled="1"/>
              </a:gra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Line 98"/>
              <p:cNvSpPr>
                <a:spLocks noChangeShapeType="1"/>
              </p:cNvSpPr>
              <p:nvPr/>
            </p:nvSpPr>
            <p:spPr bwMode="auto">
              <a:xfrm>
                <a:off x="2318" y="1632"/>
                <a:ext cx="0" cy="72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Rectangle 99"/>
              <p:cNvSpPr>
                <a:spLocks noChangeArrowheads="1"/>
              </p:cNvSpPr>
              <p:nvPr/>
            </p:nvSpPr>
            <p:spPr bwMode="auto">
              <a:xfrm>
                <a:off x="2160" y="1463"/>
                <a:ext cx="1440" cy="889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Oval 102"/>
              <p:cNvSpPr>
                <a:spLocks noChangeArrowheads="1"/>
              </p:cNvSpPr>
              <p:nvPr/>
            </p:nvSpPr>
            <p:spPr bwMode="auto">
              <a:xfrm>
                <a:off x="2530" y="1675"/>
                <a:ext cx="700" cy="635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Oval 103"/>
              <p:cNvSpPr>
                <a:spLocks noChangeArrowheads="1"/>
              </p:cNvSpPr>
              <p:nvPr/>
            </p:nvSpPr>
            <p:spPr bwMode="auto">
              <a:xfrm>
                <a:off x="2640" y="1781"/>
                <a:ext cx="480" cy="424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Line 104"/>
              <p:cNvSpPr>
                <a:spLocks noChangeShapeType="1"/>
              </p:cNvSpPr>
              <p:nvPr/>
            </p:nvSpPr>
            <p:spPr bwMode="auto">
              <a:xfrm>
                <a:off x="2318" y="1632"/>
                <a:ext cx="128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Text Box 105"/>
              <p:cNvSpPr txBox="1">
                <a:spLocks noChangeArrowheads="1"/>
              </p:cNvSpPr>
              <p:nvPr/>
            </p:nvSpPr>
            <p:spPr bwMode="auto">
              <a:xfrm>
                <a:off x="1875" y="1982"/>
                <a:ext cx="325" cy="34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zh-CN" sz="2000" b="1" kern="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kumimoji="1" lang="en-US" altLang="zh-CN" sz="20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Text Box 106"/>
              <p:cNvSpPr txBox="1">
                <a:spLocks noChangeArrowheads="1"/>
              </p:cNvSpPr>
              <p:nvPr/>
            </p:nvSpPr>
            <p:spPr bwMode="auto">
              <a:xfrm>
                <a:off x="3615" y="1972"/>
                <a:ext cx="240" cy="34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zh-CN" sz="2000" b="1" kern="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kumimoji="1" lang="en-US" altLang="zh-CN" sz="20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Freeform 107"/>
              <p:cNvSpPr/>
              <p:nvPr/>
            </p:nvSpPr>
            <p:spPr bwMode="auto">
              <a:xfrm>
                <a:off x="3648" y="2001"/>
                <a:ext cx="120" cy="1"/>
              </a:xfrm>
              <a:custGeom>
                <a:avLst/>
                <a:gdLst>
                  <a:gd name="T0" fmla="*/ 0 w 120"/>
                  <a:gd name="T1" fmla="*/ 0 h 1"/>
                  <a:gd name="T2" fmla="*/ 120 w 120"/>
                  <a:gd name="T3" fmla="*/ 0 h 1"/>
                  <a:gd name="T4" fmla="*/ 0 60000 65536"/>
                  <a:gd name="T5" fmla="*/ 0 60000 65536"/>
                  <a:gd name="T6" fmla="*/ 0 w 120"/>
                  <a:gd name="T7" fmla="*/ 0 h 1"/>
                  <a:gd name="T8" fmla="*/ 120 w 120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0" h="1">
                    <a:moveTo>
                      <a:pt x="0" y="0"/>
                    </a:moveTo>
                    <a:lnTo>
                      <a:pt x="12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Freeform 108"/>
              <p:cNvSpPr/>
              <p:nvPr/>
            </p:nvSpPr>
            <p:spPr bwMode="auto">
              <a:xfrm>
                <a:off x="2009" y="2002"/>
                <a:ext cx="120" cy="1"/>
              </a:xfrm>
              <a:custGeom>
                <a:avLst/>
                <a:gdLst>
                  <a:gd name="T0" fmla="*/ 0 w 120"/>
                  <a:gd name="T1" fmla="*/ 0 h 1"/>
                  <a:gd name="T2" fmla="*/ 120 w 120"/>
                  <a:gd name="T3" fmla="*/ 0 h 1"/>
                  <a:gd name="T4" fmla="*/ 0 60000 65536"/>
                  <a:gd name="T5" fmla="*/ 0 60000 65536"/>
                  <a:gd name="T6" fmla="*/ 0 w 120"/>
                  <a:gd name="T7" fmla="*/ 0 h 1"/>
                  <a:gd name="T8" fmla="*/ 120 w 120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0" h="1">
                    <a:moveTo>
                      <a:pt x="0" y="0"/>
                    </a:moveTo>
                    <a:lnTo>
                      <a:pt x="12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Freeform 109"/>
              <p:cNvSpPr/>
              <p:nvPr/>
            </p:nvSpPr>
            <p:spPr bwMode="auto">
              <a:xfrm rot="517827">
                <a:off x="2160" y="941"/>
                <a:ext cx="157" cy="27"/>
              </a:xfrm>
              <a:custGeom>
                <a:avLst/>
                <a:gdLst>
                  <a:gd name="T0" fmla="*/ 0 w 163"/>
                  <a:gd name="T1" fmla="*/ 27 h 9"/>
                  <a:gd name="T2" fmla="*/ 157 w 163"/>
                  <a:gd name="T3" fmla="*/ 0 h 9"/>
                  <a:gd name="T4" fmla="*/ 0 60000 65536"/>
                  <a:gd name="T5" fmla="*/ 0 60000 65536"/>
                  <a:gd name="T6" fmla="*/ 0 w 163"/>
                  <a:gd name="T7" fmla="*/ 0 h 9"/>
                  <a:gd name="T8" fmla="*/ 163 w 163"/>
                  <a:gd name="T9" fmla="*/ 9 h 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3" h="9">
                    <a:moveTo>
                      <a:pt x="0" y="9"/>
                    </a:moveTo>
                    <a:lnTo>
                      <a:pt x="163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Rectangle 111"/>
              <p:cNvSpPr>
                <a:spLocks noChangeArrowheads="1"/>
              </p:cNvSpPr>
              <p:nvPr/>
            </p:nvSpPr>
            <p:spPr bwMode="auto">
              <a:xfrm>
                <a:off x="2640" y="611"/>
                <a:ext cx="480" cy="60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Freeform 112"/>
              <p:cNvSpPr/>
              <p:nvPr/>
            </p:nvSpPr>
            <p:spPr bwMode="auto">
              <a:xfrm>
                <a:off x="2153" y="1222"/>
                <a:ext cx="1461" cy="1"/>
              </a:xfrm>
              <a:custGeom>
                <a:avLst/>
                <a:gdLst>
                  <a:gd name="T0" fmla="*/ 0 w 1461"/>
                  <a:gd name="T1" fmla="*/ 0 h 1"/>
                  <a:gd name="T2" fmla="*/ 1461 w 1461"/>
                  <a:gd name="T3" fmla="*/ 0 h 1"/>
                  <a:gd name="T4" fmla="*/ 0 60000 65536"/>
                  <a:gd name="T5" fmla="*/ 0 60000 65536"/>
                  <a:gd name="T6" fmla="*/ 0 w 1461"/>
                  <a:gd name="T7" fmla="*/ 0 h 1"/>
                  <a:gd name="T8" fmla="*/ 1461 w 1461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461" h="1">
                    <a:moveTo>
                      <a:pt x="0" y="0"/>
                    </a:moveTo>
                    <a:lnTo>
                      <a:pt x="146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0" name="Line 113"/>
              <p:cNvSpPr>
                <a:spLocks noChangeShapeType="1"/>
              </p:cNvSpPr>
              <p:nvPr/>
            </p:nvSpPr>
            <p:spPr bwMode="auto">
              <a:xfrm flipV="1">
                <a:off x="2160" y="950"/>
                <a:ext cx="0" cy="27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1" name="Freeform 114"/>
              <p:cNvSpPr/>
              <p:nvPr/>
            </p:nvSpPr>
            <p:spPr bwMode="auto">
              <a:xfrm>
                <a:off x="3600" y="1094"/>
                <a:ext cx="1" cy="130"/>
              </a:xfrm>
              <a:custGeom>
                <a:avLst/>
                <a:gdLst>
                  <a:gd name="T0" fmla="*/ 0 w 1"/>
                  <a:gd name="T1" fmla="*/ 130 h 130"/>
                  <a:gd name="T2" fmla="*/ 0 w 1"/>
                  <a:gd name="T3" fmla="*/ 0 h 130"/>
                  <a:gd name="T4" fmla="*/ 0 60000 65536"/>
                  <a:gd name="T5" fmla="*/ 0 60000 65536"/>
                  <a:gd name="T6" fmla="*/ 0 w 1"/>
                  <a:gd name="T7" fmla="*/ 0 h 130"/>
                  <a:gd name="T8" fmla="*/ 1 w 1"/>
                  <a:gd name="T9" fmla="*/ 130 h 1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30">
                    <a:moveTo>
                      <a:pt x="0" y="13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2" name="Freeform 115"/>
              <p:cNvSpPr/>
              <p:nvPr/>
            </p:nvSpPr>
            <p:spPr bwMode="auto">
              <a:xfrm>
                <a:off x="2320" y="941"/>
                <a:ext cx="3" cy="157"/>
              </a:xfrm>
              <a:custGeom>
                <a:avLst/>
                <a:gdLst>
                  <a:gd name="T0" fmla="*/ 0 w 3"/>
                  <a:gd name="T1" fmla="*/ 157 h 157"/>
                  <a:gd name="T2" fmla="*/ 3 w 3"/>
                  <a:gd name="T3" fmla="*/ 0 h 157"/>
                  <a:gd name="T4" fmla="*/ 0 60000 65536"/>
                  <a:gd name="T5" fmla="*/ 0 60000 65536"/>
                  <a:gd name="T6" fmla="*/ 0 w 3"/>
                  <a:gd name="T7" fmla="*/ 0 h 157"/>
                  <a:gd name="T8" fmla="*/ 3 w 3"/>
                  <a:gd name="T9" fmla="*/ 157 h 15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157">
                    <a:moveTo>
                      <a:pt x="0" y="157"/>
                    </a:moveTo>
                    <a:lnTo>
                      <a:pt x="3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Freeform 116"/>
              <p:cNvSpPr/>
              <p:nvPr/>
            </p:nvSpPr>
            <p:spPr bwMode="auto">
              <a:xfrm>
                <a:off x="2317" y="1084"/>
                <a:ext cx="214" cy="7"/>
              </a:xfrm>
              <a:custGeom>
                <a:avLst/>
                <a:gdLst>
                  <a:gd name="T0" fmla="*/ 0 w 214"/>
                  <a:gd name="T1" fmla="*/ 0 h 7"/>
                  <a:gd name="T2" fmla="*/ 214 w 214"/>
                  <a:gd name="T3" fmla="*/ 7 h 7"/>
                  <a:gd name="T4" fmla="*/ 0 60000 65536"/>
                  <a:gd name="T5" fmla="*/ 0 60000 65536"/>
                  <a:gd name="T6" fmla="*/ 0 w 214"/>
                  <a:gd name="T7" fmla="*/ 0 h 7"/>
                  <a:gd name="T8" fmla="*/ 214 w 214"/>
                  <a:gd name="T9" fmla="*/ 7 h 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14" h="7">
                    <a:moveTo>
                      <a:pt x="0" y="0"/>
                    </a:moveTo>
                    <a:lnTo>
                      <a:pt x="214" y="7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Freeform 117"/>
              <p:cNvSpPr/>
              <p:nvPr/>
            </p:nvSpPr>
            <p:spPr bwMode="auto">
              <a:xfrm>
                <a:off x="2523" y="608"/>
                <a:ext cx="1" cy="490"/>
              </a:xfrm>
              <a:custGeom>
                <a:avLst/>
                <a:gdLst>
                  <a:gd name="T0" fmla="*/ 0 w 1"/>
                  <a:gd name="T1" fmla="*/ 490 h 490"/>
                  <a:gd name="T2" fmla="*/ 1 w 1"/>
                  <a:gd name="T3" fmla="*/ 0 h 490"/>
                  <a:gd name="T4" fmla="*/ 0 60000 65536"/>
                  <a:gd name="T5" fmla="*/ 0 60000 65536"/>
                  <a:gd name="T6" fmla="*/ 0 w 1"/>
                  <a:gd name="T7" fmla="*/ 0 h 490"/>
                  <a:gd name="T8" fmla="*/ 1 w 1"/>
                  <a:gd name="T9" fmla="*/ 490 h 49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90">
                    <a:moveTo>
                      <a:pt x="0" y="490"/>
                    </a:move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5" name="Freeform 118"/>
              <p:cNvSpPr/>
              <p:nvPr/>
            </p:nvSpPr>
            <p:spPr bwMode="auto">
              <a:xfrm>
                <a:off x="2524" y="608"/>
                <a:ext cx="734" cy="3"/>
              </a:xfrm>
              <a:custGeom>
                <a:avLst/>
                <a:gdLst>
                  <a:gd name="T0" fmla="*/ 0 w 734"/>
                  <a:gd name="T1" fmla="*/ 0 h 3"/>
                  <a:gd name="T2" fmla="*/ 734 w 734"/>
                  <a:gd name="T3" fmla="*/ 3 h 3"/>
                  <a:gd name="T4" fmla="*/ 0 60000 65536"/>
                  <a:gd name="T5" fmla="*/ 0 60000 65536"/>
                  <a:gd name="T6" fmla="*/ 0 w 734"/>
                  <a:gd name="T7" fmla="*/ 0 h 3"/>
                  <a:gd name="T8" fmla="*/ 734 w 734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34" h="3">
                    <a:moveTo>
                      <a:pt x="0" y="0"/>
                    </a:moveTo>
                    <a:lnTo>
                      <a:pt x="734" y="3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6" name="Freeform 119"/>
              <p:cNvSpPr/>
              <p:nvPr/>
            </p:nvSpPr>
            <p:spPr bwMode="auto">
              <a:xfrm>
                <a:off x="3248" y="1088"/>
                <a:ext cx="350" cy="3"/>
              </a:xfrm>
              <a:custGeom>
                <a:avLst/>
                <a:gdLst>
                  <a:gd name="T0" fmla="*/ 0 w 746"/>
                  <a:gd name="T1" fmla="*/ 1 h 6"/>
                  <a:gd name="T2" fmla="*/ 0 w 746"/>
                  <a:gd name="T3" fmla="*/ 0 h 6"/>
                  <a:gd name="T4" fmla="*/ 0 60000 65536"/>
                  <a:gd name="T5" fmla="*/ 0 60000 65536"/>
                  <a:gd name="T6" fmla="*/ 0 w 746"/>
                  <a:gd name="T7" fmla="*/ 0 h 6"/>
                  <a:gd name="T8" fmla="*/ 746 w 746"/>
                  <a:gd name="T9" fmla="*/ 6 h 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46" h="6">
                    <a:moveTo>
                      <a:pt x="746" y="6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Freeform 120"/>
              <p:cNvSpPr/>
              <p:nvPr/>
            </p:nvSpPr>
            <p:spPr bwMode="auto">
              <a:xfrm>
                <a:off x="3251" y="611"/>
                <a:ext cx="1" cy="495"/>
              </a:xfrm>
              <a:custGeom>
                <a:avLst/>
                <a:gdLst>
                  <a:gd name="T0" fmla="*/ 0 w 1"/>
                  <a:gd name="T1" fmla="*/ 495 h 495"/>
                  <a:gd name="T2" fmla="*/ 0 w 1"/>
                  <a:gd name="T3" fmla="*/ 0 h 495"/>
                  <a:gd name="T4" fmla="*/ 0 60000 65536"/>
                  <a:gd name="T5" fmla="*/ 0 60000 65536"/>
                  <a:gd name="T6" fmla="*/ 0 w 1"/>
                  <a:gd name="T7" fmla="*/ 0 h 495"/>
                  <a:gd name="T8" fmla="*/ 1 w 1"/>
                  <a:gd name="T9" fmla="*/ 495 h 49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95">
                    <a:moveTo>
                      <a:pt x="0" y="495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8" name="Text Box 121"/>
              <p:cNvSpPr txBox="1">
                <a:spLocks noChangeArrowheads="1"/>
              </p:cNvSpPr>
              <p:nvPr/>
            </p:nvSpPr>
            <p:spPr bwMode="auto">
              <a:xfrm>
                <a:off x="2533" y="334"/>
                <a:ext cx="692" cy="34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zh-CN" sz="20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   B</a:t>
                </a:r>
                <a:endParaRPr kumimoji="1" lang="en-US" altLang="zh-CN" sz="20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9" name="Line 122"/>
              <p:cNvSpPr>
                <a:spLocks noChangeShapeType="1"/>
              </p:cNvSpPr>
              <p:nvPr/>
            </p:nvSpPr>
            <p:spPr bwMode="auto">
              <a:xfrm flipV="1">
                <a:off x="2523" y="633"/>
                <a:ext cx="117" cy="1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0" name="Line 123"/>
              <p:cNvSpPr>
                <a:spLocks noChangeShapeType="1"/>
              </p:cNvSpPr>
              <p:nvPr/>
            </p:nvSpPr>
            <p:spPr bwMode="auto">
              <a:xfrm flipV="1">
                <a:off x="2523" y="771"/>
                <a:ext cx="117" cy="1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1" name="Line 124"/>
              <p:cNvSpPr>
                <a:spLocks noChangeShapeType="1"/>
              </p:cNvSpPr>
              <p:nvPr/>
            </p:nvSpPr>
            <p:spPr bwMode="auto">
              <a:xfrm flipV="1">
                <a:off x="2523" y="918"/>
                <a:ext cx="117" cy="1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Line 125"/>
              <p:cNvSpPr>
                <a:spLocks noChangeShapeType="1"/>
              </p:cNvSpPr>
              <p:nvPr/>
            </p:nvSpPr>
            <p:spPr bwMode="auto">
              <a:xfrm flipH="1">
                <a:off x="2474" y="1065"/>
                <a:ext cx="166" cy="16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Line 126"/>
              <p:cNvSpPr>
                <a:spLocks noChangeShapeType="1"/>
              </p:cNvSpPr>
              <p:nvPr/>
            </p:nvSpPr>
            <p:spPr bwMode="auto">
              <a:xfrm flipH="1">
                <a:off x="2350" y="1109"/>
                <a:ext cx="109" cy="10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Line 127"/>
              <p:cNvSpPr>
                <a:spLocks noChangeShapeType="1"/>
              </p:cNvSpPr>
              <p:nvPr/>
            </p:nvSpPr>
            <p:spPr bwMode="auto">
              <a:xfrm flipH="1">
                <a:off x="2221" y="1095"/>
                <a:ext cx="126" cy="12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Line 128"/>
              <p:cNvSpPr>
                <a:spLocks noChangeShapeType="1"/>
              </p:cNvSpPr>
              <p:nvPr/>
            </p:nvSpPr>
            <p:spPr bwMode="auto">
              <a:xfrm flipH="1">
                <a:off x="2160" y="975"/>
                <a:ext cx="157" cy="15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6" name="Freeform 129"/>
              <p:cNvSpPr/>
              <p:nvPr/>
            </p:nvSpPr>
            <p:spPr bwMode="auto">
              <a:xfrm>
                <a:off x="2161" y="960"/>
                <a:ext cx="43" cy="44"/>
              </a:xfrm>
              <a:custGeom>
                <a:avLst/>
                <a:gdLst>
                  <a:gd name="T0" fmla="*/ 43 w 43"/>
                  <a:gd name="T1" fmla="*/ 0 h 44"/>
                  <a:gd name="T2" fmla="*/ 0 w 43"/>
                  <a:gd name="T3" fmla="*/ 44 h 44"/>
                  <a:gd name="T4" fmla="*/ 0 60000 65536"/>
                  <a:gd name="T5" fmla="*/ 0 60000 65536"/>
                  <a:gd name="T6" fmla="*/ 0 w 43"/>
                  <a:gd name="T7" fmla="*/ 0 h 44"/>
                  <a:gd name="T8" fmla="*/ 43 w 43"/>
                  <a:gd name="T9" fmla="*/ 44 h 4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3" h="44">
                    <a:moveTo>
                      <a:pt x="43" y="0"/>
                    </a:moveTo>
                    <a:lnTo>
                      <a:pt x="0" y="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7" name="Line 130"/>
              <p:cNvSpPr>
                <a:spLocks noChangeShapeType="1"/>
              </p:cNvSpPr>
              <p:nvPr/>
            </p:nvSpPr>
            <p:spPr bwMode="auto">
              <a:xfrm flipV="1">
                <a:off x="3147" y="1092"/>
                <a:ext cx="111" cy="1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8" name="Line 131"/>
              <p:cNvSpPr>
                <a:spLocks noChangeShapeType="1"/>
              </p:cNvSpPr>
              <p:nvPr/>
            </p:nvSpPr>
            <p:spPr bwMode="auto">
              <a:xfrm flipV="1">
                <a:off x="3119" y="955"/>
                <a:ext cx="140" cy="1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9" name="Line 132"/>
              <p:cNvSpPr>
                <a:spLocks noChangeShapeType="1"/>
              </p:cNvSpPr>
              <p:nvPr/>
            </p:nvSpPr>
            <p:spPr bwMode="auto">
              <a:xfrm flipV="1">
                <a:off x="3125" y="811"/>
                <a:ext cx="140" cy="1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0" name="Line 133"/>
              <p:cNvSpPr>
                <a:spLocks noChangeShapeType="1"/>
              </p:cNvSpPr>
              <p:nvPr/>
            </p:nvSpPr>
            <p:spPr bwMode="auto">
              <a:xfrm flipV="1">
                <a:off x="3116" y="682"/>
                <a:ext cx="140" cy="1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1" name="Freeform 134"/>
              <p:cNvSpPr/>
              <p:nvPr/>
            </p:nvSpPr>
            <p:spPr bwMode="auto">
              <a:xfrm>
                <a:off x="3125" y="615"/>
                <a:ext cx="55" cy="57"/>
              </a:xfrm>
              <a:custGeom>
                <a:avLst/>
                <a:gdLst>
                  <a:gd name="T0" fmla="*/ 0 w 55"/>
                  <a:gd name="T1" fmla="*/ 57 h 57"/>
                  <a:gd name="T2" fmla="*/ 55 w 55"/>
                  <a:gd name="T3" fmla="*/ 0 h 57"/>
                  <a:gd name="T4" fmla="*/ 0 60000 65536"/>
                  <a:gd name="T5" fmla="*/ 0 60000 65536"/>
                  <a:gd name="T6" fmla="*/ 0 w 55"/>
                  <a:gd name="T7" fmla="*/ 0 h 57"/>
                  <a:gd name="T8" fmla="*/ 55 w 55"/>
                  <a:gd name="T9" fmla="*/ 57 h 5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5" h="57">
                    <a:moveTo>
                      <a:pt x="0" y="57"/>
                    </a:moveTo>
                    <a:lnTo>
                      <a:pt x="55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2" name="Line 135"/>
              <p:cNvSpPr>
                <a:spLocks noChangeShapeType="1"/>
              </p:cNvSpPr>
              <p:nvPr/>
            </p:nvSpPr>
            <p:spPr bwMode="auto">
              <a:xfrm flipV="1">
                <a:off x="3285" y="1095"/>
                <a:ext cx="120" cy="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3" name="Line 136"/>
              <p:cNvSpPr>
                <a:spLocks noChangeShapeType="1"/>
              </p:cNvSpPr>
              <p:nvPr/>
            </p:nvSpPr>
            <p:spPr bwMode="auto">
              <a:xfrm flipV="1">
                <a:off x="3435" y="1110"/>
                <a:ext cx="105" cy="10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4" name="Text Box 137"/>
              <p:cNvSpPr txBox="1">
                <a:spLocks noChangeArrowheads="1"/>
              </p:cNvSpPr>
              <p:nvPr/>
            </p:nvSpPr>
            <p:spPr bwMode="auto">
              <a:xfrm>
                <a:off x="2742" y="279"/>
                <a:ext cx="289" cy="40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zh-CN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</a:t>
                </a:r>
                <a:endParaRPr kumimoji="1" lang="en-US" altLang="zh-CN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5" name="Line 138"/>
              <p:cNvSpPr>
                <a:spLocks noChangeShapeType="1"/>
              </p:cNvSpPr>
              <p:nvPr/>
            </p:nvSpPr>
            <p:spPr bwMode="auto">
              <a:xfrm flipV="1">
                <a:off x="2007" y="1852"/>
                <a:ext cx="0" cy="1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6" name="Line 139"/>
              <p:cNvSpPr>
                <a:spLocks noChangeShapeType="1"/>
              </p:cNvSpPr>
              <p:nvPr/>
            </p:nvSpPr>
            <p:spPr bwMode="auto">
              <a:xfrm flipV="1">
                <a:off x="3760" y="1833"/>
                <a:ext cx="0" cy="16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7561468" y="1041292"/>
              <a:ext cx="849318" cy="2114658"/>
              <a:chOff x="5168899" y="1041292"/>
              <a:chExt cx="849318" cy="2114658"/>
            </a:xfrm>
          </p:grpSpPr>
          <p:pic>
            <p:nvPicPr>
              <p:cNvPr id="87" name="图片 86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486" t="21156" r="49319" b="10141"/>
              <a:stretch>
                <a:fillRect/>
              </a:stretch>
            </p:blipFill>
            <p:spPr>
              <a:xfrm rot="5400000">
                <a:off x="5183667" y="1349856"/>
                <a:ext cx="849421" cy="232294"/>
              </a:xfrm>
              <a:prstGeom prst="rect">
                <a:avLst/>
              </a:prstGeom>
            </p:spPr>
          </p:pic>
          <p:pic>
            <p:nvPicPr>
              <p:cNvPr id="88" name="图片 87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514" t="21156" r="52291" b="10141"/>
              <a:stretch>
                <a:fillRect/>
              </a:stretch>
            </p:blipFill>
            <p:spPr>
              <a:xfrm rot="5400000">
                <a:off x="5158292" y="2589717"/>
                <a:ext cx="900172" cy="232294"/>
              </a:xfrm>
              <a:prstGeom prst="rect">
                <a:avLst/>
              </a:prstGeom>
            </p:spPr>
          </p:pic>
          <p:pic>
            <p:nvPicPr>
              <p:cNvPr id="89" name="图片 88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064" t="21156" r="56544" b="10141"/>
              <a:stretch>
                <a:fillRect/>
              </a:stretch>
            </p:blipFill>
            <p:spPr>
              <a:xfrm rot="10800000">
                <a:off x="5168899" y="2587033"/>
                <a:ext cx="849318" cy="232294"/>
              </a:xfrm>
              <a:prstGeom prst="rect">
                <a:avLst/>
              </a:prstGeom>
            </p:spPr>
          </p:pic>
        </p:grpSp>
      </p:grpSp>
      <p:grpSp>
        <p:nvGrpSpPr>
          <p:cNvPr id="147" name="组合 146"/>
          <p:cNvGrpSpPr/>
          <p:nvPr/>
        </p:nvGrpSpPr>
        <p:grpSpPr>
          <a:xfrm>
            <a:off x="9435954" y="1676907"/>
            <a:ext cx="2166941" cy="4039252"/>
            <a:chOff x="9255676" y="724550"/>
            <a:chExt cx="2166941" cy="4039252"/>
          </a:xfrm>
        </p:grpSpPr>
        <p:grpSp>
          <p:nvGrpSpPr>
            <p:cNvPr id="148" name="Group 140"/>
            <p:cNvGrpSpPr/>
            <p:nvPr/>
          </p:nvGrpSpPr>
          <p:grpSpPr bwMode="auto">
            <a:xfrm>
              <a:off x="9255676" y="724550"/>
              <a:ext cx="2166941" cy="4039252"/>
              <a:chOff x="3714" y="333"/>
              <a:chExt cx="1950" cy="3411"/>
            </a:xfrm>
          </p:grpSpPr>
          <p:sp>
            <p:nvSpPr>
              <p:cNvPr id="153" name="Freeform 141"/>
              <p:cNvSpPr/>
              <p:nvPr/>
            </p:nvSpPr>
            <p:spPr bwMode="auto">
              <a:xfrm>
                <a:off x="4096" y="2568"/>
                <a:ext cx="872" cy="618"/>
              </a:xfrm>
              <a:custGeom>
                <a:avLst/>
                <a:gdLst>
                  <a:gd name="T0" fmla="*/ 0 w 1927"/>
                  <a:gd name="T1" fmla="*/ 2 h 1081"/>
                  <a:gd name="T2" fmla="*/ 0 w 1927"/>
                  <a:gd name="T3" fmla="*/ 0 h 1081"/>
                  <a:gd name="T4" fmla="*/ 0 60000 65536"/>
                  <a:gd name="T5" fmla="*/ 0 60000 65536"/>
                  <a:gd name="T6" fmla="*/ 0 w 1927"/>
                  <a:gd name="T7" fmla="*/ 0 h 1081"/>
                  <a:gd name="T8" fmla="*/ 1927 w 1927"/>
                  <a:gd name="T9" fmla="*/ 1081 h 108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927" h="1081">
                    <a:moveTo>
                      <a:pt x="0" y="1081"/>
                    </a:moveTo>
                    <a:lnTo>
                      <a:pt x="1927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4" name="Line 142"/>
              <p:cNvSpPr>
                <a:spLocks noChangeShapeType="1"/>
              </p:cNvSpPr>
              <p:nvPr/>
            </p:nvSpPr>
            <p:spPr bwMode="auto">
              <a:xfrm>
                <a:off x="3891" y="3504"/>
                <a:ext cx="710" cy="2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5" name="Line 143"/>
              <p:cNvSpPr>
                <a:spLocks noChangeShapeType="1"/>
              </p:cNvSpPr>
              <p:nvPr/>
            </p:nvSpPr>
            <p:spPr bwMode="auto">
              <a:xfrm flipV="1">
                <a:off x="3888" y="2448"/>
                <a:ext cx="1066" cy="77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6" name="Freeform 144"/>
              <p:cNvSpPr/>
              <p:nvPr/>
            </p:nvSpPr>
            <p:spPr bwMode="auto">
              <a:xfrm>
                <a:off x="3888" y="3226"/>
                <a:ext cx="0" cy="286"/>
              </a:xfrm>
              <a:custGeom>
                <a:avLst/>
                <a:gdLst>
                  <a:gd name="T0" fmla="*/ 0 w 1"/>
                  <a:gd name="T1" fmla="*/ 0 h 501"/>
                  <a:gd name="T2" fmla="*/ 0 w 1"/>
                  <a:gd name="T3" fmla="*/ 1 h 501"/>
                  <a:gd name="T4" fmla="*/ 0 60000 65536"/>
                  <a:gd name="T5" fmla="*/ 0 60000 65536"/>
                  <a:gd name="T6" fmla="*/ 0 w 1"/>
                  <a:gd name="T7" fmla="*/ 0 h 501"/>
                  <a:gd name="T8" fmla="*/ 0 w 1"/>
                  <a:gd name="T9" fmla="*/ 501 h 50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501">
                    <a:moveTo>
                      <a:pt x="0" y="0"/>
                    </a:moveTo>
                    <a:lnTo>
                      <a:pt x="1" y="50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7" name="Line 145"/>
              <p:cNvSpPr>
                <a:spLocks noChangeShapeType="1"/>
              </p:cNvSpPr>
              <p:nvPr/>
            </p:nvSpPr>
            <p:spPr bwMode="auto">
              <a:xfrm>
                <a:off x="4598" y="3609"/>
                <a:ext cx="0" cy="13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8" name="Line 146"/>
              <p:cNvSpPr>
                <a:spLocks noChangeShapeType="1"/>
              </p:cNvSpPr>
              <p:nvPr/>
            </p:nvSpPr>
            <p:spPr bwMode="auto">
              <a:xfrm flipV="1">
                <a:off x="4601" y="2968"/>
                <a:ext cx="1063" cy="77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9" name="Freeform 147"/>
              <p:cNvSpPr/>
              <p:nvPr/>
            </p:nvSpPr>
            <p:spPr bwMode="auto">
              <a:xfrm>
                <a:off x="5661" y="2835"/>
                <a:ext cx="0" cy="145"/>
              </a:xfrm>
              <a:custGeom>
                <a:avLst/>
                <a:gdLst>
                  <a:gd name="T0" fmla="*/ 0 w 1"/>
                  <a:gd name="T1" fmla="*/ 1 h 255"/>
                  <a:gd name="T2" fmla="*/ 0 w 1"/>
                  <a:gd name="T3" fmla="*/ 0 h 255"/>
                  <a:gd name="T4" fmla="*/ 0 60000 65536"/>
                  <a:gd name="T5" fmla="*/ 0 60000 65536"/>
                  <a:gd name="T6" fmla="*/ 0 w 1"/>
                  <a:gd name="T7" fmla="*/ 0 h 255"/>
                  <a:gd name="T8" fmla="*/ 0 w 1"/>
                  <a:gd name="T9" fmla="*/ 255 h 25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55">
                    <a:moveTo>
                      <a:pt x="0" y="255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0" name="Line 148"/>
              <p:cNvSpPr>
                <a:spLocks noChangeShapeType="1"/>
              </p:cNvSpPr>
              <p:nvPr/>
            </p:nvSpPr>
            <p:spPr bwMode="auto">
              <a:xfrm flipV="1">
                <a:off x="4601" y="2845"/>
                <a:ext cx="1058" cy="77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1" name="Line 149"/>
              <p:cNvSpPr>
                <a:spLocks noChangeShapeType="1"/>
              </p:cNvSpPr>
              <p:nvPr/>
            </p:nvSpPr>
            <p:spPr bwMode="auto">
              <a:xfrm flipV="1">
                <a:off x="4176" y="3243"/>
                <a:ext cx="102" cy="7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" name="Freeform 150"/>
              <p:cNvSpPr/>
              <p:nvPr/>
            </p:nvSpPr>
            <p:spPr bwMode="auto">
              <a:xfrm>
                <a:off x="4175" y="3326"/>
                <a:ext cx="1" cy="152"/>
              </a:xfrm>
              <a:custGeom>
                <a:avLst/>
                <a:gdLst>
                  <a:gd name="T0" fmla="*/ 0 w 1"/>
                  <a:gd name="T1" fmla="*/ 0 h 265"/>
                  <a:gd name="T2" fmla="*/ 0 w 1"/>
                  <a:gd name="T3" fmla="*/ 1 h 265"/>
                  <a:gd name="T4" fmla="*/ 0 60000 65536"/>
                  <a:gd name="T5" fmla="*/ 0 60000 65536"/>
                  <a:gd name="T6" fmla="*/ 0 w 1"/>
                  <a:gd name="T7" fmla="*/ 0 h 265"/>
                  <a:gd name="T8" fmla="*/ 1 w 1"/>
                  <a:gd name="T9" fmla="*/ 265 h 26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65">
                    <a:moveTo>
                      <a:pt x="0" y="0"/>
                    </a:moveTo>
                    <a:lnTo>
                      <a:pt x="0" y="26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3" name="Line 151"/>
              <p:cNvSpPr>
                <a:spLocks noChangeShapeType="1"/>
              </p:cNvSpPr>
              <p:nvPr/>
            </p:nvSpPr>
            <p:spPr bwMode="auto">
              <a:xfrm>
                <a:off x="4175" y="3466"/>
                <a:ext cx="423" cy="14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4" name="Freeform 152"/>
              <p:cNvSpPr/>
              <p:nvPr/>
            </p:nvSpPr>
            <p:spPr bwMode="auto">
              <a:xfrm>
                <a:off x="4278" y="3249"/>
                <a:ext cx="1" cy="152"/>
              </a:xfrm>
              <a:custGeom>
                <a:avLst/>
                <a:gdLst>
                  <a:gd name="T0" fmla="*/ 0 w 1"/>
                  <a:gd name="T1" fmla="*/ 0 h 265"/>
                  <a:gd name="T2" fmla="*/ 0 w 1"/>
                  <a:gd name="T3" fmla="*/ 1 h 265"/>
                  <a:gd name="T4" fmla="*/ 0 60000 65536"/>
                  <a:gd name="T5" fmla="*/ 0 60000 65536"/>
                  <a:gd name="T6" fmla="*/ 0 w 1"/>
                  <a:gd name="T7" fmla="*/ 0 h 265"/>
                  <a:gd name="T8" fmla="*/ 1 w 1"/>
                  <a:gd name="T9" fmla="*/ 265 h 26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65">
                    <a:moveTo>
                      <a:pt x="0" y="0"/>
                    </a:moveTo>
                    <a:lnTo>
                      <a:pt x="0" y="26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5" name="Freeform 153"/>
              <p:cNvSpPr/>
              <p:nvPr/>
            </p:nvSpPr>
            <p:spPr bwMode="auto">
              <a:xfrm>
                <a:off x="3888" y="3226"/>
                <a:ext cx="286" cy="89"/>
              </a:xfrm>
              <a:custGeom>
                <a:avLst/>
                <a:gdLst>
                  <a:gd name="T0" fmla="*/ 0 w 630"/>
                  <a:gd name="T1" fmla="*/ 0 h 156"/>
                  <a:gd name="T2" fmla="*/ 0 w 630"/>
                  <a:gd name="T3" fmla="*/ 1 h 156"/>
                  <a:gd name="T4" fmla="*/ 0 60000 65536"/>
                  <a:gd name="T5" fmla="*/ 0 60000 65536"/>
                  <a:gd name="T6" fmla="*/ 0 w 630"/>
                  <a:gd name="T7" fmla="*/ 0 h 156"/>
                  <a:gd name="T8" fmla="*/ 630 w 630"/>
                  <a:gd name="T9" fmla="*/ 156 h 15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30" h="156">
                    <a:moveTo>
                      <a:pt x="0" y="0"/>
                    </a:moveTo>
                    <a:lnTo>
                      <a:pt x="630" y="156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6" name="Line 154"/>
              <p:cNvSpPr>
                <a:spLocks noChangeShapeType="1"/>
              </p:cNvSpPr>
              <p:nvPr/>
            </p:nvSpPr>
            <p:spPr bwMode="auto">
              <a:xfrm>
                <a:off x="4096" y="3186"/>
                <a:ext cx="182" cy="6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7" name="Freeform 155"/>
              <p:cNvSpPr/>
              <p:nvPr/>
            </p:nvSpPr>
            <p:spPr bwMode="auto">
              <a:xfrm>
                <a:off x="5231" y="2549"/>
                <a:ext cx="1" cy="151"/>
              </a:xfrm>
              <a:custGeom>
                <a:avLst/>
                <a:gdLst>
                  <a:gd name="T0" fmla="*/ 0 w 1"/>
                  <a:gd name="T1" fmla="*/ 0 h 265"/>
                  <a:gd name="T2" fmla="*/ 0 w 1"/>
                  <a:gd name="T3" fmla="*/ 1 h 265"/>
                  <a:gd name="T4" fmla="*/ 0 60000 65536"/>
                  <a:gd name="T5" fmla="*/ 0 60000 65536"/>
                  <a:gd name="T6" fmla="*/ 0 w 1"/>
                  <a:gd name="T7" fmla="*/ 0 h 265"/>
                  <a:gd name="T8" fmla="*/ 1 w 1"/>
                  <a:gd name="T9" fmla="*/ 265 h 26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65">
                    <a:moveTo>
                      <a:pt x="0" y="0"/>
                    </a:moveTo>
                    <a:lnTo>
                      <a:pt x="0" y="26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8" name="Line 156"/>
              <p:cNvSpPr>
                <a:spLocks noChangeShapeType="1"/>
              </p:cNvSpPr>
              <p:nvPr/>
            </p:nvSpPr>
            <p:spPr bwMode="auto">
              <a:xfrm flipV="1">
                <a:off x="4172" y="3395"/>
                <a:ext cx="102" cy="7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Line 157"/>
              <p:cNvSpPr>
                <a:spLocks noChangeShapeType="1"/>
              </p:cNvSpPr>
              <p:nvPr/>
            </p:nvSpPr>
            <p:spPr bwMode="auto">
              <a:xfrm flipV="1">
                <a:off x="5122" y="2544"/>
                <a:ext cx="102" cy="7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Freeform 158"/>
              <p:cNvSpPr/>
              <p:nvPr/>
            </p:nvSpPr>
            <p:spPr bwMode="auto">
              <a:xfrm>
                <a:off x="5122" y="2618"/>
                <a:ext cx="0" cy="151"/>
              </a:xfrm>
              <a:custGeom>
                <a:avLst/>
                <a:gdLst>
                  <a:gd name="T0" fmla="*/ 0 w 1"/>
                  <a:gd name="T1" fmla="*/ 0 h 265"/>
                  <a:gd name="T2" fmla="*/ 0 w 1"/>
                  <a:gd name="T3" fmla="*/ 1 h 265"/>
                  <a:gd name="T4" fmla="*/ 0 60000 65536"/>
                  <a:gd name="T5" fmla="*/ 0 60000 65536"/>
                  <a:gd name="T6" fmla="*/ 0 w 1"/>
                  <a:gd name="T7" fmla="*/ 0 h 265"/>
                  <a:gd name="T8" fmla="*/ 0 w 1"/>
                  <a:gd name="T9" fmla="*/ 265 h 26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65">
                    <a:moveTo>
                      <a:pt x="0" y="0"/>
                    </a:moveTo>
                    <a:lnTo>
                      <a:pt x="0" y="26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Freeform 159"/>
              <p:cNvSpPr/>
              <p:nvPr/>
            </p:nvSpPr>
            <p:spPr bwMode="auto">
              <a:xfrm>
                <a:off x="4969" y="2563"/>
                <a:ext cx="1" cy="152"/>
              </a:xfrm>
              <a:custGeom>
                <a:avLst/>
                <a:gdLst>
                  <a:gd name="T0" fmla="*/ 0 w 1"/>
                  <a:gd name="T1" fmla="*/ 0 h 265"/>
                  <a:gd name="T2" fmla="*/ 0 w 1"/>
                  <a:gd name="T3" fmla="*/ 1 h 265"/>
                  <a:gd name="T4" fmla="*/ 0 60000 65536"/>
                  <a:gd name="T5" fmla="*/ 0 60000 65536"/>
                  <a:gd name="T6" fmla="*/ 0 w 1"/>
                  <a:gd name="T7" fmla="*/ 0 h 265"/>
                  <a:gd name="T8" fmla="*/ 1 w 1"/>
                  <a:gd name="T9" fmla="*/ 265 h 26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65">
                    <a:moveTo>
                      <a:pt x="0" y="0"/>
                    </a:moveTo>
                    <a:lnTo>
                      <a:pt x="0" y="26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2" name="Line 160"/>
              <p:cNvSpPr>
                <a:spLocks noChangeShapeType="1"/>
              </p:cNvSpPr>
              <p:nvPr/>
            </p:nvSpPr>
            <p:spPr bwMode="auto">
              <a:xfrm flipH="1" flipV="1">
                <a:off x="5232" y="2689"/>
                <a:ext cx="429" cy="14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Line 161"/>
              <p:cNvSpPr>
                <a:spLocks noChangeShapeType="1"/>
              </p:cNvSpPr>
              <p:nvPr/>
            </p:nvSpPr>
            <p:spPr bwMode="auto">
              <a:xfrm>
                <a:off x="4954" y="2448"/>
                <a:ext cx="278" cy="9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" name="Line 162"/>
              <p:cNvSpPr>
                <a:spLocks noChangeShapeType="1"/>
              </p:cNvSpPr>
              <p:nvPr/>
            </p:nvSpPr>
            <p:spPr bwMode="auto">
              <a:xfrm>
                <a:off x="4968" y="2568"/>
                <a:ext cx="160" cy="5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5" name="Line 163"/>
              <p:cNvSpPr>
                <a:spLocks noChangeShapeType="1"/>
              </p:cNvSpPr>
              <p:nvPr/>
            </p:nvSpPr>
            <p:spPr bwMode="auto">
              <a:xfrm>
                <a:off x="4962" y="2700"/>
                <a:ext cx="160" cy="5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6" name="Freeform 164"/>
              <p:cNvSpPr/>
              <p:nvPr/>
            </p:nvSpPr>
            <p:spPr bwMode="auto">
              <a:xfrm>
                <a:off x="4228" y="2700"/>
                <a:ext cx="734" cy="528"/>
              </a:xfrm>
              <a:custGeom>
                <a:avLst/>
                <a:gdLst>
                  <a:gd name="T0" fmla="*/ 0 w 1622"/>
                  <a:gd name="T1" fmla="*/ 0 h 923"/>
                  <a:gd name="T2" fmla="*/ 0 w 1622"/>
                  <a:gd name="T3" fmla="*/ 2 h 923"/>
                  <a:gd name="T4" fmla="*/ 0 60000 65536"/>
                  <a:gd name="T5" fmla="*/ 0 60000 65536"/>
                  <a:gd name="T6" fmla="*/ 0 w 1622"/>
                  <a:gd name="T7" fmla="*/ 0 h 923"/>
                  <a:gd name="T8" fmla="*/ 1622 w 1622"/>
                  <a:gd name="T9" fmla="*/ 923 h 92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22" h="923">
                    <a:moveTo>
                      <a:pt x="1622" y="0"/>
                    </a:moveTo>
                    <a:lnTo>
                      <a:pt x="0" y="923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7" name="Line 165"/>
              <p:cNvSpPr>
                <a:spLocks noChangeShapeType="1"/>
              </p:cNvSpPr>
              <p:nvPr/>
            </p:nvSpPr>
            <p:spPr bwMode="auto">
              <a:xfrm flipH="1">
                <a:off x="5128" y="2689"/>
                <a:ext cx="104" cy="7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8" name="AutoShape 166"/>
              <p:cNvSpPr>
                <a:spLocks noChangeArrowheads="1"/>
              </p:cNvSpPr>
              <p:nvPr/>
            </p:nvSpPr>
            <p:spPr bwMode="auto">
              <a:xfrm>
                <a:off x="4578" y="2534"/>
                <a:ext cx="457" cy="660"/>
              </a:xfrm>
              <a:prstGeom prst="can">
                <a:avLst>
                  <a:gd name="adj" fmla="val 56538"/>
                </a:avLst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9" name="Oval 167"/>
              <p:cNvSpPr>
                <a:spLocks noChangeArrowheads="1"/>
              </p:cNvSpPr>
              <p:nvPr/>
            </p:nvSpPr>
            <p:spPr bwMode="auto">
              <a:xfrm>
                <a:off x="4649" y="2606"/>
                <a:ext cx="303" cy="105"/>
              </a:xfrm>
              <a:prstGeom prst="ellipse">
                <a:avLst/>
              </a:prstGeom>
              <a:gradFill rotWithShape="0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0" scaled="1"/>
              </a:gra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0" name="Rectangle 168"/>
              <p:cNvSpPr>
                <a:spLocks noChangeArrowheads="1"/>
              </p:cNvSpPr>
              <p:nvPr/>
            </p:nvSpPr>
            <p:spPr bwMode="auto">
              <a:xfrm>
                <a:off x="4451" y="655"/>
                <a:ext cx="462" cy="597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Line 169"/>
              <p:cNvSpPr>
                <a:spLocks noChangeShapeType="1"/>
              </p:cNvSpPr>
              <p:nvPr/>
            </p:nvSpPr>
            <p:spPr bwMode="auto">
              <a:xfrm flipV="1">
                <a:off x="4420" y="1221"/>
                <a:ext cx="31" cy="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2" name="Freeform 170"/>
              <p:cNvSpPr/>
              <p:nvPr/>
            </p:nvSpPr>
            <p:spPr bwMode="auto">
              <a:xfrm>
                <a:off x="3988" y="988"/>
                <a:ext cx="150" cy="1"/>
              </a:xfrm>
              <a:custGeom>
                <a:avLst/>
                <a:gdLst>
                  <a:gd name="T0" fmla="*/ 0 w 150"/>
                  <a:gd name="T1" fmla="*/ 0 h 1"/>
                  <a:gd name="T2" fmla="*/ 150 w 150"/>
                  <a:gd name="T3" fmla="*/ 1 h 1"/>
                  <a:gd name="T4" fmla="*/ 0 60000 65536"/>
                  <a:gd name="T5" fmla="*/ 0 60000 65536"/>
                  <a:gd name="T6" fmla="*/ 0 w 150"/>
                  <a:gd name="T7" fmla="*/ 0 h 1"/>
                  <a:gd name="T8" fmla="*/ 150 w 150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50" h="1">
                    <a:moveTo>
                      <a:pt x="0" y="0"/>
                    </a:moveTo>
                    <a:lnTo>
                      <a:pt x="150" y="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3" name="Freeform 171"/>
              <p:cNvSpPr/>
              <p:nvPr/>
            </p:nvSpPr>
            <p:spPr bwMode="auto">
              <a:xfrm>
                <a:off x="3985" y="1251"/>
                <a:ext cx="1396" cy="1"/>
              </a:xfrm>
              <a:custGeom>
                <a:avLst/>
                <a:gdLst>
                  <a:gd name="T0" fmla="*/ 0 w 1396"/>
                  <a:gd name="T1" fmla="*/ 0 h 1"/>
                  <a:gd name="T2" fmla="*/ 1396 w 1396"/>
                  <a:gd name="T3" fmla="*/ 0 h 1"/>
                  <a:gd name="T4" fmla="*/ 0 60000 65536"/>
                  <a:gd name="T5" fmla="*/ 0 60000 65536"/>
                  <a:gd name="T6" fmla="*/ 0 w 1396"/>
                  <a:gd name="T7" fmla="*/ 0 h 1"/>
                  <a:gd name="T8" fmla="*/ 1396 w 1396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96" h="1">
                    <a:moveTo>
                      <a:pt x="0" y="0"/>
                    </a:moveTo>
                    <a:lnTo>
                      <a:pt x="1396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4" name="Freeform 172"/>
              <p:cNvSpPr/>
              <p:nvPr/>
            </p:nvSpPr>
            <p:spPr bwMode="auto">
              <a:xfrm>
                <a:off x="3990" y="990"/>
                <a:ext cx="2" cy="276"/>
              </a:xfrm>
              <a:custGeom>
                <a:avLst/>
                <a:gdLst>
                  <a:gd name="T0" fmla="*/ 2 w 2"/>
                  <a:gd name="T1" fmla="*/ 276 h 276"/>
                  <a:gd name="T2" fmla="*/ 0 w 2"/>
                  <a:gd name="T3" fmla="*/ 0 h 276"/>
                  <a:gd name="T4" fmla="*/ 0 60000 65536"/>
                  <a:gd name="T5" fmla="*/ 0 60000 65536"/>
                  <a:gd name="T6" fmla="*/ 0 w 2"/>
                  <a:gd name="T7" fmla="*/ 0 h 276"/>
                  <a:gd name="T8" fmla="*/ 2 w 2"/>
                  <a:gd name="T9" fmla="*/ 276 h 27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" h="276">
                    <a:moveTo>
                      <a:pt x="2" y="276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Freeform 173"/>
              <p:cNvSpPr/>
              <p:nvPr/>
            </p:nvSpPr>
            <p:spPr bwMode="auto">
              <a:xfrm>
                <a:off x="5374" y="988"/>
                <a:ext cx="3" cy="263"/>
              </a:xfrm>
              <a:custGeom>
                <a:avLst/>
                <a:gdLst>
                  <a:gd name="T0" fmla="*/ 0 w 3"/>
                  <a:gd name="T1" fmla="*/ 263 h 263"/>
                  <a:gd name="T2" fmla="*/ 3 w 3"/>
                  <a:gd name="T3" fmla="*/ 0 h 263"/>
                  <a:gd name="T4" fmla="*/ 0 60000 65536"/>
                  <a:gd name="T5" fmla="*/ 0 60000 65536"/>
                  <a:gd name="T6" fmla="*/ 0 w 3"/>
                  <a:gd name="T7" fmla="*/ 0 h 263"/>
                  <a:gd name="T8" fmla="*/ 3 w 3"/>
                  <a:gd name="T9" fmla="*/ 263 h 26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263">
                    <a:moveTo>
                      <a:pt x="0" y="263"/>
                    </a:moveTo>
                    <a:lnTo>
                      <a:pt x="3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Freeform 174"/>
              <p:cNvSpPr/>
              <p:nvPr/>
            </p:nvSpPr>
            <p:spPr bwMode="auto">
              <a:xfrm>
                <a:off x="5213" y="979"/>
                <a:ext cx="178" cy="1"/>
              </a:xfrm>
              <a:custGeom>
                <a:avLst/>
                <a:gdLst>
                  <a:gd name="T0" fmla="*/ 178 w 178"/>
                  <a:gd name="T1" fmla="*/ 0 h 1"/>
                  <a:gd name="T2" fmla="*/ 0 w 178"/>
                  <a:gd name="T3" fmla="*/ 0 h 1"/>
                  <a:gd name="T4" fmla="*/ 0 60000 65536"/>
                  <a:gd name="T5" fmla="*/ 0 60000 65536"/>
                  <a:gd name="T6" fmla="*/ 0 w 178"/>
                  <a:gd name="T7" fmla="*/ 0 h 1"/>
                  <a:gd name="T8" fmla="*/ 178 w 178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78" h="1">
                    <a:moveTo>
                      <a:pt x="178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7" name="Line 175"/>
              <p:cNvSpPr>
                <a:spLocks noChangeShapeType="1"/>
              </p:cNvSpPr>
              <p:nvPr/>
            </p:nvSpPr>
            <p:spPr bwMode="auto">
              <a:xfrm flipV="1">
                <a:off x="4142" y="988"/>
                <a:ext cx="0" cy="13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8" name="Freeform 176"/>
              <p:cNvSpPr/>
              <p:nvPr/>
            </p:nvSpPr>
            <p:spPr bwMode="auto">
              <a:xfrm>
                <a:off x="3984" y="1125"/>
                <a:ext cx="372" cy="2"/>
              </a:xfrm>
              <a:custGeom>
                <a:avLst/>
                <a:gdLst>
                  <a:gd name="T0" fmla="*/ 0 w 372"/>
                  <a:gd name="T1" fmla="*/ 0 h 2"/>
                  <a:gd name="T2" fmla="*/ 372 w 372"/>
                  <a:gd name="T3" fmla="*/ 2 h 2"/>
                  <a:gd name="T4" fmla="*/ 0 60000 65536"/>
                  <a:gd name="T5" fmla="*/ 0 60000 65536"/>
                  <a:gd name="T6" fmla="*/ 0 w 372"/>
                  <a:gd name="T7" fmla="*/ 0 h 2"/>
                  <a:gd name="T8" fmla="*/ 372 w 372"/>
                  <a:gd name="T9" fmla="*/ 2 h 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72" h="2">
                    <a:moveTo>
                      <a:pt x="0" y="0"/>
                    </a:moveTo>
                    <a:lnTo>
                      <a:pt x="372" y="2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9" name="Freeform 177"/>
              <p:cNvSpPr/>
              <p:nvPr/>
            </p:nvSpPr>
            <p:spPr bwMode="auto">
              <a:xfrm>
                <a:off x="4339" y="655"/>
                <a:ext cx="1" cy="469"/>
              </a:xfrm>
              <a:custGeom>
                <a:avLst/>
                <a:gdLst>
                  <a:gd name="T0" fmla="*/ 0 w 1"/>
                  <a:gd name="T1" fmla="*/ 12 h 676"/>
                  <a:gd name="T2" fmla="*/ 0 w 1"/>
                  <a:gd name="T3" fmla="*/ 0 h 676"/>
                  <a:gd name="T4" fmla="*/ 0 60000 65536"/>
                  <a:gd name="T5" fmla="*/ 0 60000 65536"/>
                  <a:gd name="T6" fmla="*/ 0 w 1"/>
                  <a:gd name="T7" fmla="*/ 0 h 676"/>
                  <a:gd name="T8" fmla="*/ 1 w 1"/>
                  <a:gd name="T9" fmla="*/ 676 h 67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676">
                    <a:moveTo>
                      <a:pt x="0" y="676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0" name="Freeform 178"/>
              <p:cNvSpPr/>
              <p:nvPr/>
            </p:nvSpPr>
            <p:spPr bwMode="auto">
              <a:xfrm>
                <a:off x="4339" y="655"/>
                <a:ext cx="708" cy="1"/>
              </a:xfrm>
              <a:custGeom>
                <a:avLst/>
                <a:gdLst>
                  <a:gd name="T0" fmla="*/ 0 w 708"/>
                  <a:gd name="T1" fmla="*/ 0 h 1"/>
                  <a:gd name="T2" fmla="*/ 708 w 708"/>
                  <a:gd name="T3" fmla="*/ 0 h 1"/>
                  <a:gd name="T4" fmla="*/ 0 60000 65536"/>
                  <a:gd name="T5" fmla="*/ 0 60000 65536"/>
                  <a:gd name="T6" fmla="*/ 0 w 708"/>
                  <a:gd name="T7" fmla="*/ 0 h 1"/>
                  <a:gd name="T8" fmla="*/ 708 w 708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08" h="1">
                    <a:moveTo>
                      <a:pt x="0" y="0"/>
                    </a:moveTo>
                    <a:lnTo>
                      <a:pt x="708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1" name="Freeform 179"/>
              <p:cNvSpPr/>
              <p:nvPr/>
            </p:nvSpPr>
            <p:spPr bwMode="auto">
              <a:xfrm>
                <a:off x="5037" y="1122"/>
                <a:ext cx="337" cy="3"/>
              </a:xfrm>
              <a:custGeom>
                <a:avLst/>
                <a:gdLst>
                  <a:gd name="T0" fmla="*/ 0 w 746"/>
                  <a:gd name="T1" fmla="*/ 1 h 6"/>
                  <a:gd name="T2" fmla="*/ 0 w 746"/>
                  <a:gd name="T3" fmla="*/ 0 h 6"/>
                  <a:gd name="T4" fmla="*/ 0 60000 65536"/>
                  <a:gd name="T5" fmla="*/ 0 60000 65536"/>
                  <a:gd name="T6" fmla="*/ 0 w 746"/>
                  <a:gd name="T7" fmla="*/ 0 h 6"/>
                  <a:gd name="T8" fmla="*/ 746 w 746"/>
                  <a:gd name="T9" fmla="*/ 6 h 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46" h="6">
                    <a:moveTo>
                      <a:pt x="746" y="6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2" name="Freeform 180"/>
              <p:cNvSpPr/>
              <p:nvPr/>
            </p:nvSpPr>
            <p:spPr bwMode="auto">
              <a:xfrm>
                <a:off x="5038" y="655"/>
                <a:ext cx="1" cy="487"/>
              </a:xfrm>
              <a:custGeom>
                <a:avLst/>
                <a:gdLst>
                  <a:gd name="T0" fmla="*/ 1 w 1"/>
                  <a:gd name="T1" fmla="*/ 487 h 487"/>
                  <a:gd name="T2" fmla="*/ 0 w 1"/>
                  <a:gd name="T3" fmla="*/ 0 h 487"/>
                  <a:gd name="T4" fmla="*/ 0 60000 65536"/>
                  <a:gd name="T5" fmla="*/ 0 60000 65536"/>
                  <a:gd name="T6" fmla="*/ 0 w 1"/>
                  <a:gd name="T7" fmla="*/ 0 h 487"/>
                  <a:gd name="T8" fmla="*/ 1 w 1"/>
                  <a:gd name="T9" fmla="*/ 487 h 48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87">
                    <a:moveTo>
                      <a:pt x="1" y="487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3" name="Freeform 181"/>
              <p:cNvSpPr/>
              <p:nvPr/>
            </p:nvSpPr>
            <p:spPr bwMode="auto">
              <a:xfrm>
                <a:off x="5224" y="986"/>
                <a:ext cx="1" cy="139"/>
              </a:xfrm>
              <a:custGeom>
                <a:avLst/>
                <a:gdLst>
                  <a:gd name="T0" fmla="*/ 0 w 1"/>
                  <a:gd name="T1" fmla="*/ 0 h 285"/>
                  <a:gd name="T2" fmla="*/ 0 w 1"/>
                  <a:gd name="T3" fmla="*/ 0 h 285"/>
                  <a:gd name="T4" fmla="*/ 0 60000 65536"/>
                  <a:gd name="T5" fmla="*/ 0 60000 65536"/>
                  <a:gd name="T6" fmla="*/ 0 w 1"/>
                  <a:gd name="T7" fmla="*/ 0 h 285"/>
                  <a:gd name="T8" fmla="*/ 1 w 1"/>
                  <a:gd name="T9" fmla="*/ 285 h 28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85">
                    <a:moveTo>
                      <a:pt x="0" y="285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4" name="Text Box 182"/>
              <p:cNvSpPr txBox="1">
                <a:spLocks noChangeArrowheads="1"/>
              </p:cNvSpPr>
              <p:nvPr/>
            </p:nvSpPr>
            <p:spPr bwMode="auto">
              <a:xfrm>
                <a:off x="4659" y="388"/>
                <a:ext cx="322" cy="33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zh-CN" sz="20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  <a:endParaRPr kumimoji="1" lang="en-US" altLang="zh-CN" sz="20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5" name="Text Box 183"/>
              <p:cNvSpPr txBox="1">
                <a:spLocks noChangeArrowheads="1"/>
              </p:cNvSpPr>
              <p:nvPr/>
            </p:nvSpPr>
            <p:spPr bwMode="auto">
              <a:xfrm>
                <a:off x="4371" y="388"/>
                <a:ext cx="322" cy="33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zh-CN" sz="20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  <a:endParaRPr kumimoji="1" lang="en-US" altLang="zh-CN" sz="20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6" name="Text Box 184"/>
              <p:cNvSpPr txBox="1">
                <a:spLocks noChangeArrowheads="1"/>
              </p:cNvSpPr>
              <p:nvPr/>
            </p:nvSpPr>
            <p:spPr bwMode="auto">
              <a:xfrm>
                <a:off x="4560" y="333"/>
                <a:ext cx="240" cy="39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zh-CN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</a:t>
                </a:r>
                <a:endParaRPr kumimoji="1" lang="en-US" altLang="zh-CN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7" name="Freeform 186"/>
              <p:cNvSpPr/>
              <p:nvPr/>
            </p:nvSpPr>
            <p:spPr bwMode="auto">
              <a:xfrm>
                <a:off x="4290" y="1080"/>
                <a:ext cx="165" cy="165"/>
              </a:xfrm>
              <a:custGeom>
                <a:avLst/>
                <a:gdLst>
                  <a:gd name="T0" fmla="*/ 0 w 165"/>
                  <a:gd name="T1" fmla="*/ 165 h 165"/>
                  <a:gd name="T2" fmla="*/ 165 w 165"/>
                  <a:gd name="T3" fmla="*/ 0 h 165"/>
                  <a:gd name="T4" fmla="*/ 0 60000 65536"/>
                  <a:gd name="T5" fmla="*/ 0 60000 65536"/>
                  <a:gd name="T6" fmla="*/ 0 w 165"/>
                  <a:gd name="T7" fmla="*/ 0 h 165"/>
                  <a:gd name="T8" fmla="*/ 165 w 165"/>
                  <a:gd name="T9" fmla="*/ 165 h 16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5" h="165">
                    <a:moveTo>
                      <a:pt x="0" y="165"/>
                    </a:moveTo>
                    <a:lnTo>
                      <a:pt x="165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8" name="Line 187"/>
              <p:cNvSpPr>
                <a:spLocks noChangeShapeType="1"/>
              </p:cNvSpPr>
              <p:nvPr/>
            </p:nvSpPr>
            <p:spPr bwMode="auto">
              <a:xfrm flipV="1">
                <a:off x="4140" y="1125"/>
                <a:ext cx="120" cy="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9" name="Line 188"/>
              <p:cNvSpPr>
                <a:spLocks noChangeShapeType="1"/>
              </p:cNvSpPr>
              <p:nvPr/>
            </p:nvSpPr>
            <p:spPr bwMode="auto">
              <a:xfrm flipV="1">
                <a:off x="3990" y="1125"/>
                <a:ext cx="105" cy="10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0" name="Line 189"/>
              <p:cNvSpPr>
                <a:spLocks noChangeShapeType="1"/>
              </p:cNvSpPr>
              <p:nvPr/>
            </p:nvSpPr>
            <p:spPr bwMode="auto">
              <a:xfrm flipV="1">
                <a:off x="4350" y="945"/>
                <a:ext cx="105" cy="10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1" name="Line 190"/>
              <p:cNvSpPr>
                <a:spLocks noChangeShapeType="1"/>
              </p:cNvSpPr>
              <p:nvPr/>
            </p:nvSpPr>
            <p:spPr bwMode="auto">
              <a:xfrm flipV="1">
                <a:off x="4350" y="795"/>
                <a:ext cx="105" cy="10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2" name="Line 191"/>
              <p:cNvSpPr>
                <a:spLocks noChangeShapeType="1"/>
              </p:cNvSpPr>
              <p:nvPr/>
            </p:nvSpPr>
            <p:spPr bwMode="auto">
              <a:xfrm flipV="1">
                <a:off x="4350" y="675"/>
                <a:ext cx="90" cy="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3" name="Freeform 192"/>
              <p:cNvSpPr/>
              <p:nvPr/>
            </p:nvSpPr>
            <p:spPr bwMode="auto">
              <a:xfrm>
                <a:off x="4921" y="660"/>
                <a:ext cx="90" cy="91"/>
              </a:xfrm>
              <a:custGeom>
                <a:avLst/>
                <a:gdLst>
                  <a:gd name="T0" fmla="*/ 0 w 90"/>
                  <a:gd name="T1" fmla="*/ 91 h 91"/>
                  <a:gd name="T2" fmla="*/ 90 w 90"/>
                  <a:gd name="T3" fmla="*/ 0 h 91"/>
                  <a:gd name="T4" fmla="*/ 0 60000 65536"/>
                  <a:gd name="T5" fmla="*/ 0 60000 65536"/>
                  <a:gd name="T6" fmla="*/ 0 w 90"/>
                  <a:gd name="T7" fmla="*/ 0 h 91"/>
                  <a:gd name="T8" fmla="*/ 90 w 90"/>
                  <a:gd name="T9" fmla="*/ 91 h 9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0" h="91">
                    <a:moveTo>
                      <a:pt x="0" y="91"/>
                    </a:moveTo>
                    <a:lnTo>
                      <a:pt x="9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4" name="Line 193"/>
              <p:cNvSpPr>
                <a:spLocks noChangeShapeType="1"/>
              </p:cNvSpPr>
              <p:nvPr/>
            </p:nvSpPr>
            <p:spPr bwMode="auto">
              <a:xfrm flipV="1">
                <a:off x="4906" y="780"/>
                <a:ext cx="135" cy="13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5" name="Freeform 194"/>
              <p:cNvSpPr/>
              <p:nvPr/>
            </p:nvSpPr>
            <p:spPr bwMode="auto">
              <a:xfrm>
                <a:off x="4906" y="930"/>
                <a:ext cx="135" cy="145"/>
              </a:xfrm>
              <a:custGeom>
                <a:avLst/>
                <a:gdLst>
                  <a:gd name="T0" fmla="*/ 0 w 135"/>
                  <a:gd name="T1" fmla="*/ 145 h 145"/>
                  <a:gd name="T2" fmla="*/ 135 w 135"/>
                  <a:gd name="T3" fmla="*/ 0 h 145"/>
                  <a:gd name="T4" fmla="*/ 0 60000 65536"/>
                  <a:gd name="T5" fmla="*/ 0 60000 65536"/>
                  <a:gd name="T6" fmla="*/ 0 w 135"/>
                  <a:gd name="T7" fmla="*/ 0 h 145"/>
                  <a:gd name="T8" fmla="*/ 135 w 135"/>
                  <a:gd name="T9" fmla="*/ 145 h 14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5" h="145">
                    <a:moveTo>
                      <a:pt x="0" y="145"/>
                    </a:moveTo>
                    <a:lnTo>
                      <a:pt x="135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6" name="Line 195"/>
              <p:cNvSpPr>
                <a:spLocks noChangeShapeType="1"/>
              </p:cNvSpPr>
              <p:nvPr/>
            </p:nvSpPr>
            <p:spPr bwMode="auto">
              <a:xfrm flipV="1">
                <a:off x="5026" y="1125"/>
                <a:ext cx="120" cy="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7" name="Line 196"/>
              <p:cNvSpPr>
                <a:spLocks noChangeShapeType="1"/>
              </p:cNvSpPr>
              <p:nvPr/>
            </p:nvSpPr>
            <p:spPr bwMode="auto">
              <a:xfrm flipV="1">
                <a:off x="5191" y="1125"/>
                <a:ext cx="120" cy="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8" name="Freeform 197"/>
              <p:cNvSpPr/>
              <p:nvPr/>
            </p:nvSpPr>
            <p:spPr bwMode="auto">
              <a:xfrm>
                <a:off x="4925" y="1094"/>
                <a:ext cx="105" cy="106"/>
              </a:xfrm>
              <a:custGeom>
                <a:avLst/>
                <a:gdLst>
                  <a:gd name="T0" fmla="*/ 0 w 105"/>
                  <a:gd name="T1" fmla="*/ 106 h 106"/>
                  <a:gd name="T2" fmla="*/ 105 w 105"/>
                  <a:gd name="T3" fmla="*/ 0 h 106"/>
                  <a:gd name="T4" fmla="*/ 0 60000 65536"/>
                  <a:gd name="T5" fmla="*/ 0 60000 65536"/>
                  <a:gd name="T6" fmla="*/ 0 w 105"/>
                  <a:gd name="T7" fmla="*/ 0 h 106"/>
                  <a:gd name="T8" fmla="*/ 105 w 105"/>
                  <a:gd name="T9" fmla="*/ 106 h 10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05" h="106">
                    <a:moveTo>
                      <a:pt x="0" y="106"/>
                    </a:moveTo>
                    <a:lnTo>
                      <a:pt x="105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9" name="Text Box 198"/>
              <p:cNvSpPr txBox="1">
                <a:spLocks noChangeArrowheads="1"/>
              </p:cNvSpPr>
              <p:nvPr/>
            </p:nvSpPr>
            <p:spPr bwMode="auto">
              <a:xfrm>
                <a:off x="3714" y="1975"/>
                <a:ext cx="288" cy="33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zh-CN" sz="2000" b="1" kern="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  <a:endParaRPr kumimoji="1" lang="en-US" altLang="zh-CN" sz="20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0" name="Text Box 199"/>
              <p:cNvSpPr txBox="1">
                <a:spLocks noChangeArrowheads="1"/>
              </p:cNvSpPr>
              <p:nvPr/>
            </p:nvSpPr>
            <p:spPr bwMode="auto">
              <a:xfrm flipH="1">
                <a:off x="5422" y="1988"/>
                <a:ext cx="144" cy="33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zh-CN" sz="2000" b="1" kern="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  <a:endParaRPr kumimoji="1" lang="en-US" altLang="zh-CN" sz="20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1" name="Rectangle 200"/>
              <p:cNvSpPr>
                <a:spLocks noChangeArrowheads="1"/>
              </p:cNvSpPr>
              <p:nvPr/>
            </p:nvSpPr>
            <p:spPr bwMode="auto">
              <a:xfrm>
                <a:off x="3988" y="1466"/>
                <a:ext cx="1388" cy="865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2" name="Oval 203"/>
              <p:cNvSpPr>
                <a:spLocks noChangeArrowheads="1"/>
              </p:cNvSpPr>
              <p:nvPr/>
            </p:nvSpPr>
            <p:spPr bwMode="auto">
              <a:xfrm>
                <a:off x="4345" y="1672"/>
                <a:ext cx="675" cy="618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3" name="Oval 204"/>
              <p:cNvSpPr>
                <a:spLocks noChangeArrowheads="1"/>
              </p:cNvSpPr>
              <p:nvPr/>
            </p:nvSpPr>
            <p:spPr bwMode="auto">
              <a:xfrm>
                <a:off x="4451" y="1775"/>
                <a:ext cx="462" cy="412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4" name="Freeform 205"/>
              <p:cNvSpPr/>
              <p:nvPr/>
            </p:nvSpPr>
            <p:spPr bwMode="auto">
              <a:xfrm>
                <a:off x="4138" y="1630"/>
                <a:ext cx="2" cy="182"/>
              </a:xfrm>
              <a:custGeom>
                <a:avLst/>
                <a:gdLst>
                  <a:gd name="T0" fmla="*/ 2 w 2"/>
                  <a:gd name="T1" fmla="*/ 0 h 182"/>
                  <a:gd name="T2" fmla="*/ 0 w 2"/>
                  <a:gd name="T3" fmla="*/ 182 h 182"/>
                  <a:gd name="T4" fmla="*/ 0 60000 65536"/>
                  <a:gd name="T5" fmla="*/ 0 60000 65536"/>
                  <a:gd name="T6" fmla="*/ 0 w 2"/>
                  <a:gd name="T7" fmla="*/ 0 h 182"/>
                  <a:gd name="T8" fmla="*/ 2 w 2"/>
                  <a:gd name="T9" fmla="*/ 182 h 18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" h="182">
                    <a:moveTo>
                      <a:pt x="2" y="0"/>
                    </a:moveTo>
                    <a:lnTo>
                      <a:pt x="0" y="182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" name="Freeform 206"/>
              <p:cNvSpPr/>
              <p:nvPr/>
            </p:nvSpPr>
            <p:spPr bwMode="auto">
              <a:xfrm>
                <a:off x="4140" y="1630"/>
                <a:ext cx="1096" cy="1"/>
              </a:xfrm>
              <a:custGeom>
                <a:avLst/>
                <a:gdLst>
                  <a:gd name="T0" fmla="*/ 0 w 1096"/>
                  <a:gd name="T1" fmla="*/ 0 h 1"/>
                  <a:gd name="T2" fmla="*/ 1096 w 1096"/>
                  <a:gd name="T3" fmla="*/ 0 h 1"/>
                  <a:gd name="T4" fmla="*/ 0 60000 65536"/>
                  <a:gd name="T5" fmla="*/ 0 60000 65536"/>
                  <a:gd name="T6" fmla="*/ 0 w 1096"/>
                  <a:gd name="T7" fmla="*/ 0 h 1"/>
                  <a:gd name="T8" fmla="*/ 1096 w 1096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096" h="1">
                    <a:moveTo>
                      <a:pt x="0" y="0"/>
                    </a:moveTo>
                    <a:lnTo>
                      <a:pt x="1096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6" name="Freeform 207"/>
              <p:cNvSpPr/>
              <p:nvPr/>
            </p:nvSpPr>
            <p:spPr bwMode="auto">
              <a:xfrm>
                <a:off x="3988" y="1794"/>
                <a:ext cx="157" cy="3"/>
              </a:xfrm>
              <a:custGeom>
                <a:avLst/>
                <a:gdLst>
                  <a:gd name="T0" fmla="*/ 0 w 157"/>
                  <a:gd name="T1" fmla="*/ 0 h 3"/>
                  <a:gd name="T2" fmla="*/ 157 w 157"/>
                  <a:gd name="T3" fmla="*/ 3 h 3"/>
                  <a:gd name="T4" fmla="*/ 0 60000 65536"/>
                  <a:gd name="T5" fmla="*/ 0 60000 65536"/>
                  <a:gd name="T6" fmla="*/ 0 w 157"/>
                  <a:gd name="T7" fmla="*/ 0 h 3"/>
                  <a:gd name="T8" fmla="*/ 157 w 157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57" h="3">
                    <a:moveTo>
                      <a:pt x="0" y="0"/>
                    </a:moveTo>
                    <a:lnTo>
                      <a:pt x="157" y="3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7" name="Line 208"/>
              <p:cNvSpPr>
                <a:spLocks noChangeShapeType="1"/>
              </p:cNvSpPr>
              <p:nvPr/>
            </p:nvSpPr>
            <p:spPr bwMode="auto">
              <a:xfrm>
                <a:off x="5224" y="1630"/>
                <a:ext cx="0" cy="16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8" name="Freeform 209"/>
              <p:cNvSpPr/>
              <p:nvPr/>
            </p:nvSpPr>
            <p:spPr bwMode="auto">
              <a:xfrm>
                <a:off x="5214" y="1795"/>
                <a:ext cx="162" cy="2"/>
              </a:xfrm>
              <a:custGeom>
                <a:avLst/>
                <a:gdLst>
                  <a:gd name="T0" fmla="*/ 0 w 162"/>
                  <a:gd name="T1" fmla="*/ 2 h 2"/>
                  <a:gd name="T2" fmla="*/ 162 w 162"/>
                  <a:gd name="T3" fmla="*/ 0 h 2"/>
                  <a:gd name="T4" fmla="*/ 0 60000 65536"/>
                  <a:gd name="T5" fmla="*/ 0 60000 65536"/>
                  <a:gd name="T6" fmla="*/ 0 w 162"/>
                  <a:gd name="T7" fmla="*/ 0 h 2"/>
                  <a:gd name="T8" fmla="*/ 162 w 162"/>
                  <a:gd name="T9" fmla="*/ 2 h 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2" h="2">
                    <a:moveTo>
                      <a:pt x="0" y="2"/>
                    </a:moveTo>
                    <a:lnTo>
                      <a:pt x="16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9" name="Freeform 210"/>
              <p:cNvSpPr/>
              <p:nvPr/>
            </p:nvSpPr>
            <p:spPr bwMode="auto">
              <a:xfrm>
                <a:off x="5400" y="1995"/>
                <a:ext cx="120" cy="1"/>
              </a:xfrm>
              <a:custGeom>
                <a:avLst/>
                <a:gdLst>
                  <a:gd name="T0" fmla="*/ 0 w 120"/>
                  <a:gd name="T1" fmla="*/ 0 h 1"/>
                  <a:gd name="T2" fmla="*/ 120 w 120"/>
                  <a:gd name="T3" fmla="*/ 0 h 1"/>
                  <a:gd name="T4" fmla="*/ 0 60000 65536"/>
                  <a:gd name="T5" fmla="*/ 0 60000 65536"/>
                  <a:gd name="T6" fmla="*/ 0 w 120"/>
                  <a:gd name="T7" fmla="*/ 0 h 1"/>
                  <a:gd name="T8" fmla="*/ 120 w 120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0" h="1">
                    <a:moveTo>
                      <a:pt x="0" y="0"/>
                    </a:moveTo>
                    <a:lnTo>
                      <a:pt x="12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0" name="Freeform 211"/>
              <p:cNvSpPr/>
              <p:nvPr/>
            </p:nvSpPr>
            <p:spPr bwMode="auto">
              <a:xfrm>
                <a:off x="3840" y="1994"/>
                <a:ext cx="120" cy="1"/>
              </a:xfrm>
              <a:custGeom>
                <a:avLst/>
                <a:gdLst>
                  <a:gd name="T0" fmla="*/ 0 w 120"/>
                  <a:gd name="T1" fmla="*/ 0 h 1"/>
                  <a:gd name="T2" fmla="*/ 120 w 120"/>
                  <a:gd name="T3" fmla="*/ 0 h 1"/>
                  <a:gd name="T4" fmla="*/ 0 60000 65536"/>
                  <a:gd name="T5" fmla="*/ 0 60000 65536"/>
                  <a:gd name="T6" fmla="*/ 0 w 120"/>
                  <a:gd name="T7" fmla="*/ 0 h 1"/>
                  <a:gd name="T8" fmla="*/ 120 w 120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0" h="1">
                    <a:moveTo>
                      <a:pt x="0" y="0"/>
                    </a:moveTo>
                    <a:lnTo>
                      <a:pt x="12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1" name="Line 212"/>
              <p:cNvSpPr>
                <a:spLocks noChangeShapeType="1"/>
              </p:cNvSpPr>
              <p:nvPr/>
            </p:nvSpPr>
            <p:spPr bwMode="auto">
              <a:xfrm flipV="1">
                <a:off x="3840" y="1847"/>
                <a:ext cx="0" cy="14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2" name="Line 213"/>
              <p:cNvSpPr>
                <a:spLocks noChangeShapeType="1"/>
              </p:cNvSpPr>
              <p:nvPr/>
            </p:nvSpPr>
            <p:spPr bwMode="auto">
              <a:xfrm flipV="1">
                <a:off x="5519" y="1847"/>
                <a:ext cx="0" cy="14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9" name="组合 148"/>
            <p:cNvGrpSpPr/>
            <p:nvPr/>
          </p:nvGrpSpPr>
          <p:grpSpPr>
            <a:xfrm>
              <a:off x="9900198" y="1041292"/>
              <a:ext cx="849318" cy="2101958"/>
              <a:chOff x="5168899" y="1041292"/>
              <a:chExt cx="849318" cy="2101958"/>
            </a:xfrm>
          </p:grpSpPr>
          <p:pic>
            <p:nvPicPr>
              <p:cNvPr id="150" name="图片 149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486" t="21156" r="49319" b="10141"/>
              <a:stretch>
                <a:fillRect/>
              </a:stretch>
            </p:blipFill>
            <p:spPr>
              <a:xfrm rot="5400000">
                <a:off x="5183667" y="1349856"/>
                <a:ext cx="849421" cy="232294"/>
              </a:xfrm>
              <a:prstGeom prst="rect">
                <a:avLst/>
              </a:prstGeom>
            </p:spPr>
          </p:pic>
          <p:pic>
            <p:nvPicPr>
              <p:cNvPr id="151" name="图片 150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514" t="21156" r="52291" b="10141"/>
              <a:stretch>
                <a:fillRect/>
              </a:stretch>
            </p:blipFill>
            <p:spPr>
              <a:xfrm rot="5400000">
                <a:off x="5158292" y="2577017"/>
                <a:ext cx="900172" cy="232294"/>
              </a:xfrm>
              <a:prstGeom prst="rect">
                <a:avLst/>
              </a:prstGeom>
            </p:spPr>
          </p:pic>
          <p:pic>
            <p:nvPicPr>
              <p:cNvPr id="152" name="图片 151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064" t="21156" r="56544" b="10141"/>
              <a:stretch>
                <a:fillRect/>
              </a:stretch>
            </p:blipFill>
            <p:spPr>
              <a:xfrm rot="10800000">
                <a:off x="5168899" y="2574333"/>
                <a:ext cx="849318" cy="232294"/>
              </a:xfrm>
              <a:prstGeom prst="rect">
                <a:avLst/>
              </a:prstGeom>
            </p:spPr>
          </p:pic>
        </p:grpSp>
      </p:grpSp>
      <p:sp>
        <p:nvSpPr>
          <p:cNvPr id="223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42370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画剖视图应注意的问题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72723" y="2337818"/>
            <a:ext cx="4476704" cy="15696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剖视图或其他试图上已表达清楚的结构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,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在其它视图上此部分结构的投影为虚线时，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虚线省略不画。</a:t>
            </a:r>
            <a:endParaRPr kumimoji="1"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Group 3"/>
          <p:cNvGrpSpPr/>
          <p:nvPr/>
        </p:nvGrpSpPr>
        <p:grpSpPr bwMode="auto">
          <a:xfrm>
            <a:off x="5555421" y="1248599"/>
            <a:ext cx="2649537" cy="1841500"/>
            <a:chOff x="881" y="663"/>
            <a:chExt cx="1669" cy="1160"/>
          </a:xfrm>
        </p:grpSpPr>
        <p:sp>
          <p:nvSpPr>
            <p:cNvPr id="4" name="Arc 4"/>
            <p:cNvSpPr/>
            <p:nvPr/>
          </p:nvSpPr>
          <p:spPr bwMode="auto">
            <a:xfrm flipH="1">
              <a:off x="2222" y="802"/>
              <a:ext cx="178" cy="89"/>
            </a:xfrm>
            <a:custGeom>
              <a:avLst/>
              <a:gdLst>
                <a:gd name="T0" fmla="*/ 0 w 43199"/>
                <a:gd name="T1" fmla="*/ 0 h 21600"/>
                <a:gd name="T2" fmla="*/ 0 w 43199"/>
                <a:gd name="T3" fmla="*/ 0 h 21600"/>
                <a:gd name="T4" fmla="*/ 0 w 43199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99"/>
                <a:gd name="T10" fmla="*/ 0 h 21600"/>
                <a:gd name="T11" fmla="*/ 43199 w 431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99" h="21600" fill="none" extrusionOk="0">
                  <a:moveTo>
                    <a:pt x="0" y="21346"/>
                  </a:moveTo>
                  <a:cubicBezTo>
                    <a:pt x="139" y="9516"/>
                    <a:pt x="9768" y="-1"/>
                    <a:pt x="21599" y="0"/>
                  </a:cubicBezTo>
                  <a:cubicBezTo>
                    <a:pt x="33528" y="0"/>
                    <a:pt x="43199" y="9670"/>
                    <a:pt x="43199" y="21600"/>
                  </a:cubicBezTo>
                </a:path>
                <a:path w="43199" h="21600" stroke="0" extrusionOk="0">
                  <a:moveTo>
                    <a:pt x="0" y="21346"/>
                  </a:moveTo>
                  <a:cubicBezTo>
                    <a:pt x="139" y="9516"/>
                    <a:pt x="9768" y="-1"/>
                    <a:pt x="21599" y="0"/>
                  </a:cubicBezTo>
                  <a:cubicBezTo>
                    <a:pt x="33528" y="0"/>
                    <a:pt x="43199" y="9670"/>
                    <a:pt x="43199" y="21600"/>
                  </a:cubicBezTo>
                  <a:lnTo>
                    <a:pt x="21599" y="21600"/>
                  </a:lnTo>
                  <a:lnTo>
                    <a:pt x="0" y="21346"/>
                  </a:lnTo>
                  <a:close/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Oval 5"/>
            <p:cNvSpPr>
              <a:spLocks noChangeArrowheads="1"/>
            </p:cNvSpPr>
            <p:nvPr/>
          </p:nvSpPr>
          <p:spPr bwMode="auto">
            <a:xfrm>
              <a:off x="2265" y="846"/>
              <a:ext cx="88" cy="88"/>
            </a:xfrm>
            <a:prstGeom prst="ellipse">
              <a:avLst/>
            </a:pr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2199" y="696"/>
              <a:ext cx="0" cy="45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2418" y="696"/>
              <a:ext cx="0" cy="45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2191" y="890"/>
              <a:ext cx="234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2136" y="696"/>
              <a:ext cx="1" cy="342"/>
            </a:xfrm>
            <a:custGeom>
              <a:avLst/>
              <a:gdLst>
                <a:gd name="T0" fmla="*/ 0 w 1"/>
                <a:gd name="T1" fmla="*/ 0 h 342"/>
                <a:gd name="T2" fmla="*/ 0 w 1"/>
                <a:gd name="T3" fmla="*/ 342 h 342"/>
                <a:gd name="T4" fmla="*/ 0 60000 65536"/>
                <a:gd name="T5" fmla="*/ 0 60000 65536"/>
                <a:gd name="T6" fmla="*/ 0 w 1"/>
                <a:gd name="T7" fmla="*/ 0 h 342"/>
                <a:gd name="T8" fmla="*/ 1 w 1"/>
                <a:gd name="T9" fmla="*/ 342 h 34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42">
                  <a:moveTo>
                    <a:pt x="0" y="0"/>
                  </a:moveTo>
                  <a:lnTo>
                    <a:pt x="0" y="342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2484" y="690"/>
              <a:ext cx="0" cy="348"/>
            </a:xfrm>
            <a:prstGeom prst="line">
              <a:avLst/>
            </a:pr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2067" y="1038"/>
              <a:ext cx="483" cy="114"/>
            </a:xfrm>
            <a:prstGeom prst="rect">
              <a:avLst/>
            </a:prstGeom>
            <a:noFill/>
            <a:ln w="38100">
              <a:solidFill>
                <a:sysClr val="windowText" lastClr="000000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Arc 12"/>
            <p:cNvSpPr/>
            <p:nvPr/>
          </p:nvSpPr>
          <p:spPr bwMode="auto">
            <a:xfrm flipV="1">
              <a:off x="1643" y="1298"/>
              <a:ext cx="285" cy="486"/>
            </a:xfrm>
            <a:custGeom>
              <a:avLst/>
              <a:gdLst>
                <a:gd name="T0" fmla="*/ 0 w 25292"/>
                <a:gd name="T1" fmla="*/ 0 h 43200"/>
                <a:gd name="T2" fmla="*/ 0 w 25292"/>
                <a:gd name="T3" fmla="*/ 0 h 43200"/>
                <a:gd name="T4" fmla="*/ 0 w 25292"/>
                <a:gd name="T5" fmla="*/ 0 h 43200"/>
                <a:gd name="T6" fmla="*/ 0 60000 65536"/>
                <a:gd name="T7" fmla="*/ 0 60000 65536"/>
                <a:gd name="T8" fmla="*/ 0 60000 65536"/>
                <a:gd name="T9" fmla="*/ 0 w 25292"/>
                <a:gd name="T10" fmla="*/ 0 h 43200"/>
                <a:gd name="T11" fmla="*/ 25292 w 25292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292" h="43200" fill="none" extrusionOk="0">
                  <a:moveTo>
                    <a:pt x="938" y="176"/>
                  </a:moveTo>
                  <a:cubicBezTo>
                    <a:pt x="1851" y="58"/>
                    <a:pt x="2771" y="-1"/>
                    <a:pt x="3692" y="0"/>
                  </a:cubicBezTo>
                  <a:cubicBezTo>
                    <a:pt x="15621" y="0"/>
                    <a:pt x="25292" y="9670"/>
                    <a:pt x="25292" y="21600"/>
                  </a:cubicBezTo>
                  <a:cubicBezTo>
                    <a:pt x="25292" y="33529"/>
                    <a:pt x="15621" y="43200"/>
                    <a:pt x="3692" y="43200"/>
                  </a:cubicBezTo>
                  <a:cubicBezTo>
                    <a:pt x="2454" y="43200"/>
                    <a:pt x="1219" y="43093"/>
                    <a:pt x="-1" y="42882"/>
                  </a:cubicBezTo>
                </a:path>
                <a:path w="25292" h="43200" stroke="0" extrusionOk="0">
                  <a:moveTo>
                    <a:pt x="938" y="176"/>
                  </a:moveTo>
                  <a:cubicBezTo>
                    <a:pt x="1851" y="58"/>
                    <a:pt x="2771" y="-1"/>
                    <a:pt x="3692" y="0"/>
                  </a:cubicBezTo>
                  <a:cubicBezTo>
                    <a:pt x="15621" y="0"/>
                    <a:pt x="25292" y="9670"/>
                    <a:pt x="25292" y="21600"/>
                  </a:cubicBezTo>
                  <a:cubicBezTo>
                    <a:pt x="25292" y="33529"/>
                    <a:pt x="15621" y="43200"/>
                    <a:pt x="3692" y="43200"/>
                  </a:cubicBezTo>
                  <a:cubicBezTo>
                    <a:pt x="2454" y="43200"/>
                    <a:pt x="1219" y="43093"/>
                    <a:pt x="-1" y="42882"/>
                  </a:cubicBezTo>
                  <a:lnTo>
                    <a:pt x="3692" y="21600"/>
                  </a:lnTo>
                  <a:lnTo>
                    <a:pt x="938" y="176"/>
                  </a:lnTo>
                  <a:close/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1584" y="1440"/>
              <a:ext cx="197" cy="197"/>
            </a:xfrm>
            <a:prstGeom prst="ellipse">
              <a:avLst/>
            </a:pr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Oval 14"/>
            <p:cNvSpPr>
              <a:spLocks noChangeArrowheads="1"/>
            </p:cNvSpPr>
            <p:nvPr/>
          </p:nvSpPr>
          <p:spPr bwMode="auto">
            <a:xfrm>
              <a:off x="1510" y="1379"/>
              <a:ext cx="345" cy="329"/>
            </a:xfrm>
            <a:prstGeom prst="ellipse">
              <a:avLst/>
            </a:pr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Oval 15"/>
            <p:cNvSpPr>
              <a:spLocks noChangeArrowheads="1"/>
            </p:cNvSpPr>
            <p:nvPr/>
          </p:nvSpPr>
          <p:spPr bwMode="auto">
            <a:xfrm>
              <a:off x="1017" y="1476"/>
              <a:ext cx="139" cy="139"/>
            </a:xfrm>
            <a:prstGeom prst="ellipse">
              <a:avLst/>
            </a:pr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Freeform 16"/>
            <p:cNvSpPr/>
            <p:nvPr/>
          </p:nvSpPr>
          <p:spPr bwMode="auto">
            <a:xfrm>
              <a:off x="1069" y="1714"/>
              <a:ext cx="587" cy="69"/>
            </a:xfrm>
            <a:custGeom>
              <a:avLst/>
              <a:gdLst>
                <a:gd name="T0" fmla="*/ 0 w 2350"/>
                <a:gd name="T1" fmla="*/ 0 h 300"/>
                <a:gd name="T2" fmla="*/ 9 w 2350"/>
                <a:gd name="T3" fmla="*/ 1 h 300"/>
                <a:gd name="T4" fmla="*/ 9 w 2350"/>
                <a:gd name="T5" fmla="*/ 1 h 300"/>
                <a:gd name="T6" fmla="*/ 0 60000 65536"/>
                <a:gd name="T7" fmla="*/ 0 60000 65536"/>
                <a:gd name="T8" fmla="*/ 0 60000 65536"/>
                <a:gd name="T9" fmla="*/ 0 w 2350"/>
                <a:gd name="T10" fmla="*/ 0 h 300"/>
                <a:gd name="T11" fmla="*/ 2350 w 2350"/>
                <a:gd name="T12" fmla="*/ 300 h 3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50" h="300">
                  <a:moveTo>
                    <a:pt x="0" y="0"/>
                  </a:moveTo>
                  <a:lnTo>
                    <a:pt x="2349" y="300"/>
                  </a:lnTo>
                  <a:lnTo>
                    <a:pt x="2350" y="30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17"/>
            <p:cNvSpPr/>
            <p:nvPr/>
          </p:nvSpPr>
          <p:spPr bwMode="auto">
            <a:xfrm>
              <a:off x="1069" y="1300"/>
              <a:ext cx="587" cy="70"/>
            </a:xfrm>
            <a:custGeom>
              <a:avLst/>
              <a:gdLst>
                <a:gd name="T0" fmla="*/ 0 w 2350"/>
                <a:gd name="T1" fmla="*/ 1 h 301"/>
                <a:gd name="T2" fmla="*/ 9 w 2350"/>
                <a:gd name="T3" fmla="*/ 0 h 301"/>
                <a:gd name="T4" fmla="*/ 9 w 2350"/>
                <a:gd name="T5" fmla="*/ 0 h 301"/>
                <a:gd name="T6" fmla="*/ 0 60000 65536"/>
                <a:gd name="T7" fmla="*/ 0 60000 65536"/>
                <a:gd name="T8" fmla="*/ 0 60000 65536"/>
                <a:gd name="T9" fmla="*/ 0 w 2350"/>
                <a:gd name="T10" fmla="*/ 0 h 301"/>
                <a:gd name="T11" fmla="*/ 2350 w 2350"/>
                <a:gd name="T12" fmla="*/ 301 h 3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50" h="301">
                  <a:moveTo>
                    <a:pt x="0" y="301"/>
                  </a:moveTo>
                  <a:lnTo>
                    <a:pt x="2349" y="0"/>
                  </a:lnTo>
                  <a:lnTo>
                    <a:pt x="2350" y="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Arc 18"/>
            <p:cNvSpPr/>
            <p:nvPr/>
          </p:nvSpPr>
          <p:spPr bwMode="auto">
            <a:xfrm flipH="1" flipV="1">
              <a:off x="917" y="1372"/>
              <a:ext cx="173" cy="342"/>
            </a:xfrm>
            <a:custGeom>
              <a:avLst/>
              <a:gdLst>
                <a:gd name="T0" fmla="*/ 0 w 21600"/>
                <a:gd name="T1" fmla="*/ 0 h 42790"/>
                <a:gd name="T2" fmla="*/ 0 w 21600"/>
                <a:gd name="T3" fmla="*/ 0 h 42790"/>
                <a:gd name="T4" fmla="*/ 0 w 21600"/>
                <a:gd name="T5" fmla="*/ 0 h 4279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2790"/>
                <a:gd name="T11" fmla="*/ 21600 w 21600"/>
                <a:gd name="T12" fmla="*/ 42790 h 427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2790" fill="none" extrusionOk="0">
                  <a:moveTo>
                    <a:pt x="3419" y="0"/>
                  </a:moveTo>
                  <a:cubicBezTo>
                    <a:pt x="13895" y="1680"/>
                    <a:pt x="21600" y="10718"/>
                    <a:pt x="21600" y="21328"/>
                  </a:cubicBezTo>
                  <a:cubicBezTo>
                    <a:pt x="21600" y="32315"/>
                    <a:pt x="13351" y="41552"/>
                    <a:pt x="2434" y="42790"/>
                  </a:cubicBezTo>
                </a:path>
                <a:path w="21600" h="42790" stroke="0" extrusionOk="0">
                  <a:moveTo>
                    <a:pt x="3419" y="0"/>
                  </a:moveTo>
                  <a:cubicBezTo>
                    <a:pt x="13895" y="1680"/>
                    <a:pt x="21600" y="10718"/>
                    <a:pt x="21600" y="21328"/>
                  </a:cubicBezTo>
                  <a:cubicBezTo>
                    <a:pt x="21600" y="32315"/>
                    <a:pt x="13351" y="41552"/>
                    <a:pt x="2434" y="42790"/>
                  </a:cubicBezTo>
                  <a:lnTo>
                    <a:pt x="0" y="21328"/>
                  </a:lnTo>
                  <a:lnTo>
                    <a:pt x="3419" y="0"/>
                  </a:lnTo>
                  <a:close/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Freeform 19"/>
            <p:cNvSpPr/>
            <p:nvPr/>
          </p:nvSpPr>
          <p:spPr bwMode="auto">
            <a:xfrm>
              <a:off x="958" y="990"/>
              <a:ext cx="4" cy="5"/>
            </a:xfrm>
            <a:custGeom>
              <a:avLst/>
              <a:gdLst>
                <a:gd name="T0" fmla="*/ 0 w 19"/>
                <a:gd name="T1" fmla="*/ 0 h 18"/>
                <a:gd name="T2" fmla="*/ 0 w 19"/>
                <a:gd name="T3" fmla="*/ 0 h 18"/>
                <a:gd name="T4" fmla="*/ 0 w 19"/>
                <a:gd name="T5" fmla="*/ 0 h 18"/>
                <a:gd name="T6" fmla="*/ 0 60000 65536"/>
                <a:gd name="T7" fmla="*/ 0 60000 65536"/>
                <a:gd name="T8" fmla="*/ 0 60000 65536"/>
                <a:gd name="T9" fmla="*/ 0 w 19"/>
                <a:gd name="T10" fmla="*/ 0 h 18"/>
                <a:gd name="T11" fmla="*/ 19 w 19"/>
                <a:gd name="T12" fmla="*/ 18 h 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" h="18">
                  <a:moveTo>
                    <a:pt x="0" y="18"/>
                  </a:moveTo>
                  <a:lnTo>
                    <a:pt x="18" y="0"/>
                  </a:lnTo>
                  <a:lnTo>
                    <a:pt x="19" y="0"/>
                  </a:lnTo>
                </a:path>
              </a:pathLst>
            </a:custGeom>
            <a:noFill/>
            <a:ln w="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1009" y="1146"/>
              <a:ext cx="8" cy="6"/>
            </a:xfrm>
            <a:custGeom>
              <a:avLst/>
              <a:gdLst>
                <a:gd name="T0" fmla="*/ 0 w 30"/>
                <a:gd name="T1" fmla="*/ 0 h 30"/>
                <a:gd name="T2" fmla="*/ 0 w 30"/>
                <a:gd name="T3" fmla="*/ 0 h 30"/>
                <a:gd name="T4" fmla="*/ 0 w 30"/>
                <a:gd name="T5" fmla="*/ 0 h 30"/>
                <a:gd name="T6" fmla="*/ 0 60000 65536"/>
                <a:gd name="T7" fmla="*/ 0 60000 65536"/>
                <a:gd name="T8" fmla="*/ 0 60000 65536"/>
                <a:gd name="T9" fmla="*/ 0 w 30"/>
                <a:gd name="T10" fmla="*/ 0 h 30"/>
                <a:gd name="T11" fmla="*/ 30 w 30"/>
                <a:gd name="T12" fmla="*/ 30 h 3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" h="30">
                  <a:moveTo>
                    <a:pt x="0" y="30"/>
                  </a:moveTo>
                  <a:lnTo>
                    <a:pt x="29" y="0"/>
                  </a:lnTo>
                  <a:lnTo>
                    <a:pt x="30" y="0"/>
                  </a:lnTo>
                </a:path>
              </a:pathLst>
            </a:custGeom>
            <a:noFill/>
            <a:ln w="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1162" y="990"/>
              <a:ext cx="8" cy="9"/>
            </a:xfrm>
            <a:custGeom>
              <a:avLst/>
              <a:gdLst>
                <a:gd name="T0" fmla="*/ 0 w 34"/>
                <a:gd name="T1" fmla="*/ 0 h 35"/>
                <a:gd name="T2" fmla="*/ 0 w 34"/>
                <a:gd name="T3" fmla="*/ 0 h 35"/>
                <a:gd name="T4" fmla="*/ 0 w 34"/>
                <a:gd name="T5" fmla="*/ 0 h 35"/>
                <a:gd name="T6" fmla="*/ 0 60000 65536"/>
                <a:gd name="T7" fmla="*/ 0 60000 65536"/>
                <a:gd name="T8" fmla="*/ 0 60000 65536"/>
                <a:gd name="T9" fmla="*/ 0 w 34"/>
                <a:gd name="T10" fmla="*/ 0 h 35"/>
                <a:gd name="T11" fmla="*/ 34 w 34"/>
                <a:gd name="T12" fmla="*/ 35 h 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" h="35">
                  <a:moveTo>
                    <a:pt x="0" y="35"/>
                  </a:moveTo>
                  <a:lnTo>
                    <a:pt x="33" y="0"/>
                  </a:lnTo>
                  <a:lnTo>
                    <a:pt x="34" y="0"/>
                  </a:lnTo>
                </a:path>
              </a:pathLst>
            </a:custGeom>
            <a:noFill/>
            <a:ln w="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22"/>
            <p:cNvSpPr/>
            <p:nvPr/>
          </p:nvSpPr>
          <p:spPr bwMode="auto">
            <a:xfrm>
              <a:off x="1794" y="696"/>
              <a:ext cx="15" cy="15"/>
            </a:xfrm>
            <a:custGeom>
              <a:avLst/>
              <a:gdLst>
                <a:gd name="T0" fmla="*/ 0 w 63"/>
                <a:gd name="T1" fmla="*/ 0 h 67"/>
                <a:gd name="T2" fmla="*/ 0 w 63"/>
                <a:gd name="T3" fmla="*/ 0 h 67"/>
                <a:gd name="T4" fmla="*/ 0 w 63"/>
                <a:gd name="T5" fmla="*/ 0 h 67"/>
                <a:gd name="T6" fmla="*/ 0 60000 65536"/>
                <a:gd name="T7" fmla="*/ 0 60000 65536"/>
                <a:gd name="T8" fmla="*/ 0 60000 65536"/>
                <a:gd name="T9" fmla="*/ 0 w 63"/>
                <a:gd name="T10" fmla="*/ 0 h 67"/>
                <a:gd name="T11" fmla="*/ 63 w 63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" h="67">
                  <a:moveTo>
                    <a:pt x="0" y="67"/>
                  </a:moveTo>
                  <a:lnTo>
                    <a:pt x="62" y="0"/>
                  </a:lnTo>
                  <a:lnTo>
                    <a:pt x="63" y="0"/>
                  </a:lnTo>
                </a:path>
              </a:pathLst>
            </a:custGeom>
            <a:noFill/>
            <a:ln w="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23"/>
            <p:cNvSpPr/>
            <p:nvPr/>
          </p:nvSpPr>
          <p:spPr bwMode="auto">
            <a:xfrm>
              <a:off x="1565" y="1142"/>
              <a:ext cx="10" cy="10"/>
            </a:xfrm>
            <a:custGeom>
              <a:avLst/>
              <a:gdLst>
                <a:gd name="T0" fmla="*/ 0 w 42"/>
                <a:gd name="T1" fmla="*/ 0 h 45"/>
                <a:gd name="T2" fmla="*/ 0 w 42"/>
                <a:gd name="T3" fmla="*/ 0 h 45"/>
                <a:gd name="T4" fmla="*/ 0 w 42"/>
                <a:gd name="T5" fmla="*/ 0 h 45"/>
                <a:gd name="T6" fmla="*/ 0 60000 65536"/>
                <a:gd name="T7" fmla="*/ 0 60000 65536"/>
                <a:gd name="T8" fmla="*/ 0 60000 65536"/>
                <a:gd name="T9" fmla="*/ 0 w 42"/>
                <a:gd name="T10" fmla="*/ 0 h 45"/>
                <a:gd name="T11" fmla="*/ 42 w 42"/>
                <a:gd name="T12" fmla="*/ 45 h 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45">
                  <a:moveTo>
                    <a:pt x="0" y="45"/>
                  </a:moveTo>
                  <a:lnTo>
                    <a:pt x="41" y="0"/>
                  </a:lnTo>
                  <a:lnTo>
                    <a:pt x="42" y="0"/>
                  </a:lnTo>
                </a:path>
              </a:pathLst>
            </a:custGeom>
            <a:noFill/>
            <a:ln w="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Freeform 24"/>
            <p:cNvSpPr/>
            <p:nvPr/>
          </p:nvSpPr>
          <p:spPr bwMode="auto">
            <a:xfrm>
              <a:off x="1912" y="1138"/>
              <a:ext cx="14" cy="14"/>
            </a:xfrm>
            <a:custGeom>
              <a:avLst/>
              <a:gdLst>
                <a:gd name="T0" fmla="*/ 0 w 56"/>
                <a:gd name="T1" fmla="*/ 0 h 61"/>
                <a:gd name="T2" fmla="*/ 0 w 56"/>
                <a:gd name="T3" fmla="*/ 0 h 61"/>
                <a:gd name="T4" fmla="*/ 0 w 56"/>
                <a:gd name="T5" fmla="*/ 0 h 61"/>
                <a:gd name="T6" fmla="*/ 0 60000 65536"/>
                <a:gd name="T7" fmla="*/ 0 60000 65536"/>
                <a:gd name="T8" fmla="*/ 0 60000 65536"/>
                <a:gd name="T9" fmla="*/ 0 w 56"/>
                <a:gd name="T10" fmla="*/ 0 h 61"/>
                <a:gd name="T11" fmla="*/ 56 w 56"/>
                <a:gd name="T12" fmla="*/ 61 h 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61">
                  <a:moveTo>
                    <a:pt x="0" y="61"/>
                  </a:moveTo>
                  <a:lnTo>
                    <a:pt x="55" y="0"/>
                  </a:lnTo>
                  <a:lnTo>
                    <a:pt x="56" y="0"/>
                  </a:lnTo>
                </a:path>
              </a:pathLst>
            </a:custGeom>
            <a:noFill/>
            <a:ln w="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Freeform 25"/>
            <p:cNvSpPr/>
            <p:nvPr/>
          </p:nvSpPr>
          <p:spPr bwMode="auto">
            <a:xfrm>
              <a:off x="1393" y="934"/>
              <a:ext cx="182" cy="1"/>
            </a:xfrm>
            <a:custGeom>
              <a:avLst/>
              <a:gdLst>
                <a:gd name="T0" fmla="*/ 3 w 729"/>
                <a:gd name="T1" fmla="*/ 0 h 1"/>
                <a:gd name="T2" fmla="*/ 0 w 729"/>
                <a:gd name="T3" fmla="*/ 0 h 1"/>
                <a:gd name="T4" fmla="*/ 0 w 729"/>
                <a:gd name="T5" fmla="*/ 0 h 1"/>
                <a:gd name="T6" fmla="*/ 0 60000 65536"/>
                <a:gd name="T7" fmla="*/ 0 60000 65536"/>
                <a:gd name="T8" fmla="*/ 0 60000 65536"/>
                <a:gd name="T9" fmla="*/ 0 w 729"/>
                <a:gd name="T10" fmla="*/ 0 h 1"/>
                <a:gd name="T11" fmla="*/ 729 w 72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9" h="1">
                  <a:moveTo>
                    <a:pt x="72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Freeform 26"/>
            <p:cNvSpPr/>
            <p:nvPr/>
          </p:nvSpPr>
          <p:spPr bwMode="auto">
            <a:xfrm>
              <a:off x="1393" y="845"/>
              <a:ext cx="182" cy="1"/>
            </a:xfrm>
            <a:custGeom>
              <a:avLst/>
              <a:gdLst>
                <a:gd name="T0" fmla="*/ 3 w 729"/>
                <a:gd name="T1" fmla="*/ 0 h 1"/>
                <a:gd name="T2" fmla="*/ 0 w 729"/>
                <a:gd name="T3" fmla="*/ 0 h 1"/>
                <a:gd name="T4" fmla="*/ 0 w 729"/>
                <a:gd name="T5" fmla="*/ 0 h 1"/>
                <a:gd name="T6" fmla="*/ 0 60000 65536"/>
                <a:gd name="T7" fmla="*/ 0 60000 65536"/>
                <a:gd name="T8" fmla="*/ 0 60000 65536"/>
                <a:gd name="T9" fmla="*/ 0 w 729"/>
                <a:gd name="T10" fmla="*/ 0 h 1"/>
                <a:gd name="T11" fmla="*/ 729 w 72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9" h="1">
                  <a:moveTo>
                    <a:pt x="72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Freeform 27"/>
            <p:cNvSpPr/>
            <p:nvPr/>
          </p:nvSpPr>
          <p:spPr bwMode="auto">
            <a:xfrm>
              <a:off x="1393" y="801"/>
              <a:ext cx="116" cy="1"/>
            </a:xfrm>
            <a:custGeom>
              <a:avLst/>
              <a:gdLst>
                <a:gd name="T0" fmla="*/ 2 w 466"/>
                <a:gd name="T1" fmla="*/ 0 h 1"/>
                <a:gd name="T2" fmla="*/ 0 w 466"/>
                <a:gd name="T3" fmla="*/ 0 h 1"/>
                <a:gd name="T4" fmla="*/ 0 w 466"/>
                <a:gd name="T5" fmla="*/ 0 h 1"/>
                <a:gd name="T6" fmla="*/ 0 60000 65536"/>
                <a:gd name="T7" fmla="*/ 0 60000 65536"/>
                <a:gd name="T8" fmla="*/ 0 60000 65536"/>
                <a:gd name="T9" fmla="*/ 0 w 466"/>
                <a:gd name="T10" fmla="*/ 0 h 1"/>
                <a:gd name="T11" fmla="*/ 466 w 46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6" h="1">
                  <a:moveTo>
                    <a:pt x="46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Freeform 28"/>
            <p:cNvSpPr/>
            <p:nvPr/>
          </p:nvSpPr>
          <p:spPr bwMode="auto">
            <a:xfrm>
              <a:off x="1393" y="1630"/>
              <a:ext cx="140" cy="1"/>
            </a:xfrm>
            <a:custGeom>
              <a:avLst/>
              <a:gdLst>
                <a:gd name="T0" fmla="*/ 0 w 561"/>
                <a:gd name="T1" fmla="*/ 0 h 1"/>
                <a:gd name="T2" fmla="*/ 2 w 561"/>
                <a:gd name="T3" fmla="*/ 0 h 1"/>
                <a:gd name="T4" fmla="*/ 2 w 561"/>
                <a:gd name="T5" fmla="*/ 0 h 1"/>
                <a:gd name="T6" fmla="*/ 0 60000 65536"/>
                <a:gd name="T7" fmla="*/ 0 60000 65536"/>
                <a:gd name="T8" fmla="*/ 0 60000 65536"/>
                <a:gd name="T9" fmla="*/ 0 w 561"/>
                <a:gd name="T10" fmla="*/ 0 h 1"/>
                <a:gd name="T11" fmla="*/ 561 w 56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1" h="1">
                  <a:moveTo>
                    <a:pt x="0" y="0"/>
                  </a:moveTo>
                  <a:lnTo>
                    <a:pt x="560" y="0"/>
                  </a:lnTo>
                  <a:lnTo>
                    <a:pt x="561" y="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Freeform 29"/>
            <p:cNvSpPr/>
            <p:nvPr/>
          </p:nvSpPr>
          <p:spPr bwMode="auto">
            <a:xfrm>
              <a:off x="1393" y="1453"/>
              <a:ext cx="140" cy="1"/>
            </a:xfrm>
            <a:custGeom>
              <a:avLst/>
              <a:gdLst>
                <a:gd name="T0" fmla="*/ 0 w 561"/>
                <a:gd name="T1" fmla="*/ 0 h 1"/>
                <a:gd name="T2" fmla="*/ 2 w 561"/>
                <a:gd name="T3" fmla="*/ 0 h 1"/>
                <a:gd name="T4" fmla="*/ 2 w 561"/>
                <a:gd name="T5" fmla="*/ 0 h 1"/>
                <a:gd name="T6" fmla="*/ 0 60000 65536"/>
                <a:gd name="T7" fmla="*/ 0 60000 65536"/>
                <a:gd name="T8" fmla="*/ 0 60000 65536"/>
                <a:gd name="T9" fmla="*/ 0 w 561"/>
                <a:gd name="T10" fmla="*/ 0 h 1"/>
                <a:gd name="T11" fmla="*/ 561 w 56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1" h="1">
                  <a:moveTo>
                    <a:pt x="0" y="0"/>
                  </a:moveTo>
                  <a:lnTo>
                    <a:pt x="560" y="0"/>
                  </a:lnTo>
                  <a:lnTo>
                    <a:pt x="561" y="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Freeform 30"/>
            <p:cNvSpPr/>
            <p:nvPr/>
          </p:nvSpPr>
          <p:spPr bwMode="auto">
            <a:xfrm>
              <a:off x="917" y="1152"/>
              <a:ext cx="1009" cy="1"/>
            </a:xfrm>
            <a:custGeom>
              <a:avLst/>
              <a:gdLst>
                <a:gd name="T0" fmla="*/ 16 w 4033"/>
                <a:gd name="T1" fmla="*/ 0 h 1"/>
                <a:gd name="T2" fmla="*/ 0 w 4033"/>
                <a:gd name="T3" fmla="*/ 0 h 1"/>
                <a:gd name="T4" fmla="*/ 0 w 4033"/>
                <a:gd name="T5" fmla="*/ 0 h 1"/>
                <a:gd name="T6" fmla="*/ 0 60000 65536"/>
                <a:gd name="T7" fmla="*/ 0 60000 65536"/>
                <a:gd name="T8" fmla="*/ 0 60000 65536"/>
                <a:gd name="T9" fmla="*/ 0 w 4033"/>
                <a:gd name="T10" fmla="*/ 0 h 1"/>
                <a:gd name="T11" fmla="*/ 4033 w 403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33" h="1">
                  <a:moveTo>
                    <a:pt x="4033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Freeform 31"/>
            <p:cNvSpPr/>
            <p:nvPr/>
          </p:nvSpPr>
          <p:spPr bwMode="auto">
            <a:xfrm>
              <a:off x="1393" y="801"/>
              <a:ext cx="1" cy="239"/>
            </a:xfrm>
            <a:custGeom>
              <a:avLst/>
              <a:gdLst>
                <a:gd name="T0" fmla="*/ 0 w 1"/>
                <a:gd name="T1" fmla="*/ 0 h 1034"/>
                <a:gd name="T2" fmla="*/ 0 w 1"/>
                <a:gd name="T3" fmla="*/ 3 h 1034"/>
                <a:gd name="T4" fmla="*/ 1 w 1"/>
                <a:gd name="T5" fmla="*/ 3 h 1034"/>
                <a:gd name="T6" fmla="*/ 0 60000 65536"/>
                <a:gd name="T7" fmla="*/ 0 60000 65536"/>
                <a:gd name="T8" fmla="*/ 0 60000 65536"/>
                <a:gd name="T9" fmla="*/ 0 w 1"/>
                <a:gd name="T10" fmla="*/ 0 h 1034"/>
                <a:gd name="T11" fmla="*/ 1 w 1"/>
                <a:gd name="T12" fmla="*/ 1034 h 10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034">
                  <a:moveTo>
                    <a:pt x="0" y="0"/>
                  </a:moveTo>
                  <a:lnTo>
                    <a:pt x="0" y="1034"/>
                  </a:lnTo>
                  <a:lnTo>
                    <a:pt x="1" y="1034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Freeform 32"/>
            <p:cNvSpPr/>
            <p:nvPr/>
          </p:nvSpPr>
          <p:spPr bwMode="auto">
            <a:xfrm>
              <a:off x="1089" y="1386"/>
              <a:ext cx="1" cy="310"/>
            </a:xfrm>
            <a:custGeom>
              <a:avLst/>
              <a:gdLst>
                <a:gd name="T0" fmla="*/ 0 w 1"/>
                <a:gd name="T1" fmla="*/ 0 h 1347"/>
                <a:gd name="T2" fmla="*/ 0 w 1"/>
                <a:gd name="T3" fmla="*/ 4 h 1347"/>
                <a:gd name="T4" fmla="*/ 1 w 1"/>
                <a:gd name="T5" fmla="*/ 4 h 1347"/>
                <a:gd name="T6" fmla="*/ 0 60000 65536"/>
                <a:gd name="T7" fmla="*/ 0 60000 65536"/>
                <a:gd name="T8" fmla="*/ 0 60000 65536"/>
                <a:gd name="T9" fmla="*/ 0 w 1"/>
                <a:gd name="T10" fmla="*/ 0 h 1347"/>
                <a:gd name="T11" fmla="*/ 1 w 1"/>
                <a:gd name="T12" fmla="*/ 1347 h 13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347">
                  <a:moveTo>
                    <a:pt x="0" y="0"/>
                  </a:moveTo>
                  <a:lnTo>
                    <a:pt x="0" y="1347"/>
                  </a:lnTo>
                  <a:lnTo>
                    <a:pt x="1" y="1347"/>
                  </a:lnTo>
                </a:path>
              </a:pathLst>
            </a:custGeom>
            <a:noFill/>
            <a:ln w="1905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4" name="Group 33"/>
            <p:cNvGrpSpPr/>
            <p:nvPr/>
          </p:nvGrpSpPr>
          <p:grpSpPr bwMode="auto">
            <a:xfrm>
              <a:off x="917" y="696"/>
              <a:ext cx="1009" cy="456"/>
              <a:chOff x="983" y="1542"/>
              <a:chExt cx="1009" cy="456"/>
            </a:xfrm>
          </p:grpSpPr>
          <p:sp>
            <p:nvSpPr>
              <p:cNvPr id="107" name="Freeform 34"/>
              <p:cNvSpPr/>
              <p:nvPr/>
            </p:nvSpPr>
            <p:spPr bwMode="auto">
              <a:xfrm>
                <a:off x="1228" y="1855"/>
                <a:ext cx="59" cy="59"/>
              </a:xfrm>
              <a:custGeom>
                <a:avLst/>
                <a:gdLst>
                  <a:gd name="T0" fmla="*/ 0 w 235"/>
                  <a:gd name="T1" fmla="*/ 1 h 255"/>
                  <a:gd name="T2" fmla="*/ 1 w 235"/>
                  <a:gd name="T3" fmla="*/ 0 h 255"/>
                  <a:gd name="T4" fmla="*/ 1 w 235"/>
                  <a:gd name="T5" fmla="*/ 0 h 255"/>
                  <a:gd name="T6" fmla="*/ 0 60000 65536"/>
                  <a:gd name="T7" fmla="*/ 0 60000 65536"/>
                  <a:gd name="T8" fmla="*/ 0 60000 65536"/>
                  <a:gd name="T9" fmla="*/ 0 w 235"/>
                  <a:gd name="T10" fmla="*/ 0 h 255"/>
                  <a:gd name="T11" fmla="*/ 235 w 235"/>
                  <a:gd name="T12" fmla="*/ 255 h 2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35" h="255">
                    <a:moveTo>
                      <a:pt x="0" y="255"/>
                    </a:moveTo>
                    <a:lnTo>
                      <a:pt x="234" y="0"/>
                    </a:lnTo>
                    <a:lnTo>
                      <a:pt x="235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Freeform 35"/>
              <p:cNvSpPr/>
              <p:nvPr/>
            </p:nvSpPr>
            <p:spPr bwMode="auto">
              <a:xfrm>
                <a:off x="1519" y="1647"/>
                <a:ext cx="44" cy="44"/>
              </a:xfrm>
              <a:custGeom>
                <a:avLst/>
                <a:gdLst>
                  <a:gd name="T0" fmla="*/ 0 w 177"/>
                  <a:gd name="T1" fmla="*/ 0 h 191"/>
                  <a:gd name="T2" fmla="*/ 1 w 177"/>
                  <a:gd name="T3" fmla="*/ 0 h 191"/>
                  <a:gd name="T4" fmla="*/ 1 w 177"/>
                  <a:gd name="T5" fmla="*/ 0 h 191"/>
                  <a:gd name="T6" fmla="*/ 0 60000 65536"/>
                  <a:gd name="T7" fmla="*/ 0 60000 65536"/>
                  <a:gd name="T8" fmla="*/ 0 60000 65536"/>
                  <a:gd name="T9" fmla="*/ 0 w 177"/>
                  <a:gd name="T10" fmla="*/ 0 h 191"/>
                  <a:gd name="T11" fmla="*/ 177 w 177"/>
                  <a:gd name="T12" fmla="*/ 191 h 1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7" h="191">
                    <a:moveTo>
                      <a:pt x="0" y="191"/>
                    </a:moveTo>
                    <a:lnTo>
                      <a:pt x="176" y="0"/>
                    </a:lnTo>
                    <a:lnTo>
                      <a:pt x="177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Freeform 36"/>
              <p:cNvSpPr/>
              <p:nvPr/>
            </p:nvSpPr>
            <p:spPr bwMode="auto">
              <a:xfrm>
                <a:off x="983" y="1851"/>
                <a:ext cx="100" cy="100"/>
              </a:xfrm>
              <a:custGeom>
                <a:avLst/>
                <a:gdLst>
                  <a:gd name="T0" fmla="*/ 0 w 397"/>
                  <a:gd name="T1" fmla="*/ 1 h 431"/>
                  <a:gd name="T2" fmla="*/ 2 w 397"/>
                  <a:gd name="T3" fmla="*/ 0 h 431"/>
                  <a:gd name="T4" fmla="*/ 2 w 397"/>
                  <a:gd name="T5" fmla="*/ 0 h 431"/>
                  <a:gd name="T6" fmla="*/ 0 60000 65536"/>
                  <a:gd name="T7" fmla="*/ 0 60000 65536"/>
                  <a:gd name="T8" fmla="*/ 0 60000 65536"/>
                  <a:gd name="T9" fmla="*/ 0 w 397"/>
                  <a:gd name="T10" fmla="*/ 0 h 431"/>
                  <a:gd name="T11" fmla="*/ 397 w 397"/>
                  <a:gd name="T12" fmla="*/ 431 h 43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7" h="431">
                    <a:moveTo>
                      <a:pt x="0" y="431"/>
                    </a:moveTo>
                    <a:lnTo>
                      <a:pt x="396" y="0"/>
                    </a:lnTo>
                    <a:lnTo>
                      <a:pt x="397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Freeform 37"/>
              <p:cNvSpPr/>
              <p:nvPr/>
            </p:nvSpPr>
            <p:spPr bwMode="auto">
              <a:xfrm>
                <a:off x="1006" y="1921"/>
                <a:ext cx="77" cy="77"/>
              </a:xfrm>
              <a:custGeom>
                <a:avLst/>
                <a:gdLst>
                  <a:gd name="T0" fmla="*/ 0 w 307"/>
                  <a:gd name="T1" fmla="*/ 1 h 334"/>
                  <a:gd name="T2" fmla="*/ 1 w 307"/>
                  <a:gd name="T3" fmla="*/ 0 h 334"/>
                  <a:gd name="T4" fmla="*/ 1 w 307"/>
                  <a:gd name="T5" fmla="*/ 0 h 334"/>
                  <a:gd name="T6" fmla="*/ 0 60000 65536"/>
                  <a:gd name="T7" fmla="*/ 0 60000 65536"/>
                  <a:gd name="T8" fmla="*/ 0 60000 65536"/>
                  <a:gd name="T9" fmla="*/ 0 w 307"/>
                  <a:gd name="T10" fmla="*/ 0 h 334"/>
                  <a:gd name="T11" fmla="*/ 307 w 307"/>
                  <a:gd name="T12" fmla="*/ 334 h 3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07" h="334">
                    <a:moveTo>
                      <a:pt x="0" y="334"/>
                    </a:moveTo>
                    <a:lnTo>
                      <a:pt x="306" y="0"/>
                    </a:lnTo>
                    <a:lnTo>
                      <a:pt x="307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Freeform 38"/>
              <p:cNvSpPr/>
              <p:nvPr/>
            </p:nvSpPr>
            <p:spPr bwMode="auto">
              <a:xfrm>
                <a:off x="1575" y="1542"/>
                <a:ext cx="23" cy="23"/>
              </a:xfrm>
              <a:custGeom>
                <a:avLst/>
                <a:gdLst>
                  <a:gd name="T0" fmla="*/ 0 w 91"/>
                  <a:gd name="T1" fmla="*/ 0 h 98"/>
                  <a:gd name="T2" fmla="*/ 1 w 91"/>
                  <a:gd name="T3" fmla="*/ 0 h 98"/>
                  <a:gd name="T4" fmla="*/ 1 w 91"/>
                  <a:gd name="T5" fmla="*/ 0 h 98"/>
                  <a:gd name="T6" fmla="*/ 0 60000 65536"/>
                  <a:gd name="T7" fmla="*/ 0 60000 65536"/>
                  <a:gd name="T8" fmla="*/ 0 60000 65536"/>
                  <a:gd name="T9" fmla="*/ 0 w 91"/>
                  <a:gd name="T10" fmla="*/ 0 h 98"/>
                  <a:gd name="T11" fmla="*/ 91 w 91"/>
                  <a:gd name="T12" fmla="*/ 98 h 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1" h="98">
                    <a:moveTo>
                      <a:pt x="0" y="98"/>
                    </a:moveTo>
                    <a:lnTo>
                      <a:pt x="90" y="0"/>
                    </a:lnTo>
                    <a:lnTo>
                      <a:pt x="91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Freeform 39"/>
              <p:cNvSpPr/>
              <p:nvPr/>
            </p:nvSpPr>
            <p:spPr bwMode="auto">
              <a:xfrm>
                <a:off x="1459" y="1647"/>
                <a:ext cx="34" cy="35"/>
              </a:xfrm>
              <a:custGeom>
                <a:avLst/>
                <a:gdLst>
                  <a:gd name="T0" fmla="*/ 0 w 140"/>
                  <a:gd name="T1" fmla="*/ 0 h 151"/>
                  <a:gd name="T2" fmla="*/ 0 w 140"/>
                  <a:gd name="T3" fmla="*/ 0 h 151"/>
                  <a:gd name="T4" fmla="*/ 0 w 140"/>
                  <a:gd name="T5" fmla="*/ 0 h 151"/>
                  <a:gd name="T6" fmla="*/ 0 60000 65536"/>
                  <a:gd name="T7" fmla="*/ 0 60000 65536"/>
                  <a:gd name="T8" fmla="*/ 0 60000 65536"/>
                  <a:gd name="T9" fmla="*/ 0 w 140"/>
                  <a:gd name="T10" fmla="*/ 0 h 151"/>
                  <a:gd name="T11" fmla="*/ 140 w 140"/>
                  <a:gd name="T12" fmla="*/ 151 h 15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0" h="151">
                    <a:moveTo>
                      <a:pt x="0" y="151"/>
                    </a:moveTo>
                    <a:lnTo>
                      <a:pt x="139" y="0"/>
                    </a:lnTo>
                    <a:lnTo>
                      <a:pt x="140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Freeform 40"/>
              <p:cNvSpPr/>
              <p:nvPr/>
            </p:nvSpPr>
            <p:spPr bwMode="auto">
              <a:xfrm>
                <a:off x="1228" y="1886"/>
                <a:ext cx="98" cy="98"/>
              </a:xfrm>
              <a:custGeom>
                <a:avLst/>
                <a:gdLst>
                  <a:gd name="T0" fmla="*/ 0 w 390"/>
                  <a:gd name="T1" fmla="*/ 1 h 424"/>
                  <a:gd name="T2" fmla="*/ 2 w 390"/>
                  <a:gd name="T3" fmla="*/ 0 h 424"/>
                  <a:gd name="T4" fmla="*/ 2 w 390"/>
                  <a:gd name="T5" fmla="*/ 0 h 424"/>
                  <a:gd name="T6" fmla="*/ 0 60000 65536"/>
                  <a:gd name="T7" fmla="*/ 0 60000 65536"/>
                  <a:gd name="T8" fmla="*/ 0 60000 65536"/>
                  <a:gd name="T9" fmla="*/ 0 w 390"/>
                  <a:gd name="T10" fmla="*/ 0 h 424"/>
                  <a:gd name="T11" fmla="*/ 390 w 390"/>
                  <a:gd name="T12" fmla="*/ 424 h 4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0" h="424">
                    <a:moveTo>
                      <a:pt x="0" y="424"/>
                    </a:moveTo>
                    <a:lnTo>
                      <a:pt x="389" y="0"/>
                    </a:lnTo>
                    <a:lnTo>
                      <a:pt x="390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Freeform 41"/>
              <p:cNvSpPr/>
              <p:nvPr/>
            </p:nvSpPr>
            <p:spPr bwMode="auto">
              <a:xfrm>
                <a:off x="1575" y="1568"/>
                <a:ext cx="66" cy="67"/>
              </a:xfrm>
              <a:custGeom>
                <a:avLst/>
                <a:gdLst>
                  <a:gd name="T0" fmla="*/ 0 w 264"/>
                  <a:gd name="T1" fmla="*/ 1 h 285"/>
                  <a:gd name="T2" fmla="*/ 1 w 264"/>
                  <a:gd name="T3" fmla="*/ 0 h 285"/>
                  <a:gd name="T4" fmla="*/ 1 w 264"/>
                  <a:gd name="T5" fmla="*/ 0 h 285"/>
                  <a:gd name="T6" fmla="*/ 0 60000 65536"/>
                  <a:gd name="T7" fmla="*/ 0 60000 65536"/>
                  <a:gd name="T8" fmla="*/ 0 60000 65536"/>
                  <a:gd name="T9" fmla="*/ 0 w 264"/>
                  <a:gd name="T10" fmla="*/ 0 h 285"/>
                  <a:gd name="T11" fmla="*/ 264 w 264"/>
                  <a:gd name="T12" fmla="*/ 285 h 2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4" h="285">
                    <a:moveTo>
                      <a:pt x="0" y="285"/>
                    </a:moveTo>
                    <a:lnTo>
                      <a:pt x="263" y="0"/>
                    </a:lnTo>
                    <a:lnTo>
                      <a:pt x="264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Freeform 42"/>
              <p:cNvSpPr/>
              <p:nvPr/>
            </p:nvSpPr>
            <p:spPr bwMode="auto">
              <a:xfrm>
                <a:off x="1283" y="1886"/>
                <a:ext cx="112" cy="112"/>
              </a:xfrm>
              <a:custGeom>
                <a:avLst/>
                <a:gdLst>
                  <a:gd name="T0" fmla="*/ 0 w 446"/>
                  <a:gd name="T1" fmla="*/ 1 h 485"/>
                  <a:gd name="T2" fmla="*/ 2 w 446"/>
                  <a:gd name="T3" fmla="*/ 0 h 485"/>
                  <a:gd name="T4" fmla="*/ 2 w 446"/>
                  <a:gd name="T5" fmla="*/ 0 h 485"/>
                  <a:gd name="T6" fmla="*/ 0 60000 65536"/>
                  <a:gd name="T7" fmla="*/ 0 60000 65536"/>
                  <a:gd name="T8" fmla="*/ 0 60000 65536"/>
                  <a:gd name="T9" fmla="*/ 0 w 446"/>
                  <a:gd name="T10" fmla="*/ 0 h 485"/>
                  <a:gd name="T11" fmla="*/ 446 w 446"/>
                  <a:gd name="T12" fmla="*/ 485 h 4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46" h="485">
                    <a:moveTo>
                      <a:pt x="0" y="485"/>
                    </a:moveTo>
                    <a:lnTo>
                      <a:pt x="445" y="0"/>
                    </a:lnTo>
                    <a:lnTo>
                      <a:pt x="446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Freeform 43"/>
              <p:cNvSpPr/>
              <p:nvPr/>
            </p:nvSpPr>
            <p:spPr bwMode="auto">
              <a:xfrm>
                <a:off x="1588" y="1639"/>
                <a:ext cx="53" cy="52"/>
              </a:xfrm>
              <a:custGeom>
                <a:avLst/>
                <a:gdLst>
                  <a:gd name="T0" fmla="*/ 0 w 211"/>
                  <a:gd name="T1" fmla="*/ 1 h 229"/>
                  <a:gd name="T2" fmla="*/ 1 w 211"/>
                  <a:gd name="T3" fmla="*/ 0 h 229"/>
                  <a:gd name="T4" fmla="*/ 1 w 211"/>
                  <a:gd name="T5" fmla="*/ 0 h 229"/>
                  <a:gd name="T6" fmla="*/ 0 60000 65536"/>
                  <a:gd name="T7" fmla="*/ 0 60000 65536"/>
                  <a:gd name="T8" fmla="*/ 0 60000 65536"/>
                  <a:gd name="T9" fmla="*/ 0 w 211"/>
                  <a:gd name="T10" fmla="*/ 0 h 229"/>
                  <a:gd name="T11" fmla="*/ 211 w 211"/>
                  <a:gd name="T12" fmla="*/ 229 h 2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1" h="229">
                    <a:moveTo>
                      <a:pt x="0" y="229"/>
                    </a:moveTo>
                    <a:lnTo>
                      <a:pt x="210" y="0"/>
                    </a:lnTo>
                    <a:lnTo>
                      <a:pt x="211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Freeform 44"/>
              <p:cNvSpPr/>
              <p:nvPr/>
            </p:nvSpPr>
            <p:spPr bwMode="auto">
              <a:xfrm>
                <a:off x="1459" y="1780"/>
                <a:ext cx="42" cy="42"/>
              </a:xfrm>
              <a:custGeom>
                <a:avLst/>
                <a:gdLst>
                  <a:gd name="T0" fmla="*/ 0 w 170"/>
                  <a:gd name="T1" fmla="*/ 0 h 182"/>
                  <a:gd name="T2" fmla="*/ 0 w 170"/>
                  <a:gd name="T3" fmla="*/ 0 h 182"/>
                  <a:gd name="T4" fmla="*/ 0 w 170"/>
                  <a:gd name="T5" fmla="*/ 0 h 182"/>
                  <a:gd name="T6" fmla="*/ 0 60000 65536"/>
                  <a:gd name="T7" fmla="*/ 0 60000 65536"/>
                  <a:gd name="T8" fmla="*/ 0 60000 65536"/>
                  <a:gd name="T9" fmla="*/ 0 w 170"/>
                  <a:gd name="T10" fmla="*/ 0 h 182"/>
                  <a:gd name="T11" fmla="*/ 170 w 170"/>
                  <a:gd name="T12" fmla="*/ 182 h 1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0" h="182">
                    <a:moveTo>
                      <a:pt x="0" y="182"/>
                    </a:moveTo>
                    <a:lnTo>
                      <a:pt x="169" y="0"/>
                    </a:lnTo>
                    <a:lnTo>
                      <a:pt x="170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Freeform 45"/>
              <p:cNvSpPr/>
              <p:nvPr/>
            </p:nvSpPr>
            <p:spPr bwMode="auto">
              <a:xfrm>
                <a:off x="1353" y="1780"/>
                <a:ext cx="217" cy="218"/>
              </a:xfrm>
              <a:custGeom>
                <a:avLst/>
                <a:gdLst>
                  <a:gd name="T0" fmla="*/ 0 w 870"/>
                  <a:gd name="T1" fmla="*/ 3 h 946"/>
                  <a:gd name="T2" fmla="*/ 3 w 870"/>
                  <a:gd name="T3" fmla="*/ 0 h 946"/>
                  <a:gd name="T4" fmla="*/ 3 w 870"/>
                  <a:gd name="T5" fmla="*/ 0 h 946"/>
                  <a:gd name="T6" fmla="*/ 0 60000 65536"/>
                  <a:gd name="T7" fmla="*/ 0 60000 65536"/>
                  <a:gd name="T8" fmla="*/ 0 60000 65536"/>
                  <a:gd name="T9" fmla="*/ 0 w 870"/>
                  <a:gd name="T10" fmla="*/ 0 h 946"/>
                  <a:gd name="T11" fmla="*/ 870 w 870"/>
                  <a:gd name="T12" fmla="*/ 946 h 9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70" h="946">
                    <a:moveTo>
                      <a:pt x="0" y="946"/>
                    </a:moveTo>
                    <a:lnTo>
                      <a:pt x="869" y="0"/>
                    </a:lnTo>
                    <a:lnTo>
                      <a:pt x="870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Freeform 46"/>
              <p:cNvSpPr/>
              <p:nvPr/>
            </p:nvSpPr>
            <p:spPr bwMode="auto">
              <a:xfrm>
                <a:off x="1422" y="1780"/>
                <a:ext cx="218" cy="218"/>
              </a:xfrm>
              <a:custGeom>
                <a:avLst/>
                <a:gdLst>
                  <a:gd name="T0" fmla="*/ 0 w 870"/>
                  <a:gd name="T1" fmla="*/ 3 h 946"/>
                  <a:gd name="T2" fmla="*/ 4 w 870"/>
                  <a:gd name="T3" fmla="*/ 0 h 946"/>
                  <a:gd name="T4" fmla="*/ 4 w 870"/>
                  <a:gd name="T5" fmla="*/ 0 h 946"/>
                  <a:gd name="T6" fmla="*/ 0 60000 65536"/>
                  <a:gd name="T7" fmla="*/ 0 60000 65536"/>
                  <a:gd name="T8" fmla="*/ 0 60000 65536"/>
                  <a:gd name="T9" fmla="*/ 0 w 870"/>
                  <a:gd name="T10" fmla="*/ 0 h 946"/>
                  <a:gd name="T11" fmla="*/ 870 w 870"/>
                  <a:gd name="T12" fmla="*/ 946 h 9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70" h="946">
                    <a:moveTo>
                      <a:pt x="0" y="946"/>
                    </a:moveTo>
                    <a:lnTo>
                      <a:pt x="869" y="0"/>
                    </a:lnTo>
                    <a:lnTo>
                      <a:pt x="870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0" name="Freeform 47"/>
              <p:cNvSpPr/>
              <p:nvPr/>
            </p:nvSpPr>
            <p:spPr bwMode="auto">
              <a:xfrm>
                <a:off x="1492" y="1848"/>
                <a:ext cx="149" cy="150"/>
              </a:xfrm>
              <a:custGeom>
                <a:avLst/>
                <a:gdLst>
                  <a:gd name="T0" fmla="*/ 0 w 597"/>
                  <a:gd name="T1" fmla="*/ 2 h 649"/>
                  <a:gd name="T2" fmla="*/ 2 w 597"/>
                  <a:gd name="T3" fmla="*/ 0 h 649"/>
                  <a:gd name="T4" fmla="*/ 2 w 597"/>
                  <a:gd name="T5" fmla="*/ 0 h 649"/>
                  <a:gd name="T6" fmla="*/ 0 60000 65536"/>
                  <a:gd name="T7" fmla="*/ 0 60000 65536"/>
                  <a:gd name="T8" fmla="*/ 0 60000 65536"/>
                  <a:gd name="T9" fmla="*/ 0 w 597"/>
                  <a:gd name="T10" fmla="*/ 0 h 649"/>
                  <a:gd name="T11" fmla="*/ 597 w 597"/>
                  <a:gd name="T12" fmla="*/ 649 h 64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97" h="649">
                    <a:moveTo>
                      <a:pt x="0" y="649"/>
                    </a:moveTo>
                    <a:lnTo>
                      <a:pt x="596" y="0"/>
                    </a:lnTo>
                    <a:lnTo>
                      <a:pt x="597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1" name="Freeform 48"/>
              <p:cNvSpPr/>
              <p:nvPr/>
            </p:nvSpPr>
            <p:spPr bwMode="auto">
              <a:xfrm>
                <a:off x="1860" y="1561"/>
                <a:ext cx="66" cy="66"/>
              </a:xfrm>
              <a:custGeom>
                <a:avLst/>
                <a:gdLst>
                  <a:gd name="T0" fmla="*/ 0 w 265"/>
                  <a:gd name="T1" fmla="*/ 1 h 287"/>
                  <a:gd name="T2" fmla="*/ 1 w 265"/>
                  <a:gd name="T3" fmla="*/ 0 h 287"/>
                  <a:gd name="T4" fmla="*/ 1 w 265"/>
                  <a:gd name="T5" fmla="*/ 0 h 287"/>
                  <a:gd name="T6" fmla="*/ 0 60000 65536"/>
                  <a:gd name="T7" fmla="*/ 0 60000 65536"/>
                  <a:gd name="T8" fmla="*/ 0 60000 65536"/>
                  <a:gd name="T9" fmla="*/ 0 w 265"/>
                  <a:gd name="T10" fmla="*/ 0 h 287"/>
                  <a:gd name="T11" fmla="*/ 265 w 265"/>
                  <a:gd name="T12" fmla="*/ 287 h 28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5" h="287">
                    <a:moveTo>
                      <a:pt x="0" y="287"/>
                    </a:moveTo>
                    <a:lnTo>
                      <a:pt x="264" y="0"/>
                    </a:lnTo>
                    <a:lnTo>
                      <a:pt x="265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2" name="Freeform 49"/>
              <p:cNvSpPr/>
              <p:nvPr/>
            </p:nvSpPr>
            <p:spPr bwMode="auto">
              <a:xfrm>
                <a:off x="1561" y="1919"/>
                <a:ext cx="80" cy="79"/>
              </a:xfrm>
              <a:custGeom>
                <a:avLst/>
                <a:gdLst>
                  <a:gd name="T0" fmla="*/ 0 w 319"/>
                  <a:gd name="T1" fmla="*/ 1 h 347"/>
                  <a:gd name="T2" fmla="*/ 1 w 319"/>
                  <a:gd name="T3" fmla="*/ 0 h 347"/>
                  <a:gd name="T4" fmla="*/ 1 w 319"/>
                  <a:gd name="T5" fmla="*/ 0 h 347"/>
                  <a:gd name="T6" fmla="*/ 0 60000 65536"/>
                  <a:gd name="T7" fmla="*/ 0 60000 65536"/>
                  <a:gd name="T8" fmla="*/ 0 60000 65536"/>
                  <a:gd name="T9" fmla="*/ 0 w 319"/>
                  <a:gd name="T10" fmla="*/ 0 h 347"/>
                  <a:gd name="T11" fmla="*/ 319 w 319"/>
                  <a:gd name="T12" fmla="*/ 347 h 3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9" h="347">
                    <a:moveTo>
                      <a:pt x="0" y="347"/>
                    </a:moveTo>
                    <a:lnTo>
                      <a:pt x="318" y="0"/>
                    </a:lnTo>
                    <a:lnTo>
                      <a:pt x="319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Freeform 50"/>
              <p:cNvSpPr/>
              <p:nvPr/>
            </p:nvSpPr>
            <p:spPr bwMode="auto">
              <a:xfrm>
                <a:off x="1860" y="1631"/>
                <a:ext cx="66" cy="67"/>
              </a:xfrm>
              <a:custGeom>
                <a:avLst/>
                <a:gdLst>
                  <a:gd name="T0" fmla="*/ 0 w 265"/>
                  <a:gd name="T1" fmla="*/ 1 h 285"/>
                  <a:gd name="T2" fmla="*/ 1 w 265"/>
                  <a:gd name="T3" fmla="*/ 0 h 285"/>
                  <a:gd name="T4" fmla="*/ 1 w 265"/>
                  <a:gd name="T5" fmla="*/ 0 h 285"/>
                  <a:gd name="T6" fmla="*/ 0 60000 65536"/>
                  <a:gd name="T7" fmla="*/ 0 60000 65536"/>
                  <a:gd name="T8" fmla="*/ 0 60000 65536"/>
                  <a:gd name="T9" fmla="*/ 0 w 265"/>
                  <a:gd name="T10" fmla="*/ 0 h 285"/>
                  <a:gd name="T11" fmla="*/ 265 w 265"/>
                  <a:gd name="T12" fmla="*/ 285 h 2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5" h="285">
                    <a:moveTo>
                      <a:pt x="0" y="285"/>
                    </a:moveTo>
                    <a:lnTo>
                      <a:pt x="264" y="0"/>
                    </a:lnTo>
                    <a:lnTo>
                      <a:pt x="265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Freeform 51"/>
              <p:cNvSpPr/>
              <p:nvPr/>
            </p:nvSpPr>
            <p:spPr bwMode="auto">
              <a:xfrm>
                <a:off x="1860" y="1701"/>
                <a:ext cx="66" cy="66"/>
              </a:xfrm>
              <a:custGeom>
                <a:avLst/>
                <a:gdLst>
                  <a:gd name="T0" fmla="*/ 0 w 265"/>
                  <a:gd name="T1" fmla="*/ 1 h 287"/>
                  <a:gd name="T2" fmla="*/ 1 w 265"/>
                  <a:gd name="T3" fmla="*/ 0 h 287"/>
                  <a:gd name="T4" fmla="*/ 1 w 265"/>
                  <a:gd name="T5" fmla="*/ 0 h 287"/>
                  <a:gd name="T6" fmla="*/ 0 60000 65536"/>
                  <a:gd name="T7" fmla="*/ 0 60000 65536"/>
                  <a:gd name="T8" fmla="*/ 0 60000 65536"/>
                  <a:gd name="T9" fmla="*/ 0 w 265"/>
                  <a:gd name="T10" fmla="*/ 0 h 287"/>
                  <a:gd name="T11" fmla="*/ 265 w 265"/>
                  <a:gd name="T12" fmla="*/ 287 h 28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5" h="287">
                    <a:moveTo>
                      <a:pt x="0" y="287"/>
                    </a:moveTo>
                    <a:lnTo>
                      <a:pt x="264" y="0"/>
                    </a:lnTo>
                    <a:lnTo>
                      <a:pt x="265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5" name="Freeform 52"/>
              <p:cNvSpPr/>
              <p:nvPr/>
            </p:nvSpPr>
            <p:spPr bwMode="auto">
              <a:xfrm>
                <a:off x="1860" y="1771"/>
                <a:ext cx="66" cy="66"/>
              </a:xfrm>
              <a:custGeom>
                <a:avLst/>
                <a:gdLst>
                  <a:gd name="T0" fmla="*/ 0 w 265"/>
                  <a:gd name="T1" fmla="*/ 1 h 287"/>
                  <a:gd name="T2" fmla="*/ 1 w 265"/>
                  <a:gd name="T3" fmla="*/ 0 h 287"/>
                  <a:gd name="T4" fmla="*/ 1 w 265"/>
                  <a:gd name="T5" fmla="*/ 0 h 287"/>
                  <a:gd name="T6" fmla="*/ 0 60000 65536"/>
                  <a:gd name="T7" fmla="*/ 0 60000 65536"/>
                  <a:gd name="T8" fmla="*/ 0 60000 65536"/>
                  <a:gd name="T9" fmla="*/ 0 w 265"/>
                  <a:gd name="T10" fmla="*/ 0 h 287"/>
                  <a:gd name="T11" fmla="*/ 265 w 265"/>
                  <a:gd name="T12" fmla="*/ 287 h 28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5" h="287">
                    <a:moveTo>
                      <a:pt x="0" y="287"/>
                    </a:moveTo>
                    <a:lnTo>
                      <a:pt x="264" y="0"/>
                    </a:lnTo>
                    <a:lnTo>
                      <a:pt x="265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6" name="Freeform 53"/>
              <p:cNvSpPr/>
              <p:nvPr/>
            </p:nvSpPr>
            <p:spPr bwMode="auto">
              <a:xfrm>
                <a:off x="1860" y="1841"/>
                <a:ext cx="66" cy="66"/>
              </a:xfrm>
              <a:custGeom>
                <a:avLst/>
                <a:gdLst>
                  <a:gd name="T0" fmla="*/ 0 w 265"/>
                  <a:gd name="T1" fmla="*/ 1 h 286"/>
                  <a:gd name="T2" fmla="*/ 1 w 265"/>
                  <a:gd name="T3" fmla="*/ 0 h 286"/>
                  <a:gd name="T4" fmla="*/ 1 w 265"/>
                  <a:gd name="T5" fmla="*/ 0 h 286"/>
                  <a:gd name="T6" fmla="*/ 0 60000 65536"/>
                  <a:gd name="T7" fmla="*/ 0 60000 65536"/>
                  <a:gd name="T8" fmla="*/ 0 60000 65536"/>
                  <a:gd name="T9" fmla="*/ 0 w 265"/>
                  <a:gd name="T10" fmla="*/ 0 h 286"/>
                  <a:gd name="T11" fmla="*/ 265 w 265"/>
                  <a:gd name="T12" fmla="*/ 286 h 28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5" h="286">
                    <a:moveTo>
                      <a:pt x="0" y="286"/>
                    </a:moveTo>
                    <a:lnTo>
                      <a:pt x="264" y="0"/>
                    </a:lnTo>
                    <a:lnTo>
                      <a:pt x="265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Freeform 54"/>
              <p:cNvSpPr/>
              <p:nvPr/>
            </p:nvSpPr>
            <p:spPr bwMode="auto">
              <a:xfrm>
                <a:off x="1860" y="1886"/>
                <a:ext cx="90" cy="91"/>
              </a:xfrm>
              <a:custGeom>
                <a:avLst/>
                <a:gdLst>
                  <a:gd name="T0" fmla="*/ 0 w 363"/>
                  <a:gd name="T1" fmla="*/ 1 h 393"/>
                  <a:gd name="T2" fmla="*/ 1 w 363"/>
                  <a:gd name="T3" fmla="*/ 0 h 393"/>
                  <a:gd name="T4" fmla="*/ 1 w 363"/>
                  <a:gd name="T5" fmla="*/ 0 h 393"/>
                  <a:gd name="T6" fmla="*/ 0 60000 65536"/>
                  <a:gd name="T7" fmla="*/ 0 60000 65536"/>
                  <a:gd name="T8" fmla="*/ 0 60000 65536"/>
                  <a:gd name="T9" fmla="*/ 0 w 363"/>
                  <a:gd name="T10" fmla="*/ 0 h 393"/>
                  <a:gd name="T11" fmla="*/ 363 w 363"/>
                  <a:gd name="T12" fmla="*/ 393 h 3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3" h="393">
                    <a:moveTo>
                      <a:pt x="0" y="393"/>
                    </a:moveTo>
                    <a:lnTo>
                      <a:pt x="362" y="0"/>
                    </a:lnTo>
                    <a:lnTo>
                      <a:pt x="363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8" name="Freeform 55"/>
              <p:cNvSpPr/>
              <p:nvPr/>
            </p:nvSpPr>
            <p:spPr bwMode="auto">
              <a:xfrm>
                <a:off x="1908" y="1914"/>
                <a:ext cx="84" cy="84"/>
              </a:xfrm>
              <a:custGeom>
                <a:avLst/>
                <a:gdLst>
                  <a:gd name="T0" fmla="*/ 0 w 334"/>
                  <a:gd name="T1" fmla="*/ 1 h 364"/>
                  <a:gd name="T2" fmla="*/ 1 w 334"/>
                  <a:gd name="T3" fmla="*/ 0 h 364"/>
                  <a:gd name="T4" fmla="*/ 1 w 334"/>
                  <a:gd name="T5" fmla="*/ 0 h 364"/>
                  <a:gd name="T6" fmla="*/ 0 60000 65536"/>
                  <a:gd name="T7" fmla="*/ 0 60000 65536"/>
                  <a:gd name="T8" fmla="*/ 0 60000 65536"/>
                  <a:gd name="T9" fmla="*/ 0 w 334"/>
                  <a:gd name="T10" fmla="*/ 0 h 364"/>
                  <a:gd name="T11" fmla="*/ 334 w 334"/>
                  <a:gd name="T12" fmla="*/ 364 h 3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4" h="364">
                    <a:moveTo>
                      <a:pt x="0" y="364"/>
                    </a:moveTo>
                    <a:lnTo>
                      <a:pt x="333" y="0"/>
                    </a:lnTo>
                    <a:lnTo>
                      <a:pt x="334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5" name="Freeform 56"/>
            <p:cNvSpPr/>
            <p:nvPr/>
          </p:nvSpPr>
          <p:spPr bwMode="auto">
            <a:xfrm>
              <a:off x="958" y="990"/>
              <a:ext cx="262" cy="1"/>
            </a:xfrm>
            <a:custGeom>
              <a:avLst/>
              <a:gdLst>
                <a:gd name="T0" fmla="*/ 4 w 1052"/>
                <a:gd name="T1" fmla="*/ 0 h 1"/>
                <a:gd name="T2" fmla="*/ 0 w 1052"/>
                <a:gd name="T3" fmla="*/ 0 h 1"/>
                <a:gd name="T4" fmla="*/ 0 w 1052"/>
                <a:gd name="T5" fmla="*/ 0 h 1"/>
                <a:gd name="T6" fmla="*/ 0 60000 65536"/>
                <a:gd name="T7" fmla="*/ 0 60000 65536"/>
                <a:gd name="T8" fmla="*/ 0 60000 65536"/>
                <a:gd name="T9" fmla="*/ 0 w 1052"/>
                <a:gd name="T10" fmla="*/ 0 h 1"/>
                <a:gd name="T11" fmla="*/ 1052 w 105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2" h="1">
                  <a:moveTo>
                    <a:pt x="1052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57"/>
            <p:cNvSpPr/>
            <p:nvPr/>
          </p:nvSpPr>
          <p:spPr bwMode="auto">
            <a:xfrm>
              <a:off x="917" y="1040"/>
              <a:ext cx="1" cy="112"/>
            </a:xfrm>
            <a:custGeom>
              <a:avLst/>
              <a:gdLst>
                <a:gd name="T0" fmla="*/ 0 w 1"/>
                <a:gd name="T1" fmla="*/ 1 h 485"/>
                <a:gd name="T2" fmla="*/ 0 w 1"/>
                <a:gd name="T3" fmla="*/ 0 h 485"/>
                <a:gd name="T4" fmla="*/ 1 w 1"/>
                <a:gd name="T5" fmla="*/ 0 h 485"/>
                <a:gd name="T6" fmla="*/ 0 60000 65536"/>
                <a:gd name="T7" fmla="*/ 0 60000 65536"/>
                <a:gd name="T8" fmla="*/ 0 60000 65536"/>
                <a:gd name="T9" fmla="*/ 0 w 1"/>
                <a:gd name="T10" fmla="*/ 0 h 485"/>
                <a:gd name="T11" fmla="*/ 1 w 1"/>
                <a:gd name="T12" fmla="*/ 485 h 4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85">
                  <a:moveTo>
                    <a:pt x="0" y="48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Freeform 58"/>
            <p:cNvSpPr/>
            <p:nvPr/>
          </p:nvSpPr>
          <p:spPr bwMode="auto">
            <a:xfrm>
              <a:off x="1016" y="990"/>
              <a:ext cx="1" cy="162"/>
            </a:xfrm>
            <a:custGeom>
              <a:avLst/>
              <a:gdLst>
                <a:gd name="T0" fmla="*/ 0 w 1"/>
                <a:gd name="T1" fmla="*/ 2 h 701"/>
                <a:gd name="T2" fmla="*/ 0 w 1"/>
                <a:gd name="T3" fmla="*/ 0 h 701"/>
                <a:gd name="T4" fmla="*/ 1 w 1"/>
                <a:gd name="T5" fmla="*/ 0 h 701"/>
                <a:gd name="T6" fmla="*/ 0 60000 65536"/>
                <a:gd name="T7" fmla="*/ 0 60000 65536"/>
                <a:gd name="T8" fmla="*/ 0 60000 65536"/>
                <a:gd name="T9" fmla="*/ 0 w 1"/>
                <a:gd name="T10" fmla="*/ 0 h 701"/>
                <a:gd name="T11" fmla="*/ 1 w 1"/>
                <a:gd name="T12" fmla="*/ 701 h 7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01">
                  <a:moveTo>
                    <a:pt x="0" y="70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Freeform 59"/>
            <p:cNvSpPr/>
            <p:nvPr/>
          </p:nvSpPr>
          <p:spPr bwMode="auto">
            <a:xfrm>
              <a:off x="958" y="990"/>
              <a:ext cx="1" cy="50"/>
            </a:xfrm>
            <a:custGeom>
              <a:avLst/>
              <a:gdLst>
                <a:gd name="T0" fmla="*/ 0 w 1"/>
                <a:gd name="T1" fmla="*/ 1 h 216"/>
                <a:gd name="T2" fmla="*/ 0 w 1"/>
                <a:gd name="T3" fmla="*/ 0 h 216"/>
                <a:gd name="T4" fmla="*/ 1 w 1"/>
                <a:gd name="T5" fmla="*/ 0 h 216"/>
                <a:gd name="T6" fmla="*/ 0 60000 65536"/>
                <a:gd name="T7" fmla="*/ 0 60000 65536"/>
                <a:gd name="T8" fmla="*/ 0 60000 65536"/>
                <a:gd name="T9" fmla="*/ 0 w 1"/>
                <a:gd name="T10" fmla="*/ 0 h 216"/>
                <a:gd name="T11" fmla="*/ 1 w 1"/>
                <a:gd name="T12" fmla="*/ 216 h 2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16">
                  <a:moveTo>
                    <a:pt x="0" y="21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Freeform 60"/>
            <p:cNvSpPr/>
            <p:nvPr/>
          </p:nvSpPr>
          <p:spPr bwMode="auto">
            <a:xfrm>
              <a:off x="1162" y="990"/>
              <a:ext cx="1" cy="162"/>
            </a:xfrm>
            <a:custGeom>
              <a:avLst/>
              <a:gdLst>
                <a:gd name="T0" fmla="*/ 0 w 1"/>
                <a:gd name="T1" fmla="*/ 2 h 701"/>
                <a:gd name="T2" fmla="*/ 0 w 1"/>
                <a:gd name="T3" fmla="*/ 0 h 701"/>
                <a:gd name="T4" fmla="*/ 1 w 1"/>
                <a:gd name="T5" fmla="*/ 0 h 701"/>
                <a:gd name="T6" fmla="*/ 0 60000 65536"/>
                <a:gd name="T7" fmla="*/ 0 60000 65536"/>
                <a:gd name="T8" fmla="*/ 0 60000 65536"/>
                <a:gd name="T9" fmla="*/ 0 w 1"/>
                <a:gd name="T10" fmla="*/ 0 h 701"/>
                <a:gd name="T11" fmla="*/ 1 w 1"/>
                <a:gd name="T12" fmla="*/ 701 h 7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01">
                  <a:moveTo>
                    <a:pt x="0" y="70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Freeform 61"/>
            <p:cNvSpPr/>
            <p:nvPr/>
          </p:nvSpPr>
          <p:spPr bwMode="auto">
            <a:xfrm>
              <a:off x="1220" y="1040"/>
              <a:ext cx="173" cy="1"/>
            </a:xfrm>
            <a:custGeom>
              <a:avLst/>
              <a:gdLst>
                <a:gd name="T0" fmla="*/ 3 w 688"/>
                <a:gd name="T1" fmla="*/ 0 h 1"/>
                <a:gd name="T2" fmla="*/ 0 w 688"/>
                <a:gd name="T3" fmla="*/ 0 h 1"/>
                <a:gd name="T4" fmla="*/ 0 w 688"/>
                <a:gd name="T5" fmla="*/ 0 h 1"/>
                <a:gd name="T6" fmla="*/ 0 60000 65536"/>
                <a:gd name="T7" fmla="*/ 0 60000 65536"/>
                <a:gd name="T8" fmla="*/ 0 60000 65536"/>
                <a:gd name="T9" fmla="*/ 0 w 688"/>
                <a:gd name="T10" fmla="*/ 0 h 1"/>
                <a:gd name="T11" fmla="*/ 688 w 68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8" h="1">
                  <a:moveTo>
                    <a:pt x="68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2" name="Group 62"/>
            <p:cNvGrpSpPr/>
            <p:nvPr/>
          </p:nvGrpSpPr>
          <p:grpSpPr bwMode="auto">
            <a:xfrm>
              <a:off x="1089" y="952"/>
              <a:ext cx="1" cy="245"/>
              <a:chOff x="1155" y="1798"/>
              <a:chExt cx="1" cy="245"/>
            </a:xfrm>
          </p:grpSpPr>
          <p:sp>
            <p:nvSpPr>
              <p:cNvPr id="104" name="Freeform 63"/>
              <p:cNvSpPr/>
              <p:nvPr/>
            </p:nvSpPr>
            <p:spPr bwMode="auto">
              <a:xfrm>
                <a:off x="1155" y="1931"/>
                <a:ext cx="1" cy="8"/>
              </a:xfrm>
              <a:custGeom>
                <a:avLst/>
                <a:gdLst>
                  <a:gd name="T0" fmla="*/ 0 w 1"/>
                  <a:gd name="T1" fmla="*/ 0 h 36"/>
                  <a:gd name="T2" fmla="*/ 0 w 1"/>
                  <a:gd name="T3" fmla="*/ 0 h 36"/>
                  <a:gd name="T4" fmla="*/ 1 w 1"/>
                  <a:gd name="T5" fmla="*/ 0 h 3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6"/>
                  <a:gd name="T11" fmla="*/ 1 w 1"/>
                  <a:gd name="T12" fmla="*/ 36 h 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6">
                    <a:moveTo>
                      <a:pt x="0" y="3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Freeform 64"/>
              <p:cNvSpPr/>
              <p:nvPr/>
            </p:nvSpPr>
            <p:spPr bwMode="auto">
              <a:xfrm>
                <a:off x="1155" y="1959"/>
                <a:ext cx="1" cy="84"/>
              </a:xfrm>
              <a:custGeom>
                <a:avLst/>
                <a:gdLst>
                  <a:gd name="T0" fmla="*/ 0 w 1"/>
                  <a:gd name="T1" fmla="*/ 1 h 363"/>
                  <a:gd name="T2" fmla="*/ 0 w 1"/>
                  <a:gd name="T3" fmla="*/ 0 h 363"/>
                  <a:gd name="T4" fmla="*/ 1 w 1"/>
                  <a:gd name="T5" fmla="*/ 0 h 36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63"/>
                  <a:gd name="T11" fmla="*/ 1 w 1"/>
                  <a:gd name="T12" fmla="*/ 363 h 36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63">
                    <a:moveTo>
                      <a:pt x="0" y="36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Freeform 65"/>
              <p:cNvSpPr/>
              <p:nvPr/>
            </p:nvSpPr>
            <p:spPr bwMode="auto">
              <a:xfrm>
                <a:off x="1155" y="1798"/>
                <a:ext cx="1" cy="112"/>
              </a:xfrm>
              <a:custGeom>
                <a:avLst/>
                <a:gdLst>
                  <a:gd name="T0" fmla="*/ 0 w 1"/>
                  <a:gd name="T1" fmla="*/ 1 h 487"/>
                  <a:gd name="T2" fmla="*/ 0 w 1"/>
                  <a:gd name="T3" fmla="*/ 0 h 487"/>
                  <a:gd name="T4" fmla="*/ 1 w 1"/>
                  <a:gd name="T5" fmla="*/ 0 h 48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87"/>
                  <a:gd name="T11" fmla="*/ 1 w 1"/>
                  <a:gd name="T12" fmla="*/ 487 h 48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87">
                    <a:moveTo>
                      <a:pt x="0" y="48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3" name="Freeform 66"/>
            <p:cNvSpPr/>
            <p:nvPr/>
          </p:nvSpPr>
          <p:spPr bwMode="auto">
            <a:xfrm>
              <a:off x="1214" y="990"/>
              <a:ext cx="1" cy="50"/>
            </a:xfrm>
            <a:custGeom>
              <a:avLst/>
              <a:gdLst>
                <a:gd name="T0" fmla="*/ 0 w 1"/>
                <a:gd name="T1" fmla="*/ 1 h 216"/>
                <a:gd name="T2" fmla="*/ 0 w 1"/>
                <a:gd name="T3" fmla="*/ 0 h 216"/>
                <a:gd name="T4" fmla="*/ 1 w 1"/>
                <a:gd name="T5" fmla="*/ 0 h 216"/>
                <a:gd name="T6" fmla="*/ 0 60000 65536"/>
                <a:gd name="T7" fmla="*/ 0 60000 65536"/>
                <a:gd name="T8" fmla="*/ 0 60000 65536"/>
                <a:gd name="T9" fmla="*/ 0 w 1"/>
                <a:gd name="T10" fmla="*/ 0 h 216"/>
                <a:gd name="T11" fmla="*/ 1 w 1"/>
                <a:gd name="T12" fmla="*/ 216 h 2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16">
                  <a:moveTo>
                    <a:pt x="0" y="21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Freeform 67"/>
            <p:cNvSpPr/>
            <p:nvPr/>
          </p:nvSpPr>
          <p:spPr bwMode="auto">
            <a:xfrm>
              <a:off x="1572" y="840"/>
              <a:ext cx="18" cy="94"/>
            </a:xfrm>
            <a:custGeom>
              <a:avLst/>
              <a:gdLst>
                <a:gd name="T0" fmla="*/ 3 w 18"/>
                <a:gd name="T1" fmla="*/ 94 h 94"/>
                <a:gd name="T2" fmla="*/ 18 w 18"/>
                <a:gd name="T3" fmla="*/ 54 h 94"/>
                <a:gd name="T4" fmla="*/ 0 w 18"/>
                <a:gd name="T5" fmla="*/ 0 h 94"/>
                <a:gd name="T6" fmla="*/ 4 w 18"/>
                <a:gd name="T7" fmla="*/ 5 h 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"/>
                <a:gd name="T13" fmla="*/ 0 h 94"/>
                <a:gd name="T14" fmla="*/ 18 w 18"/>
                <a:gd name="T15" fmla="*/ 94 h 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" h="94">
                  <a:moveTo>
                    <a:pt x="3" y="94"/>
                  </a:moveTo>
                  <a:lnTo>
                    <a:pt x="18" y="54"/>
                  </a:lnTo>
                  <a:lnTo>
                    <a:pt x="0" y="0"/>
                  </a:lnTo>
                  <a:lnTo>
                    <a:pt x="4" y="5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Freeform 68"/>
            <p:cNvSpPr/>
            <p:nvPr/>
          </p:nvSpPr>
          <p:spPr bwMode="auto">
            <a:xfrm>
              <a:off x="1794" y="696"/>
              <a:ext cx="1" cy="456"/>
            </a:xfrm>
            <a:custGeom>
              <a:avLst/>
              <a:gdLst>
                <a:gd name="T0" fmla="*/ 0 w 1"/>
                <a:gd name="T1" fmla="*/ 6 h 1974"/>
                <a:gd name="T2" fmla="*/ 0 w 1"/>
                <a:gd name="T3" fmla="*/ 0 h 1974"/>
                <a:gd name="T4" fmla="*/ 1 w 1"/>
                <a:gd name="T5" fmla="*/ 0 h 1974"/>
                <a:gd name="T6" fmla="*/ 0 60000 65536"/>
                <a:gd name="T7" fmla="*/ 0 60000 65536"/>
                <a:gd name="T8" fmla="*/ 0 60000 65536"/>
                <a:gd name="T9" fmla="*/ 0 w 1"/>
                <a:gd name="T10" fmla="*/ 0 h 1974"/>
                <a:gd name="T11" fmla="*/ 1 w 1"/>
                <a:gd name="T12" fmla="*/ 1974 h 19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974">
                  <a:moveTo>
                    <a:pt x="0" y="197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Freeform 69"/>
            <p:cNvSpPr/>
            <p:nvPr/>
          </p:nvSpPr>
          <p:spPr bwMode="auto">
            <a:xfrm>
              <a:off x="1860" y="696"/>
              <a:ext cx="1" cy="344"/>
            </a:xfrm>
            <a:custGeom>
              <a:avLst/>
              <a:gdLst>
                <a:gd name="T0" fmla="*/ 0 w 1"/>
                <a:gd name="T1" fmla="*/ 4 h 1489"/>
                <a:gd name="T2" fmla="*/ 0 w 1"/>
                <a:gd name="T3" fmla="*/ 0 h 1489"/>
                <a:gd name="T4" fmla="*/ 1 w 1"/>
                <a:gd name="T5" fmla="*/ 0 h 1489"/>
                <a:gd name="T6" fmla="*/ 0 60000 65536"/>
                <a:gd name="T7" fmla="*/ 0 60000 65536"/>
                <a:gd name="T8" fmla="*/ 0 60000 65536"/>
                <a:gd name="T9" fmla="*/ 0 w 1"/>
                <a:gd name="T10" fmla="*/ 0 h 1489"/>
                <a:gd name="T11" fmla="*/ 1 w 1"/>
                <a:gd name="T12" fmla="*/ 1489 h 14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489">
                  <a:moveTo>
                    <a:pt x="0" y="148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7" name="Group 70"/>
            <p:cNvGrpSpPr/>
            <p:nvPr/>
          </p:nvGrpSpPr>
          <p:grpSpPr bwMode="auto">
            <a:xfrm>
              <a:off x="1684" y="1253"/>
              <a:ext cx="1" cy="570"/>
              <a:chOff x="1750" y="2099"/>
              <a:chExt cx="1" cy="570"/>
            </a:xfrm>
          </p:grpSpPr>
          <p:sp>
            <p:nvSpPr>
              <p:cNvPr id="101" name="Freeform 71"/>
              <p:cNvSpPr/>
              <p:nvPr/>
            </p:nvSpPr>
            <p:spPr bwMode="auto">
              <a:xfrm>
                <a:off x="1750" y="2365"/>
                <a:ext cx="1" cy="304"/>
              </a:xfrm>
              <a:custGeom>
                <a:avLst/>
                <a:gdLst>
                  <a:gd name="T0" fmla="*/ 0 w 1"/>
                  <a:gd name="T1" fmla="*/ 0 h 1318"/>
                  <a:gd name="T2" fmla="*/ 0 w 1"/>
                  <a:gd name="T3" fmla="*/ 4 h 1318"/>
                  <a:gd name="T4" fmla="*/ 1 w 1"/>
                  <a:gd name="T5" fmla="*/ 4 h 131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318"/>
                  <a:gd name="T11" fmla="*/ 1 w 1"/>
                  <a:gd name="T12" fmla="*/ 1318 h 13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318">
                    <a:moveTo>
                      <a:pt x="0" y="0"/>
                    </a:moveTo>
                    <a:lnTo>
                      <a:pt x="0" y="1318"/>
                    </a:lnTo>
                    <a:lnTo>
                      <a:pt x="1" y="1318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Freeform 72"/>
              <p:cNvSpPr/>
              <p:nvPr/>
            </p:nvSpPr>
            <p:spPr bwMode="auto">
              <a:xfrm>
                <a:off x="1750" y="2099"/>
                <a:ext cx="1" cy="221"/>
              </a:xfrm>
              <a:custGeom>
                <a:avLst/>
                <a:gdLst>
                  <a:gd name="T0" fmla="*/ 0 w 1"/>
                  <a:gd name="T1" fmla="*/ 0 h 954"/>
                  <a:gd name="T2" fmla="*/ 0 w 1"/>
                  <a:gd name="T3" fmla="*/ 3 h 954"/>
                  <a:gd name="T4" fmla="*/ 1 w 1"/>
                  <a:gd name="T5" fmla="*/ 3 h 95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954"/>
                  <a:gd name="T11" fmla="*/ 1 w 1"/>
                  <a:gd name="T12" fmla="*/ 954 h 95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954">
                    <a:moveTo>
                      <a:pt x="0" y="0"/>
                    </a:moveTo>
                    <a:lnTo>
                      <a:pt x="0" y="954"/>
                    </a:lnTo>
                    <a:lnTo>
                      <a:pt x="1" y="954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Freeform 73"/>
              <p:cNvSpPr/>
              <p:nvPr/>
            </p:nvSpPr>
            <p:spPr bwMode="auto">
              <a:xfrm>
                <a:off x="1750" y="2333"/>
                <a:ext cx="1" cy="16"/>
              </a:xfrm>
              <a:custGeom>
                <a:avLst/>
                <a:gdLst>
                  <a:gd name="T0" fmla="*/ 0 w 1"/>
                  <a:gd name="T1" fmla="*/ 0 h 71"/>
                  <a:gd name="T2" fmla="*/ 0 w 1"/>
                  <a:gd name="T3" fmla="*/ 0 h 71"/>
                  <a:gd name="T4" fmla="*/ 1 w 1"/>
                  <a:gd name="T5" fmla="*/ 0 h 7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1"/>
                  <a:gd name="T11" fmla="*/ 1 w 1"/>
                  <a:gd name="T12" fmla="*/ 71 h 7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1">
                    <a:moveTo>
                      <a:pt x="0" y="0"/>
                    </a:moveTo>
                    <a:lnTo>
                      <a:pt x="0" y="71"/>
                    </a:lnTo>
                    <a:lnTo>
                      <a:pt x="1" y="71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" name="Group 74"/>
            <p:cNvGrpSpPr/>
            <p:nvPr/>
          </p:nvGrpSpPr>
          <p:grpSpPr bwMode="auto">
            <a:xfrm>
              <a:off x="881" y="1542"/>
              <a:ext cx="1090" cy="1"/>
              <a:chOff x="947" y="2388"/>
              <a:chExt cx="1090" cy="1"/>
            </a:xfrm>
          </p:grpSpPr>
          <p:sp>
            <p:nvSpPr>
              <p:cNvPr id="96" name="Freeform 75"/>
              <p:cNvSpPr/>
              <p:nvPr/>
            </p:nvSpPr>
            <p:spPr bwMode="auto">
              <a:xfrm>
                <a:off x="1390" y="2388"/>
                <a:ext cx="396" cy="1"/>
              </a:xfrm>
              <a:custGeom>
                <a:avLst/>
                <a:gdLst>
                  <a:gd name="T0" fmla="*/ 0 w 1581"/>
                  <a:gd name="T1" fmla="*/ 0 h 1"/>
                  <a:gd name="T2" fmla="*/ 6 w 1581"/>
                  <a:gd name="T3" fmla="*/ 0 h 1"/>
                  <a:gd name="T4" fmla="*/ 6 w 158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581"/>
                  <a:gd name="T10" fmla="*/ 0 h 1"/>
                  <a:gd name="T11" fmla="*/ 1581 w 158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81" h="1">
                    <a:moveTo>
                      <a:pt x="0" y="0"/>
                    </a:moveTo>
                    <a:lnTo>
                      <a:pt x="1580" y="0"/>
                    </a:lnTo>
                    <a:lnTo>
                      <a:pt x="1581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Freeform 76"/>
              <p:cNvSpPr/>
              <p:nvPr/>
            </p:nvSpPr>
            <p:spPr bwMode="auto">
              <a:xfrm>
                <a:off x="947" y="2388"/>
                <a:ext cx="395" cy="1"/>
              </a:xfrm>
              <a:custGeom>
                <a:avLst/>
                <a:gdLst>
                  <a:gd name="T0" fmla="*/ 0 w 1580"/>
                  <a:gd name="T1" fmla="*/ 0 h 1"/>
                  <a:gd name="T2" fmla="*/ 6 w 1580"/>
                  <a:gd name="T3" fmla="*/ 0 h 1"/>
                  <a:gd name="T4" fmla="*/ 6 w 158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580"/>
                  <a:gd name="T10" fmla="*/ 0 h 1"/>
                  <a:gd name="T11" fmla="*/ 1580 w 158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80" h="1">
                    <a:moveTo>
                      <a:pt x="0" y="0"/>
                    </a:moveTo>
                    <a:lnTo>
                      <a:pt x="1579" y="0"/>
                    </a:lnTo>
                    <a:lnTo>
                      <a:pt x="1580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Freeform 77"/>
              <p:cNvSpPr/>
              <p:nvPr/>
            </p:nvSpPr>
            <p:spPr bwMode="auto">
              <a:xfrm>
                <a:off x="1358" y="2388"/>
                <a:ext cx="13" cy="1"/>
              </a:xfrm>
              <a:custGeom>
                <a:avLst/>
                <a:gdLst>
                  <a:gd name="T0" fmla="*/ 0 w 50"/>
                  <a:gd name="T1" fmla="*/ 0 h 1"/>
                  <a:gd name="T2" fmla="*/ 0 w 50"/>
                  <a:gd name="T3" fmla="*/ 0 h 1"/>
                  <a:gd name="T4" fmla="*/ 0 w 5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0"/>
                  <a:gd name="T10" fmla="*/ 0 h 1"/>
                  <a:gd name="T11" fmla="*/ 50 w 5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0" h="1">
                    <a:moveTo>
                      <a:pt x="0" y="0"/>
                    </a:moveTo>
                    <a:lnTo>
                      <a:pt x="49" y="0"/>
                    </a:lnTo>
                    <a:lnTo>
                      <a:pt x="50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Freeform 78"/>
              <p:cNvSpPr/>
              <p:nvPr/>
            </p:nvSpPr>
            <p:spPr bwMode="auto">
              <a:xfrm>
                <a:off x="1837" y="2388"/>
                <a:ext cx="200" cy="1"/>
              </a:xfrm>
              <a:custGeom>
                <a:avLst/>
                <a:gdLst>
                  <a:gd name="T0" fmla="*/ 0 w 801"/>
                  <a:gd name="T1" fmla="*/ 0 h 1"/>
                  <a:gd name="T2" fmla="*/ 3 w 801"/>
                  <a:gd name="T3" fmla="*/ 0 h 1"/>
                  <a:gd name="T4" fmla="*/ 3 w 80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801"/>
                  <a:gd name="T10" fmla="*/ 0 h 1"/>
                  <a:gd name="T11" fmla="*/ 801 w 80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1" h="1">
                    <a:moveTo>
                      <a:pt x="0" y="0"/>
                    </a:moveTo>
                    <a:lnTo>
                      <a:pt x="800" y="0"/>
                    </a:lnTo>
                    <a:lnTo>
                      <a:pt x="801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Freeform 79"/>
              <p:cNvSpPr/>
              <p:nvPr/>
            </p:nvSpPr>
            <p:spPr bwMode="auto">
              <a:xfrm>
                <a:off x="1802" y="2388"/>
                <a:ext cx="16" cy="1"/>
              </a:xfrm>
              <a:custGeom>
                <a:avLst/>
                <a:gdLst>
                  <a:gd name="T0" fmla="*/ 0 w 68"/>
                  <a:gd name="T1" fmla="*/ 0 h 1"/>
                  <a:gd name="T2" fmla="*/ 0 w 68"/>
                  <a:gd name="T3" fmla="*/ 0 h 1"/>
                  <a:gd name="T4" fmla="*/ 0 w 6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8"/>
                  <a:gd name="T10" fmla="*/ 0 h 1"/>
                  <a:gd name="T11" fmla="*/ 68 w 6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8" h="1">
                    <a:moveTo>
                      <a:pt x="0" y="0"/>
                    </a:moveTo>
                    <a:lnTo>
                      <a:pt x="67" y="0"/>
                    </a:lnTo>
                    <a:lnTo>
                      <a:pt x="68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9" name="Freeform 80"/>
            <p:cNvSpPr/>
            <p:nvPr/>
          </p:nvSpPr>
          <p:spPr bwMode="auto">
            <a:xfrm>
              <a:off x="1575" y="934"/>
              <a:ext cx="1" cy="218"/>
            </a:xfrm>
            <a:custGeom>
              <a:avLst/>
              <a:gdLst>
                <a:gd name="T0" fmla="*/ 0 w 1"/>
                <a:gd name="T1" fmla="*/ 3 h 946"/>
                <a:gd name="T2" fmla="*/ 0 w 1"/>
                <a:gd name="T3" fmla="*/ 0 h 946"/>
                <a:gd name="T4" fmla="*/ 1 w 1"/>
                <a:gd name="T5" fmla="*/ 0 h 946"/>
                <a:gd name="T6" fmla="*/ 0 60000 65536"/>
                <a:gd name="T7" fmla="*/ 0 60000 65536"/>
                <a:gd name="T8" fmla="*/ 0 60000 65536"/>
                <a:gd name="T9" fmla="*/ 0 w 1"/>
                <a:gd name="T10" fmla="*/ 0 h 946"/>
                <a:gd name="T11" fmla="*/ 1 w 1"/>
                <a:gd name="T12" fmla="*/ 946 h 9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946">
                  <a:moveTo>
                    <a:pt x="0" y="94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0" name="Group 81"/>
            <p:cNvGrpSpPr/>
            <p:nvPr/>
          </p:nvGrpSpPr>
          <p:grpSpPr bwMode="auto">
            <a:xfrm>
              <a:off x="1509" y="801"/>
              <a:ext cx="24" cy="239"/>
              <a:chOff x="1575" y="1647"/>
              <a:chExt cx="24" cy="239"/>
            </a:xfrm>
          </p:grpSpPr>
          <p:sp>
            <p:nvSpPr>
              <p:cNvPr id="92" name="Freeform 82"/>
              <p:cNvSpPr/>
              <p:nvPr/>
            </p:nvSpPr>
            <p:spPr bwMode="auto">
              <a:xfrm>
                <a:off x="1588" y="1698"/>
                <a:ext cx="10" cy="38"/>
              </a:xfrm>
              <a:custGeom>
                <a:avLst/>
                <a:gdLst>
                  <a:gd name="T0" fmla="*/ 0 w 41"/>
                  <a:gd name="T1" fmla="*/ 0 h 166"/>
                  <a:gd name="T2" fmla="*/ 0 w 41"/>
                  <a:gd name="T3" fmla="*/ 0 h 166"/>
                  <a:gd name="T4" fmla="*/ 0 w 41"/>
                  <a:gd name="T5" fmla="*/ 0 h 166"/>
                  <a:gd name="T6" fmla="*/ 0 60000 65536"/>
                  <a:gd name="T7" fmla="*/ 0 60000 65536"/>
                  <a:gd name="T8" fmla="*/ 0 60000 65536"/>
                  <a:gd name="T9" fmla="*/ 0 w 41"/>
                  <a:gd name="T10" fmla="*/ 0 h 166"/>
                  <a:gd name="T11" fmla="*/ 41 w 41"/>
                  <a:gd name="T12" fmla="*/ 166 h 1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" h="166">
                    <a:moveTo>
                      <a:pt x="41" y="16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Freeform 83"/>
              <p:cNvSpPr/>
              <p:nvPr/>
            </p:nvSpPr>
            <p:spPr bwMode="auto">
              <a:xfrm>
                <a:off x="1575" y="1647"/>
                <a:ext cx="10" cy="39"/>
              </a:xfrm>
              <a:custGeom>
                <a:avLst/>
                <a:gdLst>
                  <a:gd name="T0" fmla="*/ 0 w 41"/>
                  <a:gd name="T1" fmla="*/ 0 h 164"/>
                  <a:gd name="T2" fmla="*/ 0 w 41"/>
                  <a:gd name="T3" fmla="*/ 0 h 164"/>
                  <a:gd name="T4" fmla="*/ 0 w 41"/>
                  <a:gd name="T5" fmla="*/ 0 h 164"/>
                  <a:gd name="T6" fmla="*/ 0 60000 65536"/>
                  <a:gd name="T7" fmla="*/ 0 60000 65536"/>
                  <a:gd name="T8" fmla="*/ 0 60000 65536"/>
                  <a:gd name="T9" fmla="*/ 0 w 41"/>
                  <a:gd name="T10" fmla="*/ 0 h 164"/>
                  <a:gd name="T11" fmla="*/ 41 w 41"/>
                  <a:gd name="T12" fmla="*/ 164 h 1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" h="164">
                    <a:moveTo>
                      <a:pt x="41" y="16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Freeform 84"/>
              <p:cNvSpPr/>
              <p:nvPr/>
            </p:nvSpPr>
            <p:spPr bwMode="auto">
              <a:xfrm>
                <a:off x="1598" y="1821"/>
                <a:ext cx="1" cy="65"/>
              </a:xfrm>
              <a:custGeom>
                <a:avLst/>
                <a:gdLst>
                  <a:gd name="T0" fmla="*/ 0 w 1"/>
                  <a:gd name="T1" fmla="*/ 1 h 283"/>
                  <a:gd name="T2" fmla="*/ 0 w 1"/>
                  <a:gd name="T3" fmla="*/ 0 h 283"/>
                  <a:gd name="T4" fmla="*/ 1 w 1"/>
                  <a:gd name="T5" fmla="*/ 0 h 28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83"/>
                  <a:gd name="T11" fmla="*/ 1 w 1"/>
                  <a:gd name="T12" fmla="*/ 283 h 28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83">
                    <a:moveTo>
                      <a:pt x="0" y="28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Freeform 85"/>
              <p:cNvSpPr/>
              <p:nvPr/>
            </p:nvSpPr>
            <p:spPr bwMode="auto">
              <a:xfrm>
                <a:off x="1598" y="1740"/>
                <a:ext cx="1" cy="66"/>
              </a:xfrm>
              <a:custGeom>
                <a:avLst/>
                <a:gdLst>
                  <a:gd name="T0" fmla="*/ 0 w 1"/>
                  <a:gd name="T1" fmla="*/ 1 h 282"/>
                  <a:gd name="T2" fmla="*/ 0 w 1"/>
                  <a:gd name="T3" fmla="*/ 0 h 282"/>
                  <a:gd name="T4" fmla="*/ 1 w 1"/>
                  <a:gd name="T5" fmla="*/ 0 h 28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82"/>
                  <a:gd name="T11" fmla="*/ 1 w 1"/>
                  <a:gd name="T12" fmla="*/ 282 h 2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82">
                    <a:moveTo>
                      <a:pt x="0" y="28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1" name="Group 86"/>
            <p:cNvGrpSpPr/>
            <p:nvPr/>
          </p:nvGrpSpPr>
          <p:grpSpPr bwMode="auto">
            <a:xfrm>
              <a:off x="1361" y="890"/>
              <a:ext cx="258" cy="1"/>
              <a:chOff x="1427" y="1736"/>
              <a:chExt cx="258" cy="1"/>
            </a:xfrm>
          </p:grpSpPr>
          <p:sp>
            <p:nvSpPr>
              <p:cNvPr id="89" name="Freeform 87"/>
              <p:cNvSpPr/>
              <p:nvPr/>
            </p:nvSpPr>
            <p:spPr bwMode="auto">
              <a:xfrm>
                <a:off x="1427" y="1736"/>
                <a:ext cx="99" cy="1"/>
              </a:xfrm>
              <a:custGeom>
                <a:avLst/>
                <a:gdLst>
                  <a:gd name="T0" fmla="*/ 2 w 395"/>
                  <a:gd name="T1" fmla="*/ 0 h 1"/>
                  <a:gd name="T2" fmla="*/ 0 w 395"/>
                  <a:gd name="T3" fmla="*/ 0 h 1"/>
                  <a:gd name="T4" fmla="*/ 0 w 39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95"/>
                  <a:gd name="T10" fmla="*/ 0 h 1"/>
                  <a:gd name="T11" fmla="*/ 395 w 39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5" h="1">
                    <a:moveTo>
                      <a:pt x="395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Freeform 88"/>
              <p:cNvSpPr/>
              <p:nvPr/>
            </p:nvSpPr>
            <p:spPr bwMode="auto">
              <a:xfrm>
                <a:off x="1592" y="1736"/>
                <a:ext cx="93" cy="1"/>
              </a:xfrm>
              <a:custGeom>
                <a:avLst/>
                <a:gdLst>
                  <a:gd name="T0" fmla="*/ 2 w 371"/>
                  <a:gd name="T1" fmla="*/ 0 h 1"/>
                  <a:gd name="T2" fmla="*/ 0 w 371"/>
                  <a:gd name="T3" fmla="*/ 0 h 1"/>
                  <a:gd name="T4" fmla="*/ 0 w 37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71"/>
                  <a:gd name="T10" fmla="*/ 0 h 1"/>
                  <a:gd name="T11" fmla="*/ 371 w 37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1" h="1">
                    <a:moveTo>
                      <a:pt x="371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Freeform 89"/>
              <p:cNvSpPr/>
              <p:nvPr/>
            </p:nvSpPr>
            <p:spPr bwMode="auto">
              <a:xfrm>
                <a:off x="1551" y="1736"/>
                <a:ext cx="16" cy="1"/>
              </a:xfrm>
              <a:custGeom>
                <a:avLst/>
                <a:gdLst>
                  <a:gd name="T0" fmla="*/ 0 w 65"/>
                  <a:gd name="T1" fmla="*/ 0 h 1"/>
                  <a:gd name="T2" fmla="*/ 0 w 65"/>
                  <a:gd name="T3" fmla="*/ 0 h 1"/>
                  <a:gd name="T4" fmla="*/ 0 w 6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5"/>
                  <a:gd name="T10" fmla="*/ 0 h 1"/>
                  <a:gd name="T11" fmla="*/ 65 w 6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5" h="1">
                    <a:moveTo>
                      <a:pt x="65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2" name="Group 90"/>
            <p:cNvGrpSpPr/>
            <p:nvPr/>
          </p:nvGrpSpPr>
          <p:grpSpPr bwMode="auto">
            <a:xfrm>
              <a:off x="1684" y="663"/>
              <a:ext cx="1" cy="542"/>
              <a:chOff x="1750" y="1509"/>
              <a:chExt cx="1" cy="542"/>
            </a:xfrm>
          </p:grpSpPr>
          <p:sp>
            <p:nvSpPr>
              <p:cNvPr id="86" name="Freeform 91"/>
              <p:cNvSpPr/>
              <p:nvPr/>
            </p:nvSpPr>
            <p:spPr bwMode="auto">
              <a:xfrm>
                <a:off x="1750" y="1509"/>
                <a:ext cx="1" cy="215"/>
              </a:xfrm>
              <a:custGeom>
                <a:avLst/>
                <a:gdLst>
                  <a:gd name="T0" fmla="*/ 0 w 1"/>
                  <a:gd name="T1" fmla="*/ 0 h 929"/>
                  <a:gd name="T2" fmla="*/ 0 w 1"/>
                  <a:gd name="T3" fmla="*/ 3 h 929"/>
                  <a:gd name="T4" fmla="*/ 1 w 1"/>
                  <a:gd name="T5" fmla="*/ 3 h 92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929"/>
                  <a:gd name="T11" fmla="*/ 1 w 1"/>
                  <a:gd name="T12" fmla="*/ 929 h 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929">
                    <a:moveTo>
                      <a:pt x="0" y="0"/>
                    </a:moveTo>
                    <a:lnTo>
                      <a:pt x="0" y="929"/>
                    </a:lnTo>
                    <a:lnTo>
                      <a:pt x="1" y="929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Freeform 92"/>
              <p:cNvSpPr/>
              <p:nvPr/>
            </p:nvSpPr>
            <p:spPr bwMode="auto">
              <a:xfrm>
                <a:off x="1750" y="1810"/>
                <a:ext cx="1" cy="241"/>
              </a:xfrm>
              <a:custGeom>
                <a:avLst/>
                <a:gdLst>
                  <a:gd name="T0" fmla="*/ 0 w 1"/>
                  <a:gd name="T1" fmla="*/ 0 h 1039"/>
                  <a:gd name="T2" fmla="*/ 0 w 1"/>
                  <a:gd name="T3" fmla="*/ 3 h 1039"/>
                  <a:gd name="T4" fmla="*/ 1 w 1"/>
                  <a:gd name="T5" fmla="*/ 3 h 103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039"/>
                  <a:gd name="T11" fmla="*/ 1 w 1"/>
                  <a:gd name="T12" fmla="*/ 1039 h 1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039">
                    <a:moveTo>
                      <a:pt x="0" y="0"/>
                    </a:moveTo>
                    <a:lnTo>
                      <a:pt x="0" y="1039"/>
                    </a:lnTo>
                    <a:lnTo>
                      <a:pt x="1" y="1039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" name="Freeform 93"/>
              <p:cNvSpPr/>
              <p:nvPr/>
            </p:nvSpPr>
            <p:spPr bwMode="auto">
              <a:xfrm>
                <a:off x="1750" y="1757"/>
                <a:ext cx="1" cy="20"/>
              </a:xfrm>
              <a:custGeom>
                <a:avLst/>
                <a:gdLst>
                  <a:gd name="T0" fmla="*/ 0 w 1"/>
                  <a:gd name="T1" fmla="*/ 0 h 90"/>
                  <a:gd name="T2" fmla="*/ 0 w 1"/>
                  <a:gd name="T3" fmla="*/ 0 h 90"/>
                  <a:gd name="T4" fmla="*/ 1 w 1"/>
                  <a:gd name="T5" fmla="*/ 0 h 9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90"/>
                  <a:gd name="T11" fmla="*/ 1 w 1"/>
                  <a:gd name="T12" fmla="*/ 90 h 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90">
                    <a:moveTo>
                      <a:pt x="0" y="0"/>
                    </a:moveTo>
                    <a:lnTo>
                      <a:pt x="0" y="90"/>
                    </a:lnTo>
                    <a:lnTo>
                      <a:pt x="1" y="9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3" name="Freeform 94"/>
            <p:cNvSpPr/>
            <p:nvPr/>
          </p:nvSpPr>
          <p:spPr bwMode="auto">
            <a:xfrm>
              <a:off x="1926" y="1040"/>
              <a:ext cx="1" cy="112"/>
            </a:xfrm>
            <a:custGeom>
              <a:avLst/>
              <a:gdLst>
                <a:gd name="T0" fmla="*/ 0 w 1"/>
                <a:gd name="T1" fmla="*/ 1 h 485"/>
                <a:gd name="T2" fmla="*/ 0 w 1"/>
                <a:gd name="T3" fmla="*/ 0 h 485"/>
                <a:gd name="T4" fmla="*/ 1 w 1"/>
                <a:gd name="T5" fmla="*/ 0 h 485"/>
                <a:gd name="T6" fmla="*/ 0 60000 65536"/>
                <a:gd name="T7" fmla="*/ 0 60000 65536"/>
                <a:gd name="T8" fmla="*/ 0 60000 65536"/>
                <a:gd name="T9" fmla="*/ 0 w 1"/>
                <a:gd name="T10" fmla="*/ 0 h 485"/>
                <a:gd name="T11" fmla="*/ 1 w 1"/>
                <a:gd name="T12" fmla="*/ 485 h 4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85">
                  <a:moveTo>
                    <a:pt x="0" y="48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Freeform 95"/>
            <p:cNvSpPr/>
            <p:nvPr/>
          </p:nvSpPr>
          <p:spPr bwMode="auto">
            <a:xfrm>
              <a:off x="1860" y="1040"/>
              <a:ext cx="66" cy="1"/>
            </a:xfrm>
            <a:custGeom>
              <a:avLst/>
              <a:gdLst>
                <a:gd name="T0" fmla="*/ 1 w 263"/>
                <a:gd name="T1" fmla="*/ 0 h 1"/>
                <a:gd name="T2" fmla="*/ 0 w 263"/>
                <a:gd name="T3" fmla="*/ 0 h 1"/>
                <a:gd name="T4" fmla="*/ 0 w 263"/>
                <a:gd name="T5" fmla="*/ 0 h 1"/>
                <a:gd name="T6" fmla="*/ 0 60000 65536"/>
                <a:gd name="T7" fmla="*/ 0 60000 65536"/>
                <a:gd name="T8" fmla="*/ 0 60000 65536"/>
                <a:gd name="T9" fmla="*/ 0 w 263"/>
                <a:gd name="T10" fmla="*/ 0 h 1"/>
                <a:gd name="T11" fmla="*/ 263 w 26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3" h="1">
                  <a:moveTo>
                    <a:pt x="263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Freeform 96"/>
            <p:cNvSpPr/>
            <p:nvPr/>
          </p:nvSpPr>
          <p:spPr bwMode="auto">
            <a:xfrm>
              <a:off x="2177" y="990"/>
              <a:ext cx="263" cy="1"/>
            </a:xfrm>
            <a:custGeom>
              <a:avLst/>
              <a:gdLst>
                <a:gd name="T0" fmla="*/ 0 w 1053"/>
                <a:gd name="T1" fmla="*/ 0 h 1"/>
                <a:gd name="T2" fmla="*/ 4 w 1053"/>
                <a:gd name="T3" fmla="*/ 0 h 1"/>
                <a:gd name="T4" fmla="*/ 4 w 1053"/>
                <a:gd name="T5" fmla="*/ 0 h 1"/>
                <a:gd name="T6" fmla="*/ 0 60000 65536"/>
                <a:gd name="T7" fmla="*/ 0 60000 65536"/>
                <a:gd name="T8" fmla="*/ 0 60000 65536"/>
                <a:gd name="T9" fmla="*/ 0 w 1053"/>
                <a:gd name="T10" fmla="*/ 0 h 1"/>
                <a:gd name="T11" fmla="*/ 1053 w 105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3" h="1">
                  <a:moveTo>
                    <a:pt x="0" y="0"/>
                  </a:moveTo>
                  <a:lnTo>
                    <a:pt x="1052" y="0"/>
                  </a:lnTo>
                  <a:lnTo>
                    <a:pt x="1053" y="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Freeform 97"/>
            <p:cNvSpPr/>
            <p:nvPr/>
          </p:nvSpPr>
          <p:spPr bwMode="auto">
            <a:xfrm>
              <a:off x="2221" y="890"/>
              <a:ext cx="1" cy="100"/>
            </a:xfrm>
            <a:custGeom>
              <a:avLst/>
              <a:gdLst>
                <a:gd name="T0" fmla="*/ 0 w 1"/>
                <a:gd name="T1" fmla="*/ 0 h 436"/>
                <a:gd name="T2" fmla="*/ 0 w 1"/>
                <a:gd name="T3" fmla="*/ 1 h 436"/>
                <a:gd name="T4" fmla="*/ 1 w 1"/>
                <a:gd name="T5" fmla="*/ 1 h 436"/>
                <a:gd name="T6" fmla="*/ 0 60000 65536"/>
                <a:gd name="T7" fmla="*/ 0 60000 65536"/>
                <a:gd name="T8" fmla="*/ 0 60000 65536"/>
                <a:gd name="T9" fmla="*/ 0 w 1"/>
                <a:gd name="T10" fmla="*/ 0 h 436"/>
                <a:gd name="T11" fmla="*/ 1 w 1"/>
                <a:gd name="T12" fmla="*/ 436 h 4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36">
                  <a:moveTo>
                    <a:pt x="0" y="0"/>
                  </a:moveTo>
                  <a:lnTo>
                    <a:pt x="0" y="436"/>
                  </a:lnTo>
                  <a:lnTo>
                    <a:pt x="1" y="436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Freeform 98"/>
            <p:cNvSpPr/>
            <p:nvPr/>
          </p:nvSpPr>
          <p:spPr bwMode="auto">
            <a:xfrm>
              <a:off x="2221" y="1025"/>
              <a:ext cx="1" cy="15"/>
            </a:xfrm>
            <a:custGeom>
              <a:avLst/>
              <a:gdLst>
                <a:gd name="T0" fmla="*/ 0 w 1"/>
                <a:gd name="T1" fmla="*/ 0 h 63"/>
                <a:gd name="T2" fmla="*/ 0 w 1"/>
                <a:gd name="T3" fmla="*/ 0 h 63"/>
                <a:gd name="T4" fmla="*/ 1 w 1"/>
                <a:gd name="T5" fmla="*/ 0 h 63"/>
                <a:gd name="T6" fmla="*/ 0 60000 65536"/>
                <a:gd name="T7" fmla="*/ 0 60000 65536"/>
                <a:gd name="T8" fmla="*/ 0 60000 65536"/>
                <a:gd name="T9" fmla="*/ 0 w 1"/>
                <a:gd name="T10" fmla="*/ 0 h 63"/>
                <a:gd name="T11" fmla="*/ 1 w 1"/>
                <a:gd name="T12" fmla="*/ 63 h 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3">
                  <a:moveTo>
                    <a:pt x="0" y="0"/>
                  </a:moveTo>
                  <a:lnTo>
                    <a:pt x="0" y="63"/>
                  </a:lnTo>
                  <a:lnTo>
                    <a:pt x="1" y="63"/>
                  </a:lnTo>
                </a:path>
              </a:pathLst>
            </a:custGeom>
            <a:noFill/>
            <a:ln w="1905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Freeform 99"/>
            <p:cNvSpPr/>
            <p:nvPr/>
          </p:nvSpPr>
          <p:spPr bwMode="auto">
            <a:xfrm>
              <a:off x="2221" y="1000"/>
              <a:ext cx="1" cy="15"/>
            </a:xfrm>
            <a:custGeom>
              <a:avLst/>
              <a:gdLst>
                <a:gd name="T0" fmla="*/ 0 w 1"/>
                <a:gd name="T1" fmla="*/ 0 h 72"/>
                <a:gd name="T2" fmla="*/ 0 w 1"/>
                <a:gd name="T3" fmla="*/ 0 h 72"/>
                <a:gd name="T4" fmla="*/ 1 w 1"/>
                <a:gd name="T5" fmla="*/ 0 h 72"/>
                <a:gd name="T6" fmla="*/ 0 60000 65536"/>
                <a:gd name="T7" fmla="*/ 0 60000 65536"/>
                <a:gd name="T8" fmla="*/ 0 60000 65536"/>
                <a:gd name="T9" fmla="*/ 0 w 1"/>
                <a:gd name="T10" fmla="*/ 0 h 72"/>
                <a:gd name="T11" fmla="*/ 1 w 1"/>
                <a:gd name="T12" fmla="*/ 72 h 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2">
                  <a:moveTo>
                    <a:pt x="0" y="0"/>
                  </a:moveTo>
                  <a:lnTo>
                    <a:pt x="0" y="72"/>
                  </a:lnTo>
                  <a:lnTo>
                    <a:pt x="1" y="72"/>
                  </a:lnTo>
                </a:path>
              </a:pathLst>
            </a:custGeom>
            <a:noFill/>
            <a:ln w="1905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9" name="Group 100"/>
            <p:cNvGrpSpPr/>
            <p:nvPr/>
          </p:nvGrpSpPr>
          <p:grpSpPr bwMode="auto">
            <a:xfrm>
              <a:off x="2236" y="990"/>
              <a:ext cx="147" cy="162"/>
              <a:chOff x="2302" y="1836"/>
              <a:chExt cx="147" cy="162"/>
            </a:xfrm>
          </p:grpSpPr>
          <p:sp>
            <p:nvSpPr>
              <p:cNvPr id="82" name="Freeform 101"/>
              <p:cNvSpPr/>
              <p:nvPr/>
            </p:nvSpPr>
            <p:spPr bwMode="auto">
              <a:xfrm>
                <a:off x="2302" y="1926"/>
                <a:ext cx="1" cy="72"/>
              </a:xfrm>
              <a:custGeom>
                <a:avLst/>
                <a:gdLst>
                  <a:gd name="T0" fmla="*/ 0 w 1"/>
                  <a:gd name="T1" fmla="*/ 1 h 314"/>
                  <a:gd name="T2" fmla="*/ 0 w 1"/>
                  <a:gd name="T3" fmla="*/ 0 h 314"/>
                  <a:gd name="T4" fmla="*/ 1 w 1"/>
                  <a:gd name="T5" fmla="*/ 0 h 31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14"/>
                  <a:gd name="T11" fmla="*/ 1 w 1"/>
                  <a:gd name="T12" fmla="*/ 314 h 3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14">
                    <a:moveTo>
                      <a:pt x="0" y="31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Freeform 102"/>
              <p:cNvSpPr/>
              <p:nvPr/>
            </p:nvSpPr>
            <p:spPr bwMode="auto">
              <a:xfrm>
                <a:off x="2302" y="1836"/>
                <a:ext cx="1" cy="72"/>
              </a:xfrm>
              <a:custGeom>
                <a:avLst/>
                <a:gdLst>
                  <a:gd name="T0" fmla="*/ 0 w 1"/>
                  <a:gd name="T1" fmla="*/ 1 h 312"/>
                  <a:gd name="T2" fmla="*/ 0 w 1"/>
                  <a:gd name="T3" fmla="*/ 0 h 312"/>
                  <a:gd name="T4" fmla="*/ 1 w 1"/>
                  <a:gd name="T5" fmla="*/ 0 h 31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12"/>
                  <a:gd name="T11" fmla="*/ 1 w 1"/>
                  <a:gd name="T12" fmla="*/ 312 h 3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12">
                    <a:moveTo>
                      <a:pt x="0" y="31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Freeform 103"/>
              <p:cNvSpPr/>
              <p:nvPr/>
            </p:nvSpPr>
            <p:spPr bwMode="auto">
              <a:xfrm>
                <a:off x="2448" y="1926"/>
                <a:ext cx="1" cy="72"/>
              </a:xfrm>
              <a:custGeom>
                <a:avLst/>
                <a:gdLst>
                  <a:gd name="T0" fmla="*/ 0 w 1"/>
                  <a:gd name="T1" fmla="*/ 1 h 314"/>
                  <a:gd name="T2" fmla="*/ 0 w 1"/>
                  <a:gd name="T3" fmla="*/ 0 h 314"/>
                  <a:gd name="T4" fmla="*/ 1 w 1"/>
                  <a:gd name="T5" fmla="*/ 0 h 31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14"/>
                  <a:gd name="T11" fmla="*/ 1 w 1"/>
                  <a:gd name="T12" fmla="*/ 314 h 3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14">
                    <a:moveTo>
                      <a:pt x="0" y="31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Freeform 104"/>
              <p:cNvSpPr/>
              <p:nvPr/>
            </p:nvSpPr>
            <p:spPr bwMode="auto">
              <a:xfrm>
                <a:off x="2448" y="1836"/>
                <a:ext cx="1" cy="72"/>
              </a:xfrm>
              <a:custGeom>
                <a:avLst/>
                <a:gdLst>
                  <a:gd name="T0" fmla="*/ 0 w 1"/>
                  <a:gd name="T1" fmla="*/ 1 h 312"/>
                  <a:gd name="T2" fmla="*/ 0 w 1"/>
                  <a:gd name="T3" fmla="*/ 0 h 312"/>
                  <a:gd name="T4" fmla="*/ 1 w 1"/>
                  <a:gd name="T5" fmla="*/ 0 h 31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12"/>
                  <a:gd name="T11" fmla="*/ 1 w 1"/>
                  <a:gd name="T12" fmla="*/ 312 h 3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12">
                    <a:moveTo>
                      <a:pt x="0" y="31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0" name="Freeform 105"/>
            <p:cNvSpPr/>
            <p:nvPr/>
          </p:nvSpPr>
          <p:spPr bwMode="auto">
            <a:xfrm>
              <a:off x="2397" y="890"/>
              <a:ext cx="1" cy="100"/>
            </a:xfrm>
            <a:custGeom>
              <a:avLst/>
              <a:gdLst>
                <a:gd name="T0" fmla="*/ 0 w 1"/>
                <a:gd name="T1" fmla="*/ 0 h 436"/>
                <a:gd name="T2" fmla="*/ 0 w 1"/>
                <a:gd name="T3" fmla="*/ 1 h 436"/>
                <a:gd name="T4" fmla="*/ 1 w 1"/>
                <a:gd name="T5" fmla="*/ 1 h 436"/>
                <a:gd name="T6" fmla="*/ 0 60000 65536"/>
                <a:gd name="T7" fmla="*/ 0 60000 65536"/>
                <a:gd name="T8" fmla="*/ 0 60000 65536"/>
                <a:gd name="T9" fmla="*/ 0 w 1"/>
                <a:gd name="T10" fmla="*/ 0 h 436"/>
                <a:gd name="T11" fmla="*/ 1 w 1"/>
                <a:gd name="T12" fmla="*/ 436 h 4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36">
                  <a:moveTo>
                    <a:pt x="0" y="0"/>
                  </a:moveTo>
                  <a:lnTo>
                    <a:pt x="0" y="436"/>
                  </a:lnTo>
                  <a:lnTo>
                    <a:pt x="1" y="436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Freeform 106"/>
            <p:cNvSpPr/>
            <p:nvPr/>
          </p:nvSpPr>
          <p:spPr bwMode="auto">
            <a:xfrm>
              <a:off x="2397" y="1025"/>
              <a:ext cx="1" cy="15"/>
            </a:xfrm>
            <a:custGeom>
              <a:avLst/>
              <a:gdLst>
                <a:gd name="T0" fmla="*/ 0 w 1"/>
                <a:gd name="T1" fmla="*/ 0 h 69"/>
                <a:gd name="T2" fmla="*/ 0 w 1"/>
                <a:gd name="T3" fmla="*/ 0 h 69"/>
                <a:gd name="T4" fmla="*/ 1 w 1"/>
                <a:gd name="T5" fmla="*/ 0 h 69"/>
                <a:gd name="T6" fmla="*/ 0 60000 65536"/>
                <a:gd name="T7" fmla="*/ 0 60000 65536"/>
                <a:gd name="T8" fmla="*/ 0 60000 65536"/>
                <a:gd name="T9" fmla="*/ 0 w 1"/>
                <a:gd name="T10" fmla="*/ 0 h 69"/>
                <a:gd name="T11" fmla="*/ 1 w 1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9">
                  <a:moveTo>
                    <a:pt x="0" y="0"/>
                  </a:moveTo>
                  <a:lnTo>
                    <a:pt x="0" y="69"/>
                  </a:lnTo>
                  <a:lnTo>
                    <a:pt x="1" y="69"/>
                  </a:lnTo>
                </a:path>
              </a:pathLst>
            </a:custGeom>
            <a:noFill/>
            <a:ln w="1905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Freeform 107"/>
            <p:cNvSpPr/>
            <p:nvPr/>
          </p:nvSpPr>
          <p:spPr bwMode="auto">
            <a:xfrm>
              <a:off x="2397" y="996"/>
              <a:ext cx="1" cy="20"/>
            </a:xfrm>
            <a:custGeom>
              <a:avLst/>
              <a:gdLst>
                <a:gd name="T0" fmla="*/ 0 w 1"/>
                <a:gd name="T1" fmla="*/ 0 h 87"/>
                <a:gd name="T2" fmla="*/ 0 w 1"/>
                <a:gd name="T3" fmla="*/ 0 h 87"/>
                <a:gd name="T4" fmla="*/ 1 w 1"/>
                <a:gd name="T5" fmla="*/ 0 h 87"/>
                <a:gd name="T6" fmla="*/ 0 60000 65536"/>
                <a:gd name="T7" fmla="*/ 0 60000 65536"/>
                <a:gd name="T8" fmla="*/ 0 60000 65536"/>
                <a:gd name="T9" fmla="*/ 0 w 1"/>
                <a:gd name="T10" fmla="*/ 0 h 87"/>
                <a:gd name="T11" fmla="*/ 1 w 1"/>
                <a:gd name="T12" fmla="*/ 87 h 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7">
                  <a:moveTo>
                    <a:pt x="0" y="0"/>
                  </a:moveTo>
                  <a:lnTo>
                    <a:pt x="0" y="87"/>
                  </a:lnTo>
                  <a:lnTo>
                    <a:pt x="1" y="87"/>
                  </a:lnTo>
                </a:path>
              </a:pathLst>
            </a:custGeom>
            <a:noFill/>
            <a:ln w="1905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Freeform 108"/>
            <p:cNvSpPr/>
            <p:nvPr/>
          </p:nvSpPr>
          <p:spPr bwMode="auto">
            <a:xfrm>
              <a:off x="1509" y="696"/>
              <a:ext cx="351" cy="1"/>
            </a:xfrm>
            <a:custGeom>
              <a:avLst/>
              <a:gdLst>
                <a:gd name="T0" fmla="*/ 6 w 1403"/>
                <a:gd name="T1" fmla="*/ 0 h 1"/>
                <a:gd name="T2" fmla="*/ 0 w 1403"/>
                <a:gd name="T3" fmla="*/ 0 h 1"/>
                <a:gd name="T4" fmla="*/ 0 w 1403"/>
                <a:gd name="T5" fmla="*/ 0 h 1"/>
                <a:gd name="T6" fmla="*/ 0 60000 65536"/>
                <a:gd name="T7" fmla="*/ 0 60000 65536"/>
                <a:gd name="T8" fmla="*/ 0 60000 65536"/>
                <a:gd name="T9" fmla="*/ 0 w 1403"/>
                <a:gd name="T10" fmla="*/ 0 h 1"/>
                <a:gd name="T11" fmla="*/ 1403 w 140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3" h="1">
                  <a:moveTo>
                    <a:pt x="1403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Freeform 109"/>
            <p:cNvSpPr/>
            <p:nvPr/>
          </p:nvSpPr>
          <p:spPr bwMode="auto">
            <a:xfrm>
              <a:off x="1509" y="696"/>
              <a:ext cx="1" cy="105"/>
            </a:xfrm>
            <a:custGeom>
              <a:avLst/>
              <a:gdLst>
                <a:gd name="T0" fmla="*/ 0 w 1"/>
                <a:gd name="T1" fmla="*/ 1 h 455"/>
                <a:gd name="T2" fmla="*/ 0 w 1"/>
                <a:gd name="T3" fmla="*/ 0 h 455"/>
                <a:gd name="T4" fmla="*/ 1 w 1"/>
                <a:gd name="T5" fmla="*/ 0 h 455"/>
                <a:gd name="T6" fmla="*/ 0 60000 65536"/>
                <a:gd name="T7" fmla="*/ 0 60000 65536"/>
                <a:gd name="T8" fmla="*/ 0 60000 65536"/>
                <a:gd name="T9" fmla="*/ 0 w 1"/>
                <a:gd name="T10" fmla="*/ 0 h 455"/>
                <a:gd name="T11" fmla="*/ 1 w 1"/>
                <a:gd name="T12" fmla="*/ 455 h 4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55">
                  <a:moveTo>
                    <a:pt x="0" y="45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Freeform 110"/>
            <p:cNvSpPr/>
            <p:nvPr/>
          </p:nvSpPr>
          <p:spPr bwMode="auto">
            <a:xfrm>
              <a:off x="1572" y="696"/>
              <a:ext cx="4" cy="156"/>
            </a:xfrm>
            <a:custGeom>
              <a:avLst/>
              <a:gdLst>
                <a:gd name="T0" fmla="*/ 0 w 4"/>
                <a:gd name="T1" fmla="*/ 156 h 156"/>
                <a:gd name="T2" fmla="*/ 3 w 4"/>
                <a:gd name="T3" fmla="*/ 0 h 156"/>
                <a:gd name="T4" fmla="*/ 4 w 4"/>
                <a:gd name="T5" fmla="*/ 0 h 156"/>
                <a:gd name="T6" fmla="*/ 0 60000 65536"/>
                <a:gd name="T7" fmla="*/ 0 60000 65536"/>
                <a:gd name="T8" fmla="*/ 0 60000 65536"/>
                <a:gd name="T9" fmla="*/ 0 w 4"/>
                <a:gd name="T10" fmla="*/ 0 h 156"/>
                <a:gd name="T11" fmla="*/ 4 w 4"/>
                <a:gd name="T12" fmla="*/ 156 h 1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" h="156">
                  <a:moveTo>
                    <a:pt x="0" y="156"/>
                  </a:moveTo>
                  <a:lnTo>
                    <a:pt x="3" y="0"/>
                  </a:lnTo>
                  <a:lnTo>
                    <a:pt x="4" y="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Freeform 111"/>
            <p:cNvSpPr/>
            <p:nvPr/>
          </p:nvSpPr>
          <p:spPr bwMode="auto">
            <a:xfrm>
              <a:off x="2133" y="696"/>
              <a:ext cx="351" cy="1"/>
            </a:xfrm>
            <a:custGeom>
              <a:avLst/>
              <a:gdLst>
                <a:gd name="T0" fmla="*/ 0 w 1404"/>
                <a:gd name="T1" fmla="*/ 0 h 1"/>
                <a:gd name="T2" fmla="*/ 5 w 1404"/>
                <a:gd name="T3" fmla="*/ 0 h 1"/>
                <a:gd name="T4" fmla="*/ 5 w 1404"/>
                <a:gd name="T5" fmla="*/ 0 h 1"/>
                <a:gd name="T6" fmla="*/ 0 60000 65536"/>
                <a:gd name="T7" fmla="*/ 0 60000 65536"/>
                <a:gd name="T8" fmla="*/ 0 60000 65536"/>
                <a:gd name="T9" fmla="*/ 0 w 1404"/>
                <a:gd name="T10" fmla="*/ 0 h 1"/>
                <a:gd name="T11" fmla="*/ 1404 w 140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4" h="1">
                  <a:moveTo>
                    <a:pt x="0" y="0"/>
                  </a:moveTo>
                  <a:lnTo>
                    <a:pt x="1403" y="0"/>
                  </a:lnTo>
                  <a:lnTo>
                    <a:pt x="1404" y="0"/>
                  </a:lnTo>
                </a:path>
              </a:pathLst>
            </a:cu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7" name="Group 112"/>
            <p:cNvGrpSpPr/>
            <p:nvPr/>
          </p:nvGrpSpPr>
          <p:grpSpPr bwMode="auto">
            <a:xfrm>
              <a:off x="2309" y="664"/>
              <a:ext cx="1" cy="519"/>
              <a:chOff x="2375" y="1510"/>
              <a:chExt cx="1" cy="519"/>
            </a:xfrm>
          </p:grpSpPr>
          <p:sp>
            <p:nvSpPr>
              <p:cNvPr id="77" name="Freeform 113"/>
              <p:cNvSpPr/>
              <p:nvPr/>
            </p:nvSpPr>
            <p:spPr bwMode="auto">
              <a:xfrm>
                <a:off x="2375" y="1627"/>
                <a:ext cx="1" cy="289"/>
              </a:xfrm>
              <a:custGeom>
                <a:avLst/>
                <a:gdLst>
                  <a:gd name="T0" fmla="*/ 0 w 1"/>
                  <a:gd name="T1" fmla="*/ 3 h 1250"/>
                  <a:gd name="T2" fmla="*/ 0 w 1"/>
                  <a:gd name="T3" fmla="*/ 0 h 1250"/>
                  <a:gd name="T4" fmla="*/ 1 w 1"/>
                  <a:gd name="T5" fmla="*/ 0 h 125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250"/>
                  <a:gd name="T11" fmla="*/ 1 w 1"/>
                  <a:gd name="T12" fmla="*/ 1250 h 125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250">
                    <a:moveTo>
                      <a:pt x="0" y="125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Freeform 114"/>
              <p:cNvSpPr/>
              <p:nvPr/>
            </p:nvSpPr>
            <p:spPr bwMode="auto">
              <a:xfrm>
                <a:off x="2375" y="1944"/>
                <a:ext cx="1" cy="85"/>
              </a:xfrm>
              <a:custGeom>
                <a:avLst/>
                <a:gdLst>
                  <a:gd name="T0" fmla="*/ 0 w 1"/>
                  <a:gd name="T1" fmla="*/ 1 h 369"/>
                  <a:gd name="T2" fmla="*/ 0 w 1"/>
                  <a:gd name="T3" fmla="*/ 0 h 369"/>
                  <a:gd name="T4" fmla="*/ 1 w 1"/>
                  <a:gd name="T5" fmla="*/ 0 h 36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69"/>
                  <a:gd name="T11" fmla="*/ 1 w 1"/>
                  <a:gd name="T12" fmla="*/ 369 h 3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69">
                    <a:moveTo>
                      <a:pt x="0" y="36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Freeform 115"/>
              <p:cNvSpPr/>
              <p:nvPr/>
            </p:nvSpPr>
            <p:spPr bwMode="auto">
              <a:xfrm>
                <a:off x="2375" y="1928"/>
                <a:ext cx="1" cy="4"/>
              </a:xfrm>
              <a:custGeom>
                <a:avLst/>
                <a:gdLst>
                  <a:gd name="T0" fmla="*/ 0 w 1"/>
                  <a:gd name="T1" fmla="*/ 0 h 21"/>
                  <a:gd name="T2" fmla="*/ 0 w 1"/>
                  <a:gd name="T3" fmla="*/ 0 h 21"/>
                  <a:gd name="T4" fmla="*/ 1 w 1"/>
                  <a:gd name="T5" fmla="*/ 0 h 2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1"/>
                  <a:gd name="T11" fmla="*/ 1 w 1"/>
                  <a:gd name="T12" fmla="*/ 21 h 2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1">
                    <a:moveTo>
                      <a:pt x="0" y="2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Freeform 116"/>
              <p:cNvSpPr/>
              <p:nvPr/>
            </p:nvSpPr>
            <p:spPr bwMode="auto">
              <a:xfrm>
                <a:off x="2375" y="1510"/>
                <a:ext cx="1" cy="86"/>
              </a:xfrm>
              <a:custGeom>
                <a:avLst/>
                <a:gdLst>
                  <a:gd name="T0" fmla="*/ 0 w 1"/>
                  <a:gd name="T1" fmla="*/ 1 h 371"/>
                  <a:gd name="T2" fmla="*/ 0 w 1"/>
                  <a:gd name="T3" fmla="*/ 0 h 371"/>
                  <a:gd name="T4" fmla="*/ 1 w 1"/>
                  <a:gd name="T5" fmla="*/ 0 h 37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1"/>
                  <a:gd name="T11" fmla="*/ 1 w 1"/>
                  <a:gd name="T12" fmla="*/ 371 h 37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1">
                    <a:moveTo>
                      <a:pt x="0" y="37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" name="Freeform 117"/>
              <p:cNvSpPr/>
              <p:nvPr/>
            </p:nvSpPr>
            <p:spPr bwMode="auto">
              <a:xfrm>
                <a:off x="2375" y="1607"/>
                <a:ext cx="1" cy="7"/>
              </a:xfrm>
              <a:custGeom>
                <a:avLst/>
                <a:gdLst>
                  <a:gd name="T0" fmla="*/ 0 w 1"/>
                  <a:gd name="T1" fmla="*/ 0 h 29"/>
                  <a:gd name="T2" fmla="*/ 0 w 1"/>
                  <a:gd name="T3" fmla="*/ 0 h 29"/>
                  <a:gd name="T4" fmla="*/ 1 w 1"/>
                  <a:gd name="T5" fmla="*/ 0 h 2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9"/>
                  <a:gd name="T11" fmla="*/ 1 w 1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9">
                    <a:moveTo>
                      <a:pt x="0" y="2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ysClr val="windowText" lastClr="000000"/>
                </a:solidFill>
                <a:round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8" name="Line 118"/>
            <p:cNvSpPr>
              <a:spLocks noChangeShapeType="1"/>
            </p:cNvSpPr>
            <p:nvPr/>
          </p:nvSpPr>
          <p:spPr bwMode="auto">
            <a:xfrm>
              <a:off x="917" y="1039"/>
              <a:ext cx="42" cy="0"/>
            </a:xfrm>
            <a:prstGeom prst="line">
              <a:avLst/>
            </a:pr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Freeform 119"/>
            <p:cNvSpPr/>
            <p:nvPr/>
          </p:nvSpPr>
          <p:spPr bwMode="auto">
            <a:xfrm>
              <a:off x="958" y="1038"/>
              <a:ext cx="260" cy="3"/>
            </a:xfrm>
            <a:custGeom>
              <a:avLst/>
              <a:gdLst>
                <a:gd name="T0" fmla="*/ 0 w 260"/>
                <a:gd name="T1" fmla="*/ 3 h 3"/>
                <a:gd name="T2" fmla="*/ 260 w 260"/>
                <a:gd name="T3" fmla="*/ 0 h 3"/>
                <a:gd name="T4" fmla="*/ 0 60000 65536"/>
                <a:gd name="T5" fmla="*/ 0 60000 65536"/>
                <a:gd name="T6" fmla="*/ 0 w 260"/>
                <a:gd name="T7" fmla="*/ 0 h 3"/>
                <a:gd name="T8" fmla="*/ 260 w 260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60" h="3">
                  <a:moveTo>
                    <a:pt x="0" y="3"/>
                  </a:moveTo>
                  <a:lnTo>
                    <a:pt x="260" y="0"/>
                  </a:lnTo>
                </a:path>
              </a:pathLst>
            </a:custGeom>
            <a:noFill/>
            <a:ln w="19050">
              <a:solidFill>
                <a:sysClr val="windowText" lastClr="000000"/>
              </a:solidFill>
              <a:prstDash val="dash"/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Line 120"/>
            <p:cNvSpPr>
              <a:spLocks noChangeShapeType="1"/>
            </p:cNvSpPr>
            <p:nvPr/>
          </p:nvSpPr>
          <p:spPr bwMode="auto">
            <a:xfrm>
              <a:off x="1393" y="1038"/>
              <a:ext cx="467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Oval 121"/>
            <p:cNvSpPr>
              <a:spLocks noChangeArrowheads="1"/>
            </p:cNvSpPr>
            <p:nvPr/>
          </p:nvSpPr>
          <p:spPr bwMode="auto">
            <a:xfrm>
              <a:off x="968" y="1422"/>
              <a:ext cx="231" cy="242"/>
            </a:xfrm>
            <a:prstGeom prst="ellipse">
              <a:avLst/>
            </a:pr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Line 122"/>
            <p:cNvSpPr>
              <a:spLocks noChangeShapeType="1"/>
            </p:cNvSpPr>
            <p:nvPr/>
          </p:nvSpPr>
          <p:spPr bwMode="auto">
            <a:xfrm>
              <a:off x="1393" y="1451"/>
              <a:ext cx="0" cy="186"/>
            </a:xfrm>
            <a:prstGeom prst="line">
              <a:avLst/>
            </a:pr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Line 123"/>
            <p:cNvSpPr>
              <a:spLocks noChangeShapeType="1"/>
            </p:cNvSpPr>
            <p:nvPr/>
          </p:nvSpPr>
          <p:spPr bwMode="auto">
            <a:xfrm>
              <a:off x="1394" y="1499"/>
              <a:ext cx="19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prstDash val="dash"/>
              <a:rou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Line 124"/>
            <p:cNvSpPr>
              <a:spLocks noChangeShapeType="1"/>
            </p:cNvSpPr>
            <p:nvPr/>
          </p:nvSpPr>
          <p:spPr bwMode="auto">
            <a:xfrm>
              <a:off x="1393" y="1586"/>
              <a:ext cx="191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prstDash val="dash"/>
              <a:rou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Line 125"/>
            <p:cNvSpPr>
              <a:spLocks noChangeShapeType="1"/>
            </p:cNvSpPr>
            <p:nvPr/>
          </p:nvSpPr>
          <p:spPr bwMode="auto">
            <a:xfrm>
              <a:off x="2177" y="990"/>
              <a:ext cx="0" cy="48"/>
            </a:xfrm>
            <a:prstGeom prst="line">
              <a:avLst/>
            </a:pr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Line 126"/>
            <p:cNvSpPr>
              <a:spLocks noChangeShapeType="1"/>
            </p:cNvSpPr>
            <p:nvPr/>
          </p:nvSpPr>
          <p:spPr bwMode="auto">
            <a:xfrm>
              <a:off x="2440" y="980"/>
              <a:ext cx="0" cy="58"/>
            </a:xfrm>
            <a:prstGeom prst="line">
              <a:avLst/>
            </a:prstGeom>
            <a:noFill/>
            <a:ln w="38100">
              <a:solidFill>
                <a:sysClr val="windowText" lastClr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9" name="Group 127"/>
          <p:cNvGrpSpPr/>
          <p:nvPr/>
        </p:nvGrpSpPr>
        <p:grpSpPr bwMode="auto">
          <a:xfrm>
            <a:off x="8997122" y="1248599"/>
            <a:ext cx="2649538" cy="1841500"/>
            <a:chOff x="2954" y="651"/>
            <a:chExt cx="1669" cy="1160"/>
          </a:xfrm>
        </p:grpSpPr>
        <p:sp>
          <p:nvSpPr>
            <p:cNvPr id="130" name="Arc 128"/>
            <p:cNvSpPr/>
            <p:nvPr/>
          </p:nvSpPr>
          <p:spPr bwMode="auto">
            <a:xfrm flipH="1">
              <a:off x="4295" y="790"/>
              <a:ext cx="178" cy="89"/>
            </a:xfrm>
            <a:custGeom>
              <a:avLst/>
              <a:gdLst>
                <a:gd name="T0" fmla="*/ 0 w 43199"/>
                <a:gd name="T1" fmla="*/ 0 h 21600"/>
                <a:gd name="T2" fmla="*/ 0 w 43199"/>
                <a:gd name="T3" fmla="*/ 0 h 21600"/>
                <a:gd name="T4" fmla="*/ 0 w 43199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99"/>
                <a:gd name="T10" fmla="*/ 0 h 21600"/>
                <a:gd name="T11" fmla="*/ 43199 w 431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99" h="21600" fill="none" extrusionOk="0">
                  <a:moveTo>
                    <a:pt x="0" y="21346"/>
                  </a:moveTo>
                  <a:cubicBezTo>
                    <a:pt x="139" y="9516"/>
                    <a:pt x="9768" y="-1"/>
                    <a:pt x="21599" y="0"/>
                  </a:cubicBezTo>
                  <a:cubicBezTo>
                    <a:pt x="33528" y="0"/>
                    <a:pt x="43199" y="9670"/>
                    <a:pt x="43199" y="21600"/>
                  </a:cubicBezTo>
                </a:path>
                <a:path w="43199" h="21600" stroke="0" extrusionOk="0">
                  <a:moveTo>
                    <a:pt x="0" y="21346"/>
                  </a:moveTo>
                  <a:cubicBezTo>
                    <a:pt x="139" y="9516"/>
                    <a:pt x="9768" y="-1"/>
                    <a:pt x="21599" y="0"/>
                  </a:cubicBezTo>
                  <a:cubicBezTo>
                    <a:pt x="33528" y="0"/>
                    <a:pt x="43199" y="9670"/>
                    <a:pt x="43199" y="21600"/>
                  </a:cubicBezTo>
                  <a:lnTo>
                    <a:pt x="21599" y="21600"/>
                  </a:lnTo>
                  <a:lnTo>
                    <a:pt x="0" y="21346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Oval 129"/>
            <p:cNvSpPr>
              <a:spLocks noChangeArrowheads="1"/>
            </p:cNvSpPr>
            <p:nvPr/>
          </p:nvSpPr>
          <p:spPr bwMode="auto">
            <a:xfrm>
              <a:off x="4338" y="834"/>
              <a:ext cx="88" cy="8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Line 130"/>
            <p:cNvSpPr>
              <a:spLocks noChangeShapeType="1"/>
            </p:cNvSpPr>
            <p:nvPr/>
          </p:nvSpPr>
          <p:spPr bwMode="auto">
            <a:xfrm>
              <a:off x="4264" y="878"/>
              <a:ext cx="23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Freeform 131"/>
            <p:cNvSpPr/>
            <p:nvPr/>
          </p:nvSpPr>
          <p:spPr bwMode="auto">
            <a:xfrm>
              <a:off x="4209" y="684"/>
              <a:ext cx="1" cy="342"/>
            </a:xfrm>
            <a:custGeom>
              <a:avLst/>
              <a:gdLst>
                <a:gd name="T0" fmla="*/ 0 w 1"/>
                <a:gd name="T1" fmla="*/ 0 h 342"/>
                <a:gd name="T2" fmla="*/ 0 w 1"/>
                <a:gd name="T3" fmla="*/ 342 h 342"/>
                <a:gd name="T4" fmla="*/ 0 60000 65536"/>
                <a:gd name="T5" fmla="*/ 0 60000 65536"/>
                <a:gd name="T6" fmla="*/ 0 w 1"/>
                <a:gd name="T7" fmla="*/ 0 h 342"/>
                <a:gd name="T8" fmla="*/ 1 w 1"/>
                <a:gd name="T9" fmla="*/ 342 h 34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42">
                  <a:moveTo>
                    <a:pt x="0" y="0"/>
                  </a:moveTo>
                  <a:lnTo>
                    <a:pt x="0" y="34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132"/>
            <p:cNvSpPr>
              <a:spLocks noChangeShapeType="1"/>
            </p:cNvSpPr>
            <p:nvPr/>
          </p:nvSpPr>
          <p:spPr bwMode="auto">
            <a:xfrm>
              <a:off x="4557" y="678"/>
              <a:ext cx="0" cy="34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Rectangle 133"/>
            <p:cNvSpPr>
              <a:spLocks noChangeArrowheads="1"/>
            </p:cNvSpPr>
            <p:nvPr/>
          </p:nvSpPr>
          <p:spPr bwMode="auto">
            <a:xfrm>
              <a:off x="4140" y="1026"/>
              <a:ext cx="483" cy="11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Arc 134"/>
            <p:cNvSpPr/>
            <p:nvPr/>
          </p:nvSpPr>
          <p:spPr bwMode="auto">
            <a:xfrm flipV="1">
              <a:off x="3716" y="1286"/>
              <a:ext cx="285" cy="486"/>
            </a:xfrm>
            <a:custGeom>
              <a:avLst/>
              <a:gdLst>
                <a:gd name="T0" fmla="*/ 0 w 25292"/>
                <a:gd name="T1" fmla="*/ 0 h 43200"/>
                <a:gd name="T2" fmla="*/ 0 w 25292"/>
                <a:gd name="T3" fmla="*/ 0 h 43200"/>
                <a:gd name="T4" fmla="*/ 0 w 25292"/>
                <a:gd name="T5" fmla="*/ 0 h 43200"/>
                <a:gd name="T6" fmla="*/ 0 60000 65536"/>
                <a:gd name="T7" fmla="*/ 0 60000 65536"/>
                <a:gd name="T8" fmla="*/ 0 60000 65536"/>
                <a:gd name="T9" fmla="*/ 0 w 25292"/>
                <a:gd name="T10" fmla="*/ 0 h 43200"/>
                <a:gd name="T11" fmla="*/ 25292 w 25292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292" h="43200" fill="none" extrusionOk="0">
                  <a:moveTo>
                    <a:pt x="938" y="176"/>
                  </a:moveTo>
                  <a:cubicBezTo>
                    <a:pt x="1851" y="58"/>
                    <a:pt x="2771" y="-1"/>
                    <a:pt x="3692" y="0"/>
                  </a:cubicBezTo>
                  <a:cubicBezTo>
                    <a:pt x="15621" y="0"/>
                    <a:pt x="25292" y="9670"/>
                    <a:pt x="25292" y="21600"/>
                  </a:cubicBezTo>
                  <a:cubicBezTo>
                    <a:pt x="25292" y="33529"/>
                    <a:pt x="15621" y="43200"/>
                    <a:pt x="3692" y="43200"/>
                  </a:cubicBezTo>
                  <a:cubicBezTo>
                    <a:pt x="2454" y="43200"/>
                    <a:pt x="1219" y="43093"/>
                    <a:pt x="-1" y="42882"/>
                  </a:cubicBezTo>
                </a:path>
                <a:path w="25292" h="43200" stroke="0" extrusionOk="0">
                  <a:moveTo>
                    <a:pt x="938" y="176"/>
                  </a:moveTo>
                  <a:cubicBezTo>
                    <a:pt x="1851" y="58"/>
                    <a:pt x="2771" y="-1"/>
                    <a:pt x="3692" y="0"/>
                  </a:cubicBezTo>
                  <a:cubicBezTo>
                    <a:pt x="15621" y="0"/>
                    <a:pt x="25292" y="9670"/>
                    <a:pt x="25292" y="21600"/>
                  </a:cubicBezTo>
                  <a:cubicBezTo>
                    <a:pt x="25292" y="33529"/>
                    <a:pt x="15621" y="43200"/>
                    <a:pt x="3692" y="43200"/>
                  </a:cubicBezTo>
                  <a:cubicBezTo>
                    <a:pt x="2454" y="43200"/>
                    <a:pt x="1219" y="43093"/>
                    <a:pt x="-1" y="42882"/>
                  </a:cubicBezTo>
                  <a:lnTo>
                    <a:pt x="3692" y="21600"/>
                  </a:lnTo>
                  <a:lnTo>
                    <a:pt x="938" y="176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Oval 135"/>
            <p:cNvSpPr>
              <a:spLocks noChangeArrowheads="1"/>
            </p:cNvSpPr>
            <p:nvPr/>
          </p:nvSpPr>
          <p:spPr bwMode="auto">
            <a:xfrm>
              <a:off x="3657" y="1428"/>
              <a:ext cx="197" cy="197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Oval 136"/>
            <p:cNvSpPr>
              <a:spLocks noChangeArrowheads="1"/>
            </p:cNvSpPr>
            <p:nvPr/>
          </p:nvSpPr>
          <p:spPr bwMode="auto">
            <a:xfrm>
              <a:off x="3583" y="1367"/>
              <a:ext cx="345" cy="329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Oval 137"/>
            <p:cNvSpPr>
              <a:spLocks noChangeArrowheads="1"/>
            </p:cNvSpPr>
            <p:nvPr/>
          </p:nvSpPr>
          <p:spPr bwMode="auto">
            <a:xfrm>
              <a:off x="3090" y="1464"/>
              <a:ext cx="139" cy="139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Freeform 138"/>
            <p:cNvSpPr/>
            <p:nvPr/>
          </p:nvSpPr>
          <p:spPr bwMode="auto">
            <a:xfrm>
              <a:off x="3142" y="1702"/>
              <a:ext cx="587" cy="69"/>
            </a:xfrm>
            <a:custGeom>
              <a:avLst/>
              <a:gdLst>
                <a:gd name="T0" fmla="*/ 0 w 2350"/>
                <a:gd name="T1" fmla="*/ 0 h 300"/>
                <a:gd name="T2" fmla="*/ 9 w 2350"/>
                <a:gd name="T3" fmla="*/ 1 h 300"/>
                <a:gd name="T4" fmla="*/ 9 w 2350"/>
                <a:gd name="T5" fmla="*/ 1 h 300"/>
                <a:gd name="T6" fmla="*/ 0 60000 65536"/>
                <a:gd name="T7" fmla="*/ 0 60000 65536"/>
                <a:gd name="T8" fmla="*/ 0 60000 65536"/>
                <a:gd name="T9" fmla="*/ 0 w 2350"/>
                <a:gd name="T10" fmla="*/ 0 h 300"/>
                <a:gd name="T11" fmla="*/ 2350 w 2350"/>
                <a:gd name="T12" fmla="*/ 300 h 3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50" h="300">
                  <a:moveTo>
                    <a:pt x="0" y="0"/>
                  </a:moveTo>
                  <a:lnTo>
                    <a:pt x="2349" y="300"/>
                  </a:lnTo>
                  <a:lnTo>
                    <a:pt x="2350" y="3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Freeform 139"/>
            <p:cNvSpPr/>
            <p:nvPr/>
          </p:nvSpPr>
          <p:spPr bwMode="auto">
            <a:xfrm>
              <a:off x="3142" y="1288"/>
              <a:ext cx="587" cy="70"/>
            </a:xfrm>
            <a:custGeom>
              <a:avLst/>
              <a:gdLst>
                <a:gd name="T0" fmla="*/ 0 w 2350"/>
                <a:gd name="T1" fmla="*/ 1 h 301"/>
                <a:gd name="T2" fmla="*/ 9 w 2350"/>
                <a:gd name="T3" fmla="*/ 0 h 301"/>
                <a:gd name="T4" fmla="*/ 9 w 2350"/>
                <a:gd name="T5" fmla="*/ 0 h 301"/>
                <a:gd name="T6" fmla="*/ 0 60000 65536"/>
                <a:gd name="T7" fmla="*/ 0 60000 65536"/>
                <a:gd name="T8" fmla="*/ 0 60000 65536"/>
                <a:gd name="T9" fmla="*/ 0 w 2350"/>
                <a:gd name="T10" fmla="*/ 0 h 301"/>
                <a:gd name="T11" fmla="*/ 2350 w 2350"/>
                <a:gd name="T12" fmla="*/ 301 h 3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50" h="301">
                  <a:moveTo>
                    <a:pt x="0" y="301"/>
                  </a:moveTo>
                  <a:lnTo>
                    <a:pt x="2349" y="0"/>
                  </a:lnTo>
                  <a:lnTo>
                    <a:pt x="235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Arc 140"/>
            <p:cNvSpPr/>
            <p:nvPr/>
          </p:nvSpPr>
          <p:spPr bwMode="auto">
            <a:xfrm flipH="1" flipV="1">
              <a:off x="2990" y="1360"/>
              <a:ext cx="173" cy="342"/>
            </a:xfrm>
            <a:custGeom>
              <a:avLst/>
              <a:gdLst>
                <a:gd name="T0" fmla="*/ 0 w 21600"/>
                <a:gd name="T1" fmla="*/ 0 h 42790"/>
                <a:gd name="T2" fmla="*/ 0 w 21600"/>
                <a:gd name="T3" fmla="*/ 0 h 42790"/>
                <a:gd name="T4" fmla="*/ 0 w 21600"/>
                <a:gd name="T5" fmla="*/ 0 h 4279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2790"/>
                <a:gd name="T11" fmla="*/ 21600 w 21600"/>
                <a:gd name="T12" fmla="*/ 42790 h 427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2790" fill="none" extrusionOk="0">
                  <a:moveTo>
                    <a:pt x="3419" y="0"/>
                  </a:moveTo>
                  <a:cubicBezTo>
                    <a:pt x="13895" y="1680"/>
                    <a:pt x="21600" y="10718"/>
                    <a:pt x="21600" y="21328"/>
                  </a:cubicBezTo>
                  <a:cubicBezTo>
                    <a:pt x="21600" y="32315"/>
                    <a:pt x="13351" y="41552"/>
                    <a:pt x="2434" y="42790"/>
                  </a:cubicBezTo>
                </a:path>
                <a:path w="21600" h="42790" stroke="0" extrusionOk="0">
                  <a:moveTo>
                    <a:pt x="3419" y="0"/>
                  </a:moveTo>
                  <a:cubicBezTo>
                    <a:pt x="13895" y="1680"/>
                    <a:pt x="21600" y="10718"/>
                    <a:pt x="21600" y="21328"/>
                  </a:cubicBezTo>
                  <a:cubicBezTo>
                    <a:pt x="21600" y="32315"/>
                    <a:pt x="13351" y="41552"/>
                    <a:pt x="2434" y="42790"/>
                  </a:cubicBezTo>
                  <a:lnTo>
                    <a:pt x="0" y="21328"/>
                  </a:lnTo>
                  <a:lnTo>
                    <a:pt x="3419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Freeform 141"/>
            <p:cNvSpPr/>
            <p:nvPr/>
          </p:nvSpPr>
          <p:spPr bwMode="auto">
            <a:xfrm>
              <a:off x="3031" y="978"/>
              <a:ext cx="4" cy="5"/>
            </a:xfrm>
            <a:custGeom>
              <a:avLst/>
              <a:gdLst>
                <a:gd name="T0" fmla="*/ 0 w 19"/>
                <a:gd name="T1" fmla="*/ 0 h 18"/>
                <a:gd name="T2" fmla="*/ 0 w 19"/>
                <a:gd name="T3" fmla="*/ 0 h 18"/>
                <a:gd name="T4" fmla="*/ 0 w 19"/>
                <a:gd name="T5" fmla="*/ 0 h 18"/>
                <a:gd name="T6" fmla="*/ 0 60000 65536"/>
                <a:gd name="T7" fmla="*/ 0 60000 65536"/>
                <a:gd name="T8" fmla="*/ 0 60000 65536"/>
                <a:gd name="T9" fmla="*/ 0 w 19"/>
                <a:gd name="T10" fmla="*/ 0 h 18"/>
                <a:gd name="T11" fmla="*/ 19 w 19"/>
                <a:gd name="T12" fmla="*/ 18 h 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" h="18">
                  <a:moveTo>
                    <a:pt x="0" y="18"/>
                  </a:moveTo>
                  <a:lnTo>
                    <a:pt x="18" y="0"/>
                  </a:lnTo>
                  <a:lnTo>
                    <a:pt x="1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Freeform 142"/>
            <p:cNvSpPr/>
            <p:nvPr/>
          </p:nvSpPr>
          <p:spPr bwMode="auto">
            <a:xfrm>
              <a:off x="3082" y="1134"/>
              <a:ext cx="8" cy="6"/>
            </a:xfrm>
            <a:custGeom>
              <a:avLst/>
              <a:gdLst>
                <a:gd name="T0" fmla="*/ 0 w 30"/>
                <a:gd name="T1" fmla="*/ 0 h 30"/>
                <a:gd name="T2" fmla="*/ 0 w 30"/>
                <a:gd name="T3" fmla="*/ 0 h 30"/>
                <a:gd name="T4" fmla="*/ 0 w 30"/>
                <a:gd name="T5" fmla="*/ 0 h 30"/>
                <a:gd name="T6" fmla="*/ 0 60000 65536"/>
                <a:gd name="T7" fmla="*/ 0 60000 65536"/>
                <a:gd name="T8" fmla="*/ 0 60000 65536"/>
                <a:gd name="T9" fmla="*/ 0 w 30"/>
                <a:gd name="T10" fmla="*/ 0 h 30"/>
                <a:gd name="T11" fmla="*/ 30 w 30"/>
                <a:gd name="T12" fmla="*/ 30 h 3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" h="30">
                  <a:moveTo>
                    <a:pt x="0" y="30"/>
                  </a:moveTo>
                  <a:lnTo>
                    <a:pt x="29" y="0"/>
                  </a:lnTo>
                  <a:lnTo>
                    <a:pt x="30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Freeform 143"/>
            <p:cNvSpPr/>
            <p:nvPr/>
          </p:nvSpPr>
          <p:spPr bwMode="auto">
            <a:xfrm>
              <a:off x="3235" y="978"/>
              <a:ext cx="8" cy="9"/>
            </a:xfrm>
            <a:custGeom>
              <a:avLst/>
              <a:gdLst>
                <a:gd name="T0" fmla="*/ 0 w 34"/>
                <a:gd name="T1" fmla="*/ 0 h 35"/>
                <a:gd name="T2" fmla="*/ 0 w 34"/>
                <a:gd name="T3" fmla="*/ 0 h 35"/>
                <a:gd name="T4" fmla="*/ 0 w 34"/>
                <a:gd name="T5" fmla="*/ 0 h 35"/>
                <a:gd name="T6" fmla="*/ 0 60000 65536"/>
                <a:gd name="T7" fmla="*/ 0 60000 65536"/>
                <a:gd name="T8" fmla="*/ 0 60000 65536"/>
                <a:gd name="T9" fmla="*/ 0 w 34"/>
                <a:gd name="T10" fmla="*/ 0 h 35"/>
                <a:gd name="T11" fmla="*/ 34 w 34"/>
                <a:gd name="T12" fmla="*/ 35 h 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" h="35">
                  <a:moveTo>
                    <a:pt x="0" y="35"/>
                  </a:moveTo>
                  <a:lnTo>
                    <a:pt x="33" y="0"/>
                  </a:lnTo>
                  <a:lnTo>
                    <a:pt x="34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Freeform 144"/>
            <p:cNvSpPr/>
            <p:nvPr/>
          </p:nvSpPr>
          <p:spPr bwMode="auto">
            <a:xfrm>
              <a:off x="3867" y="684"/>
              <a:ext cx="15" cy="15"/>
            </a:xfrm>
            <a:custGeom>
              <a:avLst/>
              <a:gdLst>
                <a:gd name="T0" fmla="*/ 0 w 63"/>
                <a:gd name="T1" fmla="*/ 0 h 67"/>
                <a:gd name="T2" fmla="*/ 0 w 63"/>
                <a:gd name="T3" fmla="*/ 0 h 67"/>
                <a:gd name="T4" fmla="*/ 0 w 63"/>
                <a:gd name="T5" fmla="*/ 0 h 67"/>
                <a:gd name="T6" fmla="*/ 0 60000 65536"/>
                <a:gd name="T7" fmla="*/ 0 60000 65536"/>
                <a:gd name="T8" fmla="*/ 0 60000 65536"/>
                <a:gd name="T9" fmla="*/ 0 w 63"/>
                <a:gd name="T10" fmla="*/ 0 h 67"/>
                <a:gd name="T11" fmla="*/ 63 w 63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" h="67">
                  <a:moveTo>
                    <a:pt x="0" y="67"/>
                  </a:moveTo>
                  <a:lnTo>
                    <a:pt x="62" y="0"/>
                  </a:lnTo>
                  <a:lnTo>
                    <a:pt x="63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Freeform 145"/>
            <p:cNvSpPr/>
            <p:nvPr/>
          </p:nvSpPr>
          <p:spPr bwMode="auto">
            <a:xfrm>
              <a:off x="3638" y="1130"/>
              <a:ext cx="10" cy="10"/>
            </a:xfrm>
            <a:custGeom>
              <a:avLst/>
              <a:gdLst>
                <a:gd name="T0" fmla="*/ 0 w 42"/>
                <a:gd name="T1" fmla="*/ 0 h 45"/>
                <a:gd name="T2" fmla="*/ 0 w 42"/>
                <a:gd name="T3" fmla="*/ 0 h 45"/>
                <a:gd name="T4" fmla="*/ 0 w 42"/>
                <a:gd name="T5" fmla="*/ 0 h 45"/>
                <a:gd name="T6" fmla="*/ 0 60000 65536"/>
                <a:gd name="T7" fmla="*/ 0 60000 65536"/>
                <a:gd name="T8" fmla="*/ 0 60000 65536"/>
                <a:gd name="T9" fmla="*/ 0 w 42"/>
                <a:gd name="T10" fmla="*/ 0 h 45"/>
                <a:gd name="T11" fmla="*/ 42 w 42"/>
                <a:gd name="T12" fmla="*/ 45 h 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45">
                  <a:moveTo>
                    <a:pt x="0" y="45"/>
                  </a:moveTo>
                  <a:lnTo>
                    <a:pt x="41" y="0"/>
                  </a:lnTo>
                  <a:lnTo>
                    <a:pt x="42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Freeform 146"/>
            <p:cNvSpPr/>
            <p:nvPr/>
          </p:nvSpPr>
          <p:spPr bwMode="auto">
            <a:xfrm>
              <a:off x="3985" y="1126"/>
              <a:ext cx="14" cy="14"/>
            </a:xfrm>
            <a:custGeom>
              <a:avLst/>
              <a:gdLst>
                <a:gd name="T0" fmla="*/ 0 w 56"/>
                <a:gd name="T1" fmla="*/ 0 h 61"/>
                <a:gd name="T2" fmla="*/ 0 w 56"/>
                <a:gd name="T3" fmla="*/ 0 h 61"/>
                <a:gd name="T4" fmla="*/ 0 w 56"/>
                <a:gd name="T5" fmla="*/ 0 h 61"/>
                <a:gd name="T6" fmla="*/ 0 60000 65536"/>
                <a:gd name="T7" fmla="*/ 0 60000 65536"/>
                <a:gd name="T8" fmla="*/ 0 60000 65536"/>
                <a:gd name="T9" fmla="*/ 0 w 56"/>
                <a:gd name="T10" fmla="*/ 0 h 61"/>
                <a:gd name="T11" fmla="*/ 56 w 56"/>
                <a:gd name="T12" fmla="*/ 61 h 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61">
                  <a:moveTo>
                    <a:pt x="0" y="61"/>
                  </a:moveTo>
                  <a:lnTo>
                    <a:pt x="55" y="0"/>
                  </a:lnTo>
                  <a:lnTo>
                    <a:pt x="56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Freeform 147"/>
            <p:cNvSpPr/>
            <p:nvPr/>
          </p:nvSpPr>
          <p:spPr bwMode="auto">
            <a:xfrm>
              <a:off x="3466" y="922"/>
              <a:ext cx="182" cy="1"/>
            </a:xfrm>
            <a:custGeom>
              <a:avLst/>
              <a:gdLst>
                <a:gd name="T0" fmla="*/ 3 w 729"/>
                <a:gd name="T1" fmla="*/ 0 h 1"/>
                <a:gd name="T2" fmla="*/ 0 w 729"/>
                <a:gd name="T3" fmla="*/ 0 h 1"/>
                <a:gd name="T4" fmla="*/ 0 w 729"/>
                <a:gd name="T5" fmla="*/ 0 h 1"/>
                <a:gd name="T6" fmla="*/ 0 60000 65536"/>
                <a:gd name="T7" fmla="*/ 0 60000 65536"/>
                <a:gd name="T8" fmla="*/ 0 60000 65536"/>
                <a:gd name="T9" fmla="*/ 0 w 729"/>
                <a:gd name="T10" fmla="*/ 0 h 1"/>
                <a:gd name="T11" fmla="*/ 729 w 72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9" h="1">
                  <a:moveTo>
                    <a:pt x="72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Freeform 148"/>
            <p:cNvSpPr/>
            <p:nvPr/>
          </p:nvSpPr>
          <p:spPr bwMode="auto">
            <a:xfrm>
              <a:off x="3466" y="828"/>
              <a:ext cx="188" cy="5"/>
            </a:xfrm>
            <a:custGeom>
              <a:avLst/>
              <a:gdLst>
                <a:gd name="T0" fmla="*/ 188 w 188"/>
                <a:gd name="T1" fmla="*/ 0 h 5"/>
                <a:gd name="T2" fmla="*/ 0 w 188"/>
                <a:gd name="T3" fmla="*/ 5 h 5"/>
                <a:gd name="T4" fmla="*/ 0 w 188"/>
                <a:gd name="T5" fmla="*/ 5 h 5"/>
                <a:gd name="T6" fmla="*/ 0 60000 65536"/>
                <a:gd name="T7" fmla="*/ 0 60000 65536"/>
                <a:gd name="T8" fmla="*/ 0 60000 65536"/>
                <a:gd name="T9" fmla="*/ 0 w 188"/>
                <a:gd name="T10" fmla="*/ 0 h 5"/>
                <a:gd name="T11" fmla="*/ 188 w 188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8" h="5">
                  <a:moveTo>
                    <a:pt x="188" y="0"/>
                  </a:moveTo>
                  <a:lnTo>
                    <a:pt x="0" y="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Freeform 149"/>
            <p:cNvSpPr/>
            <p:nvPr/>
          </p:nvSpPr>
          <p:spPr bwMode="auto">
            <a:xfrm>
              <a:off x="3466" y="789"/>
              <a:ext cx="116" cy="1"/>
            </a:xfrm>
            <a:custGeom>
              <a:avLst/>
              <a:gdLst>
                <a:gd name="T0" fmla="*/ 2 w 466"/>
                <a:gd name="T1" fmla="*/ 0 h 1"/>
                <a:gd name="T2" fmla="*/ 0 w 466"/>
                <a:gd name="T3" fmla="*/ 0 h 1"/>
                <a:gd name="T4" fmla="*/ 0 w 466"/>
                <a:gd name="T5" fmla="*/ 0 h 1"/>
                <a:gd name="T6" fmla="*/ 0 60000 65536"/>
                <a:gd name="T7" fmla="*/ 0 60000 65536"/>
                <a:gd name="T8" fmla="*/ 0 60000 65536"/>
                <a:gd name="T9" fmla="*/ 0 w 466"/>
                <a:gd name="T10" fmla="*/ 0 h 1"/>
                <a:gd name="T11" fmla="*/ 466 w 46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6" h="1">
                  <a:moveTo>
                    <a:pt x="46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Freeform 150"/>
            <p:cNvSpPr/>
            <p:nvPr/>
          </p:nvSpPr>
          <p:spPr bwMode="auto">
            <a:xfrm>
              <a:off x="3466" y="1618"/>
              <a:ext cx="140" cy="1"/>
            </a:xfrm>
            <a:custGeom>
              <a:avLst/>
              <a:gdLst>
                <a:gd name="T0" fmla="*/ 0 w 561"/>
                <a:gd name="T1" fmla="*/ 0 h 1"/>
                <a:gd name="T2" fmla="*/ 2 w 561"/>
                <a:gd name="T3" fmla="*/ 0 h 1"/>
                <a:gd name="T4" fmla="*/ 2 w 561"/>
                <a:gd name="T5" fmla="*/ 0 h 1"/>
                <a:gd name="T6" fmla="*/ 0 60000 65536"/>
                <a:gd name="T7" fmla="*/ 0 60000 65536"/>
                <a:gd name="T8" fmla="*/ 0 60000 65536"/>
                <a:gd name="T9" fmla="*/ 0 w 561"/>
                <a:gd name="T10" fmla="*/ 0 h 1"/>
                <a:gd name="T11" fmla="*/ 561 w 56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1" h="1">
                  <a:moveTo>
                    <a:pt x="0" y="0"/>
                  </a:moveTo>
                  <a:lnTo>
                    <a:pt x="560" y="0"/>
                  </a:lnTo>
                  <a:lnTo>
                    <a:pt x="56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Freeform 151"/>
            <p:cNvSpPr/>
            <p:nvPr/>
          </p:nvSpPr>
          <p:spPr bwMode="auto">
            <a:xfrm>
              <a:off x="3466" y="1441"/>
              <a:ext cx="140" cy="1"/>
            </a:xfrm>
            <a:custGeom>
              <a:avLst/>
              <a:gdLst>
                <a:gd name="T0" fmla="*/ 0 w 561"/>
                <a:gd name="T1" fmla="*/ 0 h 1"/>
                <a:gd name="T2" fmla="*/ 2 w 561"/>
                <a:gd name="T3" fmla="*/ 0 h 1"/>
                <a:gd name="T4" fmla="*/ 2 w 561"/>
                <a:gd name="T5" fmla="*/ 0 h 1"/>
                <a:gd name="T6" fmla="*/ 0 60000 65536"/>
                <a:gd name="T7" fmla="*/ 0 60000 65536"/>
                <a:gd name="T8" fmla="*/ 0 60000 65536"/>
                <a:gd name="T9" fmla="*/ 0 w 561"/>
                <a:gd name="T10" fmla="*/ 0 h 1"/>
                <a:gd name="T11" fmla="*/ 561 w 56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1" h="1">
                  <a:moveTo>
                    <a:pt x="0" y="0"/>
                  </a:moveTo>
                  <a:lnTo>
                    <a:pt x="560" y="0"/>
                  </a:lnTo>
                  <a:lnTo>
                    <a:pt x="56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Freeform 152"/>
            <p:cNvSpPr/>
            <p:nvPr/>
          </p:nvSpPr>
          <p:spPr bwMode="auto">
            <a:xfrm>
              <a:off x="2990" y="1140"/>
              <a:ext cx="1009" cy="1"/>
            </a:xfrm>
            <a:custGeom>
              <a:avLst/>
              <a:gdLst>
                <a:gd name="T0" fmla="*/ 16 w 4033"/>
                <a:gd name="T1" fmla="*/ 0 h 1"/>
                <a:gd name="T2" fmla="*/ 0 w 4033"/>
                <a:gd name="T3" fmla="*/ 0 h 1"/>
                <a:gd name="T4" fmla="*/ 0 w 4033"/>
                <a:gd name="T5" fmla="*/ 0 h 1"/>
                <a:gd name="T6" fmla="*/ 0 60000 65536"/>
                <a:gd name="T7" fmla="*/ 0 60000 65536"/>
                <a:gd name="T8" fmla="*/ 0 60000 65536"/>
                <a:gd name="T9" fmla="*/ 0 w 4033"/>
                <a:gd name="T10" fmla="*/ 0 h 1"/>
                <a:gd name="T11" fmla="*/ 4033 w 403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33" h="1">
                  <a:moveTo>
                    <a:pt x="4033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Freeform 153"/>
            <p:cNvSpPr/>
            <p:nvPr/>
          </p:nvSpPr>
          <p:spPr bwMode="auto">
            <a:xfrm>
              <a:off x="3466" y="789"/>
              <a:ext cx="1" cy="239"/>
            </a:xfrm>
            <a:custGeom>
              <a:avLst/>
              <a:gdLst>
                <a:gd name="T0" fmla="*/ 0 w 1"/>
                <a:gd name="T1" fmla="*/ 0 h 1034"/>
                <a:gd name="T2" fmla="*/ 0 w 1"/>
                <a:gd name="T3" fmla="*/ 3 h 1034"/>
                <a:gd name="T4" fmla="*/ 1 w 1"/>
                <a:gd name="T5" fmla="*/ 3 h 1034"/>
                <a:gd name="T6" fmla="*/ 0 60000 65536"/>
                <a:gd name="T7" fmla="*/ 0 60000 65536"/>
                <a:gd name="T8" fmla="*/ 0 60000 65536"/>
                <a:gd name="T9" fmla="*/ 0 w 1"/>
                <a:gd name="T10" fmla="*/ 0 h 1034"/>
                <a:gd name="T11" fmla="*/ 1 w 1"/>
                <a:gd name="T12" fmla="*/ 1034 h 10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034">
                  <a:moveTo>
                    <a:pt x="0" y="0"/>
                  </a:moveTo>
                  <a:lnTo>
                    <a:pt x="0" y="1034"/>
                  </a:lnTo>
                  <a:lnTo>
                    <a:pt x="1" y="1034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Freeform 154"/>
            <p:cNvSpPr/>
            <p:nvPr/>
          </p:nvSpPr>
          <p:spPr bwMode="auto">
            <a:xfrm>
              <a:off x="3162" y="1374"/>
              <a:ext cx="1" cy="310"/>
            </a:xfrm>
            <a:custGeom>
              <a:avLst/>
              <a:gdLst>
                <a:gd name="T0" fmla="*/ 0 w 1"/>
                <a:gd name="T1" fmla="*/ 0 h 1347"/>
                <a:gd name="T2" fmla="*/ 0 w 1"/>
                <a:gd name="T3" fmla="*/ 4 h 1347"/>
                <a:gd name="T4" fmla="*/ 1 w 1"/>
                <a:gd name="T5" fmla="*/ 4 h 1347"/>
                <a:gd name="T6" fmla="*/ 0 60000 65536"/>
                <a:gd name="T7" fmla="*/ 0 60000 65536"/>
                <a:gd name="T8" fmla="*/ 0 60000 65536"/>
                <a:gd name="T9" fmla="*/ 0 w 1"/>
                <a:gd name="T10" fmla="*/ 0 h 1347"/>
                <a:gd name="T11" fmla="*/ 1 w 1"/>
                <a:gd name="T12" fmla="*/ 1347 h 13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347">
                  <a:moveTo>
                    <a:pt x="0" y="0"/>
                  </a:moveTo>
                  <a:lnTo>
                    <a:pt x="0" y="1347"/>
                  </a:lnTo>
                  <a:lnTo>
                    <a:pt x="1" y="134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57" name="Group 155"/>
            <p:cNvGrpSpPr/>
            <p:nvPr/>
          </p:nvGrpSpPr>
          <p:grpSpPr bwMode="auto">
            <a:xfrm>
              <a:off x="2990" y="684"/>
              <a:ext cx="1009" cy="456"/>
              <a:chOff x="983" y="1542"/>
              <a:chExt cx="1009" cy="456"/>
            </a:xfrm>
          </p:grpSpPr>
          <p:sp>
            <p:nvSpPr>
              <p:cNvPr id="211" name="Freeform 156"/>
              <p:cNvSpPr/>
              <p:nvPr/>
            </p:nvSpPr>
            <p:spPr bwMode="auto">
              <a:xfrm>
                <a:off x="1228" y="1855"/>
                <a:ext cx="59" cy="59"/>
              </a:xfrm>
              <a:custGeom>
                <a:avLst/>
                <a:gdLst>
                  <a:gd name="T0" fmla="*/ 0 w 235"/>
                  <a:gd name="T1" fmla="*/ 1 h 255"/>
                  <a:gd name="T2" fmla="*/ 1 w 235"/>
                  <a:gd name="T3" fmla="*/ 0 h 255"/>
                  <a:gd name="T4" fmla="*/ 1 w 235"/>
                  <a:gd name="T5" fmla="*/ 0 h 255"/>
                  <a:gd name="T6" fmla="*/ 0 60000 65536"/>
                  <a:gd name="T7" fmla="*/ 0 60000 65536"/>
                  <a:gd name="T8" fmla="*/ 0 60000 65536"/>
                  <a:gd name="T9" fmla="*/ 0 w 235"/>
                  <a:gd name="T10" fmla="*/ 0 h 255"/>
                  <a:gd name="T11" fmla="*/ 235 w 235"/>
                  <a:gd name="T12" fmla="*/ 255 h 2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35" h="255">
                    <a:moveTo>
                      <a:pt x="0" y="255"/>
                    </a:moveTo>
                    <a:lnTo>
                      <a:pt x="234" y="0"/>
                    </a:lnTo>
                    <a:lnTo>
                      <a:pt x="23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2" name="Freeform 157"/>
              <p:cNvSpPr/>
              <p:nvPr/>
            </p:nvSpPr>
            <p:spPr bwMode="auto">
              <a:xfrm>
                <a:off x="1519" y="1647"/>
                <a:ext cx="44" cy="44"/>
              </a:xfrm>
              <a:custGeom>
                <a:avLst/>
                <a:gdLst>
                  <a:gd name="T0" fmla="*/ 0 w 177"/>
                  <a:gd name="T1" fmla="*/ 0 h 191"/>
                  <a:gd name="T2" fmla="*/ 1 w 177"/>
                  <a:gd name="T3" fmla="*/ 0 h 191"/>
                  <a:gd name="T4" fmla="*/ 1 w 177"/>
                  <a:gd name="T5" fmla="*/ 0 h 191"/>
                  <a:gd name="T6" fmla="*/ 0 60000 65536"/>
                  <a:gd name="T7" fmla="*/ 0 60000 65536"/>
                  <a:gd name="T8" fmla="*/ 0 60000 65536"/>
                  <a:gd name="T9" fmla="*/ 0 w 177"/>
                  <a:gd name="T10" fmla="*/ 0 h 191"/>
                  <a:gd name="T11" fmla="*/ 177 w 177"/>
                  <a:gd name="T12" fmla="*/ 191 h 1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7" h="191">
                    <a:moveTo>
                      <a:pt x="0" y="191"/>
                    </a:moveTo>
                    <a:lnTo>
                      <a:pt x="176" y="0"/>
                    </a:lnTo>
                    <a:lnTo>
                      <a:pt x="17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3" name="Freeform 158"/>
              <p:cNvSpPr/>
              <p:nvPr/>
            </p:nvSpPr>
            <p:spPr bwMode="auto">
              <a:xfrm>
                <a:off x="983" y="1851"/>
                <a:ext cx="100" cy="100"/>
              </a:xfrm>
              <a:custGeom>
                <a:avLst/>
                <a:gdLst>
                  <a:gd name="T0" fmla="*/ 0 w 397"/>
                  <a:gd name="T1" fmla="*/ 1 h 431"/>
                  <a:gd name="T2" fmla="*/ 2 w 397"/>
                  <a:gd name="T3" fmla="*/ 0 h 431"/>
                  <a:gd name="T4" fmla="*/ 2 w 397"/>
                  <a:gd name="T5" fmla="*/ 0 h 431"/>
                  <a:gd name="T6" fmla="*/ 0 60000 65536"/>
                  <a:gd name="T7" fmla="*/ 0 60000 65536"/>
                  <a:gd name="T8" fmla="*/ 0 60000 65536"/>
                  <a:gd name="T9" fmla="*/ 0 w 397"/>
                  <a:gd name="T10" fmla="*/ 0 h 431"/>
                  <a:gd name="T11" fmla="*/ 397 w 397"/>
                  <a:gd name="T12" fmla="*/ 431 h 43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7" h="431">
                    <a:moveTo>
                      <a:pt x="0" y="431"/>
                    </a:moveTo>
                    <a:lnTo>
                      <a:pt x="396" y="0"/>
                    </a:lnTo>
                    <a:lnTo>
                      <a:pt x="39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4" name="Freeform 159"/>
              <p:cNvSpPr/>
              <p:nvPr/>
            </p:nvSpPr>
            <p:spPr bwMode="auto">
              <a:xfrm>
                <a:off x="1006" y="1921"/>
                <a:ext cx="77" cy="77"/>
              </a:xfrm>
              <a:custGeom>
                <a:avLst/>
                <a:gdLst>
                  <a:gd name="T0" fmla="*/ 0 w 307"/>
                  <a:gd name="T1" fmla="*/ 1 h 334"/>
                  <a:gd name="T2" fmla="*/ 1 w 307"/>
                  <a:gd name="T3" fmla="*/ 0 h 334"/>
                  <a:gd name="T4" fmla="*/ 1 w 307"/>
                  <a:gd name="T5" fmla="*/ 0 h 334"/>
                  <a:gd name="T6" fmla="*/ 0 60000 65536"/>
                  <a:gd name="T7" fmla="*/ 0 60000 65536"/>
                  <a:gd name="T8" fmla="*/ 0 60000 65536"/>
                  <a:gd name="T9" fmla="*/ 0 w 307"/>
                  <a:gd name="T10" fmla="*/ 0 h 334"/>
                  <a:gd name="T11" fmla="*/ 307 w 307"/>
                  <a:gd name="T12" fmla="*/ 334 h 3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07" h="334">
                    <a:moveTo>
                      <a:pt x="0" y="334"/>
                    </a:moveTo>
                    <a:lnTo>
                      <a:pt x="306" y="0"/>
                    </a:lnTo>
                    <a:lnTo>
                      <a:pt x="30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" name="Freeform 160"/>
              <p:cNvSpPr/>
              <p:nvPr/>
            </p:nvSpPr>
            <p:spPr bwMode="auto">
              <a:xfrm>
                <a:off x="1575" y="1542"/>
                <a:ext cx="23" cy="23"/>
              </a:xfrm>
              <a:custGeom>
                <a:avLst/>
                <a:gdLst>
                  <a:gd name="T0" fmla="*/ 0 w 91"/>
                  <a:gd name="T1" fmla="*/ 0 h 98"/>
                  <a:gd name="T2" fmla="*/ 1 w 91"/>
                  <a:gd name="T3" fmla="*/ 0 h 98"/>
                  <a:gd name="T4" fmla="*/ 1 w 91"/>
                  <a:gd name="T5" fmla="*/ 0 h 98"/>
                  <a:gd name="T6" fmla="*/ 0 60000 65536"/>
                  <a:gd name="T7" fmla="*/ 0 60000 65536"/>
                  <a:gd name="T8" fmla="*/ 0 60000 65536"/>
                  <a:gd name="T9" fmla="*/ 0 w 91"/>
                  <a:gd name="T10" fmla="*/ 0 h 98"/>
                  <a:gd name="T11" fmla="*/ 91 w 91"/>
                  <a:gd name="T12" fmla="*/ 98 h 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1" h="98">
                    <a:moveTo>
                      <a:pt x="0" y="98"/>
                    </a:moveTo>
                    <a:lnTo>
                      <a:pt x="90" y="0"/>
                    </a:lnTo>
                    <a:lnTo>
                      <a:pt x="9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6" name="Freeform 161"/>
              <p:cNvSpPr/>
              <p:nvPr/>
            </p:nvSpPr>
            <p:spPr bwMode="auto">
              <a:xfrm>
                <a:off x="1459" y="1647"/>
                <a:ext cx="34" cy="35"/>
              </a:xfrm>
              <a:custGeom>
                <a:avLst/>
                <a:gdLst>
                  <a:gd name="T0" fmla="*/ 0 w 140"/>
                  <a:gd name="T1" fmla="*/ 0 h 151"/>
                  <a:gd name="T2" fmla="*/ 0 w 140"/>
                  <a:gd name="T3" fmla="*/ 0 h 151"/>
                  <a:gd name="T4" fmla="*/ 0 w 140"/>
                  <a:gd name="T5" fmla="*/ 0 h 151"/>
                  <a:gd name="T6" fmla="*/ 0 60000 65536"/>
                  <a:gd name="T7" fmla="*/ 0 60000 65536"/>
                  <a:gd name="T8" fmla="*/ 0 60000 65536"/>
                  <a:gd name="T9" fmla="*/ 0 w 140"/>
                  <a:gd name="T10" fmla="*/ 0 h 151"/>
                  <a:gd name="T11" fmla="*/ 140 w 140"/>
                  <a:gd name="T12" fmla="*/ 151 h 15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0" h="151">
                    <a:moveTo>
                      <a:pt x="0" y="151"/>
                    </a:moveTo>
                    <a:lnTo>
                      <a:pt x="139" y="0"/>
                    </a:lnTo>
                    <a:lnTo>
                      <a:pt x="14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7" name="Freeform 162"/>
              <p:cNvSpPr/>
              <p:nvPr/>
            </p:nvSpPr>
            <p:spPr bwMode="auto">
              <a:xfrm>
                <a:off x="1228" y="1886"/>
                <a:ext cx="98" cy="98"/>
              </a:xfrm>
              <a:custGeom>
                <a:avLst/>
                <a:gdLst>
                  <a:gd name="T0" fmla="*/ 0 w 390"/>
                  <a:gd name="T1" fmla="*/ 1 h 424"/>
                  <a:gd name="T2" fmla="*/ 2 w 390"/>
                  <a:gd name="T3" fmla="*/ 0 h 424"/>
                  <a:gd name="T4" fmla="*/ 2 w 390"/>
                  <a:gd name="T5" fmla="*/ 0 h 424"/>
                  <a:gd name="T6" fmla="*/ 0 60000 65536"/>
                  <a:gd name="T7" fmla="*/ 0 60000 65536"/>
                  <a:gd name="T8" fmla="*/ 0 60000 65536"/>
                  <a:gd name="T9" fmla="*/ 0 w 390"/>
                  <a:gd name="T10" fmla="*/ 0 h 424"/>
                  <a:gd name="T11" fmla="*/ 390 w 390"/>
                  <a:gd name="T12" fmla="*/ 424 h 4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0" h="424">
                    <a:moveTo>
                      <a:pt x="0" y="424"/>
                    </a:moveTo>
                    <a:lnTo>
                      <a:pt x="389" y="0"/>
                    </a:lnTo>
                    <a:lnTo>
                      <a:pt x="39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8" name="Freeform 163"/>
              <p:cNvSpPr/>
              <p:nvPr/>
            </p:nvSpPr>
            <p:spPr bwMode="auto">
              <a:xfrm>
                <a:off x="1575" y="1568"/>
                <a:ext cx="66" cy="67"/>
              </a:xfrm>
              <a:custGeom>
                <a:avLst/>
                <a:gdLst>
                  <a:gd name="T0" fmla="*/ 0 w 264"/>
                  <a:gd name="T1" fmla="*/ 1 h 285"/>
                  <a:gd name="T2" fmla="*/ 1 w 264"/>
                  <a:gd name="T3" fmla="*/ 0 h 285"/>
                  <a:gd name="T4" fmla="*/ 1 w 264"/>
                  <a:gd name="T5" fmla="*/ 0 h 285"/>
                  <a:gd name="T6" fmla="*/ 0 60000 65536"/>
                  <a:gd name="T7" fmla="*/ 0 60000 65536"/>
                  <a:gd name="T8" fmla="*/ 0 60000 65536"/>
                  <a:gd name="T9" fmla="*/ 0 w 264"/>
                  <a:gd name="T10" fmla="*/ 0 h 285"/>
                  <a:gd name="T11" fmla="*/ 264 w 264"/>
                  <a:gd name="T12" fmla="*/ 285 h 2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4" h="285">
                    <a:moveTo>
                      <a:pt x="0" y="285"/>
                    </a:moveTo>
                    <a:lnTo>
                      <a:pt x="263" y="0"/>
                    </a:lnTo>
                    <a:lnTo>
                      <a:pt x="26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9" name="Freeform 164"/>
              <p:cNvSpPr/>
              <p:nvPr/>
            </p:nvSpPr>
            <p:spPr bwMode="auto">
              <a:xfrm>
                <a:off x="1283" y="1886"/>
                <a:ext cx="112" cy="112"/>
              </a:xfrm>
              <a:custGeom>
                <a:avLst/>
                <a:gdLst>
                  <a:gd name="T0" fmla="*/ 0 w 446"/>
                  <a:gd name="T1" fmla="*/ 1 h 485"/>
                  <a:gd name="T2" fmla="*/ 2 w 446"/>
                  <a:gd name="T3" fmla="*/ 0 h 485"/>
                  <a:gd name="T4" fmla="*/ 2 w 446"/>
                  <a:gd name="T5" fmla="*/ 0 h 485"/>
                  <a:gd name="T6" fmla="*/ 0 60000 65536"/>
                  <a:gd name="T7" fmla="*/ 0 60000 65536"/>
                  <a:gd name="T8" fmla="*/ 0 60000 65536"/>
                  <a:gd name="T9" fmla="*/ 0 w 446"/>
                  <a:gd name="T10" fmla="*/ 0 h 485"/>
                  <a:gd name="T11" fmla="*/ 446 w 446"/>
                  <a:gd name="T12" fmla="*/ 485 h 4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46" h="485">
                    <a:moveTo>
                      <a:pt x="0" y="485"/>
                    </a:moveTo>
                    <a:lnTo>
                      <a:pt x="445" y="0"/>
                    </a:lnTo>
                    <a:lnTo>
                      <a:pt x="44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0" name="Freeform 165"/>
              <p:cNvSpPr/>
              <p:nvPr/>
            </p:nvSpPr>
            <p:spPr bwMode="auto">
              <a:xfrm>
                <a:off x="1588" y="1639"/>
                <a:ext cx="53" cy="52"/>
              </a:xfrm>
              <a:custGeom>
                <a:avLst/>
                <a:gdLst>
                  <a:gd name="T0" fmla="*/ 0 w 211"/>
                  <a:gd name="T1" fmla="*/ 1 h 229"/>
                  <a:gd name="T2" fmla="*/ 1 w 211"/>
                  <a:gd name="T3" fmla="*/ 0 h 229"/>
                  <a:gd name="T4" fmla="*/ 1 w 211"/>
                  <a:gd name="T5" fmla="*/ 0 h 229"/>
                  <a:gd name="T6" fmla="*/ 0 60000 65536"/>
                  <a:gd name="T7" fmla="*/ 0 60000 65536"/>
                  <a:gd name="T8" fmla="*/ 0 60000 65536"/>
                  <a:gd name="T9" fmla="*/ 0 w 211"/>
                  <a:gd name="T10" fmla="*/ 0 h 229"/>
                  <a:gd name="T11" fmla="*/ 211 w 211"/>
                  <a:gd name="T12" fmla="*/ 229 h 2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1" h="229">
                    <a:moveTo>
                      <a:pt x="0" y="229"/>
                    </a:moveTo>
                    <a:lnTo>
                      <a:pt x="210" y="0"/>
                    </a:lnTo>
                    <a:lnTo>
                      <a:pt x="21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1" name="Freeform 166"/>
              <p:cNvSpPr/>
              <p:nvPr/>
            </p:nvSpPr>
            <p:spPr bwMode="auto">
              <a:xfrm>
                <a:off x="1459" y="1780"/>
                <a:ext cx="42" cy="42"/>
              </a:xfrm>
              <a:custGeom>
                <a:avLst/>
                <a:gdLst>
                  <a:gd name="T0" fmla="*/ 0 w 170"/>
                  <a:gd name="T1" fmla="*/ 0 h 182"/>
                  <a:gd name="T2" fmla="*/ 0 w 170"/>
                  <a:gd name="T3" fmla="*/ 0 h 182"/>
                  <a:gd name="T4" fmla="*/ 0 w 170"/>
                  <a:gd name="T5" fmla="*/ 0 h 182"/>
                  <a:gd name="T6" fmla="*/ 0 60000 65536"/>
                  <a:gd name="T7" fmla="*/ 0 60000 65536"/>
                  <a:gd name="T8" fmla="*/ 0 60000 65536"/>
                  <a:gd name="T9" fmla="*/ 0 w 170"/>
                  <a:gd name="T10" fmla="*/ 0 h 182"/>
                  <a:gd name="T11" fmla="*/ 170 w 170"/>
                  <a:gd name="T12" fmla="*/ 182 h 1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0" h="182">
                    <a:moveTo>
                      <a:pt x="0" y="182"/>
                    </a:moveTo>
                    <a:lnTo>
                      <a:pt x="169" y="0"/>
                    </a:lnTo>
                    <a:lnTo>
                      <a:pt x="17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2" name="Freeform 167"/>
              <p:cNvSpPr/>
              <p:nvPr/>
            </p:nvSpPr>
            <p:spPr bwMode="auto">
              <a:xfrm>
                <a:off x="1353" y="1780"/>
                <a:ext cx="217" cy="218"/>
              </a:xfrm>
              <a:custGeom>
                <a:avLst/>
                <a:gdLst>
                  <a:gd name="T0" fmla="*/ 0 w 870"/>
                  <a:gd name="T1" fmla="*/ 3 h 946"/>
                  <a:gd name="T2" fmla="*/ 3 w 870"/>
                  <a:gd name="T3" fmla="*/ 0 h 946"/>
                  <a:gd name="T4" fmla="*/ 3 w 870"/>
                  <a:gd name="T5" fmla="*/ 0 h 946"/>
                  <a:gd name="T6" fmla="*/ 0 60000 65536"/>
                  <a:gd name="T7" fmla="*/ 0 60000 65536"/>
                  <a:gd name="T8" fmla="*/ 0 60000 65536"/>
                  <a:gd name="T9" fmla="*/ 0 w 870"/>
                  <a:gd name="T10" fmla="*/ 0 h 946"/>
                  <a:gd name="T11" fmla="*/ 870 w 870"/>
                  <a:gd name="T12" fmla="*/ 946 h 9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70" h="946">
                    <a:moveTo>
                      <a:pt x="0" y="946"/>
                    </a:moveTo>
                    <a:lnTo>
                      <a:pt x="869" y="0"/>
                    </a:lnTo>
                    <a:lnTo>
                      <a:pt x="87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3" name="Freeform 168"/>
              <p:cNvSpPr/>
              <p:nvPr/>
            </p:nvSpPr>
            <p:spPr bwMode="auto">
              <a:xfrm>
                <a:off x="1422" y="1780"/>
                <a:ext cx="218" cy="218"/>
              </a:xfrm>
              <a:custGeom>
                <a:avLst/>
                <a:gdLst>
                  <a:gd name="T0" fmla="*/ 0 w 870"/>
                  <a:gd name="T1" fmla="*/ 3 h 946"/>
                  <a:gd name="T2" fmla="*/ 4 w 870"/>
                  <a:gd name="T3" fmla="*/ 0 h 946"/>
                  <a:gd name="T4" fmla="*/ 4 w 870"/>
                  <a:gd name="T5" fmla="*/ 0 h 946"/>
                  <a:gd name="T6" fmla="*/ 0 60000 65536"/>
                  <a:gd name="T7" fmla="*/ 0 60000 65536"/>
                  <a:gd name="T8" fmla="*/ 0 60000 65536"/>
                  <a:gd name="T9" fmla="*/ 0 w 870"/>
                  <a:gd name="T10" fmla="*/ 0 h 946"/>
                  <a:gd name="T11" fmla="*/ 870 w 870"/>
                  <a:gd name="T12" fmla="*/ 946 h 9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70" h="946">
                    <a:moveTo>
                      <a:pt x="0" y="946"/>
                    </a:moveTo>
                    <a:lnTo>
                      <a:pt x="869" y="0"/>
                    </a:lnTo>
                    <a:lnTo>
                      <a:pt x="87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4" name="Freeform 169"/>
              <p:cNvSpPr/>
              <p:nvPr/>
            </p:nvSpPr>
            <p:spPr bwMode="auto">
              <a:xfrm>
                <a:off x="1492" y="1848"/>
                <a:ext cx="149" cy="150"/>
              </a:xfrm>
              <a:custGeom>
                <a:avLst/>
                <a:gdLst>
                  <a:gd name="T0" fmla="*/ 0 w 597"/>
                  <a:gd name="T1" fmla="*/ 2 h 649"/>
                  <a:gd name="T2" fmla="*/ 2 w 597"/>
                  <a:gd name="T3" fmla="*/ 0 h 649"/>
                  <a:gd name="T4" fmla="*/ 2 w 597"/>
                  <a:gd name="T5" fmla="*/ 0 h 649"/>
                  <a:gd name="T6" fmla="*/ 0 60000 65536"/>
                  <a:gd name="T7" fmla="*/ 0 60000 65536"/>
                  <a:gd name="T8" fmla="*/ 0 60000 65536"/>
                  <a:gd name="T9" fmla="*/ 0 w 597"/>
                  <a:gd name="T10" fmla="*/ 0 h 649"/>
                  <a:gd name="T11" fmla="*/ 597 w 597"/>
                  <a:gd name="T12" fmla="*/ 649 h 64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97" h="649">
                    <a:moveTo>
                      <a:pt x="0" y="649"/>
                    </a:moveTo>
                    <a:lnTo>
                      <a:pt x="596" y="0"/>
                    </a:lnTo>
                    <a:lnTo>
                      <a:pt x="59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5" name="Freeform 170"/>
              <p:cNvSpPr/>
              <p:nvPr/>
            </p:nvSpPr>
            <p:spPr bwMode="auto">
              <a:xfrm>
                <a:off x="1860" y="1561"/>
                <a:ext cx="66" cy="66"/>
              </a:xfrm>
              <a:custGeom>
                <a:avLst/>
                <a:gdLst>
                  <a:gd name="T0" fmla="*/ 0 w 265"/>
                  <a:gd name="T1" fmla="*/ 1 h 287"/>
                  <a:gd name="T2" fmla="*/ 1 w 265"/>
                  <a:gd name="T3" fmla="*/ 0 h 287"/>
                  <a:gd name="T4" fmla="*/ 1 w 265"/>
                  <a:gd name="T5" fmla="*/ 0 h 287"/>
                  <a:gd name="T6" fmla="*/ 0 60000 65536"/>
                  <a:gd name="T7" fmla="*/ 0 60000 65536"/>
                  <a:gd name="T8" fmla="*/ 0 60000 65536"/>
                  <a:gd name="T9" fmla="*/ 0 w 265"/>
                  <a:gd name="T10" fmla="*/ 0 h 287"/>
                  <a:gd name="T11" fmla="*/ 265 w 265"/>
                  <a:gd name="T12" fmla="*/ 287 h 28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5" h="287">
                    <a:moveTo>
                      <a:pt x="0" y="287"/>
                    </a:moveTo>
                    <a:lnTo>
                      <a:pt x="264" y="0"/>
                    </a:lnTo>
                    <a:lnTo>
                      <a:pt x="2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6" name="Freeform 171"/>
              <p:cNvSpPr/>
              <p:nvPr/>
            </p:nvSpPr>
            <p:spPr bwMode="auto">
              <a:xfrm>
                <a:off x="1561" y="1919"/>
                <a:ext cx="80" cy="79"/>
              </a:xfrm>
              <a:custGeom>
                <a:avLst/>
                <a:gdLst>
                  <a:gd name="T0" fmla="*/ 0 w 319"/>
                  <a:gd name="T1" fmla="*/ 1 h 347"/>
                  <a:gd name="T2" fmla="*/ 1 w 319"/>
                  <a:gd name="T3" fmla="*/ 0 h 347"/>
                  <a:gd name="T4" fmla="*/ 1 w 319"/>
                  <a:gd name="T5" fmla="*/ 0 h 347"/>
                  <a:gd name="T6" fmla="*/ 0 60000 65536"/>
                  <a:gd name="T7" fmla="*/ 0 60000 65536"/>
                  <a:gd name="T8" fmla="*/ 0 60000 65536"/>
                  <a:gd name="T9" fmla="*/ 0 w 319"/>
                  <a:gd name="T10" fmla="*/ 0 h 347"/>
                  <a:gd name="T11" fmla="*/ 319 w 319"/>
                  <a:gd name="T12" fmla="*/ 347 h 3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9" h="347">
                    <a:moveTo>
                      <a:pt x="0" y="347"/>
                    </a:moveTo>
                    <a:lnTo>
                      <a:pt x="318" y="0"/>
                    </a:lnTo>
                    <a:lnTo>
                      <a:pt x="31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7" name="Freeform 172"/>
              <p:cNvSpPr/>
              <p:nvPr/>
            </p:nvSpPr>
            <p:spPr bwMode="auto">
              <a:xfrm>
                <a:off x="1860" y="1631"/>
                <a:ext cx="66" cy="67"/>
              </a:xfrm>
              <a:custGeom>
                <a:avLst/>
                <a:gdLst>
                  <a:gd name="T0" fmla="*/ 0 w 265"/>
                  <a:gd name="T1" fmla="*/ 1 h 285"/>
                  <a:gd name="T2" fmla="*/ 1 w 265"/>
                  <a:gd name="T3" fmla="*/ 0 h 285"/>
                  <a:gd name="T4" fmla="*/ 1 w 265"/>
                  <a:gd name="T5" fmla="*/ 0 h 285"/>
                  <a:gd name="T6" fmla="*/ 0 60000 65536"/>
                  <a:gd name="T7" fmla="*/ 0 60000 65536"/>
                  <a:gd name="T8" fmla="*/ 0 60000 65536"/>
                  <a:gd name="T9" fmla="*/ 0 w 265"/>
                  <a:gd name="T10" fmla="*/ 0 h 285"/>
                  <a:gd name="T11" fmla="*/ 265 w 265"/>
                  <a:gd name="T12" fmla="*/ 285 h 2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5" h="285">
                    <a:moveTo>
                      <a:pt x="0" y="285"/>
                    </a:moveTo>
                    <a:lnTo>
                      <a:pt x="264" y="0"/>
                    </a:lnTo>
                    <a:lnTo>
                      <a:pt x="2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8" name="Freeform 173"/>
              <p:cNvSpPr/>
              <p:nvPr/>
            </p:nvSpPr>
            <p:spPr bwMode="auto">
              <a:xfrm>
                <a:off x="1860" y="1701"/>
                <a:ext cx="66" cy="66"/>
              </a:xfrm>
              <a:custGeom>
                <a:avLst/>
                <a:gdLst>
                  <a:gd name="T0" fmla="*/ 0 w 265"/>
                  <a:gd name="T1" fmla="*/ 1 h 287"/>
                  <a:gd name="T2" fmla="*/ 1 w 265"/>
                  <a:gd name="T3" fmla="*/ 0 h 287"/>
                  <a:gd name="T4" fmla="*/ 1 w 265"/>
                  <a:gd name="T5" fmla="*/ 0 h 287"/>
                  <a:gd name="T6" fmla="*/ 0 60000 65536"/>
                  <a:gd name="T7" fmla="*/ 0 60000 65536"/>
                  <a:gd name="T8" fmla="*/ 0 60000 65536"/>
                  <a:gd name="T9" fmla="*/ 0 w 265"/>
                  <a:gd name="T10" fmla="*/ 0 h 287"/>
                  <a:gd name="T11" fmla="*/ 265 w 265"/>
                  <a:gd name="T12" fmla="*/ 287 h 28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5" h="287">
                    <a:moveTo>
                      <a:pt x="0" y="287"/>
                    </a:moveTo>
                    <a:lnTo>
                      <a:pt x="264" y="0"/>
                    </a:lnTo>
                    <a:lnTo>
                      <a:pt x="2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9" name="Freeform 174"/>
              <p:cNvSpPr/>
              <p:nvPr/>
            </p:nvSpPr>
            <p:spPr bwMode="auto">
              <a:xfrm>
                <a:off x="1860" y="1771"/>
                <a:ext cx="66" cy="66"/>
              </a:xfrm>
              <a:custGeom>
                <a:avLst/>
                <a:gdLst>
                  <a:gd name="T0" fmla="*/ 0 w 265"/>
                  <a:gd name="T1" fmla="*/ 1 h 287"/>
                  <a:gd name="T2" fmla="*/ 1 w 265"/>
                  <a:gd name="T3" fmla="*/ 0 h 287"/>
                  <a:gd name="T4" fmla="*/ 1 w 265"/>
                  <a:gd name="T5" fmla="*/ 0 h 287"/>
                  <a:gd name="T6" fmla="*/ 0 60000 65536"/>
                  <a:gd name="T7" fmla="*/ 0 60000 65536"/>
                  <a:gd name="T8" fmla="*/ 0 60000 65536"/>
                  <a:gd name="T9" fmla="*/ 0 w 265"/>
                  <a:gd name="T10" fmla="*/ 0 h 287"/>
                  <a:gd name="T11" fmla="*/ 265 w 265"/>
                  <a:gd name="T12" fmla="*/ 287 h 28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5" h="287">
                    <a:moveTo>
                      <a:pt x="0" y="287"/>
                    </a:moveTo>
                    <a:lnTo>
                      <a:pt x="264" y="0"/>
                    </a:lnTo>
                    <a:lnTo>
                      <a:pt x="2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0" name="Freeform 175"/>
              <p:cNvSpPr/>
              <p:nvPr/>
            </p:nvSpPr>
            <p:spPr bwMode="auto">
              <a:xfrm>
                <a:off x="1860" y="1841"/>
                <a:ext cx="66" cy="66"/>
              </a:xfrm>
              <a:custGeom>
                <a:avLst/>
                <a:gdLst>
                  <a:gd name="T0" fmla="*/ 0 w 265"/>
                  <a:gd name="T1" fmla="*/ 1 h 286"/>
                  <a:gd name="T2" fmla="*/ 1 w 265"/>
                  <a:gd name="T3" fmla="*/ 0 h 286"/>
                  <a:gd name="T4" fmla="*/ 1 w 265"/>
                  <a:gd name="T5" fmla="*/ 0 h 286"/>
                  <a:gd name="T6" fmla="*/ 0 60000 65536"/>
                  <a:gd name="T7" fmla="*/ 0 60000 65536"/>
                  <a:gd name="T8" fmla="*/ 0 60000 65536"/>
                  <a:gd name="T9" fmla="*/ 0 w 265"/>
                  <a:gd name="T10" fmla="*/ 0 h 286"/>
                  <a:gd name="T11" fmla="*/ 265 w 265"/>
                  <a:gd name="T12" fmla="*/ 286 h 28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5" h="286">
                    <a:moveTo>
                      <a:pt x="0" y="286"/>
                    </a:moveTo>
                    <a:lnTo>
                      <a:pt x="264" y="0"/>
                    </a:lnTo>
                    <a:lnTo>
                      <a:pt x="2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1" name="Freeform 176"/>
              <p:cNvSpPr/>
              <p:nvPr/>
            </p:nvSpPr>
            <p:spPr bwMode="auto">
              <a:xfrm>
                <a:off x="1860" y="1886"/>
                <a:ext cx="90" cy="91"/>
              </a:xfrm>
              <a:custGeom>
                <a:avLst/>
                <a:gdLst>
                  <a:gd name="T0" fmla="*/ 0 w 363"/>
                  <a:gd name="T1" fmla="*/ 1 h 393"/>
                  <a:gd name="T2" fmla="*/ 1 w 363"/>
                  <a:gd name="T3" fmla="*/ 0 h 393"/>
                  <a:gd name="T4" fmla="*/ 1 w 363"/>
                  <a:gd name="T5" fmla="*/ 0 h 393"/>
                  <a:gd name="T6" fmla="*/ 0 60000 65536"/>
                  <a:gd name="T7" fmla="*/ 0 60000 65536"/>
                  <a:gd name="T8" fmla="*/ 0 60000 65536"/>
                  <a:gd name="T9" fmla="*/ 0 w 363"/>
                  <a:gd name="T10" fmla="*/ 0 h 393"/>
                  <a:gd name="T11" fmla="*/ 363 w 363"/>
                  <a:gd name="T12" fmla="*/ 393 h 3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3" h="393">
                    <a:moveTo>
                      <a:pt x="0" y="393"/>
                    </a:moveTo>
                    <a:lnTo>
                      <a:pt x="362" y="0"/>
                    </a:lnTo>
                    <a:lnTo>
                      <a:pt x="36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2" name="Freeform 177"/>
              <p:cNvSpPr/>
              <p:nvPr/>
            </p:nvSpPr>
            <p:spPr bwMode="auto">
              <a:xfrm>
                <a:off x="1908" y="1914"/>
                <a:ext cx="84" cy="84"/>
              </a:xfrm>
              <a:custGeom>
                <a:avLst/>
                <a:gdLst>
                  <a:gd name="T0" fmla="*/ 0 w 334"/>
                  <a:gd name="T1" fmla="*/ 1 h 364"/>
                  <a:gd name="T2" fmla="*/ 1 w 334"/>
                  <a:gd name="T3" fmla="*/ 0 h 364"/>
                  <a:gd name="T4" fmla="*/ 1 w 334"/>
                  <a:gd name="T5" fmla="*/ 0 h 364"/>
                  <a:gd name="T6" fmla="*/ 0 60000 65536"/>
                  <a:gd name="T7" fmla="*/ 0 60000 65536"/>
                  <a:gd name="T8" fmla="*/ 0 60000 65536"/>
                  <a:gd name="T9" fmla="*/ 0 w 334"/>
                  <a:gd name="T10" fmla="*/ 0 h 364"/>
                  <a:gd name="T11" fmla="*/ 334 w 334"/>
                  <a:gd name="T12" fmla="*/ 364 h 3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4" h="364">
                    <a:moveTo>
                      <a:pt x="0" y="364"/>
                    </a:moveTo>
                    <a:lnTo>
                      <a:pt x="333" y="0"/>
                    </a:lnTo>
                    <a:lnTo>
                      <a:pt x="33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58" name="Freeform 178"/>
            <p:cNvSpPr/>
            <p:nvPr/>
          </p:nvSpPr>
          <p:spPr bwMode="auto">
            <a:xfrm>
              <a:off x="3031" y="978"/>
              <a:ext cx="262" cy="1"/>
            </a:xfrm>
            <a:custGeom>
              <a:avLst/>
              <a:gdLst>
                <a:gd name="T0" fmla="*/ 4 w 1052"/>
                <a:gd name="T1" fmla="*/ 0 h 1"/>
                <a:gd name="T2" fmla="*/ 0 w 1052"/>
                <a:gd name="T3" fmla="*/ 0 h 1"/>
                <a:gd name="T4" fmla="*/ 0 w 1052"/>
                <a:gd name="T5" fmla="*/ 0 h 1"/>
                <a:gd name="T6" fmla="*/ 0 60000 65536"/>
                <a:gd name="T7" fmla="*/ 0 60000 65536"/>
                <a:gd name="T8" fmla="*/ 0 60000 65536"/>
                <a:gd name="T9" fmla="*/ 0 w 1052"/>
                <a:gd name="T10" fmla="*/ 0 h 1"/>
                <a:gd name="T11" fmla="*/ 1052 w 105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2" h="1">
                  <a:moveTo>
                    <a:pt x="1052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Freeform 179"/>
            <p:cNvSpPr/>
            <p:nvPr/>
          </p:nvSpPr>
          <p:spPr bwMode="auto">
            <a:xfrm>
              <a:off x="2990" y="1028"/>
              <a:ext cx="1" cy="112"/>
            </a:xfrm>
            <a:custGeom>
              <a:avLst/>
              <a:gdLst>
                <a:gd name="T0" fmla="*/ 0 w 1"/>
                <a:gd name="T1" fmla="*/ 1 h 485"/>
                <a:gd name="T2" fmla="*/ 0 w 1"/>
                <a:gd name="T3" fmla="*/ 0 h 485"/>
                <a:gd name="T4" fmla="*/ 1 w 1"/>
                <a:gd name="T5" fmla="*/ 0 h 485"/>
                <a:gd name="T6" fmla="*/ 0 60000 65536"/>
                <a:gd name="T7" fmla="*/ 0 60000 65536"/>
                <a:gd name="T8" fmla="*/ 0 60000 65536"/>
                <a:gd name="T9" fmla="*/ 0 w 1"/>
                <a:gd name="T10" fmla="*/ 0 h 485"/>
                <a:gd name="T11" fmla="*/ 1 w 1"/>
                <a:gd name="T12" fmla="*/ 485 h 4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85">
                  <a:moveTo>
                    <a:pt x="0" y="48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Freeform 180"/>
            <p:cNvSpPr/>
            <p:nvPr/>
          </p:nvSpPr>
          <p:spPr bwMode="auto">
            <a:xfrm>
              <a:off x="3089" y="978"/>
              <a:ext cx="1" cy="162"/>
            </a:xfrm>
            <a:custGeom>
              <a:avLst/>
              <a:gdLst>
                <a:gd name="T0" fmla="*/ 0 w 1"/>
                <a:gd name="T1" fmla="*/ 2 h 701"/>
                <a:gd name="T2" fmla="*/ 0 w 1"/>
                <a:gd name="T3" fmla="*/ 0 h 701"/>
                <a:gd name="T4" fmla="*/ 1 w 1"/>
                <a:gd name="T5" fmla="*/ 0 h 701"/>
                <a:gd name="T6" fmla="*/ 0 60000 65536"/>
                <a:gd name="T7" fmla="*/ 0 60000 65536"/>
                <a:gd name="T8" fmla="*/ 0 60000 65536"/>
                <a:gd name="T9" fmla="*/ 0 w 1"/>
                <a:gd name="T10" fmla="*/ 0 h 701"/>
                <a:gd name="T11" fmla="*/ 1 w 1"/>
                <a:gd name="T12" fmla="*/ 701 h 7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01">
                  <a:moveTo>
                    <a:pt x="0" y="70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Freeform 181"/>
            <p:cNvSpPr/>
            <p:nvPr/>
          </p:nvSpPr>
          <p:spPr bwMode="auto">
            <a:xfrm>
              <a:off x="3031" y="978"/>
              <a:ext cx="1" cy="50"/>
            </a:xfrm>
            <a:custGeom>
              <a:avLst/>
              <a:gdLst>
                <a:gd name="T0" fmla="*/ 0 w 1"/>
                <a:gd name="T1" fmla="*/ 1 h 216"/>
                <a:gd name="T2" fmla="*/ 0 w 1"/>
                <a:gd name="T3" fmla="*/ 0 h 216"/>
                <a:gd name="T4" fmla="*/ 1 w 1"/>
                <a:gd name="T5" fmla="*/ 0 h 216"/>
                <a:gd name="T6" fmla="*/ 0 60000 65536"/>
                <a:gd name="T7" fmla="*/ 0 60000 65536"/>
                <a:gd name="T8" fmla="*/ 0 60000 65536"/>
                <a:gd name="T9" fmla="*/ 0 w 1"/>
                <a:gd name="T10" fmla="*/ 0 h 216"/>
                <a:gd name="T11" fmla="*/ 1 w 1"/>
                <a:gd name="T12" fmla="*/ 216 h 2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16">
                  <a:moveTo>
                    <a:pt x="0" y="21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Freeform 182"/>
            <p:cNvSpPr/>
            <p:nvPr/>
          </p:nvSpPr>
          <p:spPr bwMode="auto">
            <a:xfrm>
              <a:off x="3235" y="978"/>
              <a:ext cx="1" cy="162"/>
            </a:xfrm>
            <a:custGeom>
              <a:avLst/>
              <a:gdLst>
                <a:gd name="T0" fmla="*/ 0 w 1"/>
                <a:gd name="T1" fmla="*/ 2 h 701"/>
                <a:gd name="T2" fmla="*/ 0 w 1"/>
                <a:gd name="T3" fmla="*/ 0 h 701"/>
                <a:gd name="T4" fmla="*/ 1 w 1"/>
                <a:gd name="T5" fmla="*/ 0 h 701"/>
                <a:gd name="T6" fmla="*/ 0 60000 65536"/>
                <a:gd name="T7" fmla="*/ 0 60000 65536"/>
                <a:gd name="T8" fmla="*/ 0 60000 65536"/>
                <a:gd name="T9" fmla="*/ 0 w 1"/>
                <a:gd name="T10" fmla="*/ 0 h 701"/>
                <a:gd name="T11" fmla="*/ 1 w 1"/>
                <a:gd name="T12" fmla="*/ 701 h 7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01">
                  <a:moveTo>
                    <a:pt x="0" y="70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Freeform 183"/>
            <p:cNvSpPr/>
            <p:nvPr/>
          </p:nvSpPr>
          <p:spPr bwMode="auto">
            <a:xfrm>
              <a:off x="3293" y="1028"/>
              <a:ext cx="173" cy="1"/>
            </a:xfrm>
            <a:custGeom>
              <a:avLst/>
              <a:gdLst>
                <a:gd name="T0" fmla="*/ 3 w 688"/>
                <a:gd name="T1" fmla="*/ 0 h 1"/>
                <a:gd name="T2" fmla="*/ 0 w 688"/>
                <a:gd name="T3" fmla="*/ 0 h 1"/>
                <a:gd name="T4" fmla="*/ 0 w 688"/>
                <a:gd name="T5" fmla="*/ 0 h 1"/>
                <a:gd name="T6" fmla="*/ 0 60000 65536"/>
                <a:gd name="T7" fmla="*/ 0 60000 65536"/>
                <a:gd name="T8" fmla="*/ 0 60000 65536"/>
                <a:gd name="T9" fmla="*/ 0 w 688"/>
                <a:gd name="T10" fmla="*/ 0 h 1"/>
                <a:gd name="T11" fmla="*/ 688 w 68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8" h="1">
                  <a:moveTo>
                    <a:pt x="68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4" name="Group 184"/>
            <p:cNvGrpSpPr/>
            <p:nvPr/>
          </p:nvGrpSpPr>
          <p:grpSpPr bwMode="auto">
            <a:xfrm>
              <a:off x="3162" y="940"/>
              <a:ext cx="1" cy="245"/>
              <a:chOff x="1155" y="1798"/>
              <a:chExt cx="1" cy="245"/>
            </a:xfrm>
          </p:grpSpPr>
          <p:sp>
            <p:nvSpPr>
              <p:cNvPr id="208" name="Freeform 185"/>
              <p:cNvSpPr/>
              <p:nvPr/>
            </p:nvSpPr>
            <p:spPr bwMode="auto">
              <a:xfrm>
                <a:off x="1155" y="1931"/>
                <a:ext cx="1" cy="8"/>
              </a:xfrm>
              <a:custGeom>
                <a:avLst/>
                <a:gdLst>
                  <a:gd name="T0" fmla="*/ 0 w 1"/>
                  <a:gd name="T1" fmla="*/ 0 h 36"/>
                  <a:gd name="T2" fmla="*/ 0 w 1"/>
                  <a:gd name="T3" fmla="*/ 0 h 36"/>
                  <a:gd name="T4" fmla="*/ 1 w 1"/>
                  <a:gd name="T5" fmla="*/ 0 h 3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6"/>
                  <a:gd name="T11" fmla="*/ 1 w 1"/>
                  <a:gd name="T12" fmla="*/ 36 h 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6">
                    <a:moveTo>
                      <a:pt x="0" y="3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9" name="Freeform 186"/>
              <p:cNvSpPr/>
              <p:nvPr/>
            </p:nvSpPr>
            <p:spPr bwMode="auto">
              <a:xfrm>
                <a:off x="1155" y="1959"/>
                <a:ext cx="1" cy="84"/>
              </a:xfrm>
              <a:custGeom>
                <a:avLst/>
                <a:gdLst>
                  <a:gd name="T0" fmla="*/ 0 w 1"/>
                  <a:gd name="T1" fmla="*/ 1 h 363"/>
                  <a:gd name="T2" fmla="*/ 0 w 1"/>
                  <a:gd name="T3" fmla="*/ 0 h 363"/>
                  <a:gd name="T4" fmla="*/ 1 w 1"/>
                  <a:gd name="T5" fmla="*/ 0 h 36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63"/>
                  <a:gd name="T11" fmla="*/ 1 w 1"/>
                  <a:gd name="T12" fmla="*/ 363 h 36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63">
                    <a:moveTo>
                      <a:pt x="0" y="36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0" name="Freeform 187"/>
              <p:cNvSpPr/>
              <p:nvPr/>
            </p:nvSpPr>
            <p:spPr bwMode="auto">
              <a:xfrm>
                <a:off x="1155" y="1798"/>
                <a:ext cx="1" cy="112"/>
              </a:xfrm>
              <a:custGeom>
                <a:avLst/>
                <a:gdLst>
                  <a:gd name="T0" fmla="*/ 0 w 1"/>
                  <a:gd name="T1" fmla="*/ 1 h 487"/>
                  <a:gd name="T2" fmla="*/ 0 w 1"/>
                  <a:gd name="T3" fmla="*/ 0 h 487"/>
                  <a:gd name="T4" fmla="*/ 1 w 1"/>
                  <a:gd name="T5" fmla="*/ 0 h 48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87"/>
                  <a:gd name="T11" fmla="*/ 1 w 1"/>
                  <a:gd name="T12" fmla="*/ 487 h 48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87">
                    <a:moveTo>
                      <a:pt x="0" y="48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65" name="Freeform 188"/>
            <p:cNvSpPr/>
            <p:nvPr/>
          </p:nvSpPr>
          <p:spPr bwMode="auto">
            <a:xfrm>
              <a:off x="3287" y="978"/>
              <a:ext cx="1" cy="50"/>
            </a:xfrm>
            <a:custGeom>
              <a:avLst/>
              <a:gdLst>
                <a:gd name="T0" fmla="*/ 0 w 1"/>
                <a:gd name="T1" fmla="*/ 1 h 216"/>
                <a:gd name="T2" fmla="*/ 0 w 1"/>
                <a:gd name="T3" fmla="*/ 0 h 216"/>
                <a:gd name="T4" fmla="*/ 1 w 1"/>
                <a:gd name="T5" fmla="*/ 0 h 216"/>
                <a:gd name="T6" fmla="*/ 0 60000 65536"/>
                <a:gd name="T7" fmla="*/ 0 60000 65536"/>
                <a:gd name="T8" fmla="*/ 0 60000 65536"/>
                <a:gd name="T9" fmla="*/ 0 w 1"/>
                <a:gd name="T10" fmla="*/ 0 h 216"/>
                <a:gd name="T11" fmla="*/ 1 w 1"/>
                <a:gd name="T12" fmla="*/ 216 h 2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16">
                  <a:moveTo>
                    <a:pt x="0" y="21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Freeform 189"/>
            <p:cNvSpPr/>
            <p:nvPr/>
          </p:nvSpPr>
          <p:spPr bwMode="auto">
            <a:xfrm>
              <a:off x="3648" y="822"/>
              <a:ext cx="18" cy="100"/>
            </a:xfrm>
            <a:custGeom>
              <a:avLst/>
              <a:gdLst>
                <a:gd name="T0" fmla="*/ 0 w 18"/>
                <a:gd name="T1" fmla="*/ 100 h 100"/>
                <a:gd name="T2" fmla="*/ 18 w 18"/>
                <a:gd name="T3" fmla="*/ 48 h 100"/>
                <a:gd name="T4" fmla="*/ 0 w 18"/>
                <a:gd name="T5" fmla="*/ 0 h 100"/>
                <a:gd name="T6" fmla="*/ 0 60000 65536"/>
                <a:gd name="T7" fmla="*/ 0 60000 65536"/>
                <a:gd name="T8" fmla="*/ 0 60000 65536"/>
                <a:gd name="T9" fmla="*/ 0 w 18"/>
                <a:gd name="T10" fmla="*/ 0 h 100"/>
                <a:gd name="T11" fmla="*/ 18 w 18"/>
                <a:gd name="T12" fmla="*/ 100 h 1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" h="100">
                  <a:moveTo>
                    <a:pt x="0" y="100"/>
                  </a:moveTo>
                  <a:lnTo>
                    <a:pt x="18" y="48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Freeform 190"/>
            <p:cNvSpPr/>
            <p:nvPr/>
          </p:nvSpPr>
          <p:spPr bwMode="auto">
            <a:xfrm>
              <a:off x="3867" y="684"/>
              <a:ext cx="1" cy="456"/>
            </a:xfrm>
            <a:custGeom>
              <a:avLst/>
              <a:gdLst>
                <a:gd name="T0" fmla="*/ 0 w 1"/>
                <a:gd name="T1" fmla="*/ 6 h 1974"/>
                <a:gd name="T2" fmla="*/ 0 w 1"/>
                <a:gd name="T3" fmla="*/ 0 h 1974"/>
                <a:gd name="T4" fmla="*/ 1 w 1"/>
                <a:gd name="T5" fmla="*/ 0 h 1974"/>
                <a:gd name="T6" fmla="*/ 0 60000 65536"/>
                <a:gd name="T7" fmla="*/ 0 60000 65536"/>
                <a:gd name="T8" fmla="*/ 0 60000 65536"/>
                <a:gd name="T9" fmla="*/ 0 w 1"/>
                <a:gd name="T10" fmla="*/ 0 h 1974"/>
                <a:gd name="T11" fmla="*/ 1 w 1"/>
                <a:gd name="T12" fmla="*/ 1974 h 19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974">
                  <a:moveTo>
                    <a:pt x="0" y="197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Freeform 191"/>
            <p:cNvSpPr/>
            <p:nvPr/>
          </p:nvSpPr>
          <p:spPr bwMode="auto">
            <a:xfrm>
              <a:off x="3933" y="684"/>
              <a:ext cx="1" cy="344"/>
            </a:xfrm>
            <a:custGeom>
              <a:avLst/>
              <a:gdLst>
                <a:gd name="T0" fmla="*/ 0 w 1"/>
                <a:gd name="T1" fmla="*/ 4 h 1489"/>
                <a:gd name="T2" fmla="*/ 0 w 1"/>
                <a:gd name="T3" fmla="*/ 0 h 1489"/>
                <a:gd name="T4" fmla="*/ 1 w 1"/>
                <a:gd name="T5" fmla="*/ 0 h 1489"/>
                <a:gd name="T6" fmla="*/ 0 60000 65536"/>
                <a:gd name="T7" fmla="*/ 0 60000 65536"/>
                <a:gd name="T8" fmla="*/ 0 60000 65536"/>
                <a:gd name="T9" fmla="*/ 0 w 1"/>
                <a:gd name="T10" fmla="*/ 0 h 1489"/>
                <a:gd name="T11" fmla="*/ 1 w 1"/>
                <a:gd name="T12" fmla="*/ 1489 h 14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489">
                  <a:moveTo>
                    <a:pt x="0" y="148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9" name="Group 192"/>
            <p:cNvGrpSpPr/>
            <p:nvPr/>
          </p:nvGrpSpPr>
          <p:grpSpPr bwMode="auto">
            <a:xfrm>
              <a:off x="3757" y="1241"/>
              <a:ext cx="1" cy="570"/>
              <a:chOff x="1750" y="2099"/>
              <a:chExt cx="1" cy="570"/>
            </a:xfrm>
          </p:grpSpPr>
          <p:sp>
            <p:nvSpPr>
              <p:cNvPr id="205" name="Freeform 193"/>
              <p:cNvSpPr/>
              <p:nvPr/>
            </p:nvSpPr>
            <p:spPr bwMode="auto">
              <a:xfrm>
                <a:off x="1750" y="2365"/>
                <a:ext cx="1" cy="304"/>
              </a:xfrm>
              <a:custGeom>
                <a:avLst/>
                <a:gdLst>
                  <a:gd name="T0" fmla="*/ 0 w 1"/>
                  <a:gd name="T1" fmla="*/ 0 h 1318"/>
                  <a:gd name="T2" fmla="*/ 0 w 1"/>
                  <a:gd name="T3" fmla="*/ 4 h 1318"/>
                  <a:gd name="T4" fmla="*/ 1 w 1"/>
                  <a:gd name="T5" fmla="*/ 4 h 131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318"/>
                  <a:gd name="T11" fmla="*/ 1 w 1"/>
                  <a:gd name="T12" fmla="*/ 1318 h 13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318">
                    <a:moveTo>
                      <a:pt x="0" y="0"/>
                    </a:moveTo>
                    <a:lnTo>
                      <a:pt x="0" y="1318"/>
                    </a:lnTo>
                    <a:lnTo>
                      <a:pt x="1" y="131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6" name="Freeform 194"/>
              <p:cNvSpPr/>
              <p:nvPr/>
            </p:nvSpPr>
            <p:spPr bwMode="auto">
              <a:xfrm>
                <a:off x="1750" y="2099"/>
                <a:ext cx="1" cy="221"/>
              </a:xfrm>
              <a:custGeom>
                <a:avLst/>
                <a:gdLst>
                  <a:gd name="T0" fmla="*/ 0 w 1"/>
                  <a:gd name="T1" fmla="*/ 0 h 954"/>
                  <a:gd name="T2" fmla="*/ 0 w 1"/>
                  <a:gd name="T3" fmla="*/ 3 h 954"/>
                  <a:gd name="T4" fmla="*/ 1 w 1"/>
                  <a:gd name="T5" fmla="*/ 3 h 95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954"/>
                  <a:gd name="T11" fmla="*/ 1 w 1"/>
                  <a:gd name="T12" fmla="*/ 954 h 95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954">
                    <a:moveTo>
                      <a:pt x="0" y="0"/>
                    </a:moveTo>
                    <a:lnTo>
                      <a:pt x="0" y="954"/>
                    </a:lnTo>
                    <a:lnTo>
                      <a:pt x="1" y="954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7" name="Freeform 195"/>
              <p:cNvSpPr/>
              <p:nvPr/>
            </p:nvSpPr>
            <p:spPr bwMode="auto">
              <a:xfrm>
                <a:off x="1750" y="2333"/>
                <a:ext cx="1" cy="16"/>
              </a:xfrm>
              <a:custGeom>
                <a:avLst/>
                <a:gdLst>
                  <a:gd name="T0" fmla="*/ 0 w 1"/>
                  <a:gd name="T1" fmla="*/ 0 h 71"/>
                  <a:gd name="T2" fmla="*/ 0 w 1"/>
                  <a:gd name="T3" fmla="*/ 0 h 71"/>
                  <a:gd name="T4" fmla="*/ 1 w 1"/>
                  <a:gd name="T5" fmla="*/ 0 h 7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1"/>
                  <a:gd name="T11" fmla="*/ 1 w 1"/>
                  <a:gd name="T12" fmla="*/ 71 h 7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1">
                    <a:moveTo>
                      <a:pt x="0" y="0"/>
                    </a:moveTo>
                    <a:lnTo>
                      <a:pt x="0" y="71"/>
                    </a:lnTo>
                    <a:lnTo>
                      <a:pt x="1" y="7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0" name="Group 196"/>
            <p:cNvGrpSpPr/>
            <p:nvPr/>
          </p:nvGrpSpPr>
          <p:grpSpPr bwMode="auto">
            <a:xfrm>
              <a:off x="2954" y="1530"/>
              <a:ext cx="1090" cy="1"/>
              <a:chOff x="947" y="2388"/>
              <a:chExt cx="1090" cy="1"/>
            </a:xfrm>
          </p:grpSpPr>
          <p:sp>
            <p:nvSpPr>
              <p:cNvPr id="200" name="Freeform 197"/>
              <p:cNvSpPr/>
              <p:nvPr/>
            </p:nvSpPr>
            <p:spPr bwMode="auto">
              <a:xfrm>
                <a:off x="1390" y="2388"/>
                <a:ext cx="396" cy="1"/>
              </a:xfrm>
              <a:custGeom>
                <a:avLst/>
                <a:gdLst>
                  <a:gd name="T0" fmla="*/ 0 w 1581"/>
                  <a:gd name="T1" fmla="*/ 0 h 1"/>
                  <a:gd name="T2" fmla="*/ 6 w 1581"/>
                  <a:gd name="T3" fmla="*/ 0 h 1"/>
                  <a:gd name="T4" fmla="*/ 6 w 158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581"/>
                  <a:gd name="T10" fmla="*/ 0 h 1"/>
                  <a:gd name="T11" fmla="*/ 1581 w 158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81" h="1">
                    <a:moveTo>
                      <a:pt x="0" y="0"/>
                    </a:moveTo>
                    <a:lnTo>
                      <a:pt x="1580" y="0"/>
                    </a:lnTo>
                    <a:lnTo>
                      <a:pt x="158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1" name="Freeform 198"/>
              <p:cNvSpPr/>
              <p:nvPr/>
            </p:nvSpPr>
            <p:spPr bwMode="auto">
              <a:xfrm>
                <a:off x="947" y="2388"/>
                <a:ext cx="395" cy="1"/>
              </a:xfrm>
              <a:custGeom>
                <a:avLst/>
                <a:gdLst>
                  <a:gd name="T0" fmla="*/ 0 w 1580"/>
                  <a:gd name="T1" fmla="*/ 0 h 1"/>
                  <a:gd name="T2" fmla="*/ 6 w 1580"/>
                  <a:gd name="T3" fmla="*/ 0 h 1"/>
                  <a:gd name="T4" fmla="*/ 6 w 158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580"/>
                  <a:gd name="T10" fmla="*/ 0 h 1"/>
                  <a:gd name="T11" fmla="*/ 1580 w 158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80" h="1">
                    <a:moveTo>
                      <a:pt x="0" y="0"/>
                    </a:moveTo>
                    <a:lnTo>
                      <a:pt x="1579" y="0"/>
                    </a:lnTo>
                    <a:lnTo>
                      <a:pt x="158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2" name="Freeform 199"/>
              <p:cNvSpPr/>
              <p:nvPr/>
            </p:nvSpPr>
            <p:spPr bwMode="auto">
              <a:xfrm>
                <a:off x="1358" y="2388"/>
                <a:ext cx="13" cy="1"/>
              </a:xfrm>
              <a:custGeom>
                <a:avLst/>
                <a:gdLst>
                  <a:gd name="T0" fmla="*/ 0 w 50"/>
                  <a:gd name="T1" fmla="*/ 0 h 1"/>
                  <a:gd name="T2" fmla="*/ 0 w 50"/>
                  <a:gd name="T3" fmla="*/ 0 h 1"/>
                  <a:gd name="T4" fmla="*/ 0 w 5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0"/>
                  <a:gd name="T10" fmla="*/ 0 h 1"/>
                  <a:gd name="T11" fmla="*/ 50 w 5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0" h="1">
                    <a:moveTo>
                      <a:pt x="0" y="0"/>
                    </a:moveTo>
                    <a:lnTo>
                      <a:pt x="49" y="0"/>
                    </a:lnTo>
                    <a:lnTo>
                      <a:pt x="5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3" name="Freeform 200"/>
              <p:cNvSpPr/>
              <p:nvPr/>
            </p:nvSpPr>
            <p:spPr bwMode="auto">
              <a:xfrm>
                <a:off x="1837" y="2388"/>
                <a:ext cx="200" cy="1"/>
              </a:xfrm>
              <a:custGeom>
                <a:avLst/>
                <a:gdLst>
                  <a:gd name="T0" fmla="*/ 0 w 801"/>
                  <a:gd name="T1" fmla="*/ 0 h 1"/>
                  <a:gd name="T2" fmla="*/ 3 w 801"/>
                  <a:gd name="T3" fmla="*/ 0 h 1"/>
                  <a:gd name="T4" fmla="*/ 3 w 80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801"/>
                  <a:gd name="T10" fmla="*/ 0 h 1"/>
                  <a:gd name="T11" fmla="*/ 801 w 80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1" h="1">
                    <a:moveTo>
                      <a:pt x="0" y="0"/>
                    </a:moveTo>
                    <a:lnTo>
                      <a:pt x="800" y="0"/>
                    </a:lnTo>
                    <a:lnTo>
                      <a:pt x="80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4" name="Freeform 201"/>
              <p:cNvSpPr/>
              <p:nvPr/>
            </p:nvSpPr>
            <p:spPr bwMode="auto">
              <a:xfrm>
                <a:off x="1802" y="2388"/>
                <a:ext cx="16" cy="1"/>
              </a:xfrm>
              <a:custGeom>
                <a:avLst/>
                <a:gdLst>
                  <a:gd name="T0" fmla="*/ 0 w 68"/>
                  <a:gd name="T1" fmla="*/ 0 h 1"/>
                  <a:gd name="T2" fmla="*/ 0 w 68"/>
                  <a:gd name="T3" fmla="*/ 0 h 1"/>
                  <a:gd name="T4" fmla="*/ 0 w 6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8"/>
                  <a:gd name="T10" fmla="*/ 0 h 1"/>
                  <a:gd name="T11" fmla="*/ 68 w 6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8" h="1">
                    <a:moveTo>
                      <a:pt x="0" y="0"/>
                    </a:moveTo>
                    <a:lnTo>
                      <a:pt x="67" y="0"/>
                    </a:lnTo>
                    <a:lnTo>
                      <a:pt x="6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71" name="Freeform 202"/>
            <p:cNvSpPr/>
            <p:nvPr/>
          </p:nvSpPr>
          <p:spPr bwMode="auto">
            <a:xfrm>
              <a:off x="3648" y="922"/>
              <a:ext cx="1" cy="218"/>
            </a:xfrm>
            <a:custGeom>
              <a:avLst/>
              <a:gdLst>
                <a:gd name="T0" fmla="*/ 0 w 1"/>
                <a:gd name="T1" fmla="*/ 3 h 946"/>
                <a:gd name="T2" fmla="*/ 0 w 1"/>
                <a:gd name="T3" fmla="*/ 0 h 946"/>
                <a:gd name="T4" fmla="*/ 1 w 1"/>
                <a:gd name="T5" fmla="*/ 0 h 946"/>
                <a:gd name="T6" fmla="*/ 0 60000 65536"/>
                <a:gd name="T7" fmla="*/ 0 60000 65536"/>
                <a:gd name="T8" fmla="*/ 0 60000 65536"/>
                <a:gd name="T9" fmla="*/ 0 w 1"/>
                <a:gd name="T10" fmla="*/ 0 h 946"/>
                <a:gd name="T11" fmla="*/ 1 w 1"/>
                <a:gd name="T12" fmla="*/ 946 h 9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946">
                  <a:moveTo>
                    <a:pt x="0" y="94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72" name="Group 203"/>
            <p:cNvGrpSpPr/>
            <p:nvPr/>
          </p:nvGrpSpPr>
          <p:grpSpPr bwMode="auto">
            <a:xfrm>
              <a:off x="3434" y="878"/>
              <a:ext cx="258" cy="1"/>
              <a:chOff x="1427" y="1736"/>
              <a:chExt cx="258" cy="1"/>
            </a:xfrm>
          </p:grpSpPr>
          <p:sp>
            <p:nvSpPr>
              <p:cNvPr id="197" name="Freeform 204"/>
              <p:cNvSpPr/>
              <p:nvPr/>
            </p:nvSpPr>
            <p:spPr bwMode="auto">
              <a:xfrm>
                <a:off x="1427" y="1736"/>
                <a:ext cx="99" cy="1"/>
              </a:xfrm>
              <a:custGeom>
                <a:avLst/>
                <a:gdLst>
                  <a:gd name="T0" fmla="*/ 2 w 395"/>
                  <a:gd name="T1" fmla="*/ 0 h 1"/>
                  <a:gd name="T2" fmla="*/ 0 w 395"/>
                  <a:gd name="T3" fmla="*/ 0 h 1"/>
                  <a:gd name="T4" fmla="*/ 0 w 39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95"/>
                  <a:gd name="T10" fmla="*/ 0 h 1"/>
                  <a:gd name="T11" fmla="*/ 395 w 39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5" h="1">
                    <a:moveTo>
                      <a:pt x="395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8" name="Freeform 205"/>
              <p:cNvSpPr/>
              <p:nvPr/>
            </p:nvSpPr>
            <p:spPr bwMode="auto">
              <a:xfrm>
                <a:off x="1592" y="1736"/>
                <a:ext cx="93" cy="1"/>
              </a:xfrm>
              <a:custGeom>
                <a:avLst/>
                <a:gdLst>
                  <a:gd name="T0" fmla="*/ 2 w 371"/>
                  <a:gd name="T1" fmla="*/ 0 h 1"/>
                  <a:gd name="T2" fmla="*/ 0 w 371"/>
                  <a:gd name="T3" fmla="*/ 0 h 1"/>
                  <a:gd name="T4" fmla="*/ 0 w 37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71"/>
                  <a:gd name="T10" fmla="*/ 0 h 1"/>
                  <a:gd name="T11" fmla="*/ 371 w 37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1" h="1">
                    <a:moveTo>
                      <a:pt x="371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9" name="Freeform 206"/>
              <p:cNvSpPr/>
              <p:nvPr/>
            </p:nvSpPr>
            <p:spPr bwMode="auto">
              <a:xfrm>
                <a:off x="1551" y="1736"/>
                <a:ext cx="16" cy="1"/>
              </a:xfrm>
              <a:custGeom>
                <a:avLst/>
                <a:gdLst>
                  <a:gd name="T0" fmla="*/ 0 w 65"/>
                  <a:gd name="T1" fmla="*/ 0 h 1"/>
                  <a:gd name="T2" fmla="*/ 0 w 65"/>
                  <a:gd name="T3" fmla="*/ 0 h 1"/>
                  <a:gd name="T4" fmla="*/ 0 w 6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5"/>
                  <a:gd name="T10" fmla="*/ 0 h 1"/>
                  <a:gd name="T11" fmla="*/ 65 w 6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5" h="1">
                    <a:moveTo>
                      <a:pt x="65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3" name="Group 207"/>
            <p:cNvGrpSpPr/>
            <p:nvPr/>
          </p:nvGrpSpPr>
          <p:grpSpPr bwMode="auto">
            <a:xfrm>
              <a:off x="3757" y="651"/>
              <a:ext cx="1" cy="542"/>
              <a:chOff x="1750" y="1509"/>
              <a:chExt cx="1" cy="542"/>
            </a:xfrm>
          </p:grpSpPr>
          <p:sp>
            <p:nvSpPr>
              <p:cNvPr id="194" name="Freeform 208"/>
              <p:cNvSpPr/>
              <p:nvPr/>
            </p:nvSpPr>
            <p:spPr bwMode="auto">
              <a:xfrm>
                <a:off x="1750" y="1509"/>
                <a:ext cx="1" cy="215"/>
              </a:xfrm>
              <a:custGeom>
                <a:avLst/>
                <a:gdLst>
                  <a:gd name="T0" fmla="*/ 0 w 1"/>
                  <a:gd name="T1" fmla="*/ 0 h 929"/>
                  <a:gd name="T2" fmla="*/ 0 w 1"/>
                  <a:gd name="T3" fmla="*/ 3 h 929"/>
                  <a:gd name="T4" fmla="*/ 1 w 1"/>
                  <a:gd name="T5" fmla="*/ 3 h 92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929"/>
                  <a:gd name="T11" fmla="*/ 1 w 1"/>
                  <a:gd name="T12" fmla="*/ 929 h 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929">
                    <a:moveTo>
                      <a:pt x="0" y="0"/>
                    </a:moveTo>
                    <a:lnTo>
                      <a:pt x="0" y="929"/>
                    </a:lnTo>
                    <a:lnTo>
                      <a:pt x="1" y="92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5" name="Freeform 209"/>
              <p:cNvSpPr/>
              <p:nvPr/>
            </p:nvSpPr>
            <p:spPr bwMode="auto">
              <a:xfrm>
                <a:off x="1750" y="1810"/>
                <a:ext cx="1" cy="241"/>
              </a:xfrm>
              <a:custGeom>
                <a:avLst/>
                <a:gdLst>
                  <a:gd name="T0" fmla="*/ 0 w 1"/>
                  <a:gd name="T1" fmla="*/ 0 h 1039"/>
                  <a:gd name="T2" fmla="*/ 0 w 1"/>
                  <a:gd name="T3" fmla="*/ 3 h 1039"/>
                  <a:gd name="T4" fmla="*/ 1 w 1"/>
                  <a:gd name="T5" fmla="*/ 3 h 103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039"/>
                  <a:gd name="T11" fmla="*/ 1 w 1"/>
                  <a:gd name="T12" fmla="*/ 1039 h 1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039">
                    <a:moveTo>
                      <a:pt x="0" y="0"/>
                    </a:moveTo>
                    <a:lnTo>
                      <a:pt x="0" y="1039"/>
                    </a:lnTo>
                    <a:lnTo>
                      <a:pt x="1" y="103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6" name="Freeform 210"/>
              <p:cNvSpPr/>
              <p:nvPr/>
            </p:nvSpPr>
            <p:spPr bwMode="auto">
              <a:xfrm>
                <a:off x="1750" y="1757"/>
                <a:ext cx="1" cy="20"/>
              </a:xfrm>
              <a:custGeom>
                <a:avLst/>
                <a:gdLst>
                  <a:gd name="T0" fmla="*/ 0 w 1"/>
                  <a:gd name="T1" fmla="*/ 0 h 90"/>
                  <a:gd name="T2" fmla="*/ 0 w 1"/>
                  <a:gd name="T3" fmla="*/ 0 h 90"/>
                  <a:gd name="T4" fmla="*/ 1 w 1"/>
                  <a:gd name="T5" fmla="*/ 0 h 9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90"/>
                  <a:gd name="T11" fmla="*/ 1 w 1"/>
                  <a:gd name="T12" fmla="*/ 90 h 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90">
                    <a:moveTo>
                      <a:pt x="0" y="0"/>
                    </a:moveTo>
                    <a:lnTo>
                      <a:pt x="0" y="90"/>
                    </a:lnTo>
                    <a:lnTo>
                      <a:pt x="1" y="9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74" name="Freeform 211"/>
            <p:cNvSpPr/>
            <p:nvPr/>
          </p:nvSpPr>
          <p:spPr bwMode="auto">
            <a:xfrm>
              <a:off x="3999" y="1028"/>
              <a:ext cx="1" cy="112"/>
            </a:xfrm>
            <a:custGeom>
              <a:avLst/>
              <a:gdLst>
                <a:gd name="T0" fmla="*/ 0 w 1"/>
                <a:gd name="T1" fmla="*/ 1 h 485"/>
                <a:gd name="T2" fmla="*/ 0 w 1"/>
                <a:gd name="T3" fmla="*/ 0 h 485"/>
                <a:gd name="T4" fmla="*/ 1 w 1"/>
                <a:gd name="T5" fmla="*/ 0 h 485"/>
                <a:gd name="T6" fmla="*/ 0 60000 65536"/>
                <a:gd name="T7" fmla="*/ 0 60000 65536"/>
                <a:gd name="T8" fmla="*/ 0 60000 65536"/>
                <a:gd name="T9" fmla="*/ 0 w 1"/>
                <a:gd name="T10" fmla="*/ 0 h 485"/>
                <a:gd name="T11" fmla="*/ 1 w 1"/>
                <a:gd name="T12" fmla="*/ 485 h 4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85">
                  <a:moveTo>
                    <a:pt x="0" y="48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Freeform 212"/>
            <p:cNvSpPr/>
            <p:nvPr/>
          </p:nvSpPr>
          <p:spPr bwMode="auto">
            <a:xfrm>
              <a:off x="3933" y="1028"/>
              <a:ext cx="66" cy="1"/>
            </a:xfrm>
            <a:custGeom>
              <a:avLst/>
              <a:gdLst>
                <a:gd name="T0" fmla="*/ 1 w 263"/>
                <a:gd name="T1" fmla="*/ 0 h 1"/>
                <a:gd name="T2" fmla="*/ 0 w 263"/>
                <a:gd name="T3" fmla="*/ 0 h 1"/>
                <a:gd name="T4" fmla="*/ 0 w 263"/>
                <a:gd name="T5" fmla="*/ 0 h 1"/>
                <a:gd name="T6" fmla="*/ 0 60000 65536"/>
                <a:gd name="T7" fmla="*/ 0 60000 65536"/>
                <a:gd name="T8" fmla="*/ 0 60000 65536"/>
                <a:gd name="T9" fmla="*/ 0 w 263"/>
                <a:gd name="T10" fmla="*/ 0 h 1"/>
                <a:gd name="T11" fmla="*/ 263 w 26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3" h="1">
                  <a:moveTo>
                    <a:pt x="263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Freeform 213"/>
            <p:cNvSpPr/>
            <p:nvPr/>
          </p:nvSpPr>
          <p:spPr bwMode="auto">
            <a:xfrm>
              <a:off x="4250" y="978"/>
              <a:ext cx="263" cy="1"/>
            </a:xfrm>
            <a:custGeom>
              <a:avLst/>
              <a:gdLst>
                <a:gd name="T0" fmla="*/ 0 w 1053"/>
                <a:gd name="T1" fmla="*/ 0 h 1"/>
                <a:gd name="T2" fmla="*/ 4 w 1053"/>
                <a:gd name="T3" fmla="*/ 0 h 1"/>
                <a:gd name="T4" fmla="*/ 4 w 1053"/>
                <a:gd name="T5" fmla="*/ 0 h 1"/>
                <a:gd name="T6" fmla="*/ 0 60000 65536"/>
                <a:gd name="T7" fmla="*/ 0 60000 65536"/>
                <a:gd name="T8" fmla="*/ 0 60000 65536"/>
                <a:gd name="T9" fmla="*/ 0 w 1053"/>
                <a:gd name="T10" fmla="*/ 0 h 1"/>
                <a:gd name="T11" fmla="*/ 1053 w 105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3" h="1">
                  <a:moveTo>
                    <a:pt x="0" y="0"/>
                  </a:moveTo>
                  <a:lnTo>
                    <a:pt x="1052" y="0"/>
                  </a:lnTo>
                  <a:lnTo>
                    <a:pt x="1053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Freeform 214"/>
            <p:cNvSpPr/>
            <p:nvPr/>
          </p:nvSpPr>
          <p:spPr bwMode="auto">
            <a:xfrm>
              <a:off x="4294" y="878"/>
              <a:ext cx="1" cy="100"/>
            </a:xfrm>
            <a:custGeom>
              <a:avLst/>
              <a:gdLst>
                <a:gd name="T0" fmla="*/ 0 w 1"/>
                <a:gd name="T1" fmla="*/ 0 h 436"/>
                <a:gd name="T2" fmla="*/ 0 w 1"/>
                <a:gd name="T3" fmla="*/ 1 h 436"/>
                <a:gd name="T4" fmla="*/ 1 w 1"/>
                <a:gd name="T5" fmla="*/ 1 h 436"/>
                <a:gd name="T6" fmla="*/ 0 60000 65536"/>
                <a:gd name="T7" fmla="*/ 0 60000 65536"/>
                <a:gd name="T8" fmla="*/ 0 60000 65536"/>
                <a:gd name="T9" fmla="*/ 0 w 1"/>
                <a:gd name="T10" fmla="*/ 0 h 436"/>
                <a:gd name="T11" fmla="*/ 1 w 1"/>
                <a:gd name="T12" fmla="*/ 436 h 4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36">
                  <a:moveTo>
                    <a:pt x="0" y="0"/>
                  </a:moveTo>
                  <a:lnTo>
                    <a:pt x="0" y="436"/>
                  </a:lnTo>
                  <a:lnTo>
                    <a:pt x="1" y="436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Freeform 215"/>
            <p:cNvSpPr/>
            <p:nvPr/>
          </p:nvSpPr>
          <p:spPr bwMode="auto">
            <a:xfrm>
              <a:off x="4470" y="878"/>
              <a:ext cx="1" cy="100"/>
            </a:xfrm>
            <a:custGeom>
              <a:avLst/>
              <a:gdLst>
                <a:gd name="T0" fmla="*/ 0 w 1"/>
                <a:gd name="T1" fmla="*/ 0 h 436"/>
                <a:gd name="T2" fmla="*/ 0 w 1"/>
                <a:gd name="T3" fmla="*/ 1 h 436"/>
                <a:gd name="T4" fmla="*/ 1 w 1"/>
                <a:gd name="T5" fmla="*/ 1 h 436"/>
                <a:gd name="T6" fmla="*/ 0 60000 65536"/>
                <a:gd name="T7" fmla="*/ 0 60000 65536"/>
                <a:gd name="T8" fmla="*/ 0 60000 65536"/>
                <a:gd name="T9" fmla="*/ 0 w 1"/>
                <a:gd name="T10" fmla="*/ 0 h 436"/>
                <a:gd name="T11" fmla="*/ 1 w 1"/>
                <a:gd name="T12" fmla="*/ 436 h 4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36">
                  <a:moveTo>
                    <a:pt x="0" y="0"/>
                  </a:moveTo>
                  <a:lnTo>
                    <a:pt x="0" y="436"/>
                  </a:lnTo>
                  <a:lnTo>
                    <a:pt x="1" y="436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Freeform 216"/>
            <p:cNvSpPr/>
            <p:nvPr/>
          </p:nvSpPr>
          <p:spPr bwMode="auto">
            <a:xfrm>
              <a:off x="3582" y="684"/>
              <a:ext cx="351" cy="1"/>
            </a:xfrm>
            <a:custGeom>
              <a:avLst/>
              <a:gdLst>
                <a:gd name="T0" fmla="*/ 6 w 1403"/>
                <a:gd name="T1" fmla="*/ 0 h 1"/>
                <a:gd name="T2" fmla="*/ 0 w 1403"/>
                <a:gd name="T3" fmla="*/ 0 h 1"/>
                <a:gd name="T4" fmla="*/ 0 w 1403"/>
                <a:gd name="T5" fmla="*/ 0 h 1"/>
                <a:gd name="T6" fmla="*/ 0 60000 65536"/>
                <a:gd name="T7" fmla="*/ 0 60000 65536"/>
                <a:gd name="T8" fmla="*/ 0 60000 65536"/>
                <a:gd name="T9" fmla="*/ 0 w 1403"/>
                <a:gd name="T10" fmla="*/ 0 h 1"/>
                <a:gd name="T11" fmla="*/ 1403 w 140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3" h="1">
                  <a:moveTo>
                    <a:pt x="1403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Freeform 217"/>
            <p:cNvSpPr/>
            <p:nvPr/>
          </p:nvSpPr>
          <p:spPr bwMode="auto">
            <a:xfrm>
              <a:off x="3582" y="684"/>
              <a:ext cx="1" cy="105"/>
            </a:xfrm>
            <a:custGeom>
              <a:avLst/>
              <a:gdLst>
                <a:gd name="T0" fmla="*/ 0 w 1"/>
                <a:gd name="T1" fmla="*/ 1 h 455"/>
                <a:gd name="T2" fmla="*/ 0 w 1"/>
                <a:gd name="T3" fmla="*/ 0 h 455"/>
                <a:gd name="T4" fmla="*/ 1 w 1"/>
                <a:gd name="T5" fmla="*/ 0 h 455"/>
                <a:gd name="T6" fmla="*/ 0 60000 65536"/>
                <a:gd name="T7" fmla="*/ 0 60000 65536"/>
                <a:gd name="T8" fmla="*/ 0 60000 65536"/>
                <a:gd name="T9" fmla="*/ 0 w 1"/>
                <a:gd name="T10" fmla="*/ 0 h 455"/>
                <a:gd name="T11" fmla="*/ 1 w 1"/>
                <a:gd name="T12" fmla="*/ 455 h 4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55">
                  <a:moveTo>
                    <a:pt x="0" y="45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Freeform 218"/>
            <p:cNvSpPr/>
            <p:nvPr/>
          </p:nvSpPr>
          <p:spPr bwMode="auto">
            <a:xfrm>
              <a:off x="3648" y="684"/>
              <a:ext cx="1" cy="150"/>
            </a:xfrm>
            <a:custGeom>
              <a:avLst/>
              <a:gdLst>
                <a:gd name="T0" fmla="*/ 0 w 1"/>
                <a:gd name="T1" fmla="*/ 150 h 150"/>
                <a:gd name="T2" fmla="*/ 0 w 1"/>
                <a:gd name="T3" fmla="*/ 0 h 150"/>
                <a:gd name="T4" fmla="*/ 1 w 1"/>
                <a:gd name="T5" fmla="*/ 0 h 150"/>
                <a:gd name="T6" fmla="*/ 0 60000 65536"/>
                <a:gd name="T7" fmla="*/ 0 60000 65536"/>
                <a:gd name="T8" fmla="*/ 0 60000 65536"/>
                <a:gd name="T9" fmla="*/ 0 w 1"/>
                <a:gd name="T10" fmla="*/ 0 h 150"/>
                <a:gd name="T11" fmla="*/ 1 w 1"/>
                <a:gd name="T12" fmla="*/ 150 h 1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0">
                  <a:moveTo>
                    <a:pt x="0" y="15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Freeform 219"/>
            <p:cNvSpPr/>
            <p:nvPr/>
          </p:nvSpPr>
          <p:spPr bwMode="auto">
            <a:xfrm>
              <a:off x="4206" y="684"/>
              <a:ext cx="351" cy="1"/>
            </a:xfrm>
            <a:custGeom>
              <a:avLst/>
              <a:gdLst>
                <a:gd name="T0" fmla="*/ 0 w 1404"/>
                <a:gd name="T1" fmla="*/ 0 h 1"/>
                <a:gd name="T2" fmla="*/ 5 w 1404"/>
                <a:gd name="T3" fmla="*/ 0 h 1"/>
                <a:gd name="T4" fmla="*/ 5 w 1404"/>
                <a:gd name="T5" fmla="*/ 0 h 1"/>
                <a:gd name="T6" fmla="*/ 0 60000 65536"/>
                <a:gd name="T7" fmla="*/ 0 60000 65536"/>
                <a:gd name="T8" fmla="*/ 0 60000 65536"/>
                <a:gd name="T9" fmla="*/ 0 w 1404"/>
                <a:gd name="T10" fmla="*/ 0 h 1"/>
                <a:gd name="T11" fmla="*/ 1404 w 140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4" h="1">
                  <a:moveTo>
                    <a:pt x="0" y="0"/>
                  </a:moveTo>
                  <a:lnTo>
                    <a:pt x="1403" y="0"/>
                  </a:lnTo>
                  <a:lnTo>
                    <a:pt x="1404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83" name="Group 220"/>
            <p:cNvGrpSpPr/>
            <p:nvPr/>
          </p:nvGrpSpPr>
          <p:grpSpPr bwMode="auto">
            <a:xfrm>
              <a:off x="4382" y="652"/>
              <a:ext cx="1" cy="519"/>
              <a:chOff x="2375" y="1510"/>
              <a:chExt cx="1" cy="519"/>
            </a:xfrm>
          </p:grpSpPr>
          <p:sp>
            <p:nvSpPr>
              <p:cNvPr id="189" name="Freeform 221"/>
              <p:cNvSpPr/>
              <p:nvPr/>
            </p:nvSpPr>
            <p:spPr bwMode="auto">
              <a:xfrm>
                <a:off x="2375" y="1627"/>
                <a:ext cx="1" cy="289"/>
              </a:xfrm>
              <a:custGeom>
                <a:avLst/>
                <a:gdLst>
                  <a:gd name="T0" fmla="*/ 0 w 1"/>
                  <a:gd name="T1" fmla="*/ 3 h 1250"/>
                  <a:gd name="T2" fmla="*/ 0 w 1"/>
                  <a:gd name="T3" fmla="*/ 0 h 1250"/>
                  <a:gd name="T4" fmla="*/ 1 w 1"/>
                  <a:gd name="T5" fmla="*/ 0 h 125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250"/>
                  <a:gd name="T11" fmla="*/ 1 w 1"/>
                  <a:gd name="T12" fmla="*/ 1250 h 125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250">
                    <a:moveTo>
                      <a:pt x="0" y="125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0" name="Freeform 222"/>
              <p:cNvSpPr/>
              <p:nvPr/>
            </p:nvSpPr>
            <p:spPr bwMode="auto">
              <a:xfrm>
                <a:off x="2375" y="1944"/>
                <a:ext cx="1" cy="85"/>
              </a:xfrm>
              <a:custGeom>
                <a:avLst/>
                <a:gdLst>
                  <a:gd name="T0" fmla="*/ 0 w 1"/>
                  <a:gd name="T1" fmla="*/ 1 h 369"/>
                  <a:gd name="T2" fmla="*/ 0 w 1"/>
                  <a:gd name="T3" fmla="*/ 0 h 369"/>
                  <a:gd name="T4" fmla="*/ 1 w 1"/>
                  <a:gd name="T5" fmla="*/ 0 h 36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69"/>
                  <a:gd name="T11" fmla="*/ 1 w 1"/>
                  <a:gd name="T12" fmla="*/ 369 h 3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69">
                    <a:moveTo>
                      <a:pt x="0" y="36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1" name="Freeform 223"/>
              <p:cNvSpPr/>
              <p:nvPr/>
            </p:nvSpPr>
            <p:spPr bwMode="auto">
              <a:xfrm>
                <a:off x="2375" y="1928"/>
                <a:ext cx="1" cy="4"/>
              </a:xfrm>
              <a:custGeom>
                <a:avLst/>
                <a:gdLst>
                  <a:gd name="T0" fmla="*/ 0 w 1"/>
                  <a:gd name="T1" fmla="*/ 0 h 21"/>
                  <a:gd name="T2" fmla="*/ 0 w 1"/>
                  <a:gd name="T3" fmla="*/ 0 h 21"/>
                  <a:gd name="T4" fmla="*/ 1 w 1"/>
                  <a:gd name="T5" fmla="*/ 0 h 2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1"/>
                  <a:gd name="T11" fmla="*/ 1 w 1"/>
                  <a:gd name="T12" fmla="*/ 21 h 2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1">
                    <a:moveTo>
                      <a:pt x="0" y="2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2" name="Freeform 224"/>
              <p:cNvSpPr/>
              <p:nvPr/>
            </p:nvSpPr>
            <p:spPr bwMode="auto">
              <a:xfrm>
                <a:off x="2375" y="1510"/>
                <a:ext cx="1" cy="86"/>
              </a:xfrm>
              <a:custGeom>
                <a:avLst/>
                <a:gdLst>
                  <a:gd name="T0" fmla="*/ 0 w 1"/>
                  <a:gd name="T1" fmla="*/ 1 h 371"/>
                  <a:gd name="T2" fmla="*/ 0 w 1"/>
                  <a:gd name="T3" fmla="*/ 0 h 371"/>
                  <a:gd name="T4" fmla="*/ 1 w 1"/>
                  <a:gd name="T5" fmla="*/ 0 h 37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71"/>
                  <a:gd name="T11" fmla="*/ 1 w 1"/>
                  <a:gd name="T12" fmla="*/ 371 h 37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71">
                    <a:moveTo>
                      <a:pt x="0" y="37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3" name="Freeform 225"/>
              <p:cNvSpPr/>
              <p:nvPr/>
            </p:nvSpPr>
            <p:spPr bwMode="auto">
              <a:xfrm>
                <a:off x="2375" y="1607"/>
                <a:ext cx="1" cy="7"/>
              </a:xfrm>
              <a:custGeom>
                <a:avLst/>
                <a:gdLst>
                  <a:gd name="T0" fmla="*/ 0 w 1"/>
                  <a:gd name="T1" fmla="*/ 0 h 29"/>
                  <a:gd name="T2" fmla="*/ 0 w 1"/>
                  <a:gd name="T3" fmla="*/ 0 h 29"/>
                  <a:gd name="T4" fmla="*/ 1 w 1"/>
                  <a:gd name="T5" fmla="*/ 0 h 2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9"/>
                  <a:gd name="T11" fmla="*/ 1 w 1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9">
                    <a:moveTo>
                      <a:pt x="0" y="2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84" name="Line 226"/>
            <p:cNvSpPr>
              <a:spLocks noChangeShapeType="1"/>
            </p:cNvSpPr>
            <p:nvPr/>
          </p:nvSpPr>
          <p:spPr bwMode="auto">
            <a:xfrm>
              <a:off x="2990" y="1027"/>
              <a:ext cx="4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Oval 227"/>
            <p:cNvSpPr>
              <a:spLocks noChangeArrowheads="1"/>
            </p:cNvSpPr>
            <p:nvPr/>
          </p:nvSpPr>
          <p:spPr bwMode="auto">
            <a:xfrm>
              <a:off x="3041" y="1410"/>
              <a:ext cx="231" cy="24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Line 228"/>
            <p:cNvSpPr>
              <a:spLocks noChangeShapeType="1"/>
            </p:cNvSpPr>
            <p:nvPr/>
          </p:nvSpPr>
          <p:spPr bwMode="auto">
            <a:xfrm>
              <a:off x="3466" y="1439"/>
              <a:ext cx="0" cy="18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Line 229"/>
            <p:cNvSpPr>
              <a:spLocks noChangeShapeType="1"/>
            </p:cNvSpPr>
            <p:nvPr/>
          </p:nvSpPr>
          <p:spPr bwMode="auto">
            <a:xfrm>
              <a:off x="4250" y="978"/>
              <a:ext cx="0" cy="4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Line 230"/>
            <p:cNvSpPr>
              <a:spLocks noChangeShapeType="1"/>
            </p:cNvSpPr>
            <p:nvPr/>
          </p:nvSpPr>
          <p:spPr bwMode="auto">
            <a:xfrm>
              <a:off x="4513" y="968"/>
              <a:ext cx="0" cy="5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3" name="Text Box 231"/>
          <p:cNvSpPr txBox="1">
            <a:spLocks noChangeArrowheads="1"/>
          </p:cNvSpPr>
          <p:nvPr/>
        </p:nvSpPr>
        <p:spPr bwMode="auto">
          <a:xfrm>
            <a:off x="672723" y="4365104"/>
            <a:ext cx="4476704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但没有表示清楚的结构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允许画少量虚线。</a:t>
            </a:r>
            <a:endParaRPr kumimoji="1"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grpSp>
        <p:nvGrpSpPr>
          <p:cNvPr id="234" name="Group 232"/>
          <p:cNvGrpSpPr/>
          <p:nvPr/>
        </p:nvGrpSpPr>
        <p:grpSpPr bwMode="auto">
          <a:xfrm>
            <a:off x="7045239" y="3246283"/>
            <a:ext cx="1941513" cy="3068638"/>
            <a:chOff x="1459" y="1244"/>
            <a:chExt cx="1223" cy="1933"/>
          </a:xfrm>
        </p:grpSpPr>
        <p:sp>
          <p:nvSpPr>
            <p:cNvPr id="235" name="Oval 233"/>
            <p:cNvSpPr>
              <a:spLocks noChangeArrowheads="1"/>
            </p:cNvSpPr>
            <p:nvPr/>
          </p:nvSpPr>
          <p:spPr bwMode="auto">
            <a:xfrm>
              <a:off x="1582" y="2157"/>
              <a:ext cx="960" cy="965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Arc 234"/>
            <p:cNvSpPr/>
            <p:nvPr/>
          </p:nvSpPr>
          <p:spPr bwMode="auto">
            <a:xfrm flipH="1">
              <a:off x="1789" y="2365"/>
              <a:ext cx="276" cy="548"/>
            </a:xfrm>
            <a:custGeom>
              <a:avLst/>
              <a:gdLst>
                <a:gd name="T0" fmla="*/ 0 w 21917"/>
                <a:gd name="T1" fmla="*/ 0 h 43200"/>
                <a:gd name="T2" fmla="*/ 0 w 21917"/>
                <a:gd name="T3" fmla="*/ 0 h 43200"/>
                <a:gd name="T4" fmla="*/ 0 w 21917"/>
                <a:gd name="T5" fmla="*/ 0 h 43200"/>
                <a:gd name="T6" fmla="*/ 0 60000 65536"/>
                <a:gd name="T7" fmla="*/ 0 60000 65536"/>
                <a:gd name="T8" fmla="*/ 0 60000 65536"/>
                <a:gd name="T9" fmla="*/ 0 w 21917"/>
                <a:gd name="T10" fmla="*/ 0 h 43200"/>
                <a:gd name="T11" fmla="*/ 21917 w 21917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17" h="43200" fill="none" extrusionOk="0">
                  <a:moveTo>
                    <a:pt x="316" y="0"/>
                  </a:moveTo>
                  <a:cubicBezTo>
                    <a:pt x="12246" y="0"/>
                    <a:pt x="21917" y="9670"/>
                    <a:pt x="21917" y="21600"/>
                  </a:cubicBezTo>
                  <a:cubicBezTo>
                    <a:pt x="21917" y="33529"/>
                    <a:pt x="12246" y="43200"/>
                    <a:pt x="317" y="43200"/>
                  </a:cubicBezTo>
                  <a:cubicBezTo>
                    <a:pt x="211" y="43200"/>
                    <a:pt x="105" y="43199"/>
                    <a:pt x="0" y="43197"/>
                  </a:cubicBezTo>
                </a:path>
                <a:path w="21917" h="43200" stroke="0" extrusionOk="0">
                  <a:moveTo>
                    <a:pt x="316" y="0"/>
                  </a:moveTo>
                  <a:cubicBezTo>
                    <a:pt x="12246" y="0"/>
                    <a:pt x="21917" y="9670"/>
                    <a:pt x="21917" y="21600"/>
                  </a:cubicBezTo>
                  <a:cubicBezTo>
                    <a:pt x="21917" y="33529"/>
                    <a:pt x="12246" y="43200"/>
                    <a:pt x="317" y="43200"/>
                  </a:cubicBezTo>
                  <a:cubicBezTo>
                    <a:pt x="211" y="43200"/>
                    <a:pt x="105" y="43199"/>
                    <a:pt x="0" y="43197"/>
                  </a:cubicBezTo>
                  <a:lnTo>
                    <a:pt x="317" y="21600"/>
                  </a:lnTo>
                  <a:lnTo>
                    <a:pt x="316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Oval 235"/>
            <p:cNvSpPr>
              <a:spLocks noChangeArrowheads="1"/>
            </p:cNvSpPr>
            <p:nvPr/>
          </p:nvSpPr>
          <p:spPr bwMode="auto">
            <a:xfrm>
              <a:off x="1877" y="2459"/>
              <a:ext cx="362" cy="347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Oval 236"/>
            <p:cNvSpPr>
              <a:spLocks noChangeArrowheads="1"/>
            </p:cNvSpPr>
            <p:nvPr/>
          </p:nvSpPr>
          <p:spPr bwMode="auto">
            <a:xfrm>
              <a:off x="1944" y="2527"/>
              <a:ext cx="223" cy="22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Oval 237"/>
            <p:cNvSpPr>
              <a:spLocks noChangeArrowheads="1"/>
            </p:cNvSpPr>
            <p:nvPr/>
          </p:nvSpPr>
          <p:spPr bwMode="auto">
            <a:xfrm>
              <a:off x="1627" y="2581"/>
              <a:ext cx="116" cy="116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Oval 238"/>
            <p:cNvSpPr>
              <a:spLocks noChangeArrowheads="1"/>
            </p:cNvSpPr>
            <p:nvPr/>
          </p:nvSpPr>
          <p:spPr bwMode="auto">
            <a:xfrm>
              <a:off x="1997" y="2202"/>
              <a:ext cx="116" cy="116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Oval 239"/>
            <p:cNvSpPr>
              <a:spLocks noChangeArrowheads="1"/>
            </p:cNvSpPr>
            <p:nvPr/>
          </p:nvSpPr>
          <p:spPr bwMode="auto">
            <a:xfrm>
              <a:off x="1997" y="2964"/>
              <a:ext cx="116" cy="116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Oval 240"/>
            <p:cNvSpPr>
              <a:spLocks noChangeArrowheads="1"/>
            </p:cNvSpPr>
            <p:nvPr/>
          </p:nvSpPr>
          <p:spPr bwMode="auto">
            <a:xfrm>
              <a:off x="2380" y="2580"/>
              <a:ext cx="116" cy="116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Oval 241"/>
            <p:cNvSpPr>
              <a:spLocks noChangeArrowheads="1"/>
            </p:cNvSpPr>
            <p:nvPr/>
          </p:nvSpPr>
          <p:spPr bwMode="auto">
            <a:xfrm>
              <a:off x="2099" y="1521"/>
              <a:ext cx="96" cy="96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Arc 242"/>
            <p:cNvSpPr/>
            <p:nvPr/>
          </p:nvSpPr>
          <p:spPr bwMode="auto">
            <a:xfrm flipV="1">
              <a:off x="2119" y="1442"/>
              <a:ext cx="162" cy="266"/>
            </a:xfrm>
            <a:custGeom>
              <a:avLst/>
              <a:gdLst>
                <a:gd name="T0" fmla="*/ 0 w 26374"/>
                <a:gd name="T1" fmla="*/ 0 h 43200"/>
                <a:gd name="T2" fmla="*/ 0 w 26374"/>
                <a:gd name="T3" fmla="*/ 0 h 43200"/>
                <a:gd name="T4" fmla="*/ 0 w 26374"/>
                <a:gd name="T5" fmla="*/ 0 h 43200"/>
                <a:gd name="T6" fmla="*/ 0 60000 65536"/>
                <a:gd name="T7" fmla="*/ 0 60000 65536"/>
                <a:gd name="T8" fmla="*/ 0 60000 65536"/>
                <a:gd name="T9" fmla="*/ 0 w 26374"/>
                <a:gd name="T10" fmla="*/ 0 h 43200"/>
                <a:gd name="T11" fmla="*/ 26374 w 26374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374" h="43200" fill="none" extrusionOk="0">
                  <a:moveTo>
                    <a:pt x="4773" y="0"/>
                  </a:moveTo>
                  <a:cubicBezTo>
                    <a:pt x="16703" y="0"/>
                    <a:pt x="26374" y="9670"/>
                    <a:pt x="26374" y="21600"/>
                  </a:cubicBezTo>
                  <a:cubicBezTo>
                    <a:pt x="26374" y="33529"/>
                    <a:pt x="16703" y="43200"/>
                    <a:pt x="4774" y="43200"/>
                  </a:cubicBezTo>
                  <a:cubicBezTo>
                    <a:pt x="3167" y="43200"/>
                    <a:pt x="1566" y="43020"/>
                    <a:pt x="0" y="42665"/>
                  </a:cubicBezTo>
                </a:path>
                <a:path w="26374" h="43200" stroke="0" extrusionOk="0">
                  <a:moveTo>
                    <a:pt x="4773" y="0"/>
                  </a:moveTo>
                  <a:cubicBezTo>
                    <a:pt x="16703" y="0"/>
                    <a:pt x="26374" y="9670"/>
                    <a:pt x="26374" y="21600"/>
                  </a:cubicBezTo>
                  <a:cubicBezTo>
                    <a:pt x="26374" y="33529"/>
                    <a:pt x="16703" y="43200"/>
                    <a:pt x="4774" y="43200"/>
                  </a:cubicBezTo>
                  <a:cubicBezTo>
                    <a:pt x="3167" y="43200"/>
                    <a:pt x="1566" y="43020"/>
                    <a:pt x="0" y="42665"/>
                  </a:cubicBezTo>
                  <a:lnTo>
                    <a:pt x="4774" y="21600"/>
                  </a:lnTo>
                  <a:lnTo>
                    <a:pt x="4773" y="0"/>
                  </a:lnTo>
                  <a:close/>
                </a:path>
              </a:pathLst>
            </a:custGeom>
            <a:noFill/>
            <a:ln w="19050">
              <a:solidFill>
                <a:srgbClr val="FF6600"/>
              </a:solidFill>
              <a:prstDash val="dash"/>
              <a:round/>
            </a:ln>
          </p:spPr>
          <p:txBody>
            <a:bodyPr rot="10800000"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" name="Line 243"/>
            <p:cNvSpPr>
              <a:spLocks noChangeShapeType="1"/>
            </p:cNvSpPr>
            <p:nvPr/>
          </p:nvSpPr>
          <p:spPr bwMode="auto">
            <a:xfrm>
              <a:off x="2061" y="1444"/>
              <a:ext cx="87" cy="0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Line 244"/>
            <p:cNvSpPr>
              <a:spLocks noChangeShapeType="1"/>
            </p:cNvSpPr>
            <p:nvPr/>
          </p:nvSpPr>
          <p:spPr bwMode="auto">
            <a:xfrm>
              <a:off x="2061" y="1708"/>
              <a:ext cx="87" cy="0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7" name="Rectangle 245"/>
            <p:cNvSpPr>
              <a:spLocks noChangeArrowheads="1"/>
            </p:cNvSpPr>
            <p:nvPr/>
          </p:nvSpPr>
          <p:spPr bwMode="auto">
            <a:xfrm>
              <a:off x="1812" y="1950"/>
              <a:ext cx="485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defRPr/>
              </a:pPr>
              <a:r>
                <a:rPr kumimoji="1" lang="en-US" altLang="zh-CN" sz="240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kumimoji="1" lang="zh-CN" altLang="en-US" sz="24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－</a:t>
              </a:r>
              <a:r>
                <a:rPr kumimoji="1" lang="en-US" altLang="zh-CN" sz="240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8" name="Freeform 246"/>
            <p:cNvSpPr/>
            <p:nvPr/>
          </p:nvSpPr>
          <p:spPr bwMode="auto">
            <a:xfrm>
              <a:off x="1921" y="1388"/>
              <a:ext cx="280" cy="1"/>
            </a:xfrm>
            <a:custGeom>
              <a:avLst/>
              <a:gdLst>
                <a:gd name="T0" fmla="*/ 0 w 1402"/>
                <a:gd name="T1" fmla="*/ 0 h 1"/>
                <a:gd name="T2" fmla="*/ 2 w 1402"/>
                <a:gd name="T3" fmla="*/ 0 h 1"/>
                <a:gd name="T4" fmla="*/ 2 w 1402"/>
                <a:gd name="T5" fmla="*/ 0 h 1"/>
                <a:gd name="T6" fmla="*/ 0 60000 65536"/>
                <a:gd name="T7" fmla="*/ 0 60000 65536"/>
                <a:gd name="T8" fmla="*/ 0 60000 65536"/>
                <a:gd name="T9" fmla="*/ 0 w 1402"/>
                <a:gd name="T10" fmla="*/ 0 h 1"/>
                <a:gd name="T11" fmla="*/ 1402 w 140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2" h="1">
                  <a:moveTo>
                    <a:pt x="0" y="0"/>
                  </a:moveTo>
                  <a:lnTo>
                    <a:pt x="1401" y="0"/>
                  </a:lnTo>
                  <a:lnTo>
                    <a:pt x="140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9" name="Freeform 247"/>
            <p:cNvSpPr/>
            <p:nvPr/>
          </p:nvSpPr>
          <p:spPr bwMode="auto">
            <a:xfrm>
              <a:off x="1921" y="1789"/>
              <a:ext cx="280" cy="1"/>
            </a:xfrm>
            <a:custGeom>
              <a:avLst/>
              <a:gdLst>
                <a:gd name="T0" fmla="*/ 0 w 1402"/>
                <a:gd name="T1" fmla="*/ 0 h 1"/>
                <a:gd name="T2" fmla="*/ 2 w 1402"/>
                <a:gd name="T3" fmla="*/ 0 h 1"/>
                <a:gd name="T4" fmla="*/ 2 w 1402"/>
                <a:gd name="T5" fmla="*/ 0 h 1"/>
                <a:gd name="T6" fmla="*/ 0 60000 65536"/>
                <a:gd name="T7" fmla="*/ 0 60000 65536"/>
                <a:gd name="T8" fmla="*/ 0 60000 65536"/>
                <a:gd name="T9" fmla="*/ 0 w 1402"/>
                <a:gd name="T10" fmla="*/ 0 h 1"/>
                <a:gd name="T11" fmla="*/ 1402 w 140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2" h="1">
                  <a:moveTo>
                    <a:pt x="0" y="0"/>
                  </a:moveTo>
                  <a:lnTo>
                    <a:pt x="1401" y="0"/>
                  </a:lnTo>
                  <a:lnTo>
                    <a:pt x="140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0" name="Freeform 248"/>
            <p:cNvSpPr/>
            <p:nvPr/>
          </p:nvSpPr>
          <p:spPr bwMode="auto">
            <a:xfrm>
              <a:off x="1580" y="1915"/>
              <a:ext cx="963" cy="1"/>
            </a:xfrm>
            <a:custGeom>
              <a:avLst/>
              <a:gdLst>
                <a:gd name="T0" fmla="*/ 0 w 4815"/>
                <a:gd name="T1" fmla="*/ 0 h 1"/>
                <a:gd name="T2" fmla="*/ 8 w 4815"/>
                <a:gd name="T3" fmla="*/ 0 h 1"/>
                <a:gd name="T4" fmla="*/ 8 w 4815"/>
                <a:gd name="T5" fmla="*/ 0 h 1"/>
                <a:gd name="T6" fmla="*/ 0 60000 65536"/>
                <a:gd name="T7" fmla="*/ 0 60000 65536"/>
                <a:gd name="T8" fmla="*/ 0 60000 65536"/>
                <a:gd name="T9" fmla="*/ 0 w 4815"/>
                <a:gd name="T10" fmla="*/ 0 h 1"/>
                <a:gd name="T11" fmla="*/ 4815 w 481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15" h="1">
                  <a:moveTo>
                    <a:pt x="0" y="0"/>
                  </a:moveTo>
                  <a:lnTo>
                    <a:pt x="4814" y="0"/>
                  </a:lnTo>
                  <a:lnTo>
                    <a:pt x="4815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1" name="Freeform 249"/>
            <p:cNvSpPr/>
            <p:nvPr/>
          </p:nvSpPr>
          <p:spPr bwMode="auto">
            <a:xfrm>
              <a:off x="1781" y="1295"/>
              <a:ext cx="560" cy="1"/>
            </a:xfrm>
            <a:custGeom>
              <a:avLst/>
              <a:gdLst>
                <a:gd name="T0" fmla="*/ 4 w 2798"/>
                <a:gd name="T1" fmla="*/ 0 h 1"/>
                <a:gd name="T2" fmla="*/ 0 w 2798"/>
                <a:gd name="T3" fmla="*/ 0 h 1"/>
                <a:gd name="T4" fmla="*/ 0 w 2798"/>
                <a:gd name="T5" fmla="*/ 0 h 1"/>
                <a:gd name="T6" fmla="*/ 0 60000 65536"/>
                <a:gd name="T7" fmla="*/ 0 60000 65536"/>
                <a:gd name="T8" fmla="*/ 0 60000 65536"/>
                <a:gd name="T9" fmla="*/ 0 w 2798"/>
                <a:gd name="T10" fmla="*/ 0 h 1"/>
                <a:gd name="T11" fmla="*/ 2798 w 279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98" h="1">
                  <a:moveTo>
                    <a:pt x="279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2" name="Freeform 250"/>
            <p:cNvSpPr/>
            <p:nvPr/>
          </p:nvSpPr>
          <p:spPr bwMode="auto">
            <a:xfrm>
              <a:off x="2000" y="1575"/>
              <a:ext cx="319" cy="1"/>
            </a:xfrm>
            <a:custGeom>
              <a:avLst/>
              <a:gdLst>
                <a:gd name="T0" fmla="*/ 0 w 1593"/>
                <a:gd name="T1" fmla="*/ 0 h 1"/>
                <a:gd name="T2" fmla="*/ 3 w 1593"/>
                <a:gd name="T3" fmla="*/ 0 h 1"/>
                <a:gd name="T4" fmla="*/ 3 w 1593"/>
                <a:gd name="T5" fmla="*/ 0 h 1"/>
                <a:gd name="T6" fmla="*/ 0 60000 65536"/>
                <a:gd name="T7" fmla="*/ 0 60000 65536"/>
                <a:gd name="T8" fmla="*/ 0 60000 65536"/>
                <a:gd name="T9" fmla="*/ 0 w 1593"/>
                <a:gd name="T10" fmla="*/ 0 h 1"/>
                <a:gd name="T11" fmla="*/ 1593 w 159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93" h="1">
                  <a:moveTo>
                    <a:pt x="0" y="0"/>
                  </a:moveTo>
                  <a:lnTo>
                    <a:pt x="1591" y="0"/>
                  </a:lnTo>
                  <a:lnTo>
                    <a:pt x="159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3" name="Freeform 251"/>
            <p:cNvSpPr/>
            <p:nvPr/>
          </p:nvSpPr>
          <p:spPr bwMode="auto">
            <a:xfrm>
              <a:off x="1781" y="1289"/>
              <a:ext cx="8" cy="7"/>
            </a:xfrm>
            <a:custGeom>
              <a:avLst/>
              <a:gdLst>
                <a:gd name="T0" fmla="*/ 0 w 37"/>
                <a:gd name="T1" fmla="*/ 0 h 35"/>
                <a:gd name="T2" fmla="*/ 0 w 37"/>
                <a:gd name="T3" fmla="*/ 0 h 35"/>
                <a:gd name="T4" fmla="*/ 0 w 37"/>
                <a:gd name="T5" fmla="*/ 0 h 35"/>
                <a:gd name="T6" fmla="*/ 0 60000 65536"/>
                <a:gd name="T7" fmla="*/ 0 60000 65536"/>
                <a:gd name="T8" fmla="*/ 0 60000 65536"/>
                <a:gd name="T9" fmla="*/ 0 w 37"/>
                <a:gd name="T10" fmla="*/ 0 h 35"/>
                <a:gd name="T11" fmla="*/ 37 w 37"/>
                <a:gd name="T12" fmla="*/ 35 h 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" h="35">
                  <a:moveTo>
                    <a:pt x="0" y="35"/>
                  </a:moveTo>
                  <a:lnTo>
                    <a:pt x="36" y="0"/>
                  </a:lnTo>
                  <a:lnTo>
                    <a:pt x="37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4" name="Freeform 252"/>
            <p:cNvSpPr/>
            <p:nvPr/>
          </p:nvSpPr>
          <p:spPr bwMode="auto">
            <a:xfrm>
              <a:off x="1736" y="1761"/>
              <a:ext cx="1" cy="1"/>
            </a:xfrm>
            <a:custGeom>
              <a:avLst/>
              <a:gdLst>
                <a:gd name="T0" fmla="*/ 0 w 3"/>
                <a:gd name="T1" fmla="*/ 1 h 2"/>
                <a:gd name="T2" fmla="*/ 0 w 3"/>
                <a:gd name="T3" fmla="*/ 0 h 2"/>
                <a:gd name="T4" fmla="*/ 0 w 3"/>
                <a:gd name="T5" fmla="*/ 0 h 2"/>
                <a:gd name="T6" fmla="*/ 0 60000 65536"/>
                <a:gd name="T7" fmla="*/ 0 60000 65536"/>
                <a:gd name="T8" fmla="*/ 0 60000 65536"/>
                <a:gd name="T9" fmla="*/ 0 w 3"/>
                <a:gd name="T10" fmla="*/ 0 h 2"/>
                <a:gd name="T11" fmla="*/ 3 w 3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" h="2">
                  <a:moveTo>
                    <a:pt x="0" y="2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55" name="Group 253"/>
            <p:cNvGrpSpPr/>
            <p:nvPr/>
          </p:nvGrpSpPr>
          <p:grpSpPr bwMode="auto">
            <a:xfrm>
              <a:off x="1580" y="1289"/>
              <a:ext cx="963" cy="626"/>
              <a:chOff x="1580" y="1289"/>
              <a:chExt cx="963" cy="626"/>
            </a:xfrm>
          </p:grpSpPr>
          <p:sp>
            <p:nvSpPr>
              <p:cNvPr id="350" name="Freeform 254"/>
              <p:cNvSpPr/>
              <p:nvPr/>
            </p:nvSpPr>
            <p:spPr bwMode="auto">
              <a:xfrm>
                <a:off x="1781" y="1289"/>
                <a:ext cx="112" cy="112"/>
              </a:xfrm>
              <a:custGeom>
                <a:avLst/>
                <a:gdLst>
                  <a:gd name="T0" fmla="*/ 0 w 560"/>
                  <a:gd name="T1" fmla="*/ 1 h 560"/>
                  <a:gd name="T2" fmla="*/ 1 w 560"/>
                  <a:gd name="T3" fmla="*/ 0 h 560"/>
                  <a:gd name="T4" fmla="*/ 1 w 560"/>
                  <a:gd name="T5" fmla="*/ 0 h 560"/>
                  <a:gd name="T6" fmla="*/ 0 60000 65536"/>
                  <a:gd name="T7" fmla="*/ 0 60000 65536"/>
                  <a:gd name="T8" fmla="*/ 0 60000 65536"/>
                  <a:gd name="T9" fmla="*/ 0 w 560"/>
                  <a:gd name="T10" fmla="*/ 0 h 560"/>
                  <a:gd name="T11" fmla="*/ 560 w 560"/>
                  <a:gd name="T12" fmla="*/ 560 h 5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0" h="560">
                    <a:moveTo>
                      <a:pt x="0" y="560"/>
                    </a:moveTo>
                    <a:lnTo>
                      <a:pt x="559" y="0"/>
                    </a:lnTo>
                    <a:lnTo>
                      <a:pt x="56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1" name="Freeform 255"/>
              <p:cNvSpPr/>
              <p:nvPr/>
            </p:nvSpPr>
            <p:spPr bwMode="auto">
              <a:xfrm>
                <a:off x="1781" y="1343"/>
                <a:ext cx="163" cy="163"/>
              </a:xfrm>
              <a:custGeom>
                <a:avLst/>
                <a:gdLst>
                  <a:gd name="T0" fmla="*/ 0 w 815"/>
                  <a:gd name="T1" fmla="*/ 1 h 815"/>
                  <a:gd name="T2" fmla="*/ 1 w 815"/>
                  <a:gd name="T3" fmla="*/ 0 h 815"/>
                  <a:gd name="T4" fmla="*/ 1 w 815"/>
                  <a:gd name="T5" fmla="*/ 0 h 815"/>
                  <a:gd name="T6" fmla="*/ 0 60000 65536"/>
                  <a:gd name="T7" fmla="*/ 0 60000 65536"/>
                  <a:gd name="T8" fmla="*/ 0 60000 65536"/>
                  <a:gd name="T9" fmla="*/ 0 w 815"/>
                  <a:gd name="T10" fmla="*/ 0 h 815"/>
                  <a:gd name="T11" fmla="*/ 815 w 815"/>
                  <a:gd name="T12" fmla="*/ 815 h 8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15" h="815">
                    <a:moveTo>
                      <a:pt x="0" y="815"/>
                    </a:move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2" name="Freeform 256"/>
              <p:cNvSpPr/>
              <p:nvPr/>
            </p:nvSpPr>
            <p:spPr bwMode="auto">
              <a:xfrm>
                <a:off x="1580" y="1774"/>
                <a:ext cx="39" cy="39"/>
              </a:xfrm>
              <a:custGeom>
                <a:avLst/>
                <a:gdLst>
                  <a:gd name="T0" fmla="*/ 0 w 197"/>
                  <a:gd name="T1" fmla="*/ 0 h 197"/>
                  <a:gd name="T2" fmla="*/ 0 w 197"/>
                  <a:gd name="T3" fmla="*/ 0 h 197"/>
                  <a:gd name="T4" fmla="*/ 0 w 197"/>
                  <a:gd name="T5" fmla="*/ 0 h 197"/>
                  <a:gd name="T6" fmla="*/ 0 60000 65536"/>
                  <a:gd name="T7" fmla="*/ 0 60000 65536"/>
                  <a:gd name="T8" fmla="*/ 0 60000 65536"/>
                  <a:gd name="T9" fmla="*/ 0 w 197"/>
                  <a:gd name="T10" fmla="*/ 0 h 197"/>
                  <a:gd name="T11" fmla="*/ 197 w 197"/>
                  <a:gd name="T12" fmla="*/ 197 h 19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7" h="197">
                    <a:moveTo>
                      <a:pt x="0" y="197"/>
                    </a:moveTo>
                    <a:lnTo>
                      <a:pt x="196" y="0"/>
                    </a:lnTo>
                    <a:lnTo>
                      <a:pt x="19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3" name="Freeform 257"/>
              <p:cNvSpPr/>
              <p:nvPr/>
            </p:nvSpPr>
            <p:spPr bwMode="auto">
              <a:xfrm>
                <a:off x="1781" y="1513"/>
                <a:ext cx="98" cy="98"/>
              </a:xfrm>
              <a:custGeom>
                <a:avLst/>
                <a:gdLst>
                  <a:gd name="T0" fmla="*/ 0 w 489"/>
                  <a:gd name="T1" fmla="*/ 1 h 489"/>
                  <a:gd name="T2" fmla="*/ 1 w 489"/>
                  <a:gd name="T3" fmla="*/ 0 h 489"/>
                  <a:gd name="T4" fmla="*/ 1 w 489"/>
                  <a:gd name="T5" fmla="*/ 0 h 489"/>
                  <a:gd name="T6" fmla="*/ 0 60000 65536"/>
                  <a:gd name="T7" fmla="*/ 0 60000 65536"/>
                  <a:gd name="T8" fmla="*/ 0 60000 65536"/>
                  <a:gd name="T9" fmla="*/ 0 w 489"/>
                  <a:gd name="T10" fmla="*/ 0 h 489"/>
                  <a:gd name="T11" fmla="*/ 489 w 489"/>
                  <a:gd name="T12" fmla="*/ 489 h 4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9" h="489">
                    <a:moveTo>
                      <a:pt x="0" y="489"/>
                    </a:moveTo>
                    <a:lnTo>
                      <a:pt x="488" y="0"/>
                    </a:lnTo>
                    <a:lnTo>
                      <a:pt x="48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4" name="Freeform 258"/>
              <p:cNvSpPr/>
              <p:nvPr/>
            </p:nvSpPr>
            <p:spPr bwMode="auto">
              <a:xfrm>
                <a:off x="1582" y="1879"/>
                <a:ext cx="37" cy="36"/>
              </a:xfrm>
              <a:custGeom>
                <a:avLst/>
                <a:gdLst>
                  <a:gd name="T0" fmla="*/ 0 w 183"/>
                  <a:gd name="T1" fmla="*/ 0 h 180"/>
                  <a:gd name="T2" fmla="*/ 0 w 183"/>
                  <a:gd name="T3" fmla="*/ 0 h 180"/>
                  <a:gd name="T4" fmla="*/ 0 w 183"/>
                  <a:gd name="T5" fmla="*/ 0 h 180"/>
                  <a:gd name="T6" fmla="*/ 0 60000 65536"/>
                  <a:gd name="T7" fmla="*/ 0 60000 65536"/>
                  <a:gd name="T8" fmla="*/ 0 60000 65536"/>
                  <a:gd name="T9" fmla="*/ 0 w 183"/>
                  <a:gd name="T10" fmla="*/ 0 h 180"/>
                  <a:gd name="T11" fmla="*/ 183 w 183"/>
                  <a:gd name="T12" fmla="*/ 180 h 18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3" h="180">
                    <a:moveTo>
                      <a:pt x="0" y="180"/>
                    </a:moveTo>
                    <a:lnTo>
                      <a:pt x="182" y="0"/>
                    </a:lnTo>
                    <a:lnTo>
                      <a:pt x="18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5" name="Freeform 259"/>
              <p:cNvSpPr/>
              <p:nvPr/>
            </p:nvSpPr>
            <p:spPr bwMode="auto">
              <a:xfrm>
                <a:off x="2178" y="1289"/>
                <a:ext cx="30" cy="30"/>
              </a:xfrm>
              <a:custGeom>
                <a:avLst/>
                <a:gdLst>
                  <a:gd name="T0" fmla="*/ 0 w 149"/>
                  <a:gd name="T1" fmla="*/ 0 h 148"/>
                  <a:gd name="T2" fmla="*/ 0 w 149"/>
                  <a:gd name="T3" fmla="*/ 0 h 148"/>
                  <a:gd name="T4" fmla="*/ 0 w 149"/>
                  <a:gd name="T5" fmla="*/ 0 h 148"/>
                  <a:gd name="T6" fmla="*/ 0 60000 65536"/>
                  <a:gd name="T7" fmla="*/ 0 60000 65536"/>
                  <a:gd name="T8" fmla="*/ 0 60000 65536"/>
                  <a:gd name="T9" fmla="*/ 0 w 149"/>
                  <a:gd name="T10" fmla="*/ 0 h 148"/>
                  <a:gd name="T11" fmla="*/ 149 w 149"/>
                  <a:gd name="T12" fmla="*/ 148 h 1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9" h="148">
                    <a:moveTo>
                      <a:pt x="0" y="148"/>
                    </a:moveTo>
                    <a:lnTo>
                      <a:pt x="148" y="0"/>
                    </a:lnTo>
                    <a:lnTo>
                      <a:pt x="14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6" name="Freeform 260"/>
              <p:cNvSpPr/>
              <p:nvPr/>
            </p:nvSpPr>
            <p:spPr bwMode="auto">
              <a:xfrm>
                <a:off x="1781" y="1618"/>
                <a:ext cx="98" cy="98"/>
              </a:xfrm>
              <a:custGeom>
                <a:avLst/>
                <a:gdLst>
                  <a:gd name="T0" fmla="*/ 0 w 489"/>
                  <a:gd name="T1" fmla="*/ 1 h 488"/>
                  <a:gd name="T2" fmla="*/ 1 w 489"/>
                  <a:gd name="T3" fmla="*/ 0 h 488"/>
                  <a:gd name="T4" fmla="*/ 1 w 489"/>
                  <a:gd name="T5" fmla="*/ 0 h 488"/>
                  <a:gd name="T6" fmla="*/ 0 60000 65536"/>
                  <a:gd name="T7" fmla="*/ 0 60000 65536"/>
                  <a:gd name="T8" fmla="*/ 0 60000 65536"/>
                  <a:gd name="T9" fmla="*/ 0 w 489"/>
                  <a:gd name="T10" fmla="*/ 0 h 488"/>
                  <a:gd name="T11" fmla="*/ 489 w 489"/>
                  <a:gd name="T12" fmla="*/ 488 h 4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9" h="488">
                    <a:moveTo>
                      <a:pt x="0" y="488"/>
                    </a:moveTo>
                    <a:lnTo>
                      <a:pt x="488" y="0"/>
                    </a:lnTo>
                    <a:lnTo>
                      <a:pt x="48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7" name="Freeform 261"/>
              <p:cNvSpPr/>
              <p:nvPr/>
            </p:nvSpPr>
            <p:spPr bwMode="auto">
              <a:xfrm>
                <a:off x="1736" y="1723"/>
                <a:ext cx="143" cy="144"/>
              </a:xfrm>
              <a:custGeom>
                <a:avLst/>
                <a:gdLst>
                  <a:gd name="T0" fmla="*/ 0 w 717"/>
                  <a:gd name="T1" fmla="*/ 1 h 717"/>
                  <a:gd name="T2" fmla="*/ 1 w 717"/>
                  <a:gd name="T3" fmla="*/ 0 h 717"/>
                  <a:gd name="T4" fmla="*/ 1 w 717"/>
                  <a:gd name="T5" fmla="*/ 0 h 717"/>
                  <a:gd name="T6" fmla="*/ 0 60000 65536"/>
                  <a:gd name="T7" fmla="*/ 0 60000 65536"/>
                  <a:gd name="T8" fmla="*/ 0 60000 65536"/>
                  <a:gd name="T9" fmla="*/ 0 w 717"/>
                  <a:gd name="T10" fmla="*/ 0 h 717"/>
                  <a:gd name="T11" fmla="*/ 717 w 717"/>
                  <a:gd name="T12" fmla="*/ 717 h 7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17" h="717">
                    <a:moveTo>
                      <a:pt x="0" y="717"/>
                    </a:moveTo>
                    <a:lnTo>
                      <a:pt x="716" y="0"/>
                    </a:lnTo>
                    <a:lnTo>
                      <a:pt x="71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8" name="Freeform 262"/>
              <p:cNvSpPr/>
              <p:nvPr/>
            </p:nvSpPr>
            <p:spPr bwMode="auto">
              <a:xfrm>
                <a:off x="2212" y="1289"/>
                <a:ext cx="101" cy="101"/>
              </a:xfrm>
              <a:custGeom>
                <a:avLst/>
                <a:gdLst>
                  <a:gd name="T0" fmla="*/ 0 w 502"/>
                  <a:gd name="T1" fmla="*/ 1 h 503"/>
                  <a:gd name="T2" fmla="*/ 1 w 502"/>
                  <a:gd name="T3" fmla="*/ 0 h 503"/>
                  <a:gd name="T4" fmla="*/ 1 w 502"/>
                  <a:gd name="T5" fmla="*/ 0 h 503"/>
                  <a:gd name="T6" fmla="*/ 0 60000 65536"/>
                  <a:gd name="T7" fmla="*/ 0 60000 65536"/>
                  <a:gd name="T8" fmla="*/ 0 60000 65536"/>
                  <a:gd name="T9" fmla="*/ 0 w 502"/>
                  <a:gd name="T10" fmla="*/ 0 h 503"/>
                  <a:gd name="T11" fmla="*/ 502 w 502"/>
                  <a:gd name="T12" fmla="*/ 503 h 5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02" h="503">
                    <a:moveTo>
                      <a:pt x="0" y="503"/>
                    </a:moveTo>
                    <a:lnTo>
                      <a:pt x="501" y="0"/>
                    </a:lnTo>
                    <a:lnTo>
                      <a:pt x="50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9" name="Freeform 263"/>
              <p:cNvSpPr/>
              <p:nvPr/>
            </p:nvSpPr>
            <p:spPr bwMode="auto">
              <a:xfrm>
                <a:off x="1792" y="1789"/>
                <a:ext cx="127" cy="126"/>
              </a:xfrm>
              <a:custGeom>
                <a:avLst/>
                <a:gdLst>
                  <a:gd name="T0" fmla="*/ 0 w 632"/>
                  <a:gd name="T1" fmla="*/ 1 h 631"/>
                  <a:gd name="T2" fmla="*/ 1 w 632"/>
                  <a:gd name="T3" fmla="*/ 0 h 631"/>
                  <a:gd name="T4" fmla="*/ 1 w 632"/>
                  <a:gd name="T5" fmla="*/ 0 h 631"/>
                  <a:gd name="T6" fmla="*/ 0 60000 65536"/>
                  <a:gd name="T7" fmla="*/ 0 60000 65536"/>
                  <a:gd name="T8" fmla="*/ 0 60000 65536"/>
                  <a:gd name="T9" fmla="*/ 0 w 632"/>
                  <a:gd name="T10" fmla="*/ 0 h 631"/>
                  <a:gd name="T11" fmla="*/ 632 w 632"/>
                  <a:gd name="T12" fmla="*/ 631 h 63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2" h="631">
                    <a:moveTo>
                      <a:pt x="0" y="631"/>
                    </a:moveTo>
                    <a:lnTo>
                      <a:pt x="631" y="0"/>
                    </a:lnTo>
                    <a:lnTo>
                      <a:pt x="63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0" name="Freeform 264"/>
              <p:cNvSpPr/>
              <p:nvPr/>
            </p:nvSpPr>
            <p:spPr bwMode="auto">
              <a:xfrm>
                <a:off x="2243" y="1366"/>
                <a:ext cx="98" cy="98"/>
              </a:xfrm>
              <a:custGeom>
                <a:avLst/>
                <a:gdLst>
                  <a:gd name="T0" fmla="*/ 0 w 489"/>
                  <a:gd name="T1" fmla="*/ 1 h 488"/>
                  <a:gd name="T2" fmla="*/ 1 w 489"/>
                  <a:gd name="T3" fmla="*/ 0 h 488"/>
                  <a:gd name="T4" fmla="*/ 1 w 489"/>
                  <a:gd name="T5" fmla="*/ 0 h 488"/>
                  <a:gd name="T6" fmla="*/ 0 60000 65536"/>
                  <a:gd name="T7" fmla="*/ 0 60000 65536"/>
                  <a:gd name="T8" fmla="*/ 0 60000 65536"/>
                  <a:gd name="T9" fmla="*/ 0 w 489"/>
                  <a:gd name="T10" fmla="*/ 0 h 488"/>
                  <a:gd name="T11" fmla="*/ 489 w 489"/>
                  <a:gd name="T12" fmla="*/ 488 h 4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9" h="488">
                    <a:moveTo>
                      <a:pt x="0" y="488"/>
                    </a:moveTo>
                    <a:lnTo>
                      <a:pt x="488" y="0"/>
                    </a:lnTo>
                    <a:lnTo>
                      <a:pt x="48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1" name="Freeform 265"/>
              <p:cNvSpPr/>
              <p:nvPr/>
            </p:nvSpPr>
            <p:spPr bwMode="auto">
              <a:xfrm>
                <a:off x="1897" y="1868"/>
                <a:ext cx="47" cy="47"/>
              </a:xfrm>
              <a:custGeom>
                <a:avLst/>
                <a:gdLst>
                  <a:gd name="T0" fmla="*/ 0 w 235"/>
                  <a:gd name="T1" fmla="*/ 0 h 233"/>
                  <a:gd name="T2" fmla="*/ 0 w 235"/>
                  <a:gd name="T3" fmla="*/ 0 h 233"/>
                  <a:gd name="T4" fmla="*/ 0 w 235"/>
                  <a:gd name="T5" fmla="*/ 0 h 233"/>
                  <a:gd name="T6" fmla="*/ 0 60000 65536"/>
                  <a:gd name="T7" fmla="*/ 0 60000 65536"/>
                  <a:gd name="T8" fmla="*/ 0 60000 65536"/>
                  <a:gd name="T9" fmla="*/ 0 w 235"/>
                  <a:gd name="T10" fmla="*/ 0 h 233"/>
                  <a:gd name="T11" fmla="*/ 235 w 235"/>
                  <a:gd name="T12" fmla="*/ 233 h 23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35" h="233">
                    <a:moveTo>
                      <a:pt x="0" y="233"/>
                    </a:moveTo>
                    <a:lnTo>
                      <a:pt x="234" y="0"/>
                    </a:lnTo>
                    <a:lnTo>
                      <a:pt x="23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2" name="Freeform 266"/>
              <p:cNvSpPr/>
              <p:nvPr/>
            </p:nvSpPr>
            <p:spPr bwMode="auto">
              <a:xfrm>
                <a:off x="2243" y="1471"/>
                <a:ext cx="98" cy="98"/>
              </a:xfrm>
              <a:custGeom>
                <a:avLst/>
                <a:gdLst>
                  <a:gd name="T0" fmla="*/ 0 w 489"/>
                  <a:gd name="T1" fmla="*/ 1 h 488"/>
                  <a:gd name="T2" fmla="*/ 1 w 489"/>
                  <a:gd name="T3" fmla="*/ 0 h 488"/>
                  <a:gd name="T4" fmla="*/ 1 w 489"/>
                  <a:gd name="T5" fmla="*/ 0 h 488"/>
                  <a:gd name="T6" fmla="*/ 0 60000 65536"/>
                  <a:gd name="T7" fmla="*/ 0 60000 65536"/>
                  <a:gd name="T8" fmla="*/ 0 60000 65536"/>
                  <a:gd name="T9" fmla="*/ 0 w 489"/>
                  <a:gd name="T10" fmla="*/ 0 h 488"/>
                  <a:gd name="T11" fmla="*/ 489 w 489"/>
                  <a:gd name="T12" fmla="*/ 488 h 4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9" h="488">
                    <a:moveTo>
                      <a:pt x="0" y="488"/>
                    </a:moveTo>
                    <a:lnTo>
                      <a:pt x="488" y="0"/>
                    </a:lnTo>
                    <a:lnTo>
                      <a:pt x="48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3" name="Freeform 267"/>
              <p:cNvSpPr/>
              <p:nvPr/>
            </p:nvSpPr>
            <p:spPr bwMode="auto">
              <a:xfrm>
                <a:off x="2243" y="1576"/>
                <a:ext cx="98" cy="97"/>
              </a:xfrm>
              <a:custGeom>
                <a:avLst/>
                <a:gdLst>
                  <a:gd name="T0" fmla="*/ 0 w 489"/>
                  <a:gd name="T1" fmla="*/ 1 h 488"/>
                  <a:gd name="T2" fmla="*/ 1 w 489"/>
                  <a:gd name="T3" fmla="*/ 0 h 488"/>
                  <a:gd name="T4" fmla="*/ 1 w 489"/>
                  <a:gd name="T5" fmla="*/ 0 h 488"/>
                  <a:gd name="T6" fmla="*/ 0 60000 65536"/>
                  <a:gd name="T7" fmla="*/ 0 60000 65536"/>
                  <a:gd name="T8" fmla="*/ 0 60000 65536"/>
                  <a:gd name="T9" fmla="*/ 0 w 489"/>
                  <a:gd name="T10" fmla="*/ 0 h 488"/>
                  <a:gd name="T11" fmla="*/ 489 w 489"/>
                  <a:gd name="T12" fmla="*/ 488 h 4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9" h="488">
                    <a:moveTo>
                      <a:pt x="0" y="488"/>
                    </a:moveTo>
                    <a:lnTo>
                      <a:pt x="488" y="0"/>
                    </a:lnTo>
                    <a:lnTo>
                      <a:pt x="48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4" name="Freeform 268"/>
              <p:cNvSpPr/>
              <p:nvPr/>
            </p:nvSpPr>
            <p:spPr bwMode="auto">
              <a:xfrm>
                <a:off x="2178" y="1681"/>
                <a:ext cx="163" cy="163"/>
              </a:xfrm>
              <a:custGeom>
                <a:avLst/>
                <a:gdLst>
                  <a:gd name="T0" fmla="*/ 0 w 814"/>
                  <a:gd name="T1" fmla="*/ 1 h 814"/>
                  <a:gd name="T2" fmla="*/ 1 w 814"/>
                  <a:gd name="T3" fmla="*/ 0 h 814"/>
                  <a:gd name="T4" fmla="*/ 1 w 814"/>
                  <a:gd name="T5" fmla="*/ 0 h 814"/>
                  <a:gd name="T6" fmla="*/ 0 60000 65536"/>
                  <a:gd name="T7" fmla="*/ 0 60000 65536"/>
                  <a:gd name="T8" fmla="*/ 0 60000 65536"/>
                  <a:gd name="T9" fmla="*/ 0 w 814"/>
                  <a:gd name="T10" fmla="*/ 0 h 814"/>
                  <a:gd name="T11" fmla="*/ 814 w 814"/>
                  <a:gd name="T12" fmla="*/ 814 h 8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14" h="814">
                    <a:moveTo>
                      <a:pt x="0" y="814"/>
                    </a:moveTo>
                    <a:lnTo>
                      <a:pt x="813" y="0"/>
                    </a:lnTo>
                    <a:lnTo>
                      <a:pt x="81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5" name="Freeform 269"/>
              <p:cNvSpPr/>
              <p:nvPr/>
            </p:nvSpPr>
            <p:spPr bwMode="auto">
              <a:xfrm>
                <a:off x="2212" y="1761"/>
                <a:ext cx="154" cy="154"/>
              </a:xfrm>
              <a:custGeom>
                <a:avLst/>
                <a:gdLst>
                  <a:gd name="T0" fmla="*/ 0 w 769"/>
                  <a:gd name="T1" fmla="*/ 1 h 768"/>
                  <a:gd name="T2" fmla="*/ 1 w 769"/>
                  <a:gd name="T3" fmla="*/ 0 h 768"/>
                  <a:gd name="T4" fmla="*/ 1 w 769"/>
                  <a:gd name="T5" fmla="*/ 0 h 768"/>
                  <a:gd name="T6" fmla="*/ 0 60000 65536"/>
                  <a:gd name="T7" fmla="*/ 0 60000 65536"/>
                  <a:gd name="T8" fmla="*/ 0 60000 65536"/>
                  <a:gd name="T9" fmla="*/ 0 w 769"/>
                  <a:gd name="T10" fmla="*/ 0 h 768"/>
                  <a:gd name="T11" fmla="*/ 769 w 769"/>
                  <a:gd name="T12" fmla="*/ 768 h 76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69" h="768">
                    <a:moveTo>
                      <a:pt x="0" y="768"/>
                    </a:moveTo>
                    <a:lnTo>
                      <a:pt x="768" y="0"/>
                    </a:lnTo>
                    <a:lnTo>
                      <a:pt x="76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6" name="Freeform 270"/>
              <p:cNvSpPr/>
              <p:nvPr/>
            </p:nvSpPr>
            <p:spPr bwMode="auto">
              <a:xfrm>
                <a:off x="2317" y="1845"/>
                <a:ext cx="70" cy="70"/>
              </a:xfrm>
              <a:custGeom>
                <a:avLst/>
                <a:gdLst>
                  <a:gd name="T0" fmla="*/ 0 w 349"/>
                  <a:gd name="T1" fmla="*/ 1 h 348"/>
                  <a:gd name="T2" fmla="*/ 1 w 349"/>
                  <a:gd name="T3" fmla="*/ 0 h 348"/>
                  <a:gd name="T4" fmla="*/ 1 w 349"/>
                  <a:gd name="T5" fmla="*/ 0 h 348"/>
                  <a:gd name="T6" fmla="*/ 0 60000 65536"/>
                  <a:gd name="T7" fmla="*/ 0 60000 65536"/>
                  <a:gd name="T8" fmla="*/ 0 60000 65536"/>
                  <a:gd name="T9" fmla="*/ 0 w 349"/>
                  <a:gd name="T10" fmla="*/ 0 h 348"/>
                  <a:gd name="T11" fmla="*/ 349 w 349"/>
                  <a:gd name="T12" fmla="*/ 348 h 3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9" h="348">
                    <a:moveTo>
                      <a:pt x="0" y="348"/>
                    </a:moveTo>
                    <a:lnTo>
                      <a:pt x="348" y="0"/>
                    </a:lnTo>
                    <a:lnTo>
                      <a:pt x="34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7" name="Freeform 271"/>
              <p:cNvSpPr/>
              <p:nvPr/>
            </p:nvSpPr>
            <p:spPr bwMode="auto">
              <a:xfrm>
                <a:off x="2503" y="1794"/>
                <a:ext cx="40" cy="39"/>
              </a:xfrm>
              <a:custGeom>
                <a:avLst/>
                <a:gdLst>
                  <a:gd name="T0" fmla="*/ 0 w 196"/>
                  <a:gd name="T1" fmla="*/ 0 h 195"/>
                  <a:gd name="T2" fmla="*/ 0 w 196"/>
                  <a:gd name="T3" fmla="*/ 0 h 195"/>
                  <a:gd name="T4" fmla="*/ 0 w 196"/>
                  <a:gd name="T5" fmla="*/ 0 h 195"/>
                  <a:gd name="T6" fmla="*/ 0 60000 65536"/>
                  <a:gd name="T7" fmla="*/ 0 60000 65536"/>
                  <a:gd name="T8" fmla="*/ 0 60000 65536"/>
                  <a:gd name="T9" fmla="*/ 0 w 196"/>
                  <a:gd name="T10" fmla="*/ 0 h 195"/>
                  <a:gd name="T11" fmla="*/ 196 w 196"/>
                  <a:gd name="T12" fmla="*/ 195 h 19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6" h="195">
                    <a:moveTo>
                      <a:pt x="0" y="195"/>
                    </a:moveTo>
                    <a:lnTo>
                      <a:pt x="195" y="0"/>
                    </a:lnTo>
                    <a:lnTo>
                      <a:pt x="19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8" name="Freeform 272"/>
              <p:cNvSpPr/>
              <p:nvPr/>
            </p:nvSpPr>
            <p:spPr bwMode="auto">
              <a:xfrm>
                <a:off x="2526" y="1899"/>
                <a:ext cx="17" cy="16"/>
              </a:xfrm>
              <a:custGeom>
                <a:avLst/>
                <a:gdLst>
                  <a:gd name="T0" fmla="*/ 0 w 81"/>
                  <a:gd name="T1" fmla="*/ 0 h 79"/>
                  <a:gd name="T2" fmla="*/ 0 w 81"/>
                  <a:gd name="T3" fmla="*/ 0 h 79"/>
                  <a:gd name="T4" fmla="*/ 0 w 81"/>
                  <a:gd name="T5" fmla="*/ 0 h 79"/>
                  <a:gd name="T6" fmla="*/ 0 60000 65536"/>
                  <a:gd name="T7" fmla="*/ 0 60000 65536"/>
                  <a:gd name="T8" fmla="*/ 0 60000 65536"/>
                  <a:gd name="T9" fmla="*/ 0 w 81"/>
                  <a:gd name="T10" fmla="*/ 0 h 79"/>
                  <a:gd name="T11" fmla="*/ 81 w 81"/>
                  <a:gd name="T12" fmla="*/ 79 h 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1" h="79">
                    <a:moveTo>
                      <a:pt x="0" y="79"/>
                    </a:moveTo>
                    <a:lnTo>
                      <a:pt x="80" y="0"/>
                    </a:lnTo>
                    <a:lnTo>
                      <a:pt x="8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56" name="Freeform 273"/>
            <p:cNvSpPr/>
            <p:nvPr/>
          </p:nvSpPr>
          <p:spPr bwMode="auto">
            <a:xfrm>
              <a:off x="2030" y="2886"/>
              <a:ext cx="31" cy="31"/>
            </a:xfrm>
            <a:custGeom>
              <a:avLst/>
              <a:gdLst>
                <a:gd name="T0" fmla="*/ 0 w 154"/>
                <a:gd name="T1" fmla="*/ 0 h 153"/>
                <a:gd name="T2" fmla="*/ 0 w 154"/>
                <a:gd name="T3" fmla="*/ 0 h 153"/>
                <a:gd name="T4" fmla="*/ 0 w 154"/>
                <a:gd name="T5" fmla="*/ 0 h 153"/>
                <a:gd name="T6" fmla="*/ 0 60000 65536"/>
                <a:gd name="T7" fmla="*/ 0 60000 65536"/>
                <a:gd name="T8" fmla="*/ 0 60000 65536"/>
                <a:gd name="T9" fmla="*/ 0 w 154"/>
                <a:gd name="T10" fmla="*/ 0 h 153"/>
                <a:gd name="T11" fmla="*/ 154 w 154"/>
                <a:gd name="T12" fmla="*/ 153 h 1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4" h="153">
                  <a:moveTo>
                    <a:pt x="0" y="153"/>
                  </a:moveTo>
                  <a:lnTo>
                    <a:pt x="153" y="0"/>
                  </a:lnTo>
                  <a:lnTo>
                    <a:pt x="154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57" name="Group 274"/>
            <p:cNvGrpSpPr/>
            <p:nvPr/>
          </p:nvGrpSpPr>
          <p:grpSpPr bwMode="auto">
            <a:xfrm>
              <a:off x="1781" y="2359"/>
              <a:ext cx="558" cy="560"/>
              <a:chOff x="1781" y="2359"/>
              <a:chExt cx="558" cy="560"/>
            </a:xfrm>
          </p:grpSpPr>
          <p:sp>
            <p:nvSpPr>
              <p:cNvPr id="339" name="Freeform 275"/>
              <p:cNvSpPr/>
              <p:nvPr/>
            </p:nvSpPr>
            <p:spPr bwMode="auto">
              <a:xfrm>
                <a:off x="1781" y="2361"/>
                <a:ext cx="280" cy="281"/>
              </a:xfrm>
              <a:custGeom>
                <a:avLst/>
                <a:gdLst>
                  <a:gd name="T0" fmla="*/ 0 w 1400"/>
                  <a:gd name="T1" fmla="*/ 2 h 1401"/>
                  <a:gd name="T2" fmla="*/ 2 w 1400"/>
                  <a:gd name="T3" fmla="*/ 0 h 1401"/>
                  <a:gd name="T4" fmla="*/ 2 w 1400"/>
                  <a:gd name="T5" fmla="*/ 0 h 1401"/>
                  <a:gd name="T6" fmla="*/ 0 60000 65536"/>
                  <a:gd name="T7" fmla="*/ 0 60000 65536"/>
                  <a:gd name="T8" fmla="*/ 0 60000 65536"/>
                  <a:gd name="T9" fmla="*/ 0 w 1400"/>
                  <a:gd name="T10" fmla="*/ 0 h 1401"/>
                  <a:gd name="T11" fmla="*/ 1400 w 1400"/>
                  <a:gd name="T12" fmla="*/ 1401 h 14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00" h="1401">
                    <a:moveTo>
                      <a:pt x="0" y="1401"/>
                    </a:moveTo>
                    <a:lnTo>
                      <a:pt x="1399" y="0"/>
                    </a:lnTo>
                    <a:lnTo>
                      <a:pt x="14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0" name="Freeform 276"/>
              <p:cNvSpPr/>
              <p:nvPr/>
            </p:nvSpPr>
            <p:spPr bwMode="auto">
              <a:xfrm>
                <a:off x="1797" y="2648"/>
                <a:ext cx="82" cy="83"/>
              </a:xfrm>
              <a:custGeom>
                <a:avLst/>
                <a:gdLst>
                  <a:gd name="T0" fmla="*/ 0 w 412"/>
                  <a:gd name="T1" fmla="*/ 1 h 413"/>
                  <a:gd name="T2" fmla="*/ 1 w 412"/>
                  <a:gd name="T3" fmla="*/ 0 h 413"/>
                  <a:gd name="T4" fmla="*/ 1 w 412"/>
                  <a:gd name="T5" fmla="*/ 0 h 413"/>
                  <a:gd name="T6" fmla="*/ 0 60000 65536"/>
                  <a:gd name="T7" fmla="*/ 0 60000 65536"/>
                  <a:gd name="T8" fmla="*/ 0 60000 65536"/>
                  <a:gd name="T9" fmla="*/ 0 w 412"/>
                  <a:gd name="T10" fmla="*/ 0 h 413"/>
                  <a:gd name="T11" fmla="*/ 412 w 412"/>
                  <a:gd name="T12" fmla="*/ 413 h 4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2" h="413">
                    <a:moveTo>
                      <a:pt x="0" y="413"/>
                    </a:moveTo>
                    <a:lnTo>
                      <a:pt x="411" y="0"/>
                    </a:lnTo>
                    <a:lnTo>
                      <a:pt x="41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1" name="Freeform 277"/>
              <p:cNvSpPr/>
              <p:nvPr/>
            </p:nvSpPr>
            <p:spPr bwMode="auto">
              <a:xfrm>
                <a:off x="1833" y="2730"/>
                <a:ext cx="70" cy="70"/>
              </a:xfrm>
              <a:custGeom>
                <a:avLst/>
                <a:gdLst>
                  <a:gd name="T0" fmla="*/ 0 w 353"/>
                  <a:gd name="T1" fmla="*/ 1 h 353"/>
                  <a:gd name="T2" fmla="*/ 1 w 353"/>
                  <a:gd name="T3" fmla="*/ 0 h 353"/>
                  <a:gd name="T4" fmla="*/ 1 w 353"/>
                  <a:gd name="T5" fmla="*/ 0 h 353"/>
                  <a:gd name="T6" fmla="*/ 0 60000 65536"/>
                  <a:gd name="T7" fmla="*/ 0 60000 65536"/>
                  <a:gd name="T8" fmla="*/ 0 60000 65536"/>
                  <a:gd name="T9" fmla="*/ 0 w 353"/>
                  <a:gd name="T10" fmla="*/ 0 h 353"/>
                  <a:gd name="T11" fmla="*/ 353 w 353"/>
                  <a:gd name="T12" fmla="*/ 353 h 3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53" h="353">
                    <a:moveTo>
                      <a:pt x="0" y="353"/>
                    </a:moveTo>
                    <a:lnTo>
                      <a:pt x="352" y="0"/>
                    </a:lnTo>
                    <a:lnTo>
                      <a:pt x="35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2" name="Freeform 278"/>
              <p:cNvSpPr/>
              <p:nvPr/>
            </p:nvSpPr>
            <p:spPr bwMode="auto">
              <a:xfrm>
                <a:off x="2203" y="2359"/>
                <a:ext cx="71" cy="70"/>
              </a:xfrm>
              <a:custGeom>
                <a:avLst/>
                <a:gdLst>
                  <a:gd name="T0" fmla="*/ 0 w 354"/>
                  <a:gd name="T1" fmla="*/ 1 h 353"/>
                  <a:gd name="T2" fmla="*/ 1 w 354"/>
                  <a:gd name="T3" fmla="*/ 0 h 353"/>
                  <a:gd name="T4" fmla="*/ 1 w 354"/>
                  <a:gd name="T5" fmla="*/ 0 h 353"/>
                  <a:gd name="T6" fmla="*/ 0 60000 65536"/>
                  <a:gd name="T7" fmla="*/ 0 60000 65536"/>
                  <a:gd name="T8" fmla="*/ 0 60000 65536"/>
                  <a:gd name="T9" fmla="*/ 0 w 354"/>
                  <a:gd name="T10" fmla="*/ 0 h 353"/>
                  <a:gd name="T11" fmla="*/ 354 w 354"/>
                  <a:gd name="T12" fmla="*/ 353 h 3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54" h="353">
                    <a:moveTo>
                      <a:pt x="0" y="353"/>
                    </a:moveTo>
                    <a:lnTo>
                      <a:pt x="353" y="0"/>
                    </a:lnTo>
                    <a:lnTo>
                      <a:pt x="35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3" name="Freeform 279"/>
              <p:cNvSpPr/>
              <p:nvPr/>
            </p:nvSpPr>
            <p:spPr bwMode="auto">
              <a:xfrm>
                <a:off x="1883" y="2785"/>
                <a:ext cx="70" cy="70"/>
              </a:xfrm>
              <a:custGeom>
                <a:avLst/>
                <a:gdLst>
                  <a:gd name="T0" fmla="*/ 0 w 348"/>
                  <a:gd name="T1" fmla="*/ 1 h 347"/>
                  <a:gd name="T2" fmla="*/ 1 w 348"/>
                  <a:gd name="T3" fmla="*/ 0 h 347"/>
                  <a:gd name="T4" fmla="*/ 1 w 348"/>
                  <a:gd name="T5" fmla="*/ 0 h 347"/>
                  <a:gd name="T6" fmla="*/ 0 60000 65536"/>
                  <a:gd name="T7" fmla="*/ 0 60000 65536"/>
                  <a:gd name="T8" fmla="*/ 0 60000 65536"/>
                  <a:gd name="T9" fmla="*/ 0 w 348"/>
                  <a:gd name="T10" fmla="*/ 0 h 347"/>
                  <a:gd name="T11" fmla="*/ 348 w 348"/>
                  <a:gd name="T12" fmla="*/ 347 h 3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8" h="347">
                    <a:moveTo>
                      <a:pt x="0" y="347"/>
                    </a:moveTo>
                    <a:lnTo>
                      <a:pt x="347" y="0"/>
                    </a:lnTo>
                    <a:lnTo>
                      <a:pt x="34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4" name="Freeform 280"/>
              <p:cNvSpPr/>
              <p:nvPr/>
            </p:nvSpPr>
            <p:spPr bwMode="auto">
              <a:xfrm>
                <a:off x="2207" y="2457"/>
                <a:ext cx="73" cy="73"/>
              </a:xfrm>
              <a:custGeom>
                <a:avLst/>
                <a:gdLst>
                  <a:gd name="T0" fmla="*/ 0 w 364"/>
                  <a:gd name="T1" fmla="*/ 1 h 363"/>
                  <a:gd name="T2" fmla="*/ 1 w 364"/>
                  <a:gd name="T3" fmla="*/ 0 h 363"/>
                  <a:gd name="T4" fmla="*/ 1 w 364"/>
                  <a:gd name="T5" fmla="*/ 0 h 363"/>
                  <a:gd name="T6" fmla="*/ 0 60000 65536"/>
                  <a:gd name="T7" fmla="*/ 0 60000 65536"/>
                  <a:gd name="T8" fmla="*/ 0 60000 65536"/>
                  <a:gd name="T9" fmla="*/ 0 w 364"/>
                  <a:gd name="T10" fmla="*/ 0 h 363"/>
                  <a:gd name="T11" fmla="*/ 364 w 364"/>
                  <a:gd name="T12" fmla="*/ 363 h 36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4" h="363">
                    <a:moveTo>
                      <a:pt x="0" y="363"/>
                    </a:moveTo>
                    <a:lnTo>
                      <a:pt x="363" y="0"/>
                    </a:lnTo>
                    <a:lnTo>
                      <a:pt x="36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5" name="Freeform 281"/>
              <p:cNvSpPr/>
              <p:nvPr/>
            </p:nvSpPr>
            <p:spPr bwMode="auto">
              <a:xfrm>
                <a:off x="1948" y="2818"/>
                <a:ext cx="77" cy="77"/>
              </a:xfrm>
              <a:custGeom>
                <a:avLst/>
                <a:gdLst>
                  <a:gd name="T0" fmla="*/ 0 w 386"/>
                  <a:gd name="T1" fmla="*/ 1 h 386"/>
                  <a:gd name="T2" fmla="*/ 1 w 386"/>
                  <a:gd name="T3" fmla="*/ 0 h 386"/>
                  <a:gd name="T4" fmla="*/ 1 w 386"/>
                  <a:gd name="T5" fmla="*/ 0 h 386"/>
                  <a:gd name="T6" fmla="*/ 0 60000 65536"/>
                  <a:gd name="T7" fmla="*/ 0 60000 65536"/>
                  <a:gd name="T8" fmla="*/ 0 60000 65536"/>
                  <a:gd name="T9" fmla="*/ 0 w 386"/>
                  <a:gd name="T10" fmla="*/ 0 h 386"/>
                  <a:gd name="T11" fmla="*/ 386 w 386"/>
                  <a:gd name="T12" fmla="*/ 386 h 38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6" h="386">
                    <a:moveTo>
                      <a:pt x="0" y="386"/>
                    </a:moveTo>
                    <a:lnTo>
                      <a:pt x="385" y="0"/>
                    </a:lnTo>
                    <a:lnTo>
                      <a:pt x="38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6" name="Freeform 282"/>
              <p:cNvSpPr/>
              <p:nvPr/>
            </p:nvSpPr>
            <p:spPr bwMode="auto">
              <a:xfrm>
                <a:off x="2240" y="2525"/>
                <a:ext cx="77" cy="78"/>
              </a:xfrm>
              <a:custGeom>
                <a:avLst/>
                <a:gdLst>
                  <a:gd name="T0" fmla="*/ 0 w 387"/>
                  <a:gd name="T1" fmla="*/ 1 h 386"/>
                  <a:gd name="T2" fmla="*/ 1 w 387"/>
                  <a:gd name="T3" fmla="*/ 0 h 386"/>
                  <a:gd name="T4" fmla="*/ 1 w 387"/>
                  <a:gd name="T5" fmla="*/ 0 h 386"/>
                  <a:gd name="T6" fmla="*/ 0 60000 65536"/>
                  <a:gd name="T7" fmla="*/ 0 60000 65536"/>
                  <a:gd name="T8" fmla="*/ 0 60000 65536"/>
                  <a:gd name="T9" fmla="*/ 0 w 387"/>
                  <a:gd name="T10" fmla="*/ 0 h 386"/>
                  <a:gd name="T11" fmla="*/ 387 w 387"/>
                  <a:gd name="T12" fmla="*/ 386 h 38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7" h="386">
                    <a:moveTo>
                      <a:pt x="0" y="386"/>
                    </a:moveTo>
                    <a:lnTo>
                      <a:pt x="386" y="0"/>
                    </a:lnTo>
                    <a:lnTo>
                      <a:pt x="38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7" name="Freeform 283"/>
              <p:cNvSpPr/>
              <p:nvPr/>
            </p:nvSpPr>
            <p:spPr bwMode="auto">
              <a:xfrm>
                <a:off x="2220" y="2608"/>
                <a:ext cx="119" cy="119"/>
              </a:xfrm>
              <a:custGeom>
                <a:avLst/>
                <a:gdLst>
                  <a:gd name="T0" fmla="*/ 0 w 594"/>
                  <a:gd name="T1" fmla="*/ 1 h 593"/>
                  <a:gd name="T2" fmla="*/ 1 w 594"/>
                  <a:gd name="T3" fmla="*/ 0 h 593"/>
                  <a:gd name="T4" fmla="*/ 1 w 594"/>
                  <a:gd name="T5" fmla="*/ 0 h 593"/>
                  <a:gd name="T6" fmla="*/ 0 60000 65536"/>
                  <a:gd name="T7" fmla="*/ 0 60000 65536"/>
                  <a:gd name="T8" fmla="*/ 0 60000 65536"/>
                  <a:gd name="T9" fmla="*/ 0 w 594"/>
                  <a:gd name="T10" fmla="*/ 0 h 593"/>
                  <a:gd name="T11" fmla="*/ 594 w 594"/>
                  <a:gd name="T12" fmla="*/ 593 h 5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94" h="593">
                    <a:moveTo>
                      <a:pt x="0" y="593"/>
                    </a:moveTo>
                    <a:lnTo>
                      <a:pt x="593" y="0"/>
                    </a:lnTo>
                    <a:lnTo>
                      <a:pt x="59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8" name="Freeform 284"/>
              <p:cNvSpPr/>
              <p:nvPr/>
            </p:nvSpPr>
            <p:spPr bwMode="auto">
              <a:xfrm>
                <a:off x="2203" y="2725"/>
                <a:ext cx="124" cy="124"/>
              </a:xfrm>
              <a:custGeom>
                <a:avLst/>
                <a:gdLst>
                  <a:gd name="T0" fmla="*/ 0 w 622"/>
                  <a:gd name="T1" fmla="*/ 1 h 622"/>
                  <a:gd name="T2" fmla="*/ 1 w 622"/>
                  <a:gd name="T3" fmla="*/ 0 h 622"/>
                  <a:gd name="T4" fmla="*/ 1 w 622"/>
                  <a:gd name="T5" fmla="*/ 0 h 622"/>
                  <a:gd name="T6" fmla="*/ 0 60000 65536"/>
                  <a:gd name="T7" fmla="*/ 0 60000 65536"/>
                  <a:gd name="T8" fmla="*/ 0 60000 65536"/>
                  <a:gd name="T9" fmla="*/ 0 w 622"/>
                  <a:gd name="T10" fmla="*/ 0 h 622"/>
                  <a:gd name="T11" fmla="*/ 622 w 622"/>
                  <a:gd name="T12" fmla="*/ 622 h 62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22" h="622">
                    <a:moveTo>
                      <a:pt x="0" y="622"/>
                    </a:moveTo>
                    <a:lnTo>
                      <a:pt x="621" y="0"/>
                    </a:lnTo>
                    <a:lnTo>
                      <a:pt x="62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9" name="Freeform 285"/>
              <p:cNvSpPr/>
              <p:nvPr/>
            </p:nvSpPr>
            <p:spPr bwMode="auto">
              <a:xfrm>
                <a:off x="2239" y="2877"/>
                <a:ext cx="41" cy="42"/>
              </a:xfrm>
              <a:custGeom>
                <a:avLst/>
                <a:gdLst>
                  <a:gd name="T0" fmla="*/ 0 w 207"/>
                  <a:gd name="T1" fmla="*/ 0 h 207"/>
                  <a:gd name="T2" fmla="*/ 0 w 207"/>
                  <a:gd name="T3" fmla="*/ 0 h 207"/>
                  <a:gd name="T4" fmla="*/ 0 w 207"/>
                  <a:gd name="T5" fmla="*/ 0 h 207"/>
                  <a:gd name="T6" fmla="*/ 0 60000 65536"/>
                  <a:gd name="T7" fmla="*/ 0 60000 65536"/>
                  <a:gd name="T8" fmla="*/ 0 60000 65536"/>
                  <a:gd name="T9" fmla="*/ 0 w 207"/>
                  <a:gd name="T10" fmla="*/ 0 h 207"/>
                  <a:gd name="T11" fmla="*/ 207 w 207"/>
                  <a:gd name="T12" fmla="*/ 207 h 20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7" h="207">
                    <a:moveTo>
                      <a:pt x="0" y="207"/>
                    </a:moveTo>
                    <a:lnTo>
                      <a:pt x="206" y="0"/>
                    </a:lnTo>
                    <a:lnTo>
                      <a:pt x="20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58" name="Rectangle 286"/>
            <p:cNvSpPr>
              <a:spLocks noChangeArrowheads="1"/>
            </p:cNvSpPr>
            <p:nvPr/>
          </p:nvSpPr>
          <p:spPr bwMode="auto">
            <a:xfrm>
              <a:off x="1459" y="1417"/>
              <a:ext cx="145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defRPr/>
              </a:pPr>
              <a:r>
                <a:rPr kumimoji="1" lang="en-US" altLang="zh-CN" sz="2400" b="1" i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9" name="Freeform 287"/>
            <p:cNvSpPr/>
            <p:nvPr/>
          </p:nvSpPr>
          <p:spPr bwMode="auto">
            <a:xfrm>
              <a:off x="1878" y="1430"/>
              <a:ext cx="2" cy="322"/>
            </a:xfrm>
            <a:custGeom>
              <a:avLst/>
              <a:gdLst>
                <a:gd name="T0" fmla="*/ 0 w 2"/>
                <a:gd name="T1" fmla="*/ 322 h 322"/>
                <a:gd name="T2" fmla="*/ 1 w 2"/>
                <a:gd name="T3" fmla="*/ 0 h 322"/>
                <a:gd name="T4" fmla="*/ 2 w 2"/>
                <a:gd name="T5" fmla="*/ 0 h 322"/>
                <a:gd name="T6" fmla="*/ 0 60000 65536"/>
                <a:gd name="T7" fmla="*/ 0 60000 65536"/>
                <a:gd name="T8" fmla="*/ 0 60000 65536"/>
                <a:gd name="T9" fmla="*/ 0 w 2"/>
                <a:gd name="T10" fmla="*/ 0 h 322"/>
                <a:gd name="T11" fmla="*/ 2 w 2"/>
                <a:gd name="T12" fmla="*/ 322 h 3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322">
                  <a:moveTo>
                    <a:pt x="0" y="322"/>
                  </a:move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0" name="Freeform 288"/>
            <p:cNvSpPr/>
            <p:nvPr/>
          </p:nvSpPr>
          <p:spPr bwMode="auto">
            <a:xfrm>
              <a:off x="1781" y="1289"/>
              <a:ext cx="1" cy="472"/>
            </a:xfrm>
            <a:custGeom>
              <a:avLst/>
              <a:gdLst>
                <a:gd name="T0" fmla="*/ 0 w 1"/>
                <a:gd name="T1" fmla="*/ 4 h 2361"/>
                <a:gd name="T2" fmla="*/ 0 w 1"/>
                <a:gd name="T3" fmla="*/ 0 h 2361"/>
                <a:gd name="T4" fmla="*/ 1 w 1"/>
                <a:gd name="T5" fmla="*/ 0 h 2361"/>
                <a:gd name="T6" fmla="*/ 0 60000 65536"/>
                <a:gd name="T7" fmla="*/ 0 60000 65536"/>
                <a:gd name="T8" fmla="*/ 0 60000 65536"/>
                <a:gd name="T9" fmla="*/ 0 w 1"/>
                <a:gd name="T10" fmla="*/ 0 h 2361"/>
                <a:gd name="T11" fmla="*/ 1 w 1"/>
                <a:gd name="T12" fmla="*/ 2361 h 23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361">
                  <a:moveTo>
                    <a:pt x="0" y="236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1" name="Freeform 289"/>
            <p:cNvSpPr/>
            <p:nvPr/>
          </p:nvSpPr>
          <p:spPr bwMode="auto">
            <a:xfrm>
              <a:off x="1944" y="1789"/>
              <a:ext cx="1" cy="126"/>
            </a:xfrm>
            <a:custGeom>
              <a:avLst/>
              <a:gdLst>
                <a:gd name="T0" fmla="*/ 0 w 1"/>
                <a:gd name="T1" fmla="*/ 1 h 631"/>
                <a:gd name="T2" fmla="*/ 0 w 1"/>
                <a:gd name="T3" fmla="*/ 0 h 631"/>
                <a:gd name="T4" fmla="*/ 1 w 1"/>
                <a:gd name="T5" fmla="*/ 0 h 631"/>
                <a:gd name="T6" fmla="*/ 0 60000 65536"/>
                <a:gd name="T7" fmla="*/ 0 60000 65536"/>
                <a:gd name="T8" fmla="*/ 0 60000 65536"/>
                <a:gd name="T9" fmla="*/ 0 w 1"/>
                <a:gd name="T10" fmla="*/ 0 h 631"/>
                <a:gd name="T11" fmla="*/ 1 w 1"/>
                <a:gd name="T12" fmla="*/ 631 h 6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31">
                  <a:moveTo>
                    <a:pt x="0" y="63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2" name="Freeform 290"/>
            <p:cNvSpPr/>
            <p:nvPr/>
          </p:nvSpPr>
          <p:spPr bwMode="auto">
            <a:xfrm>
              <a:off x="1736" y="1761"/>
              <a:ext cx="1" cy="154"/>
            </a:xfrm>
            <a:custGeom>
              <a:avLst/>
              <a:gdLst>
                <a:gd name="T0" fmla="*/ 0 w 1"/>
                <a:gd name="T1" fmla="*/ 1 h 768"/>
                <a:gd name="T2" fmla="*/ 0 w 1"/>
                <a:gd name="T3" fmla="*/ 0 h 768"/>
                <a:gd name="T4" fmla="*/ 1 w 1"/>
                <a:gd name="T5" fmla="*/ 0 h 768"/>
                <a:gd name="T6" fmla="*/ 0 60000 65536"/>
                <a:gd name="T7" fmla="*/ 0 60000 65536"/>
                <a:gd name="T8" fmla="*/ 0 60000 65536"/>
                <a:gd name="T9" fmla="*/ 0 w 1"/>
                <a:gd name="T10" fmla="*/ 0 h 768"/>
                <a:gd name="T11" fmla="*/ 1 w 1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68">
                  <a:moveTo>
                    <a:pt x="0" y="76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3" name="Freeform 291"/>
            <p:cNvSpPr/>
            <p:nvPr/>
          </p:nvSpPr>
          <p:spPr bwMode="auto">
            <a:xfrm>
              <a:off x="1580" y="1761"/>
              <a:ext cx="1" cy="154"/>
            </a:xfrm>
            <a:custGeom>
              <a:avLst/>
              <a:gdLst>
                <a:gd name="T0" fmla="*/ 0 w 2"/>
                <a:gd name="T1" fmla="*/ 1 h 768"/>
                <a:gd name="T2" fmla="*/ 0 w 2"/>
                <a:gd name="T3" fmla="*/ 0 h 768"/>
                <a:gd name="T4" fmla="*/ 1 w 2"/>
                <a:gd name="T5" fmla="*/ 0 h 768"/>
                <a:gd name="T6" fmla="*/ 0 60000 65536"/>
                <a:gd name="T7" fmla="*/ 0 60000 65536"/>
                <a:gd name="T8" fmla="*/ 0 60000 65536"/>
                <a:gd name="T9" fmla="*/ 0 w 2"/>
                <a:gd name="T10" fmla="*/ 0 h 768"/>
                <a:gd name="T11" fmla="*/ 2 w 2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768">
                  <a:moveTo>
                    <a:pt x="0" y="768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4" name="Freeform 292"/>
            <p:cNvSpPr/>
            <p:nvPr/>
          </p:nvSpPr>
          <p:spPr bwMode="auto">
            <a:xfrm>
              <a:off x="1619" y="1761"/>
              <a:ext cx="1" cy="154"/>
            </a:xfrm>
            <a:custGeom>
              <a:avLst/>
              <a:gdLst>
                <a:gd name="T0" fmla="*/ 0 w 1"/>
                <a:gd name="T1" fmla="*/ 1 h 768"/>
                <a:gd name="T2" fmla="*/ 0 w 1"/>
                <a:gd name="T3" fmla="*/ 0 h 768"/>
                <a:gd name="T4" fmla="*/ 1 w 1"/>
                <a:gd name="T5" fmla="*/ 0 h 768"/>
                <a:gd name="T6" fmla="*/ 0 60000 65536"/>
                <a:gd name="T7" fmla="*/ 0 60000 65536"/>
                <a:gd name="T8" fmla="*/ 0 60000 65536"/>
                <a:gd name="T9" fmla="*/ 0 w 1"/>
                <a:gd name="T10" fmla="*/ 0 h 768"/>
                <a:gd name="T11" fmla="*/ 1 w 1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68">
                  <a:moveTo>
                    <a:pt x="0" y="76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5" name="Freeform 293"/>
            <p:cNvSpPr/>
            <p:nvPr/>
          </p:nvSpPr>
          <p:spPr bwMode="auto">
            <a:xfrm>
              <a:off x="1580" y="1761"/>
              <a:ext cx="201" cy="1"/>
            </a:xfrm>
            <a:custGeom>
              <a:avLst/>
              <a:gdLst>
                <a:gd name="T0" fmla="*/ 0 w 1009"/>
                <a:gd name="T1" fmla="*/ 0 h 1"/>
                <a:gd name="T2" fmla="*/ 2 w 1009"/>
                <a:gd name="T3" fmla="*/ 0 h 1"/>
                <a:gd name="T4" fmla="*/ 2 w 1009"/>
                <a:gd name="T5" fmla="*/ 0 h 1"/>
                <a:gd name="T6" fmla="*/ 0 60000 65536"/>
                <a:gd name="T7" fmla="*/ 0 60000 65536"/>
                <a:gd name="T8" fmla="*/ 0 60000 65536"/>
                <a:gd name="T9" fmla="*/ 0 w 1009"/>
                <a:gd name="T10" fmla="*/ 0 h 1"/>
                <a:gd name="T11" fmla="*/ 1009 w 100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9" h="1">
                  <a:moveTo>
                    <a:pt x="0" y="0"/>
                  </a:moveTo>
                  <a:lnTo>
                    <a:pt x="1008" y="0"/>
                  </a:lnTo>
                  <a:lnTo>
                    <a:pt x="1009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66" name="Group 294"/>
            <p:cNvGrpSpPr/>
            <p:nvPr/>
          </p:nvGrpSpPr>
          <p:grpSpPr bwMode="auto">
            <a:xfrm>
              <a:off x="1677" y="1723"/>
              <a:ext cx="1" cy="245"/>
              <a:chOff x="1677" y="1723"/>
              <a:chExt cx="1" cy="245"/>
            </a:xfrm>
          </p:grpSpPr>
          <p:sp>
            <p:nvSpPr>
              <p:cNvPr id="336" name="Freeform 295"/>
              <p:cNvSpPr/>
              <p:nvPr/>
            </p:nvSpPr>
            <p:spPr bwMode="auto">
              <a:xfrm>
                <a:off x="1677" y="1882"/>
                <a:ext cx="1" cy="86"/>
              </a:xfrm>
              <a:custGeom>
                <a:avLst/>
                <a:gdLst>
                  <a:gd name="T0" fmla="*/ 0 w 2"/>
                  <a:gd name="T1" fmla="*/ 1 h 432"/>
                  <a:gd name="T2" fmla="*/ 0 w 2"/>
                  <a:gd name="T3" fmla="*/ 0 h 432"/>
                  <a:gd name="T4" fmla="*/ 1 w 2"/>
                  <a:gd name="T5" fmla="*/ 0 h 432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432"/>
                  <a:gd name="T11" fmla="*/ 2 w 2"/>
                  <a:gd name="T12" fmla="*/ 432 h 4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432">
                    <a:moveTo>
                      <a:pt x="0" y="432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7" name="Freeform 296"/>
              <p:cNvSpPr/>
              <p:nvPr/>
            </p:nvSpPr>
            <p:spPr bwMode="auto">
              <a:xfrm>
                <a:off x="1677" y="1723"/>
                <a:ext cx="1" cy="93"/>
              </a:xfrm>
              <a:custGeom>
                <a:avLst/>
                <a:gdLst>
                  <a:gd name="T0" fmla="*/ 0 w 2"/>
                  <a:gd name="T1" fmla="*/ 1 h 466"/>
                  <a:gd name="T2" fmla="*/ 0 w 2"/>
                  <a:gd name="T3" fmla="*/ 0 h 466"/>
                  <a:gd name="T4" fmla="*/ 1 w 2"/>
                  <a:gd name="T5" fmla="*/ 0 h 466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466"/>
                  <a:gd name="T11" fmla="*/ 2 w 2"/>
                  <a:gd name="T12" fmla="*/ 466 h 4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466">
                    <a:moveTo>
                      <a:pt x="0" y="466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8" name="Freeform 297"/>
              <p:cNvSpPr/>
              <p:nvPr/>
            </p:nvSpPr>
            <p:spPr bwMode="auto">
              <a:xfrm>
                <a:off x="1677" y="1844"/>
                <a:ext cx="1" cy="10"/>
              </a:xfrm>
              <a:custGeom>
                <a:avLst/>
                <a:gdLst>
                  <a:gd name="T0" fmla="*/ 0 w 2"/>
                  <a:gd name="T1" fmla="*/ 0 h 54"/>
                  <a:gd name="T2" fmla="*/ 0 w 2"/>
                  <a:gd name="T3" fmla="*/ 0 h 54"/>
                  <a:gd name="T4" fmla="*/ 1 w 2"/>
                  <a:gd name="T5" fmla="*/ 0 h 54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54"/>
                  <a:gd name="T11" fmla="*/ 2 w 2"/>
                  <a:gd name="T12" fmla="*/ 54 h 5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54">
                    <a:moveTo>
                      <a:pt x="0" y="54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67" name="Rectangle 298"/>
            <p:cNvSpPr>
              <a:spLocks noChangeArrowheads="1"/>
            </p:cNvSpPr>
            <p:nvPr/>
          </p:nvSpPr>
          <p:spPr bwMode="auto">
            <a:xfrm>
              <a:off x="2537" y="1441"/>
              <a:ext cx="145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defRPr/>
              </a:pPr>
              <a:r>
                <a:rPr kumimoji="1" lang="en-US" altLang="zh-CN" sz="2400" b="1" i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8" name="Freeform 299"/>
            <p:cNvSpPr/>
            <p:nvPr/>
          </p:nvSpPr>
          <p:spPr bwMode="auto">
            <a:xfrm>
              <a:off x="1598" y="1574"/>
              <a:ext cx="116" cy="1"/>
            </a:xfrm>
            <a:custGeom>
              <a:avLst/>
              <a:gdLst>
                <a:gd name="T0" fmla="*/ 1 w 584"/>
                <a:gd name="T1" fmla="*/ 0 h 1"/>
                <a:gd name="T2" fmla="*/ 0 w 584"/>
                <a:gd name="T3" fmla="*/ 0 h 1"/>
                <a:gd name="T4" fmla="*/ 0 w 584"/>
                <a:gd name="T5" fmla="*/ 0 h 1"/>
                <a:gd name="T6" fmla="*/ 0 60000 65536"/>
                <a:gd name="T7" fmla="*/ 0 60000 65536"/>
                <a:gd name="T8" fmla="*/ 0 60000 65536"/>
                <a:gd name="T9" fmla="*/ 0 w 584"/>
                <a:gd name="T10" fmla="*/ 0 h 1"/>
                <a:gd name="T11" fmla="*/ 584 w 58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4" h="1">
                  <a:moveTo>
                    <a:pt x="584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9" name="Freeform 300"/>
            <p:cNvSpPr/>
            <p:nvPr/>
          </p:nvSpPr>
          <p:spPr bwMode="auto">
            <a:xfrm>
              <a:off x="1879" y="1746"/>
              <a:ext cx="42" cy="43"/>
            </a:xfrm>
            <a:custGeom>
              <a:avLst/>
              <a:gdLst>
                <a:gd name="T0" fmla="*/ 0 w 212"/>
                <a:gd name="T1" fmla="*/ 0 h 211"/>
                <a:gd name="T2" fmla="*/ 0 w 212"/>
                <a:gd name="T3" fmla="*/ 0 h 211"/>
                <a:gd name="T4" fmla="*/ 0 w 212"/>
                <a:gd name="T5" fmla="*/ 0 h 211"/>
                <a:gd name="T6" fmla="*/ 0 w 212"/>
                <a:gd name="T7" fmla="*/ 0 h 2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2"/>
                <a:gd name="T13" fmla="*/ 0 h 211"/>
                <a:gd name="T14" fmla="*/ 212 w 212"/>
                <a:gd name="T15" fmla="*/ 211 h 2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2" h="211">
                  <a:moveTo>
                    <a:pt x="0" y="0"/>
                  </a:moveTo>
                  <a:lnTo>
                    <a:pt x="62" y="149"/>
                  </a:lnTo>
                  <a:lnTo>
                    <a:pt x="211" y="211"/>
                  </a:lnTo>
                  <a:lnTo>
                    <a:pt x="212" y="211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0" name="Freeform 301"/>
            <p:cNvSpPr/>
            <p:nvPr/>
          </p:nvSpPr>
          <p:spPr bwMode="auto">
            <a:xfrm>
              <a:off x="1944" y="1289"/>
              <a:ext cx="1" cy="99"/>
            </a:xfrm>
            <a:custGeom>
              <a:avLst/>
              <a:gdLst>
                <a:gd name="T0" fmla="*/ 0 w 1"/>
                <a:gd name="T1" fmla="*/ 1 h 494"/>
                <a:gd name="T2" fmla="*/ 0 w 1"/>
                <a:gd name="T3" fmla="*/ 0 h 494"/>
                <a:gd name="T4" fmla="*/ 1 w 1"/>
                <a:gd name="T5" fmla="*/ 0 h 494"/>
                <a:gd name="T6" fmla="*/ 0 60000 65536"/>
                <a:gd name="T7" fmla="*/ 0 60000 65536"/>
                <a:gd name="T8" fmla="*/ 0 60000 65536"/>
                <a:gd name="T9" fmla="*/ 0 w 1"/>
                <a:gd name="T10" fmla="*/ 0 h 494"/>
                <a:gd name="T11" fmla="*/ 1 w 1"/>
                <a:gd name="T12" fmla="*/ 494 h 4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94">
                  <a:moveTo>
                    <a:pt x="0" y="49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1" name="Freeform 302"/>
            <p:cNvSpPr/>
            <p:nvPr/>
          </p:nvSpPr>
          <p:spPr bwMode="auto">
            <a:xfrm>
              <a:off x="1879" y="1388"/>
              <a:ext cx="42" cy="42"/>
            </a:xfrm>
            <a:custGeom>
              <a:avLst/>
              <a:gdLst>
                <a:gd name="T0" fmla="*/ 0 w 211"/>
                <a:gd name="T1" fmla="*/ 0 h 210"/>
                <a:gd name="T2" fmla="*/ 0 w 211"/>
                <a:gd name="T3" fmla="*/ 0 h 210"/>
                <a:gd name="T4" fmla="*/ 0 w 211"/>
                <a:gd name="T5" fmla="*/ 0 h 210"/>
                <a:gd name="T6" fmla="*/ 0 w 211"/>
                <a:gd name="T7" fmla="*/ 0 h 21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10"/>
                <a:gd name="T14" fmla="*/ 211 w 211"/>
                <a:gd name="T15" fmla="*/ 210 h 21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10">
                  <a:moveTo>
                    <a:pt x="211" y="0"/>
                  </a:moveTo>
                  <a:lnTo>
                    <a:pt x="62" y="63"/>
                  </a:lnTo>
                  <a:lnTo>
                    <a:pt x="0" y="210"/>
                  </a:lnTo>
                  <a:lnTo>
                    <a:pt x="1" y="21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2" name="Freeform 303"/>
            <p:cNvSpPr/>
            <p:nvPr/>
          </p:nvSpPr>
          <p:spPr bwMode="auto">
            <a:xfrm>
              <a:off x="2243" y="1430"/>
              <a:ext cx="1" cy="316"/>
            </a:xfrm>
            <a:custGeom>
              <a:avLst/>
              <a:gdLst>
                <a:gd name="T0" fmla="*/ 0 w 1"/>
                <a:gd name="T1" fmla="*/ 3 h 1583"/>
                <a:gd name="T2" fmla="*/ 0 w 1"/>
                <a:gd name="T3" fmla="*/ 0 h 1583"/>
                <a:gd name="T4" fmla="*/ 1 w 1"/>
                <a:gd name="T5" fmla="*/ 0 h 1583"/>
                <a:gd name="T6" fmla="*/ 0 60000 65536"/>
                <a:gd name="T7" fmla="*/ 0 60000 65536"/>
                <a:gd name="T8" fmla="*/ 0 60000 65536"/>
                <a:gd name="T9" fmla="*/ 0 w 1"/>
                <a:gd name="T10" fmla="*/ 0 h 1583"/>
                <a:gd name="T11" fmla="*/ 1 w 1"/>
                <a:gd name="T12" fmla="*/ 1583 h 15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83">
                  <a:moveTo>
                    <a:pt x="0" y="158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3" name="Freeform 304"/>
            <p:cNvSpPr/>
            <p:nvPr/>
          </p:nvSpPr>
          <p:spPr bwMode="auto">
            <a:xfrm>
              <a:off x="2341" y="1289"/>
              <a:ext cx="1" cy="472"/>
            </a:xfrm>
            <a:custGeom>
              <a:avLst/>
              <a:gdLst>
                <a:gd name="T0" fmla="*/ 0 w 1"/>
                <a:gd name="T1" fmla="*/ 4 h 2361"/>
                <a:gd name="T2" fmla="*/ 0 w 1"/>
                <a:gd name="T3" fmla="*/ 0 h 2361"/>
                <a:gd name="T4" fmla="*/ 1 w 1"/>
                <a:gd name="T5" fmla="*/ 0 h 2361"/>
                <a:gd name="T6" fmla="*/ 0 60000 65536"/>
                <a:gd name="T7" fmla="*/ 0 60000 65536"/>
                <a:gd name="T8" fmla="*/ 0 60000 65536"/>
                <a:gd name="T9" fmla="*/ 0 w 1"/>
                <a:gd name="T10" fmla="*/ 0 h 2361"/>
                <a:gd name="T11" fmla="*/ 1 w 1"/>
                <a:gd name="T12" fmla="*/ 2361 h 23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361">
                  <a:moveTo>
                    <a:pt x="0" y="236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4" name="Freeform 305"/>
            <p:cNvSpPr/>
            <p:nvPr/>
          </p:nvSpPr>
          <p:spPr bwMode="auto">
            <a:xfrm>
              <a:off x="2280" y="2464"/>
              <a:ext cx="66" cy="349"/>
            </a:xfrm>
            <a:custGeom>
              <a:avLst/>
              <a:gdLst>
                <a:gd name="T0" fmla="*/ 0 w 66"/>
                <a:gd name="T1" fmla="*/ 349 h 349"/>
                <a:gd name="T2" fmla="*/ 30 w 66"/>
                <a:gd name="T3" fmla="*/ 296 h 349"/>
                <a:gd name="T4" fmla="*/ 54 w 66"/>
                <a:gd name="T5" fmla="*/ 237 h 349"/>
                <a:gd name="T6" fmla="*/ 66 w 66"/>
                <a:gd name="T7" fmla="*/ 164 h 349"/>
                <a:gd name="T8" fmla="*/ 54 w 66"/>
                <a:gd name="T9" fmla="*/ 112 h 349"/>
                <a:gd name="T10" fmla="*/ 24 w 66"/>
                <a:gd name="T11" fmla="*/ 50 h 349"/>
                <a:gd name="T12" fmla="*/ 0 w 66"/>
                <a:gd name="T13" fmla="*/ 0 h 349"/>
                <a:gd name="T14" fmla="*/ 0 w 66"/>
                <a:gd name="T15" fmla="*/ 0 h 3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6"/>
                <a:gd name="T25" fmla="*/ 0 h 349"/>
                <a:gd name="T26" fmla="*/ 66 w 66"/>
                <a:gd name="T27" fmla="*/ 349 h 34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6" h="349">
                  <a:moveTo>
                    <a:pt x="0" y="349"/>
                  </a:moveTo>
                  <a:lnTo>
                    <a:pt x="30" y="296"/>
                  </a:lnTo>
                  <a:lnTo>
                    <a:pt x="54" y="237"/>
                  </a:lnTo>
                  <a:lnTo>
                    <a:pt x="66" y="164"/>
                  </a:lnTo>
                  <a:lnTo>
                    <a:pt x="54" y="112"/>
                  </a:lnTo>
                  <a:lnTo>
                    <a:pt x="24" y="5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75" name="Group 306"/>
            <p:cNvGrpSpPr/>
            <p:nvPr/>
          </p:nvGrpSpPr>
          <p:grpSpPr bwMode="auto">
            <a:xfrm>
              <a:off x="1527" y="2639"/>
              <a:ext cx="1069" cy="1"/>
              <a:chOff x="1527" y="2639"/>
              <a:chExt cx="1069" cy="1"/>
            </a:xfrm>
          </p:grpSpPr>
          <p:sp>
            <p:nvSpPr>
              <p:cNvPr id="331" name="Freeform 307"/>
              <p:cNvSpPr/>
              <p:nvPr/>
            </p:nvSpPr>
            <p:spPr bwMode="auto">
              <a:xfrm>
                <a:off x="1866" y="2639"/>
                <a:ext cx="404" cy="1"/>
              </a:xfrm>
              <a:custGeom>
                <a:avLst/>
                <a:gdLst>
                  <a:gd name="T0" fmla="*/ 0 w 2018"/>
                  <a:gd name="T1" fmla="*/ 0 h 1"/>
                  <a:gd name="T2" fmla="*/ 3 w 2018"/>
                  <a:gd name="T3" fmla="*/ 0 h 1"/>
                  <a:gd name="T4" fmla="*/ 3 w 201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018"/>
                  <a:gd name="T10" fmla="*/ 0 h 1"/>
                  <a:gd name="T11" fmla="*/ 2018 w 201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18" h="1">
                    <a:moveTo>
                      <a:pt x="0" y="0"/>
                    </a:moveTo>
                    <a:lnTo>
                      <a:pt x="2017" y="0"/>
                    </a:lnTo>
                    <a:lnTo>
                      <a:pt x="201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2" name="Freeform 308"/>
              <p:cNvSpPr/>
              <p:nvPr/>
            </p:nvSpPr>
            <p:spPr bwMode="auto">
              <a:xfrm>
                <a:off x="1527" y="2639"/>
                <a:ext cx="276" cy="1"/>
              </a:xfrm>
              <a:custGeom>
                <a:avLst/>
                <a:gdLst>
                  <a:gd name="T0" fmla="*/ 0 w 1381"/>
                  <a:gd name="T1" fmla="*/ 0 h 1"/>
                  <a:gd name="T2" fmla="*/ 2 w 1381"/>
                  <a:gd name="T3" fmla="*/ 0 h 1"/>
                  <a:gd name="T4" fmla="*/ 2 w 138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381"/>
                  <a:gd name="T10" fmla="*/ 0 h 1"/>
                  <a:gd name="T11" fmla="*/ 1381 w 138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81" h="1">
                    <a:moveTo>
                      <a:pt x="0" y="0"/>
                    </a:moveTo>
                    <a:lnTo>
                      <a:pt x="1380" y="0"/>
                    </a:lnTo>
                    <a:lnTo>
                      <a:pt x="138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3" name="Freeform 309"/>
              <p:cNvSpPr/>
              <p:nvPr/>
            </p:nvSpPr>
            <p:spPr bwMode="auto">
              <a:xfrm>
                <a:off x="1829" y="2639"/>
                <a:ext cx="8" cy="1"/>
              </a:xfrm>
              <a:custGeom>
                <a:avLst/>
                <a:gdLst>
                  <a:gd name="T0" fmla="*/ 0 w 41"/>
                  <a:gd name="T1" fmla="*/ 0 h 1"/>
                  <a:gd name="T2" fmla="*/ 0 w 41"/>
                  <a:gd name="T3" fmla="*/ 0 h 1"/>
                  <a:gd name="T4" fmla="*/ 0 w 4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1"/>
                  <a:gd name="T10" fmla="*/ 0 h 1"/>
                  <a:gd name="T11" fmla="*/ 41 w 4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" h="1">
                    <a:moveTo>
                      <a:pt x="0" y="0"/>
                    </a:moveTo>
                    <a:lnTo>
                      <a:pt x="40" y="0"/>
                    </a:lnTo>
                    <a:lnTo>
                      <a:pt x="4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4" name="Freeform 310"/>
              <p:cNvSpPr/>
              <p:nvPr/>
            </p:nvSpPr>
            <p:spPr bwMode="auto">
              <a:xfrm>
                <a:off x="2325" y="2639"/>
                <a:ext cx="271" cy="1"/>
              </a:xfrm>
              <a:custGeom>
                <a:avLst/>
                <a:gdLst>
                  <a:gd name="T0" fmla="*/ 0 w 1357"/>
                  <a:gd name="T1" fmla="*/ 0 h 1"/>
                  <a:gd name="T2" fmla="*/ 2 w 1357"/>
                  <a:gd name="T3" fmla="*/ 0 h 1"/>
                  <a:gd name="T4" fmla="*/ 2 w 135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357"/>
                  <a:gd name="T10" fmla="*/ 0 h 1"/>
                  <a:gd name="T11" fmla="*/ 1357 w 135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57" h="1">
                    <a:moveTo>
                      <a:pt x="0" y="0"/>
                    </a:moveTo>
                    <a:lnTo>
                      <a:pt x="1356" y="0"/>
                    </a:lnTo>
                    <a:lnTo>
                      <a:pt x="135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5" name="Freeform 311"/>
              <p:cNvSpPr/>
              <p:nvPr/>
            </p:nvSpPr>
            <p:spPr bwMode="auto">
              <a:xfrm>
                <a:off x="2290" y="2639"/>
                <a:ext cx="11" cy="1"/>
              </a:xfrm>
              <a:custGeom>
                <a:avLst/>
                <a:gdLst>
                  <a:gd name="T0" fmla="*/ 0 w 54"/>
                  <a:gd name="T1" fmla="*/ 0 h 1"/>
                  <a:gd name="T2" fmla="*/ 0 w 54"/>
                  <a:gd name="T3" fmla="*/ 0 h 1"/>
                  <a:gd name="T4" fmla="*/ 0 w 5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4"/>
                  <a:gd name="T10" fmla="*/ 0 h 1"/>
                  <a:gd name="T11" fmla="*/ 54 w 5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4" h="1">
                    <a:moveTo>
                      <a:pt x="0" y="0"/>
                    </a:moveTo>
                    <a:lnTo>
                      <a:pt x="53" y="0"/>
                    </a:lnTo>
                    <a:lnTo>
                      <a:pt x="5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76" name="Freeform 312"/>
            <p:cNvSpPr/>
            <p:nvPr/>
          </p:nvSpPr>
          <p:spPr bwMode="auto">
            <a:xfrm>
              <a:off x="2061" y="2913"/>
              <a:ext cx="219" cy="1"/>
            </a:xfrm>
            <a:custGeom>
              <a:avLst/>
              <a:gdLst>
                <a:gd name="T0" fmla="*/ 0 w 1095"/>
                <a:gd name="T1" fmla="*/ 0 h 1"/>
                <a:gd name="T2" fmla="*/ 2 w 1095"/>
                <a:gd name="T3" fmla="*/ 0 h 1"/>
                <a:gd name="T4" fmla="*/ 2 w 1095"/>
                <a:gd name="T5" fmla="*/ 0 h 1"/>
                <a:gd name="T6" fmla="*/ 0 60000 65536"/>
                <a:gd name="T7" fmla="*/ 0 60000 65536"/>
                <a:gd name="T8" fmla="*/ 0 60000 65536"/>
                <a:gd name="T9" fmla="*/ 0 w 1095"/>
                <a:gd name="T10" fmla="*/ 0 h 1"/>
                <a:gd name="T11" fmla="*/ 1095 w 109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95" h="1">
                  <a:moveTo>
                    <a:pt x="0" y="0"/>
                  </a:moveTo>
                  <a:lnTo>
                    <a:pt x="1094" y="0"/>
                  </a:lnTo>
                  <a:lnTo>
                    <a:pt x="1095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7" name="Freeform 313"/>
            <p:cNvSpPr/>
            <p:nvPr/>
          </p:nvSpPr>
          <p:spPr bwMode="auto">
            <a:xfrm>
              <a:off x="2093" y="2818"/>
              <a:ext cx="1" cy="101"/>
            </a:xfrm>
            <a:custGeom>
              <a:avLst/>
              <a:gdLst>
                <a:gd name="T0" fmla="*/ 0 w 1"/>
                <a:gd name="T1" fmla="*/ 0 h 503"/>
                <a:gd name="T2" fmla="*/ 0 w 1"/>
                <a:gd name="T3" fmla="*/ 1 h 503"/>
                <a:gd name="T4" fmla="*/ 1 w 1"/>
                <a:gd name="T5" fmla="*/ 1 h 503"/>
                <a:gd name="T6" fmla="*/ 0 60000 65536"/>
                <a:gd name="T7" fmla="*/ 0 60000 65536"/>
                <a:gd name="T8" fmla="*/ 0 60000 65536"/>
                <a:gd name="T9" fmla="*/ 0 w 1"/>
                <a:gd name="T10" fmla="*/ 0 h 503"/>
                <a:gd name="T11" fmla="*/ 1 w 1"/>
                <a:gd name="T12" fmla="*/ 503 h 5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03">
                  <a:moveTo>
                    <a:pt x="0" y="0"/>
                  </a:moveTo>
                  <a:lnTo>
                    <a:pt x="0" y="503"/>
                  </a:lnTo>
                  <a:lnTo>
                    <a:pt x="1" y="50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8" name="Freeform 314"/>
            <p:cNvSpPr/>
            <p:nvPr/>
          </p:nvSpPr>
          <p:spPr bwMode="auto">
            <a:xfrm>
              <a:off x="2280" y="2813"/>
              <a:ext cx="1" cy="106"/>
            </a:xfrm>
            <a:custGeom>
              <a:avLst/>
              <a:gdLst>
                <a:gd name="T0" fmla="*/ 0 w 1"/>
                <a:gd name="T1" fmla="*/ 0 h 529"/>
                <a:gd name="T2" fmla="*/ 0 w 1"/>
                <a:gd name="T3" fmla="*/ 1 h 529"/>
                <a:gd name="T4" fmla="*/ 1 w 1"/>
                <a:gd name="T5" fmla="*/ 1 h 529"/>
                <a:gd name="T6" fmla="*/ 0 60000 65536"/>
                <a:gd name="T7" fmla="*/ 0 60000 65536"/>
                <a:gd name="T8" fmla="*/ 0 60000 65536"/>
                <a:gd name="T9" fmla="*/ 0 w 1"/>
                <a:gd name="T10" fmla="*/ 0 h 529"/>
                <a:gd name="T11" fmla="*/ 1 w 1"/>
                <a:gd name="T12" fmla="*/ 529 h 5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29">
                  <a:moveTo>
                    <a:pt x="0" y="0"/>
                  </a:moveTo>
                  <a:lnTo>
                    <a:pt x="0" y="529"/>
                  </a:lnTo>
                  <a:lnTo>
                    <a:pt x="1" y="529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9" name="Freeform 315"/>
            <p:cNvSpPr/>
            <p:nvPr/>
          </p:nvSpPr>
          <p:spPr bwMode="auto">
            <a:xfrm>
              <a:off x="2203" y="2753"/>
              <a:ext cx="1" cy="166"/>
            </a:xfrm>
            <a:custGeom>
              <a:avLst/>
              <a:gdLst>
                <a:gd name="T0" fmla="*/ 0 w 1"/>
                <a:gd name="T1" fmla="*/ 0 h 829"/>
                <a:gd name="T2" fmla="*/ 0 w 1"/>
                <a:gd name="T3" fmla="*/ 1 h 829"/>
                <a:gd name="T4" fmla="*/ 1 w 1"/>
                <a:gd name="T5" fmla="*/ 1 h 829"/>
                <a:gd name="T6" fmla="*/ 0 60000 65536"/>
                <a:gd name="T7" fmla="*/ 0 60000 65536"/>
                <a:gd name="T8" fmla="*/ 0 60000 65536"/>
                <a:gd name="T9" fmla="*/ 0 w 1"/>
                <a:gd name="T10" fmla="*/ 0 h 829"/>
                <a:gd name="T11" fmla="*/ 1 w 1"/>
                <a:gd name="T12" fmla="*/ 829 h 8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29">
                  <a:moveTo>
                    <a:pt x="0" y="0"/>
                  </a:moveTo>
                  <a:lnTo>
                    <a:pt x="0" y="829"/>
                  </a:lnTo>
                  <a:lnTo>
                    <a:pt x="1" y="829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0" name="Freeform 316"/>
            <p:cNvSpPr/>
            <p:nvPr/>
          </p:nvSpPr>
          <p:spPr bwMode="auto">
            <a:xfrm>
              <a:off x="2061" y="2365"/>
              <a:ext cx="219" cy="1"/>
            </a:xfrm>
            <a:custGeom>
              <a:avLst/>
              <a:gdLst>
                <a:gd name="T0" fmla="*/ 0 w 1095"/>
                <a:gd name="T1" fmla="*/ 0 h 1"/>
                <a:gd name="T2" fmla="*/ 2 w 1095"/>
                <a:gd name="T3" fmla="*/ 0 h 1"/>
                <a:gd name="T4" fmla="*/ 2 w 1095"/>
                <a:gd name="T5" fmla="*/ 0 h 1"/>
                <a:gd name="T6" fmla="*/ 0 60000 65536"/>
                <a:gd name="T7" fmla="*/ 0 60000 65536"/>
                <a:gd name="T8" fmla="*/ 0 60000 65536"/>
                <a:gd name="T9" fmla="*/ 0 w 1095"/>
                <a:gd name="T10" fmla="*/ 0 h 1"/>
                <a:gd name="T11" fmla="*/ 1095 w 109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95" h="1">
                  <a:moveTo>
                    <a:pt x="0" y="0"/>
                  </a:moveTo>
                  <a:lnTo>
                    <a:pt x="1094" y="0"/>
                  </a:lnTo>
                  <a:lnTo>
                    <a:pt x="1095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1" name="Freeform 317"/>
            <p:cNvSpPr/>
            <p:nvPr/>
          </p:nvSpPr>
          <p:spPr bwMode="auto">
            <a:xfrm>
              <a:off x="2093" y="2359"/>
              <a:ext cx="1" cy="100"/>
            </a:xfrm>
            <a:custGeom>
              <a:avLst/>
              <a:gdLst>
                <a:gd name="T0" fmla="*/ 0 w 1"/>
                <a:gd name="T1" fmla="*/ 0 h 503"/>
                <a:gd name="T2" fmla="*/ 0 w 1"/>
                <a:gd name="T3" fmla="*/ 1 h 503"/>
                <a:gd name="T4" fmla="*/ 1 w 1"/>
                <a:gd name="T5" fmla="*/ 1 h 503"/>
                <a:gd name="T6" fmla="*/ 0 60000 65536"/>
                <a:gd name="T7" fmla="*/ 0 60000 65536"/>
                <a:gd name="T8" fmla="*/ 0 60000 65536"/>
                <a:gd name="T9" fmla="*/ 0 w 1"/>
                <a:gd name="T10" fmla="*/ 0 h 503"/>
                <a:gd name="T11" fmla="*/ 1 w 1"/>
                <a:gd name="T12" fmla="*/ 503 h 5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03">
                  <a:moveTo>
                    <a:pt x="0" y="0"/>
                  </a:moveTo>
                  <a:lnTo>
                    <a:pt x="0" y="503"/>
                  </a:lnTo>
                  <a:lnTo>
                    <a:pt x="1" y="50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82" name="Group 318"/>
            <p:cNvGrpSpPr/>
            <p:nvPr/>
          </p:nvGrpSpPr>
          <p:grpSpPr bwMode="auto">
            <a:xfrm>
              <a:off x="2148" y="2311"/>
              <a:ext cx="1" cy="654"/>
              <a:chOff x="2148" y="2311"/>
              <a:chExt cx="1" cy="654"/>
            </a:xfrm>
          </p:grpSpPr>
          <p:sp>
            <p:nvSpPr>
              <p:cNvPr id="326" name="Freeform 319"/>
              <p:cNvSpPr/>
              <p:nvPr/>
            </p:nvSpPr>
            <p:spPr bwMode="auto">
              <a:xfrm>
                <a:off x="2148" y="2893"/>
                <a:ext cx="1" cy="72"/>
              </a:xfrm>
              <a:custGeom>
                <a:avLst/>
                <a:gdLst>
                  <a:gd name="T0" fmla="*/ 0 w 1"/>
                  <a:gd name="T1" fmla="*/ 0 h 356"/>
                  <a:gd name="T2" fmla="*/ 0 w 1"/>
                  <a:gd name="T3" fmla="*/ 1 h 356"/>
                  <a:gd name="T4" fmla="*/ 1 w 1"/>
                  <a:gd name="T5" fmla="*/ 1 h 35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56"/>
                  <a:gd name="T11" fmla="*/ 1 w 1"/>
                  <a:gd name="T12" fmla="*/ 356 h 35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56">
                    <a:moveTo>
                      <a:pt x="0" y="0"/>
                    </a:moveTo>
                    <a:lnTo>
                      <a:pt x="0" y="356"/>
                    </a:lnTo>
                    <a:lnTo>
                      <a:pt x="1" y="356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7" name="Freeform 320"/>
              <p:cNvSpPr/>
              <p:nvPr/>
            </p:nvSpPr>
            <p:spPr bwMode="auto">
              <a:xfrm>
                <a:off x="2148" y="2448"/>
                <a:ext cx="1" cy="395"/>
              </a:xfrm>
              <a:custGeom>
                <a:avLst/>
                <a:gdLst>
                  <a:gd name="T0" fmla="*/ 0 w 1"/>
                  <a:gd name="T1" fmla="*/ 0 h 1977"/>
                  <a:gd name="T2" fmla="*/ 0 w 1"/>
                  <a:gd name="T3" fmla="*/ 3 h 1977"/>
                  <a:gd name="T4" fmla="*/ 1 w 1"/>
                  <a:gd name="T5" fmla="*/ 3 h 197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977"/>
                  <a:gd name="T11" fmla="*/ 1 w 1"/>
                  <a:gd name="T12" fmla="*/ 1977 h 19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977">
                    <a:moveTo>
                      <a:pt x="0" y="0"/>
                    </a:moveTo>
                    <a:lnTo>
                      <a:pt x="0" y="1977"/>
                    </a:lnTo>
                    <a:lnTo>
                      <a:pt x="1" y="1977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8" name="Freeform 321"/>
              <p:cNvSpPr/>
              <p:nvPr/>
            </p:nvSpPr>
            <p:spPr bwMode="auto">
              <a:xfrm>
                <a:off x="2148" y="2862"/>
                <a:ext cx="1" cy="10"/>
              </a:xfrm>
              <a:custGeom>
                <a:avLst/>
                <a:gdLst>
                  <a:gd name="T0" fmla="*/ 0 w 1"/>
                  <a:gd name="T1" fmla="*/ 0 h 53"/>
                  <a:gd name="T2" fmla="*/ 0 w 1"/>
                  <a:gd name="T3" fmla="*/ 0 h 53"/>
                  <a:gd name="T4" fmla="*/ 1 w 1"/>
                  <a:gd name="T5" fmla="*/ 0 h 5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3"/>
                  <a:gd name="T11" fmla="*/ 1 w 1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3">
                    <a:moveTo>
                      <a:pt x="0" y="0"/>
                    </a:moveTo>
                    <a:lnTo>
                      <a:pt x="0" y="53"/>
                    </a:lnTo>
                    <a:lnTo>
                      <a:pt x="1" y="53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9" name="Freeform 322"/>
              <p:cNvSpPr/>
              <p:nvPr/>
            </p:nvSpPr>
            <p:spPr bwMode="auto">
              <a:xfrm>
                <a:off x="2148" y="2311"/>
                <a:ext cx="1" cy="82"/>
              </a:xfrm>
              <a:custGeom>
                <a:avLst/>
                <a:gdLst>
                  <a:gd name="T0" fmla="*/ 0 w 1"/>
                  <a:gd name="T1" fmla="*/ 0 h 408"/>
                  <a:gd name="T2" fmla="*/ 0 w 1"/>
                  <a:gd name="T3" fmla="*/ 1 h 408"/>
                  <a:gd name="T4" fmla="*/ 1 w 1"/>
                  <a:gd name="T5" fmla="*/ 1 h 40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08"/>
                  <a:gd name="T11" fmla="*/ 1 w 1"/>
                  <a:gd name="T12" fmla="*/ 408 h 40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08">
                    <a:moveTo>
                      <a:pt x="0" y="0"/>
                    </a:moveTo>
                    <a:lnTo>
                      <a:pt x="0" y="408"/>
                    </a:lnTo>
                    <a:lnTo>
                      <a:pt x="1" y="40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0" name="Freeform 323"/>
              <p:cNvSpPr/>
              <p:nvPr/>
            </p:nvSpPr>
            <p:spPr bwMode="auto">
              <a:xfrm>
                <a:off x="2148" y="2414"/>
                <a:ext cx="1" cy="10"/>
              </a:xfrm>
              <a:custGeom>
                <a:avLst/>
                <a:gdLst>
                  <a:gd name="T0" fmla="*/ 0 w 1"/>
                  <a:gd name="T1" fmla="*/ 0 h 52"/>
                  <a:gd name="T2" fmla="*/ 0 w 1"/>
                  <a:gd name="T3" fmla="*/ 0 h 52"/>
                  <a:gd name="T4" fmla="*/ 1 w 1"/>
                  <a:gd name="T5" fmla="*/ 0 h 5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2"/>
                  <a:gd name="T11" fmla="*/ 1 w 1"/>
                  <a:gd name="T12" fmla="*/ 52 h 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2">
                    <a:moveTo>
                      <a:pt x="0" y="0"/>
                    </a:moveTo>
                    <a:lnTo>
                      <a:pt x="0" y="52"/>
                    </a:lnTo>
                    <a:lnTo>
                      <a:pt x="1" y="52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83" name="Freeform 324"/>
            <p:cNvSpPr/>
            <p:nvPr/>
          </p:nvSpPr>
          <p:spPr bwMode="auto">
            <a:xfrm>
              <a:off x="2280" y="2359"/>
              <a:ext cx="1" cy="105"/>
            </a:xfrm>
            <a:custGeom>
              <a:avLst/>
              <a:gdLst>
                <a:gd name="T0" fmla="*/ 0 w 1"/>
                <a:gd name="T1" fmla="*/ 0 h 528"/>
                <a:gd name="T2" fmla="*/ 0 w 1"/>
                <a:gd name="T3" fmla="*/ 1 h 528"/>
                <a:gd name="T4" fmla="*/ 1 w 1"/>
                <a:gd name="T5" fmla="*/ 1 h 528"/>
                <a:gd name="T6" fmla="*/ 0 60000 65536"/>
                <a:gd name="T7" fmla="*/ 0 60000 65536"/>
                <a:gd name="T8" fmla="*/ 0 60000 65536"/>
                <a:gd name="T9" fmla="*/ 0 w 1"/>
                <a:gd name="T10" fmla="*/ 0 h 528"/>
                <a:gd name="T11" fmla="*/ 1 w 1"/>
                <a:gd name="T12" fmla="*/ 528 h 5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28">
                  <a:moveTo>
                    <a:pt x="0" y="0"/>
                  </a:moveTo>
                  <a:lnTo>
                    <a:pt x="0" y="528"/>
                  </a:lnTo>
                  <a:lnTo>
                    <a:pt x="1" y="528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4" name="Freeform 325"/>
            <p:cNvSpPr/>
            <p:nvPr/>
          </p:nvSpPr>
          <p:spPr bwMode="auto">
            <a:xfrm>
              <a:off x="2203" y="2359"/>
              <a:ext cx="1" cy="165"/>
            </a:xfrm>
            <a:custGeom>
              <a:avLst/>
              <a:gdLst>
                <a:gd name="T0" fmla="*/ 0 w 1"/>
                <a:gd name="T1" fmla="*/ 0 h 829"/>
                <a:gd name="T2" fmla="*/ 0 w 1"/>
                <a:gd name="T3" fmla="*/ 1 h 829"/>
                <a:gd name="T4" fmla="*/ 1 w 1"/>
                <a:gd name="T5" fmla="*/ 1 h 829"/>
                <a:gd name="T6" fmla="*/ 0 60000 65536"/>
                <a:gd name="T7" fmla="*/ 0 60000 65536"/>
                <a:gd name="T8" fmla="*/ 0 60000 65536"/>
                <a:gd name="T9" fmla="*/ 0 w 1"/>
                <a:gd name="T10" fmla="*/ 0 h 829"/>
                <a:gd name="T11" fmla="*/ 1 w 1"/>
                <a:gd name="T12" fmla="*/ 829 h 8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29">
                  <a:moveTo>
                    <a:pt x="0" y="0"/>
                  </a:moveTo>
                  <a:lnTo>
                    <a:pt x="0" y="829"/>
                  </a:lnTo>
                  <a:lnTo>
                    <a:pt x="1" y="829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5" name="Freeform 326"/>
            <p:cNvSpPr/>
            <p:nvPr/>
          </p:nvSpPr>
          <p:spPr bwMode="auto">
            <a:xfrm>
              <a:off x="2542" y="1761"/>
              <a:ext cx="1" cy="154"/>
            </a:xfrm>
            <a:custGeom>
              <a:avLst/>
              <a:gdLst>
                <a:gd name="T0" fmla="*/ 0 w 1"/>
                <a:gd name="T1" fmla="*/ 1 h 768"/>
                <a:gd name="T2" fmla="*/ 0 w 1"/>
                <a:gd name="T3" fmla="*/ 0 h 768"/>
                <a:gd name="T4" fmla="*/ 1 w 1"/>
                <a:gd name="T5" fmla="*/ 0 h 768"/>
                <a:gd name="T6" fmla="*/ 0 60000 65536"/>
                <a:gd name="T7" fmla="*/ 0 60000 65536"/>
                <a:gd name="T8" fmla="*/ 0 60000 65536"/>
                <a:gd name="T9" fmla="*/ 0 w 1"/>
                <a:gd name="T10" fmla="*/ 0 h 768"/>
                <a:gd name="T11" fmla="*/ 1 w 1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68">
                  <a:moveTo>
                    <a:pt x="0" y="76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6" name="Freeform 327"/>
            <p:cNvSpPr/>
            <p:nvPr/>
          </p:nvSpPr>
          <p:spPr bwMode="auto">
            <a:xfrm>
              <a:off x="2503" y="1761"/>
              <a:ext cx="1" cy="154"/>
            </a:xfrm>
            <a:custGeom>
              <a:avLst/>
              <a:gdLst>
                <a:gd name="T0" fmla="*/ 0 w 1"/>
                <a:gd name="T1" fmla="*/ 1 h 768"/>
                <a:gd name="T2" fmla="*/ 0 w 1"/>
                <a:gd name="T3" fmla="*/ 0 h 768"/>
                <a:gd name="T4" fmla="*/ 1 w 1"/>
                <a:gd name="T5" fmla="*/ 0 h 768"/>
                <a:gd name="T6" fmla="*/ 0 60000 65536"/>
                <a:gd name="T7" fmla="*/ 0 60000 65536"/>
                <a:gd name="T8" fmla="*/ 0 60000 65536"/>
                <a:gd name="T9" fmla="*/ 0 w 1"/>
                <a:gd name="T10" fmla="*/ 0 h 768"/>
                <a:gd name="T11" fmla="*/ 1 w 1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68">
                  <a:moveTo>
                    <a:pt x="0" y="76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7" name="Freeform 328"/>
            <p:cNvSpPr/>
            <p:nvPr/>
          </p:nvSpPr>
          <p:spPr bwMode="auto">
            <a:xfrm>
              <a:off x="2386" y="1761"/>
              <a:ext cx="1" cy="154"/>
            </a:xfrm>
            <a:custGeom>
              <a:avLst/>
              <a:gdLst>
                <a:gd name="T0" fmla="*/ 0 w 1"/>
                <a:gd name="T1" fmla="*/ 1 h 768"/>
                <a:gd name="T2" fmla="*/ 0 w 1"/>
                <a:gd name="T3" fmla="*/ 0 h 768"/>
                <a:gd name="T4" fmla="*/ 1 w 1"/>
                <a:gd name="T5" fmla="*/ 0 h 768"/>
                <a:gd name="T6" fmla="*/ 0 60000 65536"/>
                <a:gd name="T7" fmla="*/ 0 60000 65536"/>
                <a:gd name="T8" fmla="*/ 0 60000 65536"/>
                <a:gd name="T9" fmla="*/ 0 w 1"/>
                <a:gd name="T10" fmla="*/ 0 h 768"/>
                <a:gd name="T11" fmla="*/ 1 w 1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68">
                  <a:moveTo>
                    <a:pt x="0" y="76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8" name="Freeform 329"/>
            <p:cNvSpPr/>
            <p:nvPr/>
          </p:nvSpPr>
          <p:spPr bwMode="auto">
            <a:xfrm>
              <a:off x="2178" y="1789"/>
              <a:ext cx="1" cy="126"/>
            </a:xfrm>
            <a:custGeom>
              <a:avLst/>
              <a:gdLst>
                <a:gd name="T0" fmla="*/ 0 w 1"/>
                <a:gd name="T1" fmla="*/ 1 h 631"/>
                <a:gd name="T2" fmla="*/ 0 w 1"/>
                <a:gd name="T3" fmla="*/ 0 h 631"/>
                <a:gd name="T4" fmla="*/ 1 w 1"/>
                <a:gd name="T5" fmla="*/ 0 h 631"/>
                <a:gd name="T6" fmla="*/ 0 60000 65536"/>
                <a:gd name="T7" fmla="*/ 0 60000 65536"/>
                <a:gd name="T8" fmla="*/ 0 60000 65536"/>
                <a:gd name="T9" fmla="*/ 0 w 1"/>
                <a:gd name="T10" fmla="*/ 0 h 631"/>
                <a:gd name="T11" fmla="*/ 1 w 1"/>
                <a:gd name="T12" fmla="*/ 631 h 6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31">
                  <a:moveTo>
                    <a:pt x="0" y="63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9" name="Freeform 330"/>
            <p:cNvSpPr/>
            <p:nvPr/>
          </p:nvSpPr>
          <p:spPr bwMode="auto">
            <a:xfrm>
              <a:off x="2201" y="1740"/>
              <a:ext cx="43" cy="49"/>
            </a:xfrm>
            <a:custGeom>
              <a:avLst/>
              <a:gdLst>
                <a:gd name="T0" fmla="*/ 0 w 43"/>
                <a:gd name="T1" fmla="*/ 49 h 49"/>
                <a:gd name="T2" fmla="*/ 29 w 43"/>
                <a:gd name="T3" fmla="*/ 36 h 49"/>
                <a:gd name="T4" fmla="*/ 43 w 43"/>
                <a:gd name="T5" fmla="*/ 0 h 49"/>
                <a:gd name="T6" fmla="*/ 42 w 43"/>
                <a:gd name="T7" fmla="*/ 6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"/>
                <a:gd name="T13" fmla="*/ 0 h 49"/>
                <a:gd name="T14" fmla="*/ 43 w 43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" h="49">
                  <a:moveTo>
                    <a:pt x="0" y="49"/>
                  </a:moveTo>
                  <a:lnTo>
                    <a:pt x="29" y="36"/>
                  </a:lnTo>
                  <a:lnTo>
                    <a:pt x="43" y="0"/>
                  </a:lnTo>
                  <a:lnTo>
                    <a:pt x="42" y="6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0" name="Freeform 331"/>
            <p:cNvSpPr/>
            <p:nvPr/>
          </p:nvSpPr>
          <p:spPr bwMode="auto">
            <a:xfrm>
              <a:off x="2341" y="1761"/>
              <a:ext cx="202" cy="1"/>
            </a:xfrm>
            <a:custGeom>
              <a:avLst/>
              <a:gdLst>
                <a:gd name="T0" fmla="*/ 0 w 1009"/>
                <a:gd name="T1" fmla="*/ 0 h 1"/>
                <a:gd name="T2" fmla="*/ 2 w 1009"/>
                <a:gd name="T3" fmla="*/ 0 h 1"/>
                <a:gd name="T4" fmla="*/ 2 w 1009"/>
                <a:gd name="T5" fmla="*/ 0 h 1"/>
                <a:gd name="T6" fmla="*/ 0 60000 65536"/>
                <a:gd name="T7" fmla="*/ 0 60000 65536"/>
                <a:gd name="T8" fmla="*/ 0 60000 65536"/>
                <a:gd name="T9" fmla="*/ 0 w 1009"/>
                <a:gd name="T10" fmla="*/ 0 h 1"/>
                <a:gd name="T11" fmla="*/ 1009 w 100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9" h="1">
                  <a:moveTo>
                    <a:pt x="0" y="0"/>
                  </a:moveTo>
                  <a:lnTo>
                    <a:pt x="1008" y="0"/>
                  </a:lnTo>
                  <a:lnTo>
                    <a:pt x="1009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91" name="Group 332"/>
            <p:cNvGrpSpPr/>
            <p:nvPr/>
          </p:nvGrpSpPr>
          <p:grpSpPr bwMode="auto">
            <a:xfrm>
              <a:off x="2445" y="1729"/>
              <a:ext cx="1" cy="233"/>
              <a:chOff x="2445" y="1729"/>
              <a:chExt cx="1" cy="233"/>
            </a:xfrm>
          </p:grpSpPr>
          <p:sp>
            <p:nvSpPr>
              <p:cNvPr id="323" name="Freeform 333"/>
              <p:cNvSpPr/>
              <p:nvPr/>
            </p:nvSpPr>
            <p:spPr bwMode="auto">
              <a:xfrm>
                <a:off x="2445" y="1882"/>
                <a:ext cx="1" cy="80"/>
              </a:xfrm>
              <a:custGeom>
                <a:avLst/>
                <a:gdLst>
                  <a:gd name="T0" fmla="*/ 0 w 1"/>
                  <a:gd name="T1" fmla="*/ 1 h 400"/>
                  <a:gd name="T2" fmla="*/ 0 w 1"/>
                  <a:gd name="T3" fmla="*/ 0 h 400"/>
                  <a:gd name="T4" fmla="*/ 1 w 1"/>
                  <a:gd name="T5" fmla="*/ 0 h 40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00"/>
                  <a:gd name="T11" fmla="*/ 1 w 1"/>
                  <a:gd name="T12" fmla="*/ 400 h 4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00">
                    <a:moveTo>
                      <a:pt x="0" y="40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4" name="Freeform 334"/>
              <p:cNvSpPr/>
              <p:nvPr/>
            </p:nvSpPr>
            <p:spPr bwMode="auto">
              <a:xfrm>
                <a:off x="2445" y="1729"/>
                <a:ext cx="1" cy="87"/>
              </a:xfrm>
              <a:custGeom>
                <a:avLst/>
                <a:gdLst>
                  <a:gd name="T0" fmla="*/ 0 w 1"/>
                  <a:gd name="T1" fmla="*/ 1 h 434"/>
                  <a:gd name="T2" fmla="*/ 0 w 1"/>
                  <a:gd name="T3" fmla="*/ 0 h 434"/>
                  <a:gd name="T4" fmla="*/ 1 w 1"/>
                  <a:gd name="T5" fmla="*/ 0 h 43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34"/>
                  <a:gd name="T11" fmla="*/ 1 w 1"/>
                  <a:gd name="T12" fmla="*/ 434 h 4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34">
                    <a:moveTo>
                      <a:pt x="0" y="43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5" name="Freeform 335"/>
              <p:cNvSpPr/>
              <p:nvPr/>
            </p:nvSpPr>
            <p:spPr bwMode="auto">
              <a:xfrm>
                <a:off x="2445" y="1844"/>
                <a:ext cx="1" cy="10"/>
              </a:xfrm>
              <a:custGeom>
                <a:avLst/>
                <a:gdLst>
                  <a:gd name="T0" fmla="*/ 0 w 1"/>
                  <a:gd name="T1" fmla="*/ 0 h 54"/>
                  <a:gd name="T2" fmla="*/ 0 w 1"/>
                  <a:gd name="T3" fmla="*/ 0 h 54"/>
                  <a:gd name="T4" fmla="*/ 1 w 1"/>
                  <a:gd name="T5" fmla="*/ 0 h 5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4"/>
                  <a:gd name="T11" fmla="*/ 1 w 1"/>
                  <a:gd name="T12" fmla="*/ 54 h 5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4">
                    <a:moveTo>
                      <a:pt x="0" y="5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92" name="Freeform 336"/>
            <p:cNvSpPr/>
            <p:nvPr/>
          </p:nvSpPr>
          <p:spPr bwMode="auto">
            <a:xfrm>
              <a:off x="2407" y="1574"/>
              <a:ext cx="118" cy="1"/>
            </a:xfrm>
            <a:custGeom>
              <a:avLst/>
              <a:gdLst>
                <a:gd name="T0" fmla="*/ 0 w 586"/>
                <a:gd name="T1" fmla="*/ 0 h 1"/>
                <a:gd name="T2" fmla="*/ 1 w 586"/>
                <a:gd name="T3" fmla="*/ 0 h 1"/>
                <a:gd name="T4" fmla="*/ 1 w 586"/>
                <a:gd name="T5" fmla="*/ 0 h 1"/>
                <a:gd name="T6" fmla="*/ 0 60000 65536"/>
                <a:gd name="T7" fmla="*/ 0 60000 65536"/>
                <a:gd name="T8" fmla="*/ 0 60000 65536"/>
                <a:gd name="T9" fmla="*/ 0 w 586"/>
                <a:gd name="T10" fmla="*/ 0 h 1"/>
                <a:gd name="T11" fmla="*/ 586 w 58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6" h="1">
                  <a:moveTo>
                    <a:pt x="0" y="0"/>
                  </a:moveTo>
                  <a:lnTo>
                    <a:pt x="585" y="0"/>
                  </a:lnTo>
                  <a:lnTo>
                    <a:pt x="586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3" name="Freeform 337"/>
            <p:cNvSpPr/>
            <p:nvPr/>
          </p:nvSpPr>
          <p:spPr bwMode="auto">
            <a:xfrm>
              <a:off x="2178" y="1289"/>
              <a:ext cx="1" cy="99"/>
            </a:xfrm>
            <a:custGeom>
              <a:avLst/>
              <a:gdLst>
                <a:gd name="T0" fmla="*/ 0 w 1"/>
                <a:gd name="T1" fmla="*/ 1 h 494"/>
                <a:gd name="T2" fmla="*/ 0 w 1"/>
                <a:gd name="T3" fmla="*/ 0 h 494"/>
                <a:gd name="T4" fmla="*/ 1 w 1"/>
                <a:gd name="T5" fmla="*/ 0 h 494"/>
                <a:gd name="T6" fmla="*/ 0 60000 65536"/>
                <a:gd name="T7" fmla="*/ 0 60000 65536"/>
                <a:gd name="T8" fmla="*/ 0 60000 65536"/>
                <a:gd name="T9" fmla="*/ 0 w 1"/>
                <a:gd name="T10" fmla="*/ 0 h 494"/>
                <a:gd name="T11" fmla="*/ 1 w 1"/>
                <a:gd name="T12" fmla="*/ 494 h 4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94">
                  <a:moveTo>
                    <a:pt x="0" y="49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94" name="Group 338"/>
            <p:cNvGrpSpPr/>
            <p:nvPr/>
          </p:nvGrpSpPr>
          <p:grpSpPr bwMode="auto">
            <a:xfrm>
              <a:off x="2061" y="1244"/>
              <a:ext cx="1" cy="720"/>
              <a:chOff x="2061" y="1244"/>
              <a:chExt cx="1" cy="720"/>
            </a:xfrm>
          </p:grpSpPr>
          <p:sp>
            <p:nvSpPr>
              <p:cNvPr id="318" name="Freeform 339"/>
              <p:cNvSpPr/>
              <p:nvPr/>
            </p:nvSpPr>
            <p:spPr bwMode="auto">
              <a:xfrm>
                <a:off x="2061" y="1512"/>
                <a:ext cx="1" cy="11"/>
              </a:xfrm>
              <a:custGeom>
                <a:avLst/>
                <a:gdLst>
                  <a:gd name="T0" fmla="*/ 0 w 1"/>
                  <a:gd name="T1" fmla="*/ 0 h 53"/>
                  <a:gd name="T2" fmla="*/ 0 w 1"/>
                  <a:gd name="T3" fmla="*/ 0 h 53"/>
                  <a:gd name="T4" fmla="*/ 1 w 1"/>
                  <a:gd name="T5" fmla="*/ 0 h 5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3"/>
                  <a:gd name="T11" fmla="*/ 1 w 1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3">
                    <a:moveTo>
                      <a:pt x="0" y="0"/>
                    </a:moveTo>
                    <a:lnTo>
                      <a:pt x="0" y="53"/>
                    </a:lnTo>
                    <a:lnTo>
                      <a:pt x="1" y="53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9" name="Freeform 340"/>
              <p:cNvSpPr/>
              <p:nvPr/>
            </p:nvSpPr>
            <p:spPr bwMode="auto">
              <a:xfrm>
                <a:off x="2061" y="1879"/>
                <a:ext cx="1" cy="85"/>
              </a:xfrm>
              <a:custGeom>
                <a:avLst/>
                <a:gdLst>
                  <a:gd name="T0" fmla="*/ 0 w 1"/>
                  <a:gd name="T1" fmla="*/ 0 h 429"/>
                  <a:gd name="T2" fmla="*/ 0 w 1"/>
                  <a:gd name="T3" fmla="*/ 1 h 429"/>
                  <a:gd name="T4" fmla="*/ 1 w 1"/>
                  <a:gd name="T5" fmla="*/ 1 h 42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29"/>
                  <a:gd name="T11" fmla="*/ 1 w 1"/>
                  <a:gd name="T12" fmla="*/ 429 h 4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29">
                    <a:moveTo>
                      <a:pt x="0" y="0"/>
                    </a:moveTo>
                    <a:lnTo>
                      <a:pt x="0" y="429"/>
                    </a:lnTo>
                    <a:lnTo>
                      <a:pt x="1" y="42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0" name="Freeform 341"/>
              <p:cNvSpPr/>
              <p:nvPr/>
            </p:nvSpPr>
            <p:spPr bwMode="auto">
              <a:xfrm>
                <a:off x="2061" y="1539"/>
                <a:ext cx="1" cy="290"/>
              </a:xfrm>
              <a:custGeom>
                <a:avLst/>
                <a:gdLst>
                  <a:gd name="T0" fmla="*/ 0 w 1"/>
                  <a:gd name="T1" fmla="*/ 0 h 1450"/>
                  <a:gd name="T2" fmla="*/ 0 w 1"/>
                  <a:gd name="T3" fmla="*/ 2 h 1450"/>
                  <a:gd name="T4" fmla="*/ 1 w 1"/>
                  <a:gd name="T5" fmla="*/ 2 h 145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450"/>
                  <a:gd name="T11" fmla="*/ 1 w 1"/>
                  <a:gd name="T12" fmla="*/ 1450 h 145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450">
                    <a:moveTo>
                      <a:pt x="0" y="0"/>
                    </a:moveTo>
                    <a:lnTo>
                      <a:pt x="0" y="1450"/>
                    </a:lnTo>
                    <a:lnTo>
                      <a:pt x="1" y="145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1" name="Freeform 342"/>
              <p:cNvSpPr/>
              <p:nvPr/>
            </p:nvSpPr>
            <p:spPr bwMode="auto">
              <a:xfrm>
                <a:off x="2061" y="1850"/>
                <a:ext cx="1" cy="7"/>
              </a:xfrm>
              <a:custGeom>
                <a:avLst/>
                <a:gdLst>
                  <a:gd name="T0" fmla="*/ 0 w 1"/>
                  <a:gd name="T1" fmla="*/ 0 h 39"/>
                  <a:gd name="T2" fmla="*/ 0 w 1"/>
                  <a:gd name="T3" fmla="*/ 0 h 39"/>
                  <a:gd name="T4" fmla="*/ 1 w 1"/>
                  <a:gd name="T5" fmla="*/ 0 h 3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9"/>
                  <a:gd name="T11" fmla="*/ 1 w 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9">
                    <a:moveTo>
                      <a:pt x="0" y="0"/>
                    </a:moveTo>
                    <a:lnTo>
                      <a:pt x="0" y="39"/>
                    </a:lnTo>
                    <a:lnTo>
                      <a:pt x="1" y="3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2" name="Freeform 343"/>
              <p:cNvSpPr/>
              <p:nvPr/>
            </p:nvSpPr>
            <p:spPr bwMode="auto">
              <a:xfrm>
                <a:off x="2061" y="1244"/>
                <a:ext cx="1" cy="252"/>
              </a:xfrm>
              <a:custGeom>
                <a:avLst/>
                <a:gdLst>
                  <a:gd name="T0" fmla="*/ 0 w 1"/>
                  <a:gd name="T1" fmla="*/ 0 h 1261"/>
                  <a:gd name="T2" fmla="*/ 0 w 1"/>
                  <a:gd name="T3" fmla="*/ 2 h 1261"/>
                  <a:gd name="T4" fmla="*/ 1 w 1"/>
                  <a:gd name="T5" fmla="*/ 2 h 126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261"/>
                  <a:gd name="T11" fmla="*/ 1 w 1"/>
                  <a:gd name="T12" fmla="*/ 1261 h 126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261">
                    <a:moveTo>
                      <a:pt x="0" y="0"/>
                    </a:moveTo>
                    <a:lnTo>
                      <a:pt x="0" y="1261"/>
                    </a:lnTo>
                    <a:lnTo>
                      <a:pt x="1" y="126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95" name="Group 344"/>
            <p:cNvGrpSpPr/>
            <p:nvPr/>
          </p:nvGrpSpPr>
          <p:grpSpPr bwMode="auto">
            <a:xfrm>
              <a:off x="2148" y="1399"/>
              <a:ext cx="1" cy="351"/>
              <a:chOff x="2148" y="1399"/>
              <a:chExt cx="1" cy="351"/>
            </a:xfrm>
          </p:grpSpPr>
          <p:sp>
            <p:nvSpPr>
              <p:cNvPr id="313" name="Freeform 345"/>
              <p:cNvSpPr/>
              <p:nvPr/>
            </p:nvSpPr>
            <p:spPr bwMode="auto">
              <a:xfrm>
                <a:off x="2148" y="1499"/>
                <a:ext cx="1" cy="148"/>
              </a:xfrm>
              <a:custGeom>
                <a:avLst/>
                <a:gdLst>
                  <a:gd name="T0" fmla="*/ 0 w 1"/>
                  <a:gd name="T1" fmla="*/ 0 h 739"/>
                  <a:gd name="T2" fmla="*/ 0 w 1"/>
                  <a:gd name="T3" fmla="*/ 1 h 739"/>
                  <a:gd name="T4" fmla="*/ 1 w 1"/>
                  <a:gd name="T5" fmla="*/ 1 h 73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39"/>
                  <a:gd name="T11" fmla="*/ 1 w 1"/>
                  <a:gd name="T12" fmla="*/ 739 h 7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39">
                    <a:moveTo>
                      <a:pt x="0" y="0"/>
                    </a:moveTo>
                    <a:lnTo>
                      <a:pt x="0" y="739"/>
                    </a:lnTo>
                    <a:lnTo>
                      <a:pt x="1" y="73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4" name="Freeform 346"/>
              <p:cNvSpPr/>
              <p:nvPr/>
            </p:nvSpPr>
            <p:spPr bwMode="auto">
              <a:xfrm>
                <a:off x="2148" y="1692"/>
                <a:ext cx="1" cy="58"/>
              </a:xfrm>
              <a:custGeom>
                <a:avLst/>
                <a:gdLst>
                  <a:gd name="T0" fmla="*/ 0 w 1"/>
                  <a:gd name="T1" fmla="*/ 0 h 293"/>
                  <a:gd name="T2" fmla="*/ 0 w 1"/>
                  <a:gd name="T3" fmla="*/ 0 h 293"/>
                  <a:gd name="T4" fmla="*/ 1 w 1"/>
                  <a:gd name="T5" fmla="*/ 0 h 29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93"/>
                  <a:gd name="T11" fmla="*/ 1 w 1"/>
                  <a:gd name="T12" fmla="*/ 293 h 2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93">
                    <a:moveTo>
                      <a:pt x="0" y="0"/>
                    </a:moveTo>
                    <a:lnTo>
                      <a:pt x="0" y="293"/>
                    </a:lnTo>
                    <a:lnTo>
                      <a:pt x="1" y="293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5" name="Freeform 347"/>
              <p:cNvSpPr/>
              <p:nvPr/>
            </p:nvSpPr>
            <p:spPr bwMode="auto">
              <a:xfrm>
                <a:off x="2148" y="1665"/>
                <a:ext cx="1" cy="8"/>
              </a:xfrm>
              <a:custGeom>
                <a:avLst/>
                <a:gdLst>
                  <a:gd name="T0" fmla="*/ 0 w 1"/>
                  <a:gd name="T1" fmla="*/ 0 h 40"/>
                  <a:gd name="T2" fmla="*/ 0 w 1"/>
                  <a:gd name="T3" fmla="*/ 0 h 40"/>
                  <a:gd name="T4" fmla="*/ 1 w 1"/>
                  <a:gd name="T5" fmla="*/ 0 h 4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0"/>
                  <a:gd name="T11" fmla="*/ 1 w 1"/>
                  <a:gd name="T12" fmla="*/ 40 h 4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0">
                    <a:moveTo>
                      <a:pt x="0" y="0"/>
                    </a:moveTo>
                    <a:lnTo>
                      <a:pt x="0" y="40"/>
                    </a:lnTo>
                    <a:lnTo>
                      <a:pt x="1" y="4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6" name="Freeform 348"/>
              <p:cNvSpPr/>
              <p:nvPr/>
            </p:nvSpPr>
            <p:spPr bwMode="auto">
              <a:xfrm>
                <a:off x="2148" y="1399"/>
                <a:ext cx="1" cy="63"/>
              </a:xfrm>
              <a:custGeom>
                <a:avLst/>
                <a:gdLst>
                  <a:gd name="T0" fmla="*/ 0 w 1"/>
                  <a:gd name="T1" fmla="*/ 0 h 317"/>
                  <a:gd name="T2" fmla="*/ 0 w 1"/>
                  <a:gd name="T3" fmla="*/ 1 h 317"/>
                  <a:gd name="T4" fmla="*/ 1 w 1"/>
                  <a:gd name="T5" fmla="*/ 1 h 31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17"/>
                  <a:gd name="T11" fmla="*/ 1 w 1"/>
                  <a:gd name="T12" fmla="*/ 317 h 3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17">
                    <a:moveTo>
                      <a:pt x="0" y="0"/>
                    </a:moveTo>
                    <a:lnTo>
                      <a:pt x="0" y="317"/>
                    </a:lnTo>
                    <a:lnTo>
                      <a:pt x="1" y="317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7" name="Freeform 349"/>
              <p:cNvSpPr/>
              <p:nvPr/>
            </p:nvSpPr>
            <p:spPr bwMode="auto">
              <a:xfrm>
                <a:off x="2148" y="1478"/>
                <a:ext cx="1" cy="5"/>
              </a:xfrm>
              <a:custGeom>
                <a:avLst/>
                <a:gdLst>
                  <a:gd name="T0" fmla="*/ 0 w 1"/>
                  <a:gd name="T1" fmla="*/ 0 h 27"/>
                  <a:gd name="T2" fmla="*/ 0 w 1"/>
                  <a:gd name="T3" fmla="*/ 0 h 27"/>
                  <a:gd name="T4" fmla="*/ 1 w 1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7"/>
                  <a:gd name="T11" fmla="*/ 1 w 1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7">
                    <a:moveTo>
                      <a:pt x="0" y="0"/>
                    </a:moveTo>
                    <a:lnTo>
                      <a:pt x="0" y="27"/>
                    </a:lnTo>
                    <a:lnTo>
                      <a:pt x="1" y="27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96" name="Freeform 350"/>
            <p:cNvSpPr/>
            <p:nvPr/>
          </p:nvSpPr>
          <p:spPr bwMode="auto">
            <a:xfrm>
              <a:off x="2201" y="1388"/>
              <a:ext cx="42" cy="42"/>
            </a:xfrm>
            <a:custGeom>
              <a:avLst/>
              <a:gdLst>
                <a:gd name="T0" fmla="*/ 0 w 210"/>
                <a:gd name="T1" fmla="*/ 0 h 210"/>
                <a:gd name="T2" fmla="*/ 0 w 210"/>
                <a:gd name="T3" fmla="*/ 0 h 210"/>
                <a:gd name="T4" fmla="*/ 0 w 210"/>
                <a:gd name="T5" fmla="*/ 0 h 210"/>
                <a:gd name="T6" fmla="*/ 0 w 210"/>
                <a:gd name="T7" fmla="*/ 0 h 21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0"/>
                <a:gd name="T13" fmla="*/ 0 h 210"/>
                <a:gd name="T14" fmla="*/ 210 w 210"/>
                <a:gd name="T15" fmla="*/ 210 h 21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0" h="210">
                  <a:moveTo>
                    <a:pt x="210" y="210"/>
                  </a:moveTo>
                  <a:lnTo>
                    <a:pt x="148" y="63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97" name="Group 351"/>
            <p:cNvGrpSpPr/>
            <p:nvPr/>
          </p:nvGrpSpPr>
          <p:grpSpPr bwMode="auto">
            <a:xfrm>
              <a:off x="1679" y="2256"/>
              <a:ext cx="766" cy="764"/>
              <a:chOff x="1679" y="2256"/>
              <a:chExt cx="766" cy="764"/>
            </a:xfrm>
          </p:grpSpPr>
          <p:sp>
            <p:nvSpPr>
              <p:cNvPr id="305" name="Freeform 352"/>
              <p:cNvSpPr/>
              <p:nvPr/>
            </p:nvSpPr>
            <p:spPr bwMode="auto">
              <a:xfrm>
                <a:off x="2344" y="2379"/>
                <a:ext cx="9" cy="11"/>
              </a:xfrm>
              <a:custGeom>
                <a:avLst/>
                <a:gdLst>
                  <a:gd name="T0" fmla="*/ 0 w 46"/>
                  <a:gd name="T1" fmla="*/ 0 h 54"/>
                  <a:gd name="T2" fmla="*/ 0 w 46"/>
                  <a:gd name="T3" fmla="*/ 0 h 54"/>
                  <a:gd name="T4" fmla="*/ 0 w 46"/>
                  <a:gd name="T5" fmla="*/ 0 h 54"/>
                  <a:gd name="T6" fmla="*/ 0 60000 65536"/>
                  <a:gd name="T7" fmla="*/ 0 60000 65536"/>
                  <a:gd name="T8" fmla="*/ 0 60000 65536"/>
                  <a:gd name="T9" fmla="*/ 0 w 46"/>
                  <a:gd name="T10" fmla="*/ 0 h 54"/>
                  <a:gd name="T11" fmla="*/ 46 w 46"/>
                  <a:gd name="T12" fmla="*/ 54 h 5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" h="54">
                    <a:moveTo>
                      <a:pt x="46" y="5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6" name="Freeform 353"/>
              <p:cNvSpPr/>
              <p:nvPr/>
            </p:nvSpPr>
            <p:spPr bwMode="auto">
              <a:xfrm>
                <a:off x="1841" y="2256"/>
                <a:ext cx="487" cy="107"/>
              </a:xfrm>
              <a:custGeom>
                <a:avLst/>
                <a:gdLst>
                  <a:gd name="T0" fmla="*/ 4 w 2438"/>
                  <a:gd name="T1" fmla="*/ 1 h 537"/>
                  <a:gd name="T2" fmla="*/ 3 w 2438"/>
                  <a:gd name="T3" fmla="*/ 0 h 537"/>
                  <a:gd name="T4" fmla="*/ 2 w 2438"/>
                  <a:gd name="T5" fmla="*/ 0 h 537"/>
                  <a:gd name="T6" fmla="*/ 1 w 2438"/>
                  <a:gd name="T7" fmla="*/ 0 h 537"/>
                  <a:gd name="T8" fmla="*/ 0 w 2438"/>
                  <a:gd name="T9" fmla="*/ 1 h 537"/>
                  <a:gd name="T10" fmla="*/ 0 w 2438"/>
                  <a:gd name="T11" fmla="*/ 1 h 53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38"/>
                  <a:gd name="T19" fmla="*/ 0 h 537"/>
                  <a:gd name="T20" fmla="*/ 2438 w 2438"/>
                  <a:gd name="T21" fmla="*/ 537 h 53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38" h="537">
                    <a:moveTo>
                      <a:pt x="2438" y="537"/>
                    </a:moveTo>
                    <a:lnTo>
                      <a:pt x="1893" y="165"/>
                    </a:lnTo>
                    <a:lnTo>
                      <a:pt x="1255" y="0"/>
                    </a:lnTo>
                    <a:lnTo>
                      <a:pt x="597" y="62"/>
                    </a:lnTo>
                    <a:lnTo>
                      <a:pt x="0" y="342"/>
                    </a:lnTo>
                    <a:lnTo>
                      <a:pt x="1" y="342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7" name="Freeform 354"/>
              <p:cNvSpPr/>
              <p:nvPr/>
            </p:nvSpPr>
            <p:spPr bwMode="auto">
              <a:xfrm>
                <a:off x="1805" y="2347"/>
                <a:ext cx="6" cy="6"/>
              </a:xfrm>
              <a:custGeom>
                <a:avLst/>
                <a:gdLst>
                  <a:gd name="T0" fmla="*/ 0 w 32"/>
                  <a:gd name="T1" fmla="*/ 0 h 29"/>
                  <a:gd name="T2" fmla="*/ 0 w 32"/>
                  <a:gd name="T3" fmla="*/ 0 h 29"/>
                  <a:gd name="T4" fmla="*/ 0 w 32"/>
                  <a:gd name="T5" fmla="*/ 0 h 29"/>
                  <a:gd name="T6" fmla="*/ 0 60000 65536"/>
                  <a:gd name="T7" fmla="*/ 0 60000 65536"/>
                  <a:gd name="T8" fmla="*/ 0 60000 65536"/>
                  <a:gd name="T9" fmla="*/ 0 w 32"/>
                  <a:gd name="T10" fmla="*/ 0 h 29"/>
                  <a:gd name="T11" fmla="*/ 32 w 32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2" h="29">
                    <a:moveTo>
                      <a:pt x="32" y="0"/>
                    </a:moveTo>
                    <a:lnTo>
                      <a:pt x="0" y="29"/>
                    </a:lnTo>
                    <a:lnTo>
                      <a:pt x="1" y="2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8" name="Freeform 355"/>
              <p:cNvSpPr/>
              <p:nvPr/>
            </p:nvSpPr>
            <p:spPr bwMode="auto">
              <a:xfrm>
                <a:off x="1679" y="2378"/>
                <a:ext cx="100" cy="471"/>
              </a:xfrm>
              <a:custGeom>
                <a:avLst/>
                <a:gdLst>
                  <a:gd name="T0" fmla="*/ 1 w 504"/>
                  <a:gd name="T1" fmla="*/ 0 h 2358"/>
                  <a:gd name="T2" fmla="*/ 0 w 504"/>
                  <a:gd name="T3" fmla="*/ 1 h 2358"/>
                  <a:gd name="T4" fmla="*/ 0 w 504"/>
                  <a:gd name="T5" fmla="*/ 2 h 2358"/>
                  <a:gd name="T6" fmla="*/ 0 w 504"/>
                  <a:gd name="T7" fmla="*/ 3 h 2358"/>
                  <a:gd name="T8" fmla="*/ 0 w 504"/>
                  <a:gd name="T9" fmla="*/ 4 h 2358"/>
                  <a:gd name="T10" fmla="*/ 0 w 504"/>
                  <a:gd name="T11" fmla="*/ 4 h 235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04"/>
                  <a:gd name="T19" fmla="*/ 0 h 2358"/>
                  <a:gd name="T20" fmla="*/ 504 w 504"/>
                  <a:gd name="T21" fmla="*/ 2358 h 235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04" h="2358">
                    <a:moveTo>
                      <a:pt x="504" y="0"/>
                    </a:moveTo>
                    <a:lnTo>
                      <a:pt x="157" y="530"/>
                    </a:lnTo>
                    <a:lnTo>
                      <a:pt x="0" y="1145"/>
                    </a:lnTo>
                    <a:lnTo>
                      <a:pt x="52" y="1777"/>
                    </a:lnTo>
                    <a:lnTo>
                      <a:pt x="307" y="2358"/>
                    </a:lnTo>
                    <a:lnTo>
                      <a:pt x="308" y="235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9" name="Freeform 356"/>
              <p:cNvSpPr/>
              <p:nvPr/>
            </p:nvSpPr>
            <p:spPr bwMode="auto">
              <a:xfrm>
                <a:off x="1756" y="2872"/>
                <a:ext cx="15" cy="18"/>
              </a:xfrm>
              <a:custGeom>
                <a:avLst/>
                <a:gdLst>
                  <a:gd name="T0" fmla="*/ 0 w 72"/>
                  <a:gd name="T1" fmla="*/ 0 h 87"/>
                  <a:gd name="T2" fmla="*/ 0 w 72"/>
                  <a:gd name="T3" fmla="*/ 0 h 87"/>
                  <a:gd name="T4" fmla="*/ 0 w 72"/>
                  <a:gd name="T5" fmla="*/ 0 h 87"/>
                  <a:gd name="T6" fmla="*/ 0 60000 65536"/>
                  <a:gd name="T7" fmla="*/ 0 60000 65536"/>
                  <a:gd name="T8" fmla="*/ 0 60000 65536"/>
                  <a:gd name="T9" fmla="*/ 0 w 72"/>
                  <a:gd name="T10" fmla="*/ 0 h 87"/>
                  <a:gd name="T11" fmla="*/ 72 w 72"/>
                  <a:gd name="T12" fmla="*/ 87 h 8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" h="87">
                    <a:moveTo>
                      <a:pt x="0" y="0"/>
                    </a:moveTo>
                    <a:lnTo>
                      <a:pt x="71" y="87"/>
                    </a:lnTo>
                    <a:lnTo>
                      <a:pt x="72" y="87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0" name="Freeform 357"/>
              <p:cNvSpPr/>
              <p:nvPr/>
            </p:nvSpPr>
            <p:spPr bwMode="auto">
              <a:xfrm>
                <a:off x="1789" y="2910"/>
                <a:ext cx="523" cy="110"/>
              </a:xfrm>
              <a:custGeom>
                <a:avLst/>
                <a:gdLst>
                  <a:gd name="T0" fmla="*/ 0 w 2616"/>
                  <a:gd name="T1" fmla="*/ 0 h 551"/>
                  <a:gd name="T2" fmla="*/ 1 w 2616"/>
                  <a:gd name="T3" fmla="*/ 1 h 551"/>
                  <a:gd name="T4" fmla="*/ 2 w 2616"/>
                  <a:gd name="T5" fmla="*/ 1 h 551"/>
                  <a:gd name="T6" fmla="*/ 3 w 2616"/>
                  <a:gd name="T7" fmla="*/ 1 h 551"/>
                  <a:gd name="T8" fmla="*/ 3 w 2616"/>
                  <a:gd name="T9" fmla="*/ 1 h 551"/>
                  <a:gd name="T10" fmla="*/ 4 w 2616"/>
                  <a:gd name="T11" fmla="*/ 0 h 551"/>
                  <a:gd name="T12" fmla="*/ 4 w 2616"/>
                  <a:gd name="T13" fmla="*/ 0 h 55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616"/>
                  <a:gd name="T22" fmla="*/ 0 h 551"/>
                  <a:gd name="T23" fmla="*/ 2616 w 2616"/>
                  <a:gd name="T24" fmla="*/ 551 h 55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616" h="551">
                    <a:moveTo>
                      <a:pt x="0" y="0"/>
                    </a:moveTo>
                    <a:lnTo>
                      <a:pt x="462" y="341"/>
                    </a:lnTo>
                    <a:lnTo>
                      <a:pt x="1003" y="530"/>
                    </a:lnTo>
                    <a:lnTo>
                      <a:pt x="1576" y="551"/>
                    </a:lnTo>
                    <a:lnTo>
                      <a:pt x="2130" y="401"/>
                    </a:lnTo>
                    <a:lnTo>
                      <a:pt x="2615" y="95"/>
                    </a:lnTo>
                    <a:lnTo>
                      <a:pt x="2616" y="95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1" name="Freeform 358"/>
              <p:cNvSpPr/>
              <p:nvPr/>
            </p:nvSpPr>
            <p:spPr bwMode="auto">
              <a:xfrm>
                <a:off x="2340" y="2889"/>
                <a:ext cx="13" cy="14"/>
              </a:xfrm>
              <a:custGeom>
                <a:avLst/>
                <a:gdLst>
                  <a:gd name="T0" fmla="*/ 0 w 66"/>
                  <a:gd name="T1" fmla="*/ 0 h 71"/>
                  <a:gd name="T2" fmla="*/ 0 w 66"/>
                  <a:gd name="T3" fmla="*/ 0 h 71"/>
                  <a:gd name="T4" fmla="*/ 0 w 66"/>
                  <a:gd name="T5" fmla="*/ 0 h 71"/>
                  <a:gd name="T6" fmla="*/ 0 60000 65536"/>
                  <a:gd name="T7" fmla="*/ 0 60000 65536"/>
                  <a:gd name="T8" fmla="*/ 0 60000 65536"/>
                  <a:gd name="T9" fmla="*/ 0 w 66"/>
                  <a:gd name="T10" fmla="*/ 0 h 71"/>
                  <a:gd name="T11" fmla="*/ 66 w 66"/>
                  <a:gd name="T12" fmla="*/ 71 h 7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6" h="71">
                    <a:moveTo>
                      <a:pt x="0" y="71"/>
                    </a:moveTo>
                    <a:lnTo>
                      <a:pt x="65" y="0"/>
                    </a:lnTo>
                    <a:lnTo>
                      <a:pt x="6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2" name="Freeform 359"/>
              <p:cNvSpPr/>
              <p:nvPr/>
            </p:nvSpPr>
            <p:spPr bwMode="auto">
              <a:xfrm>
                <a:off x="2370" y="2410"/>
                <a:ext cx="75" cy="454"/>
              </a:xfrm>
              <a:custGeom>
                <a:avLst/>
                <a:gdLst>
                  <a:gd name="T0" fmla="*/ 0 w 376"/>
                  <a:gd name="T1" fmla="*/ 4 h 2270"/>
                  <a:gd name="T2" fmla="*/ 0 w 376"/>
                  <a:gd name="T3" fmla="*/ 3 h 2270"/>
                  <a:gd name="T4" fmla="*/ 1 w 376"/>
                  <a:gd name="T5" fmla="*/ 2 h 2270"/>
                  <a:gd name="T6" fmla="*/ 0 w 376"/>
                  <a:gd name="T7" fmla="*/ 1 h 2270"/>
                  <a:gd name="T8" fmla="*/ 0 w 376"/>
                  <a:gd name="T9" fmla="*/ 0 h 2270"/>
                  <a:gd name="T10" fmla="*/ 0 w 376"/>
                  <a:gd name="T11" fmla="*/ 0 h 22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76"/>
                  <a:gd name="T19" fmla="*/ 0 h 2270"/>
                  <a:gd name="T20" fmla="*/ 376 w 376"/>
                  <a:gd name="T21" fmla="*/ 2270 h 227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76" h="2270">
                    <a:moveTo>
                      <a:pt x="11" y="2270"/>
                    </a:moveTo>
                    <a:lnTo>
                      <a:pt x="284" y="1731"/>
                    </a:lnTo>
                    <a:lnTo>
                      <a:pt x="376" y="1133"/>
                    </a:lnTo>
                    <a:lnTo>
                      <a:pt x="279" y="537"/>
                    </a:ln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98" name="Group 360"/>
            <p:cNvGrpSpPr/>
            <p:nvPr/>
          </p:nvGrpSpPr>
          <p:grpSpPr bwMode="auto">
            <a:xfrm>
              <a:off x="2061" y="2108"/>
              <a:ext cx="1" cy="1069"/>
              <a:chOff x="2061" y="2108"/>
              <a:chExt cx="1" cy="1069"/>
            </a:xfrm>
          </p:grpSpPr>
          <p:sp>
            <p:nvSpPr>
              <p:cNvPr id="299" name="Freeform 361"/>
              <p:cNvSpPr/>
              <p:nvPr/>
            </p:nvSpPr>
            <p:spPr bwMode="auto">
              <a:xfrm>
                <a:off x="2061" y="2672"/>
                <a:ext cx="1" cy="228"/>
              </a:xfrm>
              <a:custGeom>
                <a:avLst/>
                <a:gdLst>
                  <a:gd name="T0" fmla="*/ 0 w 1"/>
                  <a:gd name="T1" fmla="*/ 0 h 1139"/>
                  <a:gd name="T2" fmla="*/ 0 w 1"/>
                  <a:gd name="T3" fmla="*/ 2 h 1139"/>
                  <a:gd name="T4" fmla="*/ 1 w 1"/>
                  <a:gd name="T5" fmla="*/ 2 h 113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139"/>
                  <a:gd name="T11" fmla="*/ 1 w 1"/>
                  <a:gd name="T12" fmla="*/ 1139 h 11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139">
                    <a:moveTo>
                      <a:pt x="0" y="0"/>
                    </a:moveTo>
                    <a:lnTo>
                      <a:pt x="0" y="1139"/>
                    </a:lnTo>
                    <a:lnTo>
                      <a:pt x="1" y="113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0" name="Freeform 362"/>
              <p:cNvSpPr/>
              <p:nvPr/>
            </p:nvSpPr>
            <p:spPr bwMode="auto">
              <a:xfrm>
                <a:off x="2061" y="2471"/>
                <a:ext cx="1" cy="201"/>
              </a:xfrm>
              <a:custGeom>
                <a:avLst/>
                <a:gdLst>
                  <a:gd name="T0" fmla="*/ 0 w 1"/>
                  <a:gd name="T1" fmla="*/ 0 h 1006"/>
                  <a:gd name="T2" fmla="*/ 0 w 1"/>
                  <a:gd name="T3" fmla="*/ 2 h 1006"/>
                  <a:gd name="T4" fmla="*/ 1 w 1"/>
                  <a:gd name="T5" fmla="*/ 2 h 100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006"/>
                  <a:gd name="T11" fmla="*/ 1 w 1"/>
                  <a:gd name="T12" fmla="*/ 1006 h 100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006">
                    <a:moveTo>
                      <a:pt x="0" y="0"/>
                    </a:moveTo>
                    <a:lnTo>
                      <a:pt x="0" y="1006"/>
                    </a:lnTo>
                    <a:lnTo>
                      <a:pt x="1" y="1006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1" name="Freeform 363"/>
              <p:cNvSpPr/>
              <p:nvPr/>
            </p:nvSpPr>
            <p:spPr bwMode="auto">
              <a:xfrm>
                <a:off x="2061" y="2436"/>
                <a:ext cx="1" cy="4"/>
              </a:xfrm>
              <a:custGeom>
                <a:avLst/>
                <a:gdLst>
                  <a:gd name="T0" fmla="*/ 0 w 1"/>
                  <a:gd name="T1" fmla="*/ 0 h 19"/>
                  <a:gd name="T2" fmla="*/ 0 w 1"/>
                  <a:gd name="T3" fmla="*/ 0 h 19"/>
                  <a:gd name="T4" fmla="*/ 1 w 1"/>
                  <a:gd name="T5" fmla="*/ 0 h 1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9"/>
                  <a:gd name="T11" fmla="*/ 1 w 1"/>
                  <a:gd name="T12" fmla="*/ 19 h 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9">
                    <a:moveTo>
                      <a:pt x="0" y="0"/>
                    </a:moveTo>
                    <a:lnTo>
                      <a:pt x="0" y="19"/>
                    </a:lnTo>
                    <a:lnTo>
                      <a:pt x="1" y="1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2" name="Freeform 364"/>
              <p:cNvSpPr/>
              <p:nvPr/>
            </p:nvSpPr>
            <p:spPr bwMode="auto">
              <a:xfrm>
                <a:off x="2061" y="2973"/>
                <a:ext cx="1" cy="204"/>
              </a:xfrm>
              <a:custGeom>
                <a:avLst/>
                <a:gdLst>
                  <a:gd name="T0" fmla="*/ 0 w 1"/>
                  <a:gd name="T1" fmla="*/ 0 h 1018"/>
                  <a:gd name="T2" fmla="*/ 0 w 1"/>
                  <a:gd name="T3" fmla="*/ 2 h 1018"/>
                  <a:gd name="T4" fmla="*/ 1 w 1"/>
                  <a:gd name="T5" fmla="*/ 2 h 101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018"/>
                  <a:gd name="T11" fmla="*/ 1 w 1"/>
                  <a:gd name="T12" fmla="*/ 1018 h 10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018">
                    <a:moveTo>
                      <a:pt x="0" y="0"/>
                    </a:moveTo>
                    <a:lnTo>
                      <a:pt x="0" y="1018"/>
                    </a:lnTo>
                    <a:lnTo>
                      <a:pt x="1" y="101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3" name="Freeform 365"/>
              <p:cNvSpPr/>
              <p:nvPr/>
            </p:nvSpPr>
            <p:spPr bwMode="auto">
              <a:xfrm>
                <a:off x="2061" y="2927"/>
                <a:ext cx="1" cy="15"/>
              </a:xfrm>
              <a:custGeom>
                <a:avLst/>
                <a:gdLst>
                  <a:gd name="T0" fmla="*/ 0 w 1"/>
                  <a:gd name="T1" fmla="*/ 0 h 78"/>
                  <a:gd name="T2" fmla="*/ 0 w 1"/>
                  <a:gd name="T3" fmla="*/ 0 h 78"/>
                  <a:gd name="T4" fmla="*/ 1 w 1"/>
                  <a:gd name="T5" fmla="*/ 0 h 7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8"/>
                  <a:gd name="T11" fmla="*/ 1 w 1"/>
                  <a:gd name="T12" fmla="*/ 78 h 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8">
                    <a:moveTo>
                      <a:pt x="0" y="0"/>
                    </a:moveTo>
                    <a:lnTo>
                      <a:pt x="0" y="78"/>
                    </a:lnTo>
                    <a:lnTo>
                      <a:pt x="1" y="7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4" name="Freeform 366"/>
              <p:cNvSpPr/>
              <p:nvPr/>
            </p:nvSpPr>
            <p:spPr bwMode="auto">
              <a:xfrm>
                <a:off x="2061" y="2108"/>
                <a:ext cx="1" cy="305"/>
              </a:xfrm>
              <a:custGeom>
                <a:avLst/>
                <a:gdLst>
                  <a:gd name="T0" fmla="*/ 0 w 1"/>
                  <a:gd name="T1" fmla="*/ 0 h 1523"/>
                  <a:gd name="T2" fmla="*/ 0 w 1"/>
                  <a:gd name="T3" fmla="*/ 2 h 1523"/>
                  <a:gd name="T4" fmla="*/ 1 w 1"/>
                  <a:gd name="T5" fmla="*/ 2 h 152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523"/>
                  <a:gd name="T11" fmla="*/ 1 w 1"/>
                  <a:gd name="T12" fmla="*/ 1523 h 152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523">
                    <a:moveTo>
                      <a:pt x="0" y="0"/>
                    </a:moveTo>
                    <a:lnTo>
                      <a:pt x="0" y="1523"/>
                    </a:lnTo>
                    <a:lnTo>
                      <a:pt x="1" y="1523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369" name="Group 367"/>
          <p:cNvGrpSpPr/>
          <p:nvPr/>
        </p:nvGrpSpPr>
        <p:grpSpPr bwMode="auto">
          <a:xfrm>
            <a:off x="9336360" y="3717032"/>
            <a:ext cx="1982787" cy="1879600"/>
            <a:chOff x="3271" y="2480"/>
            <a:chExt cx="1249" cy="1184"/>
          </a:xfrm>
        </p:grpSpPr>
        <p:sp>
          <p:nvSpPr>
            <p:cNvPr id="370" name="Freeform 368"/>
            <p:cNvSpPr/>
            <p:nvPr/>
          </p:nvSpPr>
          <p:spPr bwMode="auto">
            <a:xfrm>
              <a:off x="3272" y="3136"/>
              <a:ext cx="1248" cy="528"/>
            </a:xfrm>
            <a:custGeom>
              <a:avLst/>
              <a:gdLst>
                <a:gd name="T0" fmla="*/ 0 w 1517"/>
                <a:gd name="T1" fmla="*/ 0 h 661"/>
                <a:gd name="T2" fmla="*/ 0 w 1517"/>
                <a:gd name="T3" fmla="*/ 84 h 661"/>
                <a:gd name="T4" fmla="*/ 6 w 1517"/>
                <a:gd name="T5" fmla="*/ 113 h 661"/>
                <a:gd name="T6" fmla="*/ 17 w 1517"/>
                <a:gd name="T7" fmla="*/ 137 h 661"/>
                <a:gd name="T8" fmla="*/ 41 w 1517"/>
                <a:gd name="T9" fmla="*/ 167 h 661"/>
                <a:gd name="T10" fmla="*/ 72 w 1517"/>
                <a:gd name="T11" fmla="*/ 194 h 661"/>
                <a:gd name="T12" fmla="*/ 112 w 1517"/>
                <a:gd name="T13" fmla="*/ 217 h 661"/>
                <a:gd name="T14" fmla="*/ 156 w 1517"/>
                <a:gd name="T15" fmla="*/ 237 h 661"/>
                <a:gd name="T16" fmla="*/ 207 w 1517"/>
                <a:gd name="T17" fmla="*/ 253 h 661"/>
                <a:gd name="T18" fmla="*/ 262 w 1517"/>
                <a:gd name="T19" fmla="*/ 264 h 661"/>
                <a:gd name="T20" fmla="*/ 318 w 1517"/>
                <a:gd name="T21" fmla="*/ 269 h 661"/>
                <a:gd name="T22" fmla="*/ 376 w 1517"/>
                <a:gd name="T23" fmla="*/ 269 h 661"/>
                <a:gd name="T24" fmla="*/ 433 w 1517"/>
                <a:gd name="T25" fmla="*/ 264 h 661"/>
                <a:gd name="T26" fmla="*/ 487 w 1517"/>
                <a:gd name="T27" fmla="*/ 253 h 661"/>
                <a:gd name="T28" fmla="*/ 538 w 1517"/>
                <a:gd name="T29" fmla="*/ 237 h 661"/>
                <a:gd name="T30" fmla="*/ 582 w 1517"/>
                <a:gd name="T31" fmla="*/ 217 h 661"/>
                <a:gd name="T32" fmla="*/ 622 w 1517"/>
                <a:gd name="T33" fmla="*/ 194 h 661"/>
                <a:gd name="T34" fmla="*/ 653 w 1517"/>
                <a:gd name="T35" fmla="*/ 167 h 661"/>
                <a:gd name="T36" fmla="*/ 677 w 1517"/>
                <a:gd name="T37" fmla="*/ 137 h 661"/>
                <a:gd name="T38" fmla="*/ 686 w 1517"/>
                <a:gd name="T39" fmla="*/ 107 h 661"/>
                <a:gd name="T40" fmla="*/ 693 w 1517"/>
                <a:gd name="T41" fmla="*/ 85 h 661"/>
                <a:gd name="T42" fmla="*/ 695 w 1517"/>
                <a:gd name="T43" fmla="*/ 62 h 661"/>
                <a:gd name="T44" fmla="*/ 694 w 1517"/>
                <a:gd name="T45" fmla="*/ 6 h 661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517"/>
                <a:gd name="T70" fmla="*/ 0 h 661"/>
                <a:gd name="T71" fmla="*/ 1517 w 1517"/>
                <a:gd name="T72" fmla="*/ 661 h 661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517" h="661">
                  <a:moveTo>
                    <a:pt x="0" y="0"/>
                  </a:moveTo>
                  <a:lnTo>
                    <a:pt x="0" y="206"/>
                  </a:lnTo>
                  <a:lnTo>
                    <a:pt x="13" y="275"/>
                  </a:lnTo>
                  <a:lnTo>
                    <a:pt x="39" y="337"/>
                  </a:lnTo>
                  <a:lnTo>
                    <a:pt x="90" y="410"/>
                  </a:lnTo>
                  <a:lnTo>
                    <a:pt x="158" y="477"/>
                  </a:lnTo>
                  <a:lnTo>
                    <a:pt x="243" y="535"/>
                  </a:lnTo>
                  <a:lnTo>
                    <a:pt x="342" y="584"/>
                  </a:lnTo>
                  <a:lnTo>
                    <a:pt x="452" y="622"/>
                  </a:lnTo>
                  <a:lnTo>
                    <a:pt x="571" y="648"/>
                  </a:lnTo>
                  <a:lnTo>
                    <a:pt x="695" y="661"/>
                  </a:lnTo>
                  <a:lnTo>
                    <a:pt x="821" y="661"/>
                  </a:lnTo>
                  <a:lnTo>
                    <a:pt x="944" y="648"/>
                  </a:lnTo>
                  <a:lnTo>
                    <a:pt x="1063" y="622"/>
                  </a:lnTo>
                  <a:lnTo>
                    <a:pt x="1174" y="584"/>
                  </a:lnTo>
                  <a:lnTo>
                    <a:pt x="1272" y="535"/>
                  </a:lnTo>
                  <a:lnTo>
                    <a:pt x="1358" y="477"/>
                  </a:lnTo>
                  <a:lnTo>
                    <a:pt x="1426" y="410"/>
                  </a:lnTo>
                  <a:lnTo>
                    <a:pt x="1477" y="337"/>
                  </a:lnTo>
                  <a:lnTo>
                    <a:pt x="1499" y="263"/>
                  </a:lnTo>
                  <a:lnTo>
                    <a:pt x="1511" y="208"/>
                  </a:lnTo>
                  <a:lnTo>
                    <a:pt x="1517" y="151"/>
                  </a:lnTo>
                  <a:lnTo>
                    <a:pt x="1516" y="15"/>
                  </a:lnTo>
                </a:path>
              </a:pathLst>
            </a:custGeom>
            <a:gradFill rotWithShape="0">
              <a:gsLst>
                <a:gs pos="0">
                  <a:srgbClr val="3B3B3B"/>
                </a:gs>
                <a:gs pos="50000">
                  <a:srgbClr val="808080"/>
                </a:gs>
                <a:gs pos="100000">
                  <a:srgbClr val="3B3B3B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1" name="Freeform 369"/>
            <p:cNvSpPr/>
            <p:nvPr/>
          </p:nvSpPr>
          <p:spPr bwMode="auto">
            <a:xfrm>
              <a:off x="3271" y="2834"/>
              <a:ext cx="1248" cy="699"/>
            </a:xfrm>
            <a:custGeom>
              <a:avLst/>
              <a:gdLst>
                <a:gd name="T0" fmla="*/ 0 w 18289"/>
                <a:gd name="T1" fmla="*/ 0 h 10534"/>
                <a:gd name="T2" fmla="*/ 0 w 18289"/>
                <a:gd name="T3" fmla="*/ 0 h 10534"/>
                <a:gd name="T4" fmla="*/ 0 w 18289"/>
                <a:gd name="T5" fmla="*/ 0 h 10534"/>
                <a:gd name="T6" fmla="*/ 0 w 18289"/>
                <a:gd name="T7" fmla="*/ 0 h 10534"/>
                <a:gd name="T8" fmla="*/ 0 w 18289"/>
                <a:gd name="T9" fmla="*/ 0 h 10534"/>
                <a:gd name="T10" fmla="*/ 0 w 18289"/>
                <a:gd name="T11" fmla="*/ 0 h 10534"/>
                <a:gd name="T12" fmla="*/ 0 w 18289"/>
                <a:gd name="T13" fmla="*/ 0 h 10534"/>
                <a:gd name="T14" fmla="*/ 0 w 18289"/>
                <a:gd name="T15" fmla="*/ 0 h 10534"/>
                <a:gd name="T16" fmla="*/ 0 w 18289"/>
                <a:gd name="T17" fmla="*/ 0 h 10534"/>
                <a:gd name="T18" fmla="*/ 0 w 18289"/>
                <a:gd name="T19" fmla="*/ 0 h 10534"/>
                <a:gd name="T20" fmla="*/ 0 w 18289"/>
                <a:gd name="T21" fmla="*/ 0 h 10534"/>
                <a:gd name="T22" fmla="*/ 0 w 18289"/>
                <a:gd name="T23" fmla="*/ 0 h 10534"/>
                <a:gd name="T24" fmla="*/ 0 w 18289"/>
                <a:gd name="T25" fmla="*/ 0 h 10534"/>
                <a:gd name="T26" fmla="*/ 0 w 18289"/>
                <a:gd name="T27" fmla="*/ 0 h 10534"/>
                <a:gd name="T28" fmla="*/ 0 w 18289"/>
                <a:gd name="T29" fmla="*/ 0 h 10534"/>
                <a:gd name="T30" fmla="*/ 0 w 18289"/>
                <a:gd name="T31" fmla="*/ 0 h 10534"/>
                <a:gd name="T32" fmla="*/ 0 w 18289"/>
                <a:gd name="T33" fmla="*/ 0 h 10534"/>
                <a:gd name="T34" fmla="*/ 0 w 18289"/>
                <a:gd name="T35" fmla="*/ 0 h 10534"/>
                <a:gd name="T36" fmla="*/ 0 w 18289"/>
                <a:gd name="T37" fmla="*/ 0 h 10534"/>
                <a:gd name="T38" fmla="*/ 0 w 18289"/>
                <a:gd name="T39" fmla="*/ 0 h 10534"/>
                <a:gd name="T40" fmla="*/ 0 w 18289"/>
                <a:gd name="T41" fmla="*/ 0 h 10534"/>
                <a:gd name="T42" fmla="*/ 0 w 18289"/>
                <a:gd name="T43" fmla="*/ 0 h 10534"/>
                <a:gd name="T44" fmla="*/ 0 w 18289"/>
                <a:gd name="T45" fmla="*/ 0 h 10534"/>
                <a:gd name="T46" fmla="*/ 0 w 18289"/>
                <a:gd name="T47" fmla="*/ 0 h 10534"/>
                <a:gd name="T48" fmla="*/ 0 w 18289"/>
                <a:gd name="T49" fmla="*/ 0 h 10534"/>
                <a:gd name="T50" fmla="*/ 0 w 18289"/>
                <a:gd name="T51" fmla="*/ 0 h 10534"/>
                <a:gd name="T52" fmla="*/ 0 w 18289"/>
                <a:gd name="T53" fmla="*/ 0 h 10534"/>
                <a:gd name="T54" fmla="*/ 0 w 18289"/>
                <a:gd name="T55" fmla="*/ 0 h 10534"/>
                <a:gd name="T56" fmla="*/ 0 w 18289"/>
                <a:gd name="T57" fmla="*/ 0 h 10534"/>
                <a:gd name="T58" fmla="*/ 0 w 18289"/>
                <a:gd name="T59" fmla="*/ 0 h 10534"/>
                <a:gd name="T60" fmla="*/ 0 w 18289"/>
                <a:gd name="T61" fmla="*/ 0 h 10534"/>
                <a:gd name="T62" fmla="*/ 0 w 18289"/>
                <a:gd name="T63" fmla="*/ 0 h 1053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8289"/>
                <a:gd name="T97" fmla="*/ 0 h 10534"/>
                <a:gd name="T98" fmla="*/ 18289 w 18289"/>
                <a:gd name="T99" fmla="*/ 10534 h 10534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8289" h="10534">
                  <a:moveTo>
                    <a:pt x="3808" y="0"/>
                  </a:moveTo>
                  <a:lnTo>
                    <a:pt x="2638" y="633"/>
                  </a:lnTo>
                  <a:lnTo>
                    <a:pt x="1651" y="1380"/>
                  </a:lnTo>
                  <a:lnTo>
                    <a:pt x="876" y="2223"/>
                  </a:lnTo>
                  <a:lnTo>
                    <a:pt x="333" y="3134"/>
                  </a:lnTo>
                  <a:lnTo>
                    <a:pt x="38" y="4091"/>
                  </a:lnTo>
                  <a:lnTo>
                    <a:pt x="0" y="5066"/>
                  </a:lnTo>
                  <a:lnTo>
                    <a:pt x="219" y="6030"/>
                  </a:lnTo>
                  <a:lnTo>
                    <a:pt x="689" y="6959"/>
                  </a:lnTo>
                  <a:lnTo>
                    <a:pt x="1397" y="7824"/>
                  </a:lnTo>
                  <a:lnTo>
                    <a:pt x="2323" y="8602"/>
                  </a:lnTo>
                  <a:lnTo>
                    <a:pt x="3442" y="9271"/>
                  </a:lnTo>
                  <a:lnTo>
                    <a:pt x="4721" y="9812"/>
                  </a:lnTo>
                  <a:lnTo>
                    <a:pt x="6124" y="10209"/>
                  </a:lnTo>
                  <a:lnTo>
                    <a:pt x="7612" y="10452"/>
                  </a:lnTo>
                  <a:lnTo>
                    <a:pt x="9145" y="10534"/>
                  </a:lnTo>
                  <a:lnTo>
                    <a:pt x="10676" y="10452"/>
                  </a:lnTo>
                  <a:lnTo>
                    <a:pt x="12164" y="10209"/>
                  </a:lnTo>
                  <a:lnTo>
                    <a:pt x="13568" y="9812"/>
                  </a:lnTo>
                  <a:lnTo>
                    <a:pt x="14847" y="9271"/>
                  </a:lnTo>
                  <a:lnTo>
                    <a:pt x="15966" y="8602"/>
                  </a:lnTo>
                  <a:lnTo>
                    <a:pt x="16892" y="7824"/>
                  </a:lnTo>
                  <a:lnTo>
                    <a:pt x="17600" y="6959"/>
                  </a:lnTo>
                  <a:lnTo>
                    <a:pt x="18070" y="6030"/>
                  </a:lnTo>
                  <a:lnTo>
                    <a:pt x="18289" y="5066"/>
                  </a:lnTo>
                  <a:lnTo>
                    <a:pt x="18251" y="4091"/>
                  </a:lnTo>
                  <a:lnTo>
                    <a:pt x="17956" y="3134"/>
                  </a:lnTo>
                  <a:lnTo>
                    <a:pt x="17413" y="2223"/>
                  </a:lnTo>
                  <a:lnTo>
                    <a:pt x="16637" y="1380"/>
                  </a:lnTo>
                  <a:lnTo>
                    <a:pt x="15651" y="633"/>
                  </a:lnTo>
                  <a:lnTo>
                    <a:pt x="14481" y="0"/>
                  </a:lnTo>
                  <a:lnTo>
                    <a:pt x="14482" y="0"/>
                  </a:lnTo>
                </a:path>
              </a:pathLst>
            </a:custGeom>
            <a:gradFill rotWithShape="0">
              <a:gsLst>
                <a:gs pos="0">
                  <a:srgbClr val="6D6D6D"/>
                </a:gs>
                <a:gs pos="100000">
                  <a:srgbClr val="B2B2B2"/>
                </a:gs>
              </a:gsLst>
              <a:lin ang="540000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2" name="Freeform 370"/>
            <p:cNvSpPr/>
            <p:nvPr/>
          </p:nvSpPr>
          <p:spPr bwMode="auto">
            <a:xfrm>
              <a:off x="4207" y="2891"/>
              <a:ext cx="137" cy="80"/>
            </a:xfrm>
            <a:custGeom>
              <a:avLst/>
              <a:gdLst>
                <a:gd name="T0" fmla="*/ 4 w 401"/>
                <a:gd name="T1" fmla="*/ 3 h 242"/>
                <a:gd name="T2" fmla="*/ 5 w 401"/>
                <a:gd name="T3" fmla="*/ 3 h 242"/>
                <a:gd name="T4" fmla="*/ 5 w 401"/>
                <a:gd name="T5" fmla="*/ 2 h 242"/>
                <a:gd name="T6" fmla="*/ 5 w 401"/>
                <a:gd name="T7" fmla="*/ 2 h 242"/>
                <a:gd name="T8" fmla="*/ 5 w 401"/>
                <a:gd name="T9" fmla="*/ 2 h 242"/>
                <a:gd name="T10" fmla="*/ 5 w 401"/>
                <a:gd name="T11" fmla="*/ 1 h 242"/>
                <a:gd name="T12" fmla="*/ 5 w 401"/>
                <a:gd name="T13" fmla="*/ 1 h 242"/>
                <a:gd name="T14" fmla="*/ 5 w 401"/>
                <a:gd name="T15" fmla="*/ 1 h 242"/>
                <a:gd name="T16" fmla="*/ 5 w 401"/>
                <a:gd name="T17" fmla="*/ 1 h 242"/>
                <a:gd name="T18" fmla="*/ 4 w 401"/>
                <a:gd name="T19" fmla="*/ 0 h 242"/>
                <a:gd name="T20" fmla="*/ 4 w 401"/>
                <a:gd name="T21" fmla="*/ 0 h 242"/>
                <a:gd name="T22" fmla="*/ 3 w 401"/>
                <a:gd name="T23" fmla="*/ 0 h 242"/>
                <a:gd name="T24" fmla="*/ 3 w 401"/>
                <a:gd name="T25" fmla="*/ 0 h 242"/>
                <a:gd name="T26" fmla="*/ 0 w 401"/>
                <a:gd name="T27" fmla="*/ 1 h 242"/>
                <a:gd name="T28" fmla="*/ 1 w 401"/>
                <a:gd name="T29" fmla="*/ 1 h 24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01"/>
                <a:gd name="T46" fmla="*/ 0 h 242"/>
                <a:gd name="T47" fmla="*/ 401 w 401"/>
                <a:gd name="T48" fmla="*/ 242 h 24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01" h="242">
                  <a:moveTo>
                    <a:pt x="334" y="242"/>
                  </a:moveTo>
                  <a:lnTo>
                    <a:pt x="361" y="221"/>
                  </a:lnTo>
                  <a:lnTo>
                    <a:pt x="382" y="198"/>
                  </a:lnTo>
                  <a:lnTo>
                    <a:pt x="396" y="172"/>
                  </a:lnTo>
                  <a:lnTo>
                    <a:pt x="401" y="145"/>
                  </a:lnTo>
                  <a:lnTo>
                    <a:pt x="398" y="119"/>
                  </a:lnTo>
                  <a:lnTo>
                    <a:pt x="388" y="92"/>
                  </a:lnTo>
                  <a:lnTo>
                    <a:pt x="369" y="68"/>
                  </a:lnTo>
                  <a:lnTo>
                    <a:pt x="344" y="46"/>
                  </a:lnTo>
                  <a:lnTo>
                    <a:pt x="313" y="28"/>
                  </a:lnTo>
                  <a:lnTo>
                    <a:pt x="277" y="14"/>
                  </a:lnTo>
                  <a:lnTo>
                    <a:pt x="237" y="5"/>
                  </a:lnTo>
                  <a:lnTo>
                    <a:pt x="195" y="0"/>
                  </a:lnTo>
                  <a:lnTo>
                    <a:pt x="0" y="48"/>
                  </a:lnTo>
                  <a:lnTo>
                    <a:pt x="80" y="92"/>
                  </a:lnTo>
                </a:path>
              </a:pathLst>
            </a:custGeom>
            <a:gradFill rotWithShape="0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3" name="Freeform 371"/>
            <p:cNvSpPr/>
            <p:nvPr/>
          </p:nvSpPr>
          <p:spPr bwMode="auto">
            <a:xfrm>
              <a:off x="3530" y="2690"/>
              <a:ext cx="727" cy="683"/>
            </a:xfrm>
            <a:custGeom>
              <a:avLst/>
              <a:gdLst>
                <a:gd name="T0" fmla="*/ 230 w 1016"/>
                <a:gd name="T1" fmla="*/ 104 h 982"/>
                <a:gd name="T2" fmla="*/ 230 w 1016"/>
                <a:gd name="T3" fmla="*/ 188 h 982"/>
                <a:gd name="T4" fmla="*/ 250 w 1016"/>
                <a:gd name="T5" fmla="*/ 178 h 982"/>
                <a:gd name="T6" fmla="*/ 258 w 1016"/>
                <a:gd name="T7" fmla="*/ 175 h 982"/>
                <a:gd name="T8" fmla="*/ 264 w 1016"/>
                <a:gd name="T9" fmla="*/ 172 h 982"/>
                <a:gd name="T10" fmla="*/ 260 w 1016"/>
                <a:gd name="T11" fmla="*/ 181 h 982"/>
                <a:gd name="T12" fmla="*/ 250 w 1016"/>
                <a:gd name="T13" fmla="*/ 193 h 982"/>
                <a:gd name="T14" fmla="*/ 240 w 1016"/>
                <a:gd name="T15" fmla="*/ 201 h 982"/>
                <a:gd name="T16" fmla="*/ 222 w 1016"/>
                <a:gd name="T17" fmla="*/ 211 h 982"/>
                <a:gd name="T18" fmla="*/ 210 w 1016"/>
                <a:gd name="T19" fmla="*/ 217 h 982"/>
                <a:gd name="T20" fmla="*/ 192 w 1016"/>
                <a:gd name="T21" fmla="*/ 223 h 982"/>
                <a:gd name="T22" fmla="*/ 167 w 1016"/>
                <a:gd name="T23" fmla="*/ 227 h 982"/>
                <a:gd name="T24" fmla="*/ 138 w 1016"/>
                <a:gd name="T25" fmla="*/ 230 h 982"/>
                <a:gd name="T26" fmla="*/ 117 w 1016"/>
                <a:gd name="T27" fmla="*/ 230 h 982"/>
                <a:gd name="T28" fmla="*/ 94 w 1016"/>
                <a:gd name="T29" fmla="*/ 227 h 982"/>
                <a:gd name="T30" fmla="*/ 77 w 1016"/>
                <a:gd name="T31" fmla="*/ 222 h 982"/>
                <a:gd name="T32" fmla="*/ 64 w 1016"/>
                <a:gd name="T33" fmla="*/ 218 h 982"/>
                <a:gd name="T34" fmla="*/ 50 w 1016"/>
                <a:gd name="T35" fmla="*/ 212 h 982"/>
                <a:gd name="T36" fmla="*/ 40 w 1016"/>
                <a:gd name="T37" fmla="*/ 206 h 982"/>
                <a:gd name="T38" fmla="*/ 30 w 1016"/>
                <a:gd name="T39" fmla="*/ 201 h 982"/>
                <a:gd name="T40" fmla="*/ 21 w 1016"/>
                <a:gd name="T41" fmla="*/ 195 h 982"/>
                <a:gd name="T42" fmla="*/ 14 w 1016"/>
                <a:gd name="T43" fmla="*/ 186 h 982"/>
                <a:gd name="T44" fmla="*/ 7 w 1016"/>
                <a:gd name="T45" fmla="*/ 178 h 982"/>
                <a:gd name="T46" fmla="*/ 3 w 1016"/>
                <a:gd name="T47" fmla="*/ 170 h 982"/>
                <a:gd name="T48" fmla="*/ 1 w 1016"/>
                <a:gd name="T49" fmla="*/ 160 h 982"/>
                <a:gd name="T50" fmla="*/ 0 w 1016"/>
                <a:gd name="T51" fmla="*/ 153 h 982"/>
                <a:gd name="T52" fmla="*/ 1 w 1016"/>
                <a:gd name="T53" fmla="*/ 0 h 982"/>
                <a:gd name="T54" fmla="*/ 266 w 1016"/>
                <a:gd name="T55" fmla="*/ 4 h 982"/>
                <a:gd name="T56" fmla="*/ 266 w 1016"/>
                <a:gd name="T57" fmla="*/ 81 h 982"/>
                <a:gd name="T58" fmla="*/ 249 w 1016"/>
                <a:gd name="T59" fmla="*/ 88 h 982"/>
                <a:gd name="T60" fmla="*/ 230 w 1016"/>
                <a:gd name="T61" fmla="*/ 104 h 98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016"/>
                <a:gd name="T94" fmla="*/ 0 h 982"/>
                <a:gd name="T95" fmla="*/ 1016 w 1016"/>
                <a:gd name="T96" fmla="*/ 982 h 982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016" h="982">
                  <a:moveTo>
                    <a:pt x="877" y="444"/>
                  </a:moveTo>
                  <a:lnTo>
                    <a:pt x="877" y="802"/>
                  </a:lnTo>
                  <a:lnTo>
                    <a:pt x="954" y="760"/>
                  </a:lnTo>
                  <a:lnTo>
                    <a:pt x="985" y="746"/>
                  </a:lnTo>
                  <a:lnTo>
                    <a:pt x="1006" y="739"/>
                  </a:lnTo>
                  <a:lnTo>
                    <a:pt x="989" y="773"/>
                  </a:lnTo>
                  <a:lnTo>
                    <a:pt x="954" y="822"/>
                  </a:lnTo>
                  <a:lnTo>
                    <a:pt x="916" y="857"/>
                  </a:lnTo>
                  <a:lnTo>
                    <a:pt x="846" y="902"/>
                  </a:lnTo>
                  <a:lnTo>
                    <a:pt x="798" y="926"/>
                  </a:lnTo>
                  <a:lnTo>
                    <a:pt x="732" y="954"/>
                  </a:lnTo>
                  <a:lnTo>
                    <a:pt x="635" y="972"/>
                  </a:lnTo>
                  <a:lnTo>
                    <a:pt x="527" y="982"/>
                  </a:lnTo>
                  <a:lnTo>
                    <a:pt x="444" y="979"/>
                  </a:lnTo>
                  <a:lnTo>
                    <a:pt x="361" y="968"/>
                  </a:lnTo>
                  <a:lnTo>
                    <a:pt x="291" y="947"/>
                  </a:lnTo>
                  <a:lnTo>
                    <a:pt x="246" y="930"/>
                  </a:lnTo>
                  <a:lnTo>
                    <a:pt x="191" y="906"/>
                  </a:lnTo>
                  <a:lnTo>
                    <a:pt x="153" y="881"/>
                  </a:lnTo>
                  <a:lnTo>
                    <a:pt x="114" y="857"/>
                  </a:lnTo>
                  <a:lnTo>
                    <a:pt x="83" y="833"/>
                  </a:lnTo>
                  <a:lnTo>
                    <a:pt x="55" y="798"/>
                  </a:lnTo>
                  <a:lnTo>
                    <a:pt x="28" y="760"/>
                  </a:lnTo>
                  <a:lnTo>
                    <a:pt x="10" y="725"/>
                  </a:lnTo>
                  <a:lnTo>
                    <a:pt x="3" y="683"/>
                  </a:lnTo>
                  <a:lnTo>
                    <a:pt x="0" y="656"/>
                  </a:lnTo>
                  <a:lnTo>
                    <a:pt x="3" y="0"/>
                  </a:lnTo>
                  <a:lnTo>
                    <a:pt x="1016" y="16"/>
                  </a:lnTo>
                  <a:lnTo>
                    <a:pt x="1016" y="347"/>
                  </a:lnTo>
                  <a:lnTo>
                    <a:pt x="950" y="378"/>
                  </a:lnTo>
                  <a:lnTo>
                    <a:pt x="877" y="444"/>
                  </a:lnTo>
                  <a:close/>
                </a:path>
              </a:pathLst>
            </a:custGeom>
            <a:gradFill rotWithShape="0">
              <a:gsLst>
                <a:gs pos="0">
                  <a:srgbClr val="5C5C5C"/>
                </a:gs>
                <a:gs pos="50000">
                  <a:srgbClr val="969696"/>
                </a:gs>
                <a:gs pos="100000">
                  <a:srgbClr val="5C5C5C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4" name="Freeform 372"/>
            <p:cNvSpPr/>
            <p:nvPr/>
          </p:nvSpPr>
          <p:spPr bwMode="auto">
            <a:xfrm>
              <a:off x="4160" y="2930"/>
              <a:ext cx="154" cy="68"/>
            </a:xfrm>
            <a:custGeom>
              <a:avLst/>
              <a:gdLst>
                <a:gd name="T0" fmla="*/ 0 w 450"/>
                <a:gd name="T1" fmla="*/ 3 h 205"/>
                <a:gd name="T2" fmla="*/ 0 w 450"/>
                <a:gd name="T3" fmla="*/ 2 h 205"/>
                <a:gd name="T4" fmla="*/ 1 w 450"/>
                <a:gd name="T5" fmla="*/ 1 h 205"/>
                <a:gd name="T6" fmla="*/ 1 w 450"/>
                <a:gd name="T7" fmla="*/ 1 h 205"/>
                <a:gd name="T8" fmla="*/ 2 w 450"/>
                <a:gd name="T9" fmla="*/ 1 h 205"/>
                <a:gd name="T10" fmla="*/ 3 w 450"/>
                <a:gd name="T11" fmla="*/ 0 h 205"/>
                <a:gd name="T12" fmla="*/ 3 w 450"/>
                <a:gd name="T13" fmla="*/ 0 h 205"/>
                <a:gd name="T14" fmla="*/ 4 w 450"/>
                <a:gd name="T15" fmla="*/ 0 h 205"/>
                <a:gd name="T16" fmla="*/ 6 w 450"/>
                <a:gd name="T17" fmla="*/ 1 h 205"/>
                <a:gd name="T18" fmla="*/ 5 w 450"/>
                <a:gd name="T19" fmla="*/ 1 h 205"/>
                <a:gd name="T20" fmla="*/ 4 w 450"/>
                <a:gd name="T21" fmla="*/ 1 h 205"/>
                <a:gd name="T22" fmla="*/ 3 w 450"/>
                <a:gd name="T23" fmla="*/ 1 h 205"/>
                <a:gd name="T24" fmla="*/ 3 w 450"/>
                <a:gd name="T25" fmla="*/ 1 h 205"/>
                <a:gd name="T26" fmla="*/ 2 w 450"/>
                <a:gd name="T27" fmla="*/ 1 h 205"/>
                <a:gd name="T28" fmla="*/ 1 w 450"/>
                <a:gd name="T29" fmla="*/ 2 h 205"/>
                <a:gd name="T30" fmla="*/ 1 w 450"/>
                <a:gd name="T31" fmla="*/ 2 h 205"/>
                <a:gd name="T32" fmla="*/ 0 w 450"/>
                <a:gd name="T33" fmla="*/ 3 h 20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50"/>
                <a:gd name="T52" fmla="*/ 0 h 205"/>
                <a:gd name="T53" fmla="*/ 450 w 450"/>
                <a:gd name="T54" fmla="*/ 205 h 20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50" h="205">
                  <a:moveTo>
                    <a:pt x="0" y="205"/>
                  </a:moveTo>
                  <a:lnTo>
                    <a:pt x="38" y="154"/>
                  </a:lnTo>
                  <a:lnTo>
                    <a:pt x="77" y="116"/>
                  </a:lnTo>
                  <a:lnTo>
                    <a:pt x="109" y="84"/>
                  </a:lnTo>
                  <a:lnTo>
                    <a:pt x="147" y="52"/>
                  </a:lnTo>
                  <a:lnTo>
                    <a:pt x="186" y="32"/>
                  </a:lnTo>
                  <a:lnTo>
                    <a:pt x="224" y="13"/>
                  </a:lnTo>
                  <a:lnTo>
                    <a:pt x="288" y="0"/>
                  </a:lnTo>
                  <a:lnTo>
                    <a:pt x="450" y="96"/>
                  </a:lnTo>
                  <a:lnTo>
                    <a:pt x="397" y="72"/>
                  </a:lnTo>
                  <a:lnTo>
                    <a:pt x="330" y="58"/>
                  </a:lnTo>
                  <a:lnTo>
                    <a:pt x="256" y="71"/>
                  </a:lnTo>
                  <a:lnTo>
                    <a:pt x="198" y="90"/>
                  </a:lnTo>
                  <a:lnTo>
                    <a:pt x="141" y="116"/>
                  </a:lnTo>
                  <a:lnTo>
                    <a:pt x="90" y="148"/>
                  </a:lnTo>
                  <a:lnTo>
                    <a:pt x="45" y="173"/>
                  </a:lnTo>
                  <a:lnTo>
                    <a:pt x="0" y="205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5" name="Freeform 373"/>
            <p:cNvSpPr/>
            <p:nvPr/>
          </p:nvSpPr>
          <p:spPr bwMode="auto">
            <a:xfrm>
              <a:off x="4153" y="2948"/>
              <a:ext cx="191" cy="306"/>
            </a:xfrm>
            <a:custGeom>
              <a:avLst/>
              <a:gdLst>
                <a:gd name="T0" fmla="*/ 0 w 560"/>
                <a:gd name="T1" fmla="*/ 2 h 923"/>
                <a:gd name="T2" fmla="*/ 0 w 560"/>
                <a:gd name="T3" fmla="*/ 11 h 923"/>
                <a:gd name="T4" fmla="*/ 1 w 560"/>
                <a:gd name="T5" fmla="*/ 11 h 923"/>
                <a:gd name="T6" fmla="*/ 2 w 560"/>
                <a:gd name="T7" fmla="*/ 10 h 923"/>
                <a:gd name="T8" fmla="*/ 3 w 560"/>
                <a:gd name="T9" fmla="*/ 10 h 923"/>
                <a:gd name="T10" fmla="*/ 4 w 560"/>
                <a:gd name="T11" fmla="*/ 9 h 923"/>
                <a:gd name="T12" fmla="*/ 5 w 560"/>
                <a:gd name="T13" fmla="*/ 9 h 923"/>
                <a:gd name="T14" fmla="*/ 5 w 560"/>
                <a:gd name="T15" fmla="*/ 8 h 923"/>
                <a:gd name="T16" fmla="*/ 6 w 560"/>
                <a:gd name="T17" fmla="*/ 7 h 923"/>
                <a:gd name="T18" fmla="*/ 6 w 560"/>
                <a:gd name="T19" fmla="*/ 6 h 923"/>
                <a:gd name="T20" fmla="*/ 7 w 560"/>
                <a:gd name="T21" fmla="*/ 5 h 923"/>
                <a:gd name="T22" fmla="*/ 8 w 560"/>
                <a:gd name="T23" fmla="*/ 4 h 923"/>
                <a:gd name="T24" fmla="*/ 8 w 560"/>
                <a:gd name="T25" fmla="*/ 3 h 923"/>
                <a:gd name="T26" fmla="*/ 7 w 560"/>
                <a:gd name="T27" fmla="*/ 2 h 923"/>
                <a:gd name="T28" fmla="*/ 6 w 560"/>
                <a:gd name="T29" fmla="*/ 1 h 923"/>
                <a:gd name="T30" fmla="*/ 6 w 560"/>
                <a:gd name="T31" fmla="*/ 0 h 923"/>
                <a:gd name="T32" fmla="*/ 5 w 560"/>
                <a:gd name="T33" fmla="*/ 0 h 923"/>
                <a:gd name="T34" fmla="*/ 4 w 560"/>
                <a:gd name="T35" fmla="*/ 0 h 923"/>
                <a:gd name="T36" fmla="*/ 3 w 560"/>
                <a:gd name="T37" fmla="*/ 0 h 923"/>
                <a:gd name="T38" fmla="*/ 0 w 560"/>
                <a:gd name="T39" fmla="*/ 2 h 92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60"/>
                <a:gd name="T61" fmla="*/ 0 h 923"/>
                <a:gd name="T62" fmla="*/ 560 w 560"/>
                <a:gd name="T63" fmla="*/ 923 h 923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60" h="923">
                  <a:moveTo>
                    <a:pt x="0" y="152"/>
                  </a:moveTo>
                  <a:lnTo>
                    <a:pt x="0" y="923"/>
                  </a:lnTo>
                  <a:lnTo>
                    <a:pt x="58" y="894"/>
                  </a:lnTo>
                  <a:lnTo>
                    <a:pt x="138" y="851"/>
                  </a:lnTo>
                  <a:lnTo>
                    <a:pt x="196" y="814"/>
                  </a:lnTo>
                  <a:lnTo>
                    <a:pt x="283" y="771"/>
                  </a:lnTo>
                  <a:lnTo>
                    <a:pt x="342" y="720"/>
                  </a:lnTo>
                  <a:lnTo>
                    <a:pt x="385" y="669"/>
                  </a:lnTo>
                  <a:lnTo>
                    <a:pt x="436" y="603"/>
                  </a:lnTo>
                  <a:lnTo>
                    <a:pt x="494" y="531"/>
                  </a:lnTo>
                  <a:lnTo>
                    <a:pt x="531" y="429"/>
                  </a:lnTo>
                  <a:lnTo>
                    <a:pt x="552" y="327"/>
                  </a:lnTo>
                  <a:lnTo>
                    <a:pt x="560" y="225"/>
                  </a:lnTo>
                  <a:lnTo>
                    <a:pt x="538" y="131"/>
                  </a:lnTo>
                  <a:lnTo>
                    <a:pt x="494" y="58"/>
                  </a:lnTo>
                  <a:lnTo>
                    <a:pt x="436" y="22"/>
                  </a:lnTo>
                  <a:lnTo>
                    <a:pt x="356" y="0"/>
                  </a:lnTo>
                  <a:lnTo>
                    <a:pt x="313" y="7"/>
                  </a:lnTo>
                  <a:lnTo>
                    <a:pt x="247" y="22"/>
                  </a:lnTo>
                  <a:lnTo>
                    <a:pt x="0" y="152"/>
                  </a:lnTo>
                  <a:close/>
                </a:path>
              </a:pathLst>
            </a:custGeom>
            <a:gradFill rotWithShape="0">
              <a:gsLst>
                <a:gs pos="0">
                  <a:srgbClr val="6A6A6A"/>
                </a:gs>
                <a:gs pos="100000">
                  <a:srgbClr val="969696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6" name="Freeform 374"/>
            <p:cNvSpPr/>
            <p:nvPr/>
          </p:nvSpPr>
          <p:spPr bwMode="auto">
            <a:xfrm>
              <a:off x="3531" y="2480"/>
              <a:ext cx="727" cy="448"/>
            </a:xfrm>
            <a:custGeom>
              <a:avLst/>
              <a:gdLst>
                <a:gd name="T0" fmla="*/ 0 w 1016"/>
                <a:gd name="T1" fmla="*/ 75 h 645"/>
                <a:gd name="T2" fmla="*/ 2 w 1016"/>
                <a:gd name="T3" fmla="*/ 89 h 645"/>
                <a:gd name="T4" fmla="*/ 10 w 1016"/>
                <a:gd name="T5" fmla="*/ 103 h 645"/>
                <a:gd name="T6" fmla="*/ 21 w 1016"/>
                <a:gd name="T7" fmla="*/ 116 h 645"/>
                <a:gd name="T8" fmla="*/ 37 w 1016"/>
                <a:gd name="T9" fmla="*/ 127 h 645"/>
                <a:gd name="T10" fmla="*/ 56 w 1016"/>
                <a:gd name="T11" fmla="*/ 137 h 645"/>
                <a:gd name="T12" fmla="*/ 78 w 1016"/>
                <a:gd name="T13" fmla="*/ 143 h 645"/>
                <a:gd name="T14" fmla="*/ 102 w 1016"/>
                <a:gd name="T15" fmla="*/ 148 h 645"/>
                <a:gd name="T16" fmla="*/ 127 w 1016"/>
                <a:gd name="T17" fmla="*/ 150 h 645"/>
                <a:gd name="T18" fmla="*/ 152 w 1016"/>
                <a:gd name="T19" fmla="*/ 149 h 645"/>
                <a:gd name="T20" fmla="*/ 177 w 1016"/>
                <a:gd name="T21" fmla="*/ 146 h 645"/>
                <a:gd name="T22" fmla="*/ 200 w 1016"/>
                <a:gd name="T23" fmla="*/ 140 h 645"/>
                <a:gd name="T24" fmla="*/ 220 w 1016"/>
                <a:gd name="T25" fmla="*/ 132 h 645"/>
                <a:gd name="T26" fmla="*/ 238 w 1016"/>
                <a:gd name="T27" fmla="*/ 122 h 645"/>
                <a:gd name="T28" fmla="*/ 252 w 1016"/>
                <a:gd name="T29" fmla="*/ 109 h 645"/>
                <a:gd name="T30" fmla="*/ 262 w 1016"/>
                <a:gd name="T31" fmla="*/ 96 h 645"/>
                <a:gd name="T32" fmla="*/ 266 w 1016"/>
                <a:gd name="T33" fmla="*/ 82 h 645"/>
                <a:gd name="T34" fmla="*/ 265 w 1016"/>
                <a:gd name="T35" fmla="*/ 67 h 645"/>
                <a:gd name="T36" fmla="*/ 262 w 1016"/>
                <a:gd name="T37" fmla="*/ 54 h 645"/>
                <a:gd name="T38" fmla="*/ 252 w 1016"/>
                <a:gd name="T39" fmla="*/ 41 h 645"/>
                <a:gd name="T40" fmla="*/ 238 w 1016"/>
                <a:gd name="T41" fmla="*/ 28 h 645"/>
                <a:gd name="T42" fmla="*/ 220 w 1016"/>
                <a:gd name="T43" fmla="*/ 18 h 645"/>
                <a:gd name="T44" fmla="*/ 200 w 1016"/>
                <a:gd name="T45" fmla="*/ 10 h 645"/>
                <a:gd name="T46" fmla="*/ 177 w 1016"/>
                <a:gd name="T47" fmla="*/ 4 h 645"/>
                <a:gd name="T48" fmla="*/ 152 w 1016"/>
                <a:gd name="T49" fmla="*/ 1 h 645"/>
                <a:gd name="T50" fmla="*/ 127 w 1016"/>
                <a:gd name="T51" fmla="*/ 0 h 645"/>
                <a:gd name="T52" fmla="*/ 102 w 1016"/>
                <a:gd name="T53" fmla="*/ 2 h 645"/>
                <a:gd name="T54" fmla="*/ 78 w 1016"/>
                <a:gd name="T55" fmla="*/ 7 h 645"/>
                <a:gd name="T56" fmla="*/ 56 w 1016"/>
                <a:gd name="T57" fmla="*/ 14 h 645"/>
                <a:gd name="T58" fmla="*/ 37 w 1016"/>
                <a:gd name="T59" fmla="*/ 23 h 645"/>
                <a:gd name="T60" fmla="*/ 21 w 1016"/>
                <a:gd name="T61" fmla="*/ 35 h 645"/>
                <a:gd name="T62" fmla="*/ 10 w 1016"/>
                <a:gd name="T63" fmla="*/ 47 h 645"/>
                <a:gd name="T64" fmla="*/ 2 w 1016"/>
                <a:gd name="T65" fmla="*/ 61 h 645"/>
                <a:gd name="T66" fmla="*/ 0 w 1016"/>
                <a:gd name="T67" fmla="*/ 75 h 645"/>
                <a:gd name="T68" fmla="*/ 0 w 1016"/>
                <a:gd name="T69" fmla="*/ 75 h 64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016"/>
                <a:gd name="T106" fmla="*/ 0 h 645"/>
                <a:gd name="T107" fmla="*/ 1016 w 1016"/>
                <a:gd name="T108" fmla="*/ 645 h 645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016" h="645">
                  <a:moveTo>
                    <a:pt x="0" y="323"/>
                  </a:moveTo>
                  <a:lnTo>
                    <a:pt x="9" y="384"/>
                  </a:lnTo>
                  <a:lnTo>
                    <a:pt x="36" y="443"/>
                  </a:lnTo>
                  <a:lnTo>
                    <a:pt x="81" y="497"/>
                  </a:lnTo>
                  <a:lnTo>
                    <a:pt x="141" y="545"/>
                  </a:lnTo>
                  <a:lnTo>
                    <a:pt x="214" y="586"/>
                  </a:lnTo>
                  <a:lnTo>
                    <a:pt x="298" y="616"/>
                  </a:lnTo>
                  <a:lnTo>
                    <a:pt x="389" y="636"/>
                  </a:lnTo>
                  <a:lnTo>
                    <a:pt x="485" y="645"/>
                  </a:lnTo>
                  <a:lnTo>
                    <a:pt x="582" y="642"/>
                  </a:lnTo>
                  <a:lnTo>
                    <a:pt x="676" y="628"/>
                  </a:lnTo>
                  <a:lnTo>
                    <a:pt x="764" y="602"/>
                  </a:lnTo>
                  <a:lnTo>
                    <a:pt x="843" y="566"/>
                  </a:lnTo>
                  <a:lnTo>
                    <a:pt x="909" y="522"/>
                  </a:lnTo>
                  <a:lnTo>
                    <a:pt x="962" y="470"/>
                  </a:lnTo>
                  <a:lnTo>
                    <a:pt x="998" y="413"/>
                  </a:lnTo>
                  <a:lnTo>
                    <a:pt x="1016" y="353"/>
                  </a:lnTo>
                  <a:lnTo>
                    <a:pt x="1009" y="288"/>
                  </a:lnTo>
                  <a:lnTo>
                    <a:pt x="998" y="232"/>
                  </a:lnTo>
                  <a:lnTo>
                    <a:pt x="962" y="175"/>
                  </a:lnTo>
                  <a:lnTo>
                    <a:pt x="909" y="123"/>
                  </a:lnTo>
                  <a:lnTo>
                    <a:pt x="843" y="79"/>
                  </a:lnTo>
                  <a:lnTo>
                    <a:pt x="764" y="43"/>
                  </a:lnTo>
                  <a:lnTo>
                    <a:pt x="676" y="17"/>
                  </a:lnTo>
                  <a:lnTo>
                    <a:pt x="582" y="3"/>
                  </a:lnTo>
                  <a:lnTo>
                    <a:pt x="485" y="0"/>
                  </a:lnTo>
                  <a:lnTo>
                    <a:pt x="389" y="9"/>
                  </a:lnTo>
                  <a:lnTo>
                    <a:pt x="298" y="29"/>
                  </a:lnTo>
                  <a:lnTo>
                    <a:pt x="214" y="60"/>
                  </a:lnTo>
                  <a:lnTo>
                    <a:pt x="141" y="100"/>
                  </a:lnTo>
                  <a:lnTo>
                    <a:pt x="81" y="148"/>
                  </a:lnTo>
                  <a:lnTo>
                    <a:pt x="36" y="203"/>
                  </a:lnTo>
                  <a:lnTo>
                    <a:pt x="9" y="261"/>
                  </a:lnTo>
                  <a:lnTo>
                    <a:pt x="0" y="323"/>
                  </a:lnTo>
                </a:path>
              </a:pathLst>
            </a:custGeom>
            <a:solidFill>
              <a:srgbClr val="B2B2B2"/>
            </a:solidFill>
            <a:ln w="9525">
              <a:noFill/>
              <a:miter lim="800000"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7" name="Freeform 375"/>
            <p:cNvSpPr/>
            <p:nvPr/>
          </p:nvSpPr>
          <p:spPr bwMode="auto">
            <a:xfrm>
              <a:off x="3750" y="2610"/>
              <a:ext cx="280" cy="188"/>
            </a:xfrm>
            <a:custGeom>
              <a:avLst/>
              <a:gdLst>
                <a:gd name="T0" fmla="*/ 0 w 4122"/>
                <a:gd name="T1" fmla="*/ 0 h 2838"/>
                <a:gd name="T2" fmla="*/ 0 w 4122"/>
                <a:gd name="T3" fmla="*/ 0 h 2838"/>
                <a:gd name="T4" fmla="*/ 0 w 4122"/>
                <a:gd name="T5" fmla="*/ 0 h 2838"/>
                <a:gd name="T6" fmla="*/ 0 w 4122"/>
                <a:gd name="T7" fmla="*/ 0 h 2838"/>
                <a:gd name="T8" fmla="*/ 0 w 4122"/>
                <a:gd name="T9" fmla="*/ 0 h 2838"/>
                <a:gd name="T10" fmla="*/ 0 w 4122"/>
                <a:gd name="T11" fmla="*/ 0 h 2838"/>
                <a:gd name="T12" fmla="*/ 0 w 4122"/>
                <a:gd name="T13" fmla="*/ 0 h 2838"/>
                <a:gd name="T14" fmla="*/ 0 w 4122"/>
                <a:gd name="T15" fmla="*/ 0 h 2838"/>
                <a:gd name="T16" fmla="*/ 0 w 4122"/>
                <a:gd name="T17" fmla="*/ 0 h 2838"/>
                <a:gd name="T18" fmla="*/ 0 w 4122"/>
                <a:gd name="T19" fmla="*/ 0 h 2838"/>
                <a:gd name="T20" fmla="*/ 0 w 4122"/>
                <a:gd name="T21" fmla="*/ 0 h 2838"/>
                <a:gd name="T22" fmla="*/ 0 w 4122"/>
                <a:gd name="T23" fmla="*/ 0 h 2838"/>
                <a:gd name="T24" fmla="*/ 0 w 4122"/>
                <a:gd name="T25" fmla="*/ 0 h 2838"/>
                <a:gd name="T26" fmla="*/ 0 w 4122"/>
                <a:gd name="T27" fmla="*/ 0 h 2838"/>
                <a:gd name="T28" fmla="*/ 0 w 4122"/>
                <a:gd name="T29" fmla="*/ 0 h 2838"/>
                <a:gd name="T30" fmla="*/ 0 w 4122"/>
                <a:gd name="T31" fmla="*/ 0 h 2838"/>
                <a:gd name="T32" fmla="*/ 0 w 4122"/>
                <a:gd name="T33" fmla="*/ 0 h 2838"/>
                <a:gd name="T34" fmla="*/ 0 w 4122"/>
                <a:gd name="T35" fmla="*/ 0 h 2838"/>
                <a:gd name="T36" fmla="*/ 0 w 4122"/>
                <a:gd name="T37" fmla="*/ 0 h 2838"/>
                <a:gd name="T38" fmla="*/ 0 w 4122"/>
                <a:gd name="T39" fmla="*/ 0 h 2838"/>
                <a:gd name="T40" fmla="*/ 0 w 4122"/>
                <a:gd name="T41" fmla="*/ 0 h 2838"/>
                <a:gd name="T42" fmla="*/ 0 w 4122"/>
                <a:gd name="T43" fmla="*/ 0 h 2838"/>
                <a:gd name="T44" fmla="*/ 0 w 4122"/>
                <a:gd name="T45" fmla="*/ 0 h 2838"/>
                <a:gd name="T46" fmla="*/ 0 w 4122"/>
                <a:gd name="T47" fmla="*/ 0 h 2838"/>
                <a:gd name="T48" fmla="*/ 0 w 4122"/>
                <a:gd name="T49" fmla="*/ 0 h 2838"/>
                <a:gd name="T50" fmla="*/ 0 w 4122"/>
                <a:gd name="T51" fmla="*/ 0 h 2838"/>
                <a:gd name="T52" fmla="*/ 0 w 4122"/>
                <a:gd name="T53" fmla="*/ 0 h 2838"/>
                <a:gd name="T54" fmla="*/ 0 w 4122"/>
                <a:gd name="T55" fmla="*/ 0 h 2838"/>
                <a:gd name="T56" fmla="*/ 0 w 4122"/>
                <a:gd name="T57" fmla="*/ 0 h 2838"/>
                <a:gd name="T58" fmla="*/ 0 w 4122"/>
                <a:gd name="T59" fmla="*/ 0 h 2838"/>
                <a:gd name="T60" fmla="*/ 0 w 4122"/>
                <a:gd name="T61" fmla="*/ 0 h 2838"/>
                <a:gd name="T62" fmla="*/ 0 w 4122"/>
                <a:gd name="T63" fmla="*/ 0 h 2838"/>
                <a:gd name="T64" fmla="*/ 0 w 4122"/>
                <a:gd name="T65" fmla="*/ 0 h 2838"/>
                <a:gd name="T66" fmla="*/ 0 w 4122"/>
                <a:gd name="T67" fmla="*/ 0 h 2838"/>
                <a:gd name="T68" fmla="*/ 0 w 4122"/>
                <a:gd name="T69" fmla="*/ 0 h 283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4122"/>
                <a:gd name="T106" fmla="*/ 0 h 2838"/>
                <a:gd name="T107" fmla="*/ 4122 w 4122"/>
                <a:gd name="T108" fmla="*/ 2838 h 283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4122" h="2838">
                  <a:moveTo>
                    <a:pt x="0" y="1192"/>
                  </a:moveTo>
                  <a:lnTo>
                    <a:pt x="8" y="1462"/>
                  </a:lnTo>
                  <a:lnTo>
                    <a:pt x="90" y="1729"/>
                  </a:lnTo>
                  <a:lnTo>
                    <a:pt x="244" y="1986"/>
                  </a:lnTo>
                  <a:lnTo>
                    <a:pt x="463" y="2222"/>
                  </a:lnTo>
                  <a:lnTo>
                    <a:pt x="740" y="2430"/>
                  </a:lnTo>
                  <a:lnTo>
                    <a:pt x="1064" y="2600"/>
                  </a:lnTo>
                  <a:lnTo>
                    <a:pt x="1425" y="2728"/>
                  </a:lnTo>
                  <a:lnTo>
                    <a:pt x="1808" y="2808"/>
                  </a:lnTo>
                  <a:lnTo>
                    <a:pt x="2200" y="2838"/>
                  </a:lnTo>
                  <a:lnTo>
                    <a:pt x="2587" y="2816"/>
                  </a:lnTo>
                  <a:lnTo>
                    <a:pt x="2955" y="2744"/>
                  </a:lnTo>
                  <a:lnTo>
                    <a:pt x="3291" y="2625"/>
                  </a:lnTo>
                  <a:lnTo>
                    <a:pt x="3582" y="2460"/>
                  </a:lnTo>
                  <a:lnTo>
                    <a:pt x="3818" y="2259"/>
                  </a:lnTo>
                  <a:lnTo>
                    <a:pt x="3990" y="2027"/>
                  </a:lnTo>
                  <a:lnTo>
                    <a:pt x="4093" y="1774"/>
                  </a:lnTo>
                  <a:lnTo>
                    <a:pt x="4122" y="1506"/>
                  </a:lnTo>
                  <a:lnTo>
                    <a:pt x="4077" y="1237"/>
                  </a:lnTo>
                  <a:lnTo>
                    <a:pt x="3958" y="974"/>
                  </a:lnTo>
                  <a:lnTo>
                    <a:pt x="3771" y="726"/>
                  </a:lnTo>
                  <a:lnTo>
                    <a:pt x="3522" y="503"/>
                  </a:lnTo>
                  <a:lnTo>
                    <a:pt x="3220" y="313"/>
                  </a:lnTo>
                  <a:lnTo>
                    <a:pt x="2876" y="164"/>
                  </a:lnTo>
                  <a:lnTo>
                    <a:pt x="2503" y="60"/>
                  </a:lnTo>
                  <a:lnTo>
                    <a:pt x="2113" y="5"/>
                  </a:lnTo>
                  <a:lnTo>
                    <a:pt x="1722" y="0"/>
                  </a:lnTo>
                  <a:lnTo>
                    <a:pt x="1342" y="47"/>
                  </a:lnTo>
                  <a:lnTo>
                    <a:pt x="989" y="143"/>
                  </a:lnTo>
                  <a:lnTo>
                    <a:pt x="674" y="285"/>
                  </a:lnTo>
                  <a:lnTo>
                    <a:pt x="410" y="469"/>
                  </a:lnTo>
                  <a:lnTo>
                    <a:pt x="204" y="687"/>
                  </a:lnTo>
                  <a:lnTo>
                    <a:pt x="66" y="930"/>
                  </a:lnTo>
                  <a:lnTo>
                    <a:pt x="0" y="1192"/>
                  </a:lnTo>
                  <a:lnTo>
                    <a:pt x="1" y="1192"/>
                  </a:lnTo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8" name="Freeform 376" descr="25%"/>
            <p:cNvSpPr/>
            <p:nvPr/>
          </p:nvSpPr>
          <p:spPr bwMode="auto">
            <a:xfrm>
              <a:off x="3765" y="2698"/>
              <a:ext cx="251" cy="101"/>
            </a:xfrm>
            <a:custGeom>
              <a:avLst/>
              <a:gdLst>
                <a:gd name="T0" fmla="*/ 17 w 305"/>
                <a:gd name="T1" fmla="*/ 36 h 126"/>
                <a:gd name="T2" fmla="*/ 25 w 305"/>
                <a:gd name="T3" fmla="*/ 41 h 126"/>
                <a:gd name="T4" fmla="*/ 33 w 305"/>
                <a:gd name="T5" fmla="*/ 45 h 126"/>
                <a:gd name="T6" fmla="*/ 41 w 305"/>
                <a:gd name="T7" fmla="*/ 47 h 126"/>
                <a:gd name="T8" fmla="*/ 51 w 305"/>
                <a:gd name="T9" fmla="*/ 49 h 126"/>
                <a:gd name="T10" fmla="*/ 63 w 305"/>
                <a:gd name="T11" fmla="*/ 52 h 126"/>
                <a:gd name="T12" fmla="*/ 77 w 305"/>
                <a:gd name="T13" fmla="*/ 52 h 126"/>
                <a:gd name="T14" fmla="*/ 87 w 305"/>
                <a:gd name="T15" fmla="*/ 51 h 126"/>
                <a:gd name="T16" fmla="*/ 100 w 305"/>
                <a:gd name="T17" fmla="*/ 50 h 126"/>
                <a:gd name="T18" fmla="*/ 114 w 305"/>
                <a:gd name="T19" fmla="*/ 47 h 126"/>
                <a:gd name="T20" fmla="*/ 122 w 305"/>
                <a:gd name="T21" fmla="*/ 43 h 126"/>
                <a:gd name="T22" fmla="*/ 133 w 305"/>
                <a:gd name="T23" fmla="*/ 36 h 126"/>
                <a:gd name="T24" fmla="*/ 140 w 305"/>
                <a:gd name="T25" fmla="*/ 28 h 126"/>
                <a:gd name="T26" fmla="*/ 131 w 305"/>
                <a:gd name="T27" fmla="*/ 21 h 126"/>
                <a:gd name="T28" fmla="*/ 121 w 305"/>
                <a:gd name="T29" fmla="*/ 14 h 126"/>
                <a:gd name="T30" fmla="*/ 110 w 305"/>
                <a:gd name="T31" fmla="*/ 9 h 126"/>
                <a:gd name="T32" fmla="*/ 97 w 305"/>
                <a:gd name="T33" fmla="*/ 5 h 126"/>
                <a:gd name="T34" fmla="*/ 84 w 305"/>
                <a:gd name="T35" fmla="*/ 2 h 126"/>
                <a:gd name="T36" fmla="*/ 70 w 305"/>
                <a:gd name="T37" fmla="*/ 0 h 126"/>
                <a:gd name="T38" fmla="*/ 55 w 305"/>
                <a:gd name="T39" fmla="*/ 0 h 126"/>
                <a:gd name="T40" fmla="*/ 43 w 305"/>
                <a:gd name="T41" fmla="*/ 2 h 126"/>
                <a:gd name="T42" fmla="*/ 30 w 305"/>
                <a:gd name="T43" fmla="*/ 5 h 126"/>
                <a:gd name="T44" fmla="*/ 17 w 305"/>
                <a:gd name="T45" fmla="*/ 9 h 126"/>
                <a:gd name="T46" fmla="*/ 8 w 305"/>
                <a:gd name="T47" fmla="*/ 15 h 126"/>
                <a:gd name="T48" fmla="*/ 4 w 305"/>
                <a:gd name="T49" fmla="*/ 18 h 126"/>
                <a:gd name="T50" fmla="*/ 0 w 305"/>
                <a:gd name="T51" fmla="*/ 22 h 126"/>
                <a:gd name="T52" fmla="*/ 8 w 305"/>
                <a:gd name="T53" fmla="*/ 30 h 12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305"/>
                <a:gd name="T82" fmla="*/ 0 h 126"/>
                <a:gd name="T83" fmla="*/ 305 w 305"/>
                <a:gd name="T84" fmla="*/ 126 h 12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305" h="126">
                  <a:moveTo>
                    <a:pt x="36" y="87"/>
                  </a:moveTo>
                  <a:lnTo>
                    <a:pt x="54" y="99"/>
                  </a:lnTo>
                  <a:lnTo>
                    <a:pt x="70" y="108"/>
                  </a:lnTo>
                  <a:lnTo>
                    <a:pt x="90" y="114"/>
                  </a:lnTo>
                  <a:lnTo>
                    <a:pt x="111" y="119"/>
                  </a:lnTo>
                  <a:lnTo>
                    <a:pt x="138" y="126"/>
                  </a:lnTo>
                  <a:lnTo>
                    <a:pt x="166" y="126"/>
                  </a:lnTo>
                  <a:lnTo>
                    <a:pt x="191" y="124"/>
                  </a:lnTo>
                  <a:lnTo>
                    <a:pt x="217" y="120"/>
                  </a:lnTo>
                  <a:lnTo>
                    <a:pt x="248" y="114"/>
                  </a:lnTo>
                  <a:lnTo>
                    <a:pt x="266" y="103"/>
                  </a:lnTo>
                  <a:lnTo>
                    <a:pt x="290" y="87"/>
                  </a:lnTo>
                  <a:lnTo>
                    <a:pt x="305" y="68"/>
                  </a:lnTo>
                  <a:lnTo>
                    <a:pt x="286" y="51"/>
                  </a:lnTo>
                  <a:lnTo>
                    <a:pt x="265" y="36"/>
                  </a:lnTo>
                  <a:lnTo>
                    <a:pt x="240" y="22"/>
                  </a:lnTo>
                  <a:lnTo>
                    <a:pt x="212" y="11"/>
                  </a:lnTo>
                  <a:lnTo>
                    <a:pt x="183" y="4"/>
                  </a:lnTo>
                  <a:lnTo>
                    <a:pt x="152" y="0"/>
                  </a:lnTo>
                  <a:lnTo>
                    <a:pt x="121" y="0"/>
                  </a:lnTo>
                  <a:lnTo>
                    <a:pt x="92" y="4"/>
                  </a:lnTo>
                  <a:lnTo>
                    <a:pt x="64" y="12"/>
                  </a:lnTo>
                  <a:lnTo>
                    <a:pt x="39" y="23"/>
                  </a:lnTo>
                  <a:lnTo>
                    <a:pt x="18" y="37"/>
                  </a:lnTo>
                  <a:lnTo>
                    <a:pt x="9" y="44"/>
                  </a:lnTo>
                  <a:lnTo>
                    <a:pt x="0" y="55"/>
                  </a:lnTo>
                  <a:lnTo>
                    <a:pt x="17" y="71"/>
                  </a:lnTo>
                </a:path>
              </a:pathLst>
            </a:custGeom>
            <a:pattFill prst="pct25">
              <a:fgClr>
                <a:srgbClr val="99CC00"/>
              </a:fgClr>
              <a:bgClr>
                <a:srgbClr val="808080"/>
              </a:bgClr>
            </a:pattFill>
            <a:ln w="9525">
              <a:noFill/>
              <a:miter lim="800000"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9" name="Freeform 377"/>
            <p:cNvSpPr/>
            <p:nvPr/>
          </p:nvSpPr>
          <p:spPr bwMode="auto">
            <a:xfrm>
              <a:off x="4179" y="3026"/>
              <a:ext cx="99" cy="119"/>
            </a:xfrm>
            <a:custGeom>
              <a:avLst/>
              <a:gdLst>
                <a:gd name="T0" fmla="*/ 0 w 1451"/>
                <a:gd name="T1" fmla="*/ 0 h 1803"/>
                <a:gd name="T2" fmla="*/ 0 w 1451"/>
                <a:gd name="T3" fmla="*/ 0 h 1803"/>
                <a:gd name="T4" fmla="*/ 0 w 1451"/>
                <a:gd name="T5" fmla="*/ 0 h 1803"/>
                <a:gd name="T6" fmla="*/ 0 w 1451"/>
                <a:gd name="T7" fmla="*/ 0 h 1803"/>
                <a:gd name="T8" fmla="*/ 0 w 1451"/>
                <a:gd name="T9" fmla="*/ 0 h 1803"/>
                <a:gd name="T10" fmla="*/ 0 w 1451"/>
                <a:gd name="T11" fmla="*/ 0 h 1803"/>
                <a:gd name="T12" fmla="*/ 0 w 1451"/>
                <a:gd name="T13" fmla="*/ 0 h 1803"/>
                <a:gd name="T14" fmla="*/ 0 w 1451"/>
                <a:gd name="T15" fmla="*/ 0 h 1803"/>
                <a:gd name="T16" fmla="*/ 0 w 1451"/>
                <a:gd name="T17" fmla="*/ 0 h 1803"/>
                <a:gd name="T18" fmla="*/ 0 w 1451"/>
                <a:gd name="T19" fmla="*/ 0 h 1803"/>
                <a:gd name="T20" fmla="*/ 0 w 1451"/>
                <a:gd name="T21" fmla="*/ 0 h 1803"/>
                <a:gd name="T22" fmla="*/ 0 w 1451"/>
                <a:gd name="T23" fmla="*/ 0 h 1803"/>
                <a:gd name="T24" fmla="*/ 0 w 1451"/>
                <a:gd name="T25" fmla="*/ 0 h 1803"/>
                <a:gd name="T26" fmla="*/ 0 w 1451"/>
                <a:gd name="T27" fmla="*/ 0 h 1803"/>
                <a:gd name="T28" fmla="*/ 0 w 1451"/>
                <a:gd name="T29" fmla="*/ 0 h 1803"/>
                <a:gd name="T30" fmla="*/ 0 w 1451"/>
                <a:gd name="T31" fmla="*/ 0 h 1803"/>
                <a:gd name="T32" fmla="*/ 0 w 1451"/>
                <a:gd name="T33" fmla="*/ 0 h 1803"/>
                <a:gd name="T34" fmla="*/ 0 w 1451"/>
                <a:gd name="T35" fmla="*/ 0 h 1803"/>
                <a:gd name="T36" fmla="*/ 0 w 1451"/>
                <a:gd name="T37" fmla="*/ 0 h 1803"/>
                <a:gd name="T38" fmla="*/ 0 w 1451"/>
                <a:gd name="T39" fmla="*/ 0 h 1803"/>
                <a:gd name="T40" fmla="*/ 0 w 1451"/>
                <a:gd name="T41" fmla="*/ 0 h 1803"/>
                <a:gd name="T42" fmla="*/ 0 w 1451"/>
                <a:gd name="T43" fmla="*/ 0 h 1803"/>
                <a:gd name="T44" fmla="*/ 0 w 1451"/>
                <a:gd name="T45" fmla="*/ 0 h 1803"/>
                <a:gd name="T46" fmla="*/ 0 w 1451"/>
                <a:gd name="T47" fmla="*/ 0 h 1803"/>
                <a:gd name="T48" fmla="*/ 0 w 1451"/>
                <a:gd name="T49" fmla="*/ 0 h 1803"/>
                <a:gd name="T50" fmla="*/ 0 w 1451"/>
                <a:gd name="T51" fmla="*/ 0 h 1803"/>
                <a:gd name="T52" fmla="*/ 0 w 1451"/>
                <a:gd name="T53" fmla="*/ 0 h 1803"/>
                <a:gd name="T54" fmla="*/ 0 w 1451"/>
                <a:gd name="T55" fmla="*/ 0 h 1803"/>
                <a:gd name="T56" fmla="*/ 0 w 1451"/>
                <a:gd name="T57" fmla="*/ 0 h 1803"/>
                <a:gd name="T58" fmla="*/ 0 w 1451"/>
                <a:gd name="T59" fmla="*/ 0 h 1803"/>
                <a:gd name="T60" fmla="*/ 0 w 1451"/>
                <a:gd name="T61" fmla="*/ 0 h 1803"/>
                <a:gd name="T62" fmla="*/ 0 w 1451"/>
                <a:gd name="T63" fmla="*/ 0 h 1803"/>
                <a:gd name="T64" fmla="*/ 0 w 1451"/>
                <a:gd name="T65" fmla="*/ 0 h 1803"/>
                <a:gd name="T66" fmla="*/ 0 w 1451"/>
                <a:gd name="T67" fmla="*/ 0 h 1803"/>
                <a:gd name="T68" fmla="*/ 0 w 1451"/>
                <a:gd name="T69" fmla="*/ 0 h 180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451"/>
                <a:gd name="T106" fmla="*/ 0 h 1803"/>
                <a:gd name="T107" fmla="*/ 1451 w 1451"/>
                <a:gd name="T108" fmla="*/ 1803 h 1803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451" h="1803">
                  <a:moveTo>
                    <a:pt x="1216" y="54"/>
                  </a:moveTo>
                  <a:lnTo>
                    <a:pt x="1105" y="11"/>
                  </a:lnTo>
                  <a:lnTo>
                    <a:pt x="981" y="0"/>
                  </a:lnTo>
                  <a:lnTo>
                    <a:pt x="848" y="21"/>
                  </a:lnTo>
                  <a:lnTo>
                    <a:pt x="710" y="75"/>
                  </a:lnTo>
                  <a:lnTo>
                    <a:pt x="573" y="157"/>
                  </a:lnTo>
                  <a:lnTo>
                    <a:pt x="440" y="267"/>
                  </a:lnTo>
                  <a:lnTo>
                    <a:pt x="319" y="401"/>
                  </a:lnTo>
                  <a:lnTo>
                    <a:pt x="213" y="552"/>
                  </a:lnTo>
                  <a:lnTo>
                    <a:pt x="125" y="716"/>
                  </a:lnTo>
                  <a:lnTo>
                    <a:pt x="59" y="886"/>
                  </a:lnTo>
                  <a:lnTo>
                    <a:pt x="17" y="1057"/>
                  </a:lnTo>
                  <a:lnTo>
                    <a:pt x="0" y="1222"/>
                  </a:lnTo>
                  <a:lnTo>
                    <a:pt x="9" y="1376"/>
                  </a:lnTo>
                  <a:lnTo>
                    <a:pt x="45" y="1514"/>
                  </a:lnTo>
                  <a:lnTo>
                    <a:pt x="106" y="1628"/>
                  </a:lnTo>
                  <a:lnTo>
                    <a:pt x="188" y="1716"/>
                  </a:lnTo>
                  <a:lnTo>
                    <a:pt x="290" y="1776"/>
                  </a:lnTo>
                  <a:lnTo>
                    <a:pt x="408" y="1803"/>
                  </a:lnTo>
                  <a:lnTo>
                    <a:pt x="538" y="1797"/>
                  </a:lnTo>
                  <a:lnTo>
                    <a:pt x="673" y="1760"/>
                  </a:lnTo>
                  <a:lnTo>
                    <a:pt x="812" y="1691"/>
                  </a:lnTo>
                  <a:lnTo>
                    <a:pt x="947" y="1595"/>
                  </a:lnTo>
                  <a:lnTo>
                    <a:pt x="1074" y="1472"/>
                  </a:lnTo>
                  <a:lnTo>
                    <a:pt x="1189" y="1330"/>
                  </a:lnTo>
                  <a:lnTo>
                    <a:pt x="1286" y="1171"/>
                  </a:lnTo>
                  <a:lnTo>
                    <a:pt x="1363" y="1004"/>
                  </a:lnTo>
                  <a:lnTo>
                    <a:pt x="1418" y="832"/>
                  </a:lnTo>
                  <a:lnTo>
                    <a:pt x="1448" y="663"/>
                  </a:lnTo>
                  <a:lnTo>
                    <a:pt x="1451" y="502"/>
                  </a:lnTo>
                  <a:lnTo>
                    <a:pt x="1428" y="356"/>
                  </a:lnTo>
                  <a:lnTo>
                    <a:pt x="1381" y="231"/>
                  </a:lnTo>
                  <a:lnTo>
                    <a:pt x="1308" y="128"/>
                  </a:lnTo>
                  <a:lnTo>
                    <a:pt x="1216" y="54"/>
                  </a:lnTo>
                  <a:lnTo>
                    <a:pt x="1217" y="54"/>
                  </a:lnTo>
                </a:path>
              </a:pathLst>
            </a:custGeom>
            <a:gradFill rotWithShape="0">
              <a:gsLst>
                <a:gs pos="0">
                  <a:srgbClr val="454545"/>
                </a:gs>
                <a:gs pos="50000">
                  <a:srgbClr val="969696"/>
                </a:gs>
                <a:gs pos="100000">
                  <a:srgbClr val="454545"/>
                </a:gs>
              </a:gsLst>
              <a:lin ang="1890000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0" name="Freeform 378"/>
            <p:cNvSpPr/>
            <p:nvPr/>
          </p:nvSpPr>
          <p:spPr bwMode="auto">
            <a:xfrm>
              <a:off x="3446" y="3309"/>
              <a:ext cx="152" cy="94"/>
            </a:xfrm>
            <a:custGeom>
              <a:avLst/>
              <a:gdLst>
                <a:gd name="T0" fmla="*/ 0 w 2218"/>
                <a:gd name="T1" fmla="*/ 0 h 1408"/>
                <a:gd name="T2" fmla="*/ 0 w 2218"/>
                <a:gd name="T3" fmla="*/ 0 h 1408"/>
                <a:gd name="T4" fmla="*/ 0 w 2218"/>
                <a:gd name="T5" fmla="*/ 0 h 1408"/>
                <a:gd name="T6" fmla="*/ 0 w 2218"/>
                <a:gd name="T7" fmla="*/ 0 h 1408"/>
                <a:gd name="T8" fmla="*/ 0 w 2218"/>
                <a:gd name="T9" fmla="*/ 0 h 1408"/>
                <a:gd name="T10" fmla="*/ 0 w 2218"/>
                <a:gd name="T11" fmla="*/ 0 h 1408"/>
                <a:gd name="T12" fmla="*/ 0 w 2218"/>
                <a:gd name="T13" fmla="*/ 0 h 1408"/>
                <a:gd name="T14" fmla="*/ 0 w 2218"/>
                <a:gd name="T15" fmla="*/ 0 h 1408"/>
                <a:gd name="T16" fmla="*/ 0 w 2218"/>
                <a:gd name="T17" fmla="*/ 0 h 1408"/>
                <a:gd name="T18" fmla="*/ 0 w 2218"/>
                <a:gd name="T19" fmla="*/ 0 h 1408"/>
                <a:gd name="T20" fmla="*/ 0 w 2218"/>
                <a:gd name="T21" fmla="*/ 0 h 1408"/>
                <a:gd name="T22" fmla="*/ 0 w 2218"/>
                <a:gd name="T23" fmla="*/ 0 h 1408"/>
                <a:gd name="T24" fmla="*/ 0 w 2218"/>
                <a:gd name="T25" fmla="*/ 0 h 1408"/>
                <a:gd name="T26" fmla="*/ 0 w 2218"/>
                <a:gd name="T27" fmla="*/ 0 h 1408"/>
                <a:gd name="T28" fmla="*/ 0 w 2218"/>
                <a:gd name="T29" fmla="*/ 0 h 1408"/>
                <a:gd name="T30" fmla="*/ 0 w 2218"/>
                <a:gd name="T31" fmla="*/ 0 h 1408"/>
                <a:gd name="T32" fmla="*/ 0 w 2218"/>
                <a:gd name="T33" fmla="*/ 0 h 1408"/>
                <a:gd name="T34" fmla="*/ 0 w 2218"/>
                <a:gd name="T35" fmla="*/ 0 h 1408"/>
                <a:gd name="T36" fmla="*/ 0 w 2218"/>
                <a:gd name="T37" fmla="*/ 0 h 1408"/>
                <a:gd name="T38" fmla="*/ 0 w 2218"/>
                <a:gd name="T39" fmla="*/ 0 h 1408"/>
                <a:gd name="T40" fmla="*/ 0 w 2218"/>
                <a:gd name="T41" fmla="*/ 0 h 1408"/>
                <a:gd name="T42" fmla="*/ 0 w 2218"/>
                <a:gd name="T43" fmla="*/ 0 h 1408"/>
                <a:gd name="T44" fmla="*/ 0 w 2218"/>
                <a:gd name="T45" fmla="*/ 0 h 1408"/>
                <a:gd name="T46" fmla="*/ 0 w 2218"/>
                <a:gd name="T47" fmla="*/ 0 h 1408"/>
                <a:gd name="T48" fmla="*/ 0 w 2218"/>
                <a:gd name="T49" fmla="*/ 0 h 1408"/>
                <a:gd name="T50" fmla="*/ 0 w 2218"/>
                <a:gd name="T51" fmla="*/ 0 h 1408"/>
                <a:gd name="T52" fmla="*/ 0 w 2218"/>
                <a:gd name="T53" fmla="*/ 0 h 1408"/>
                <a:gd name="T54" fmla="*/ 0 w 2218"/>
                <a:gd name="T55" fmla="*/ 0 h 1408"/>
                <a:gd name="T56" fmla="*/ 0 w 2218"/>
                <a:gd name="T57" fmla="*/ 0 h 1408"/>
                <a:gd name="T58" fmla="*/ 0 w 2218"/>
                <a:gd name="T59" fmla="*/ 0 h 1408"/>
                <a:gd name="T60" fmla="*/ 0 w 2218"/>
                <a:gd name="T61" fmla="*/ 0 h 1408"/>
                <a:gd name="T62" fmla="*/ 0 w 2218"/>
                <a:gd name="T63" fmla="*/ 0 h 1408"/>
                <a:gd name="T64" fmla="*/ 0 w 2218"/>
                <a:gd name="T65" fmla="*/ 0 h 1408"/>
                <a:gd name="T66" fmla="*/ 0 w 2218"/>
                <a:gd name="T67" fmla="*/ 0 h 1408"/>
                <a:gd name="T68" fmla="*/ 0 w 2218"/>
                <a:gd name="T69" fmla="*/ 0 h 140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218"/>
                <a:gd name="T106" fmla="*/ 0 h 1408"/>
                <a:gd name="T107" fmla="*/ 2218 w 2218"/>
                <a:gd name="T108" fmla="*/ 1408 h 140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218" h="1408">
                  <a:moveTo>
                    <a:pt x="0" y="705"/>
                  </a:moveTo>
                  <a:lnTo>
                    <a:pt x="19" y="838"/>
                  </a:lnTo>
                  <a:lnTo>
                    <a:pt x="79" y="967"/>
                  </a:lnTo>
                  <a:lnTo>
                    <a:pt x="176" y="1086"/>
                  </a:lnTo>
                  <a:lnTo>
                    <a:pt x="307" y="1191"/>
                  </a:lnTo>
                  <a:lnTo>
                    <a:pt x="467" y="1278"/>
                  </a:lnTo>
                  <a:lnTo>
                    <a:pt x="650" y="1346"/>
                  </a:lnTo>
                  <a:lnTo>
                    <a:pt x="849" y="1390"/>
                  </a:lnTo>
                  <a:lnTo>
                    <a:pt x="1059" y="1408"/>
                  </a:lnTo>
                  <a:lnTo>
                    <a:pt x="1270" y="1402"/>
                  </a:lnTo>
                  <a:lnTo>
                    <a:pt x="1475" y="1370"/>
                  </a:lnTo>
                  <a:lnTo>
                    <a:pt x="1668" y="1315"/>
                  </a:lnTo>
                  <a:lnTo>
                    <a:pt x="1840" y="1237"/>
                  </a:lnTo>
                  <a:lnTo>
                    <a:pt x="1985" y="1140"/>
                  </a:lnTo>
                  <a:lnTo>
                    <a:pt x="2100" y="1027"/>
                  </a:lnTo>
                  <a:lnTo>
                    <a:pt x="2178" y="903"/>
                  </a:lnTo>
                  <a:lnTo>
                    <a:pt x="2218" y="772"/>
                  </a:lnTo>
                  <a:lnTo>
                    <a:pt x="2218" y="638"/>
                  </a:lnTo>
                  <a:lnTo>
                    <a:pt x="2178" y="505"/>
                  </a:lnTo>
                  <a:lnTo>
                    <a:pt x="2100" y="381"/>
                  </a:lnTo>
                  <a:lnTo>
                    <a:pt x="1985" y="268"/>
                  </a:lnTo>
                  <a:lnTo>
                    <a:pt x="1840" y="171"/>
                  </a:lnTo>
                  <a:lnTo>
                    <a:pt x="1668" y="94"/>
                  </a:lnTo>
                  <a:lnTo>
                    <a:pt x="1475" y="38"/>
                  </a:lnTo>
                  <a:lnTo>
                    <a:pt x="1270" y="6"/>
                  </a:lnTo>
                  <a:lnTo>
                    <a:pt x="1059" y="0"/>
                  </a:lnTo>
                  <a:lnTo>
                    <a:pt x="849" y="19"/>
                  </a:lnTo>
                  <a:lnTo>
                    <a:pt x="650" y="63"/>
                  </a:lnTo>
                  <a:lnTo>
                    <a:pt x="467" y="130"/>
                  </a:lnTo>
                  <a:lnTo>
                    <a:pt x="307" y="217"/>
                  </a:lnTo>
                  <a:lnTo>
                    <a:pt x="176" y="322"/>
                  </a:lnTo>
                  <a:lnTo>
                    <a:pt x="79" y="443"/>
                  </a:lnTo>
                  <a:lnTo>
                    <a:pt x="19" y="570"/>
                  </a:lnTo>
                  <a:lnTo>
                    <a:pt x="0" y="705"/>
                  </a:lnTo>
                  <a:lnTo>
                    <a:pt x="1" y="705"/>
                  </a:lnTo>
                </a:path>
              </a:pathLst>
            </a:custGeom>
            <a:gradFill rotWithShape="0">
              <a:gsLst>
                <a:gs pos="0">
                  <a:srgbClr val="454545"/>
                </a:gs>
                <a:gs pos="50000">
                  <a:srgbClr val="969696"/>
                </a:gs>
                <a:gs pos="100000">
                  <a:srgbClr val="454545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1" name="Freeform 379"/>
            <p:cNvSpPr/>
            <p:nvPr/>
          </p:nvSpPr>
          <p:spPr bwMode="auto">
            <a:xfrm>
              <a:off x="3446" y="2891"/>
              <a:ext cx="85" cy="93"/>
            </a:xfrm>
            <a:custGeom>
              <a:avLst/>
              <a:gdLst>
                <a:gd name="T0" fmla="*/ 0 w 1241"/>
                <a:gd name="T1" fmla="*/ 0 h 1407"/>
                <a:gd name="T2" fmla="*/ 0 w 1241"/>
                <a:gd name="T3" fmla="*/ 0 h 1407"/>
                <a:gd name="T4" fmla="*/ 0 w 1241"/>
                <a:gd name="T5" fmla="*/ 0 h 1407"/>
                <a:gd name="T6" fmla="*/ 0 w 1241"/>
                <a:gd name="T7" fmla="*/ 0 h 1407"/>
                <a:gd name="T8" fmla="*/ 0 w 1241"/>
                <a:gd name="T9" fmla="*/ 0 h 1407"/>
                <a:gd name="T10" fmla="*/ 0 w 1241"/>
                <a:gd name="T11" fmla="*/ 0 h 1407"/>
                <a:gd name="T12" fmla="*/ 0 w 1241"/>
                <a:gd name="T13" fmla="*/ 0 h 1407"/>
                <a:gd name="T14" fmla="*/ 0 w 1241"/>
                <a:gd name="T15" fmla="*/ 0 h 1407"/>
                <a:gd name="T16" fmla="*/ 0 w 1241"/>
                <a:gd name="T17" fmla="*/ 0 h 1407"/>
                <a:gd name="T18" fmla="*/ 0 w 1241"/>
                <a:gd name="T19" fmla="*/ 0 h 1407"/>
                <a:gd name="T20" fmla="*/ 0 w 1241"/>
                <a:gd name="T21" fmla="*/ 0 h 1407"/>
                <a:gd name="T22" fmla="*/ 0 w 1241"/>
                <a:gd name="T23" fmla="*/ 0 h 1407"/>
                <a:gd name="T24" fmla="*/ 0 w 1241"/>
                <a:gd name="T25" fmla="*/ 0 h 1407"/>
                <a:gd name="T26" fmla="*/ 0 w 1241"/>
                <a:gd name="T27" fmla="*/ 0 h 1407"/>
                <a:gd name="T28" fmla="*/ 0 w 1241"/>
                <a:gd name="T29" fmla="*/ 0 h 1407"/>
                <a:gd name="T30" fmla="*/ 0 w 1241"/>
                <a:gd name="T31" fmla="*/ 0 h 1407"/>
                <a:gd name="T32" fmla="*/ 0 w 1241"/>
                <a:gd name="T33" fmla="*/ 0 h 1407"/>
                <a:gd name="T34" fmla="*/ 0 w 1241"/>
                <a:gd name="T35" fmla="*/ 0 h 1407"/>
                <a:gd name="T36" fmla="*/ 0 w 1241"/>
                <a:gd name="T37" fmla="*/ 0 h 1407"/>
                <a:gd name="T38" fmla="*/ 0 w 1241"/>
                <a:gd name="T39" fmla="*/ 0 h 140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241"/>
                <a:gd name="T61" fmla="*/ 0 h 1407"/>
                <a:gd name="T62" fmla="*/ 1241 w 1241"/>
                <a:gd name="T63" fmla="*/ 1407 h 1407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241" h="1407">
                  <a:moveTo>
                    <a:pt x="1240" y="3"/>
                  </a:moveTo>
                  <a:lnTo>
                    <a:pt x="1032" y="0"/>
                  </a:lnTo>
                  <a:lnTo>
                    <a:pt x="827" y="22"/>
                  </a:lnTo>
                  <a:lnTo>
                    <a:pt x="631" y="67"/>
                  </a:lnTo>
                  <a:lnTo>
                    <a:pt x="454" y="135"/>
                  </a:lnTo>
                  <a:lnTo>
                    <a:pt x="298" y="223"/>
                  </a:lnTo>
                  <a:lnTo>
                    <a:pt x="171" y="328"/>
                  </a:lnTo>
                  <a:lnTo>
                    <a:pt x="77" y="446"/>
                  </a:lnTo>
                  <a:lnTo>
                    <a:pt x="19" y="573"/>
                  </a:lnTo>
                  <a:lnTo>
                    <a:pt x="0" y="704"/>
                  </a:lnTo>
                  <a:lnTo>
                    <a:pt x="19" y="835"/>
                  </a:lnTo>
                  <a:lnTo>
                    <a:pt x="77" y="961"/>
                  </a:lnTo>
                  <a:lnTo>
                    <a:pt x="171" y="1079"/>
                  </a:lnTo>
                  <a:lnTo>
                    <a:pt x="298" y="1184"/>
                  </a:lnTo>
                  <a:lnTo>
                    <a:pt x="454" y="1272"/>
                  </a:lnTo>
                  <a:lnTo>
                    <a:pt x="631" y="1340"/>
                  </a:lnTo>
                  <a:lnTo>
                    <a:pt x="827" y="1386"/>
                  </a:lnTo>
                  <a:lnTo>
                    <a:pt x="1032" y="1407"/>
                  </a:lnTo>
                  <a:lnTo>
                    <a:pt x="1240" y="1404"/>
                  </a:lnTo>
                  <a:lnTo>
                    <a:pt x="1241" y="1404"/>
                  </a:lnTo>
                </a:path>
              </a:pathLst>
            </a:custGeom>
            <a:gradFill rotWithShape="0">
              <a:gsLst>
                <a:gs pos="0">
                  <a:srgbClr val="434343"/>
                </a:gs>
                <a:gs pos="100000">
                  <a:srgbClr val="969696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2" name="Freeform 380"/>
            <p:cNvSpPr/>
            <p:nvPr/>
          </p:nvSpPr>
          <p:spPr bwMode="auto">
            <a:xfrm>
              <a:off x="4193" y="3309"/>
              <a:ext cx="151" cy="94"/>
            </a:xfrm>
            <a:custGeom>
              <a:avLst/>
              <a:gdLst>
                <a:gd name="T0" fmla="*/ 0 w 2219"/>
                <a:gd name="T1" fmla="*/ 0 h 1408"/>
                <a:gd name="T2" fmla="*/ 0 w 2219"/>
                <a:gd name="T3" fmla="*/ 0 h 1408"/>
                <a:gd name="T4" fmla="*/ 0 w 2219"/>
                <a:gd name="T5" fmla="*/ 0 h 1408"/>
                <a:gd name="T6" fmla="*/ 0 w 2219"/>
                <a:gd name="T7" fmla="*/ 0 h 1408"/>
                <a:gd name="T8" fmla="*/ 0 w 2219"/>
                <a:gd name="T9" fmla="*/ 0 h 1408"/>
                <a:gd name="T10" fmla="*/ 0 w 2219"/>
                <a:gd name="T11" fmla="*/ 0 h 1408"/>
                <a:gd name="T12" fmla="*/ 0 w 2219"/>
                <a:gd name="T13" fmla="*/ 0 h 1408"/>
                <a:gd name="T14" fmla="*/ 0 w 2219"/>
                <a:gd name="T15" fmla="*/ 0 h 1408"/>
                <a:gd name="T16" fmla="*/ 0 w 2219"/>
                <a:gd name="T17" fmla="*/ 0 h 1408"/>
                <a:gd name="T18" fmla="*/ 0 w 2219"/>
                <a:gd name="T19" fmla="*/ 0 h 1408"/>
                <a:gd name="T20" fmla="*/ 0 w 2219"/>
                <a:gd name="T21" fmla="*/ 0 h 1408"/>
                <a:gd name="T22" fmla="*/ 0 w 2219"/>
                <a:gd name="T23" fmla="*/ 0 h 1408"/>
                <a:gd name="T24" fmla="*/ 0 w 2219"/>
                <a:gd name="T25" fmla="*/ 0 h 1408"/>
                <a:gd name="T26" fmla="*/ 0 w 2219"/>
                <a:gd name="T27" fmla="*/ 0 h 1408"/>
                <a:gd name="T28" fmla="*/ 0 w 2219"/>
                <a:gd name="T29" fmla="*/ 0 h 1408"/>
                <a:gd name="T30" fmla="*/ 0 w 2219"/>
                <a:gd name="T31" fmla="*/ 0 h 1408"/>
                <a:gd name="T32" fmla="*/ 0 w 2219"/>
                <a:gd name="T33" fmla="*/ 0 h 1408"/>
                <a:gd name="T34" fmla="*/ 0 w 2219"/>
                <a:gd name="T35" fmla="*/ 0 h 1408"/>
                <a:gd name="T36" fmla="*/ 0 w 2219"/>
                <a:gd name="T37" fmla="*/ 0 h 1408"/>
                <a:gd name="T38" fmla="*/ 0 w 2219"/>
                <a:gd name="T39" fmla="*/ 0 h 1408"/>
                <a:gd name="T40" fmla="*/ 0 w 2219"/>
                <a:gd name="T41" fmla="*/ 0 h 1408"/>
                <a:gd name="T42" fmla="*/ 0 w 2219"/>
                <a:gd name="T43" fmla="*/ 0 h 1408"/>
                <a:gd name="T44" fmla="*/ 0 w 2219"/>
                <a:gd name="T45" fmla="*/ 0 h 1408"/>
                <a:gd name="T46" fmla="*/ 0 w 2219"/>
                <a:gd name="T47" fmla="*/ 0 h 1408"/>
                <a:gd name="T48" fmla="*/ 0 w 2219"/>
                <a:gd name="T49" fmla="*/ 0 h 1408"/>
                <a:gd name="T50" fmla="*/ 0 w 2219"/>
                <a:gd name="T51" fmla="*/ 0 h 1408"/>
                <a:gd name="T52" fmla="*/ 0 w 2219"/>
                <a:gd name="T53" fmla="*/ 0 h 1408"/>
                <a:gd name="T54" fmla="*/ 0 w 2219"/>
                <a:gd name="T55" fmla="*/ 0 h 1408"/>
                <a:gd name="T56" fmla="*/ 0 w 2219"/>
                <a:gd name="T57" fmla="*/ 0 h 1408"/>
                <a:gd name="T58" fmla="*/ 0 w 2219"/>
                <a:gd name="T59" fmla="*/ 0 h 1408"/>
                <a:gd name="T60" fmla="*/ 0 w 2219"/>
                <a:gd name="T61" fmla="*/ 0 h 1408"/>
                <a:gd name="T62" fmla="*/ 0 w 2219"/>
                <a:gd name="T63" fmla="*/ 0 h 1408"/>
                <a:gd name="T64" fmla="*/ 0 w 2219"/>
                <a:gd name="T65" fmla="*/ 0 h 1408"/>
                <a:gd name="T66" fmla="*/ 0 w 2219"/>
                <a:gd name="T67" fmla="*/ 0 h 1408"/>
                <a:gd name="T68" fmla="*/ 0 w 2219"/>
                <a:gd name="T69" fmla="*/ 0 h 140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219"/>
                <a:gd name="T106" fmla="*/ 0 h 1408"/>
                <a:gd name="T107" fmla="*/ 2219 w 2219"/>
                <a:gd name="T108" fmla="*/ 1408 h 140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219" h="1408">
                  <a:moveTo>
                    <a:pt x="0" y="705"/>
                  </a:moveTo>
                  <a:lnTo>
                    <a:pt x="20" y="838"/>
                  </a:lnTo>
                  <a:lnTo>
                    <a:pt x="80" y="967"/>
                  </a:lnTo>
                  <a:lnTo>
                    <a:pt x="176" y="1086"/>
                  </a:lnTo>
                  <a:lnTo>
                    <a:pt x="307" y="1191"/>
                  </a:lnTo>
                  <a:lnTo>
                    <a:pt x="466" y="1278"/>
                  </a:lnTo>
                  <a:lnTo>
                    <a:pt x="649" y="1346"/>
                  </a:lnTo>
                  <a:lnTo>
                    <a:pt x="850" y="1390"/>
                  </a:lnTo>
                  <a:lnTo>
                    <a:pt x="1059" y="1408"/>
                  </a:lnTo>
                  <a:lnTo>
                    <a:pt x="1270" y="1402"/>
                  </a:lnTo>
                  <a:lnTo>
                    <a:pt x="1475" y="1370"/>
                  </a:lnTo>
                  <a:lnTo>
                    <a:pt x="1667" y="1315"/>
                  </a:lnTo>
                  <a:lnTo>
                    <a:pt x="1840" y="1237"/>
                  </a:lnTo>
                  <a:lnTo>
                    <a:pt x="1986" y="1140"/>
                  </a:lnTo>
                  <a:lnTo>
                    <a:pt x="2100" y="1027"/>
                  </a:lnTo>
                  <a:lnTo>
                    <a:pt x="2179" y="903"/>
                  </a:lnTo>
                  <a:lnTo>
                    <a:pt x="2219" y="772"/>
                  </a:lnTo>
                  <a:lnTo>
                    <a:pt x="2219" y="638"/>
                  </a:lnTo>
                  <a:lnTo>
                    <a:pt x="2179" y="505"/>
                  </a:lnTo>
                  <a:lnTo>
                    <a:pt x="2100" y="381"/>
                  </a:lnTo>
                  <a:lnTo>
                    <a:pt x="1986" y="268"/>
                  </a:lnTo>
                  <a:lnTo>
                    <a:pt x="1840" y="171"/>
                  </a:lnTo>
                  <a:lnTo>
                    <a:pt x="1667" y="94"/>
                  </a:lnTo>
                  <a:lnTo>
                    <a:pt x="1475" y="38"/>
                  </a:lnTo>
                  <a:lnTo>
                    <a:pt x="1270" y="6"/>
                  </a:lnTo>
                  <a:lnTo>
                    <a:pt x="1059" y="0"/>
                  </a:lnTo>
                  <a:lnTo>
                    <a:pt x="850" y="19"/>
                  </a:lnTo>
                  <a:lnTo>
                    <a:pt x="649" y="63"/>
                  </a:lnTo>
                  <a:lnTo>
                    <a:pt x="466" y="130"/>
                  </a:lnTo>
                  <a:lnTo>
                    <a:pt x="307" y="217"/>
                  </a:lnTo>
                  <a:lnTo>
                    <a:pt x="176" y="322"/>
                  </a:lnTo>
                  <a:lnTo>
                    <a:pt x="80" y="443"/>
                  </a:lnTo>
                  <a:lnTo>
                    <a:pt x="20" y="570"/>
                  </a:lnTo>
                  <a:lnTo>
                    <a:pt x="0" y="705"/>
                  </a:lnTo>
                  <a:lnTo>
                    <a:pt x="1" y="705"/>
                  </a:lnTo>
                </a:path>
              </a:pathLst>
            </a:custGeom>
            <a:gradFill rotWithShape="0">
              <a:gsLst>
                <a:gs pos="0">
                  <a:srgbClr val="454545"/>
                </a:gs>
                <a:gs pos="50000">
                  <a:srgbClr val="969696"/>
                </a:gs>
                <a:gs pos="100000">
                  <a:srgbClr val="454545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84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42370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画剖视图应注意的问题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3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57300" y="1776642"/>
            <a:ext cx="11089232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不需在剖面区域中表示材料的类别时，剖面符号可采用通用剖面线表示。</a:t>
            </a:r>
            <a:b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通用剖面线为细实线，最好与图形的</a:t>
            </a:r>
            <a:r>
              <a:rPr kumimoji="1"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要轮廓或剖面区域的对称线成</a:t>
            </a:r>
            <a:r>
              <a:rPr kumimoji="1"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45°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角；同一物体的各个剖面区域，其剖面线画法应一致。</a:t>
            </a:r>
            <a:endParaRPr kumimoji="1"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Group 3"/>
          <p:cNvGrpSpPr/>
          <p:nvPr/>
        </p:nvGrpSpPr>
        <p:grpSpPr bwMode="auto">
          <a:xfrm>
            <a:off x="1773176" y="3401975"/>
            <a:ext cx="425450" cy="795337"/>
            <a:chOff x="992" y="1349"/>
            <a:chExt cx="268" cy="501"/>
          </a:xfrm>
        </p:grpSpPr>
        <p:sp>
          <p:nvSpPr>
            <p:cNvPr id="4" name="Freeform 4"/>
            <p:cNvSpPr/>
            <p:nvPr/>
          </p:nvSpPr>
          <p:spPr bwMode="auto">
            <a:xfrm>
              <a:off x="992" y="1349"/>
              <a:ext cx="23" cy="24"/>
            </a:xfrm>
            <a:custGeom>
              <a:avLst/>
              <a:gdLst>
                <a:gd name="T0" fmla="*/ 0 w 139"/>
                <a:gd name="T1" fmla="*/ 0 h 139"/>
                <a:gd name="T2" fmla="*/ 0 w 139"/>
                <a:gd name="T3" fmla="*/ 0 h 139"/>
                <a:gd name="T4" fmla="*/ 0 w 139"/>
                <a:gd name="T5" fmla="*/ 0 h 139"/>
                <a:gd name="T6" fmla="*/ 0 60000 65536"/>
                <a:gd name="T7" fmla="*/ 0 60000 65536"/>
                <a:gd name="T8" fmla="*/ 0 60000 65536"/>
                <a:gd name="T9" fmla="*/ 0 w 139"/>
                <a:gd name="T10" fmla="*/ 0 h 139"/>
                <a:gd name="T11" fmla="*/ 139 w 139"/>
                <a:gd name="T12" fmla="*/ 139 h 1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" h="139">
                  <a:moveTo>
                    <a:pt x="0" y="139"/>
                  </a:moveTo>
                  <a:lnTo>
                    <a:pt x="138" y="0"/>
                  </a:lnTo>
                  <a:lnTo>
                    <a:pt x="13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Freeform 5"/>
            <p:cNvSpPr/>
            <p:nvPr/>
          </p:nvSpPr>
          <p:spPr bwMode="auto">
            <a:xfrm>
              <a:off x="992" y="1349"/>
              <a:ext cx="105" cy="106"/>
            </a:xfrm>
            <a:custGeom>
              <a:avLst/>
              <a:gdLst>
                <a:gd name="T0" fmla="*/ 0 w 632"/>
                <a:gd name="T1" fmla="*/ 1 h 631"/>
                <a:gd name="T2" fmla="*/ 0 w 632"/>
                <a:gd name="T3" fmla="*/ 0 h 631"/>
                <a:gd name="T4" fmla="*/ 0 w 632"/>
                <a:gd name="T5" fmla="*/ 0 h 631"/>
                <a:gd name="T6" fmla="*/ 0 60000 65536"/>
                <a:gd name="T7" fmla="*/ 0 60000 65536"/>
                <a:gd name="T8" fmla="*/ 0 60000 65536"/>
                <a:gd name="T9" fmla="*/ 0 w 632"/>
                <a:gd name="T10" fmla="*/ 0 h 631"/>
                <a:gd name="T11" fmla="*/ 632 w 632"/>
                <a:gd name="T12" fmla="*/ 631 h 6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2" h="631">
                  <a:moveTo>
                    <a:pt x="0" y="631"/>
                  </a:moveTo>
                  <a:lnTo>
                    <a:pt x="631" y="0"/>
                  </a:lnTo>
                  <a:lnTo>
                    <a:pt x="63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Freeform 6"/>
            <p:cNvSpPr/>
            <p:nvPr/>
          </p:nvSpPr>
          <p:spPr bwMode="auto">
            <a:xfrm>
              <a:off x="992" y="1349"/>
              <a:ext cx="187" cy="188"/>
            </a:xfrm>
            <a:custGeom>
              <a:avLst/>
              <a:gdLst>
                <a:gd name="T0" fmla="*/ 0 w 1124"/>
                <a:gd name="T1" fmla="*/ 1 h 1124"/>
                <a:gd name="T2" fmla="*/ 1 w 1124"/>
                <a:gd name="T3" fmla="*/ 0 h 1124"/>
                <a:gd name="T4" fmla="*/ 1 w 1124"/>
                <a:gd name="T5" fmla="*/ 0 h 1124"/>
                <a:gd name="T6" fmla="*/ 0 60000 65536"/>
                <a:gd name="T7" fmla="*/ 0 60000 65536"/>
                <a:gd name="T8" fmla="*/ 0 60000 65536"/>
                <a:gd name="T9" fmla="*/ 0 w 1124"/>
                <a:gd name="T10" fmla="*/ 0 h 1124"/>
                <a:gd name="T11" fmla="*/ 1124 w 1124"/>
                <a:gd name="T12" fmla="*/ 1124 h 11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24" h="1124">
                  <a:moveTo>
                    <a:pt x="0" y="1124"/>
                  </a:moveTo>
                  <a:lnTo>
                    <a:pt x="1123" y="0"/>
                  </a:lnTo>
                  <a:lnTo>
                    <a:pt x="112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Freeform 7"/>
            <p:cNvSpPr/>
            <p:nvPr/>
          </p:nvSpPr>
          <p:spPr bwMode="auto">
            <a:xfrm>
              <a:off x="992" y="1351"/>
              <a:ext cx="268" cy="268"/>
            </a:xfrm>
            <a:custGeom>
              <a:avLst/>
              <a:gdLst>
                <a:gd name="T0" fmla="*/ 0 w 1606"/>
                <a:gd name="T1" fmla="*/ 1 h 1607"/>
                <a:gd name="T2" fmla="*/ 1 w 1606"/>
                <a:gd name="T3" fmla="*/ 0 h 1607"/>
                <a:gd name="T4" fmla="*/ 1 w 1606"/>
                <a:gd name="T5" fmla="*/ 0 h 1607"/>
                <a:gd name="T6" fmla="*/ 0 60000 65536"/>
                <a:gd name="T7" fmla="*/ 0 60000 65536"/>
                <a:gd name="T8" fmla="*/ 0 60000 65536"/>
                <a:gd name="T9" fmla="*/ 0 w 1606"/>
                <a:gd name="T10" fmla="*/ 0 h 1607"/>
                <a:gd name="T11" fmla="*/ 1606 w 1606"/>
                <a:gd name="T12" fmla="*/ 1607 h 16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06" h="1607">
                  <a:moveTo>
                    <a:pt x="0" y="1607"/>
                  </a:moveTo>
                  <a:lnTo>
                    <a:pt x="1605" y="0"/>
                  </a:lnTo>
                  <a:lnTo>
                    <a:pt x="160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8"/>
            <p:cNvSpPr/>
            <p:nvPr/>
          </p:nvSpPr>
          <p:spPr bwMode="auto">
            <a:xfrm>
              <a:off x="992" y="1433"/>
              <a:ext cx="268" cy="268"/>
            </a:xfrm>
            <a:custGeom>
              <a:avLst/>
              <a:gdLst>
                <a:gd name="T0" fmla="*/ 0 w 1606"/>
                <a:gd name="T1" fmla="*/ 1 h 1607"/>
                <a:gd name="T2" fmla="*/ 1 w 1606"/>
                <a:gd name="T3" fmla="*/ 0 h 1607"/>
                <a:gd name="T4" fmla="*/ 1 w 1606"/>
                <a:gd name="T5" fmla="*/ 0 h 1607"/>
                <a:gd name="T6" fmla="*/ 0 60000 65536"/>
                <a:gd name="T7" fmla="*/ 0 60000 65536"/>
                <a:gd name="T8" fmla="*/ 0 60000 65536"/>
                <a:gd name="T9" fmla="*/ 0 w 1606"/>
                <a:gd name="T10" fmla="*/ 0 h 1607"/>
                <a:gd name="T11" fmla="*/ 1606 w 1606"/>
                <a:gd name="T12" fmla="*/ 1607 h 16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06" h="1607">
                  <a:moveTo>
                    <a:pt x="0" y="1607"/>
                  </a:moveTo>
                  <a:lnTo>
                    <a:pt x="1605" y="0"/>
                  </a:lnTo>
                  <a:lnTo>
                    <a:pt x="160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992" y="1515"/>
              <a:ext cx="268" cy="268"/>
            </a:xfrm>
            <a:custGeom>
              <a:avLst/>
              <a:gdLst>
                <a:gd name="T0" fmla="*/ 0 w 1606"/>
                <a:gd name="T1" fmla="*/ 1 h 1607"/>
                <a:gd name="T2" fmla="*/ 1 w 1606"/>
                <a:gd name="T3" fmla="*/ 0 h 1607"/>
                <a:gd name="T4" fmla="*/ 1 w 1606"/>
                <a:gd name="T5" fmla="*/ 0 h 1607"/>
                <a:gd name="T6" fmla="*/ 0 60000 65536"/>
                <a:gd name="T7" fmla="*/ 0 60000 65536"/>
                <a:gd name="T8" fmla="*/ 0 60000 65536"/>
                <a:gd name="T9" fmla="*/ 0 w 1606"/>
                <a:gd name="T10" fmla="*/ 0 h 1607"/>
                <a:gd name="T11" fmla="*/ 1606 w 1606"/>
                <a:gd name="T12" fmla="*/ 1607 h 16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06" h="1607">
                  <a:moveTo>
                    <a:pt x="0" y="1607"/>
                  </a:moveTo>
                  <a:lnTo>
                    <a:pt x="1605" y="0"/>
                  </a:lnTo>
                  <a:lnTo>
                    <a:pt x="160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10"/>
            <p:cNvSpPr/>
            <p:nvPr/>
          </p:nvSpPr>
          <p:spPr bwMode="auto">
            <a:xfrm>
              <a:off x="1007" y="1598"/>
              <a:ext cx="253" cy="252"/>
            </a:xfrm>
            <a:custGeom>
              <a:avLst/>
              <a:gdLst>
                <a:gd name="T0" fmla="*/ 0 w 1516"/>
                <a:gd name="T1" fmla="*/ 1 h 1516"/>
                <a:gd name="T2" fmla="*/ 1 w 1516"/>
                <a:gd name="T3" fmla="*/ 0 h 1516"/>
                <a:gd name="T4" fmla="*/ 1 w 1516"/>
                <a:gd name="T5" fmla="*/ 0 h 1516"/>
                <a:gd name="T6" fmla="*/ 0 60000 65536"/>
                <a:gd name="T7" fmla="*/ 0 60000 65536"/>
                <a:gd name="T8" fmla="*/ 0 60000 65536"/>
                <a:gd name="T9" fmla="*/ 0 w 1516"/>
                <a:gd name="T10" fmla="*/ 0 h 1516"/>
                <a:gd name="T11" fmla="*/ 1516 w 1516"/>
                <a:gd name="T12" fmla="*/ 1516 h 15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16" h="1516">
                  <a:moveTo>
                    <a:pt x="0" y="1516"/>
                  </a:moveTo>
                  <a:lnTo>
                    <a:pt x="1515" y="0"/>
                  </a:lnTo>
                  <a:lnTo>
                    <a:pt x="151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1089" y="1680"/>
              <a:ext cx="171" cy="170"/>
            </a:xfrm>
            <a:custGeom>
              <a:avLst/>
              <a:gdLst>
                <a:gd name="T0" fmla="*/ 0 w 1023"/>
                <a:gd name="T1" fmla="*/ 1 h 1023"/>
                <a:gd name="T2" fmla="*/ 1 w 1023"/>
                <a:gd name="T3" fmla="*/ 0 h 1023"/>
                <a:gd name="T4" fmla="*/ 1 w 1023"/>
                <a:gd name="T5" fmla="*/ 0 h 1023"/>
                <a:gd name="T6" fmla="*/ 0 60000 65536"/>
                <a:gd name="T7" fmla="*/ 0 60000 65536"/>
                <a:gd name="T8" fmla="*/ 0 60000 65536"/>
                <a:gd name="T9" fmla="*/ 0 w 1023"/>
                <a:gd name="T10" fmla="*/ 0 h 1023"/>
                <a:gd name="T11" fmla="*/ 1023 w 1023"/>
                <a:gd name="T12" fmla="*/ 1023 h 10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23" h="1023">
                  <a:moveTo>
                    <a:pt x="0" y="1023"/>
                  </a:moveTo>
                  <a:lnTo>
                    <a:pt x="1022" y="0"/>
                  </a:lnTo>
                  <a:lnTo>
                    <a:pt x="102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1171" y="1762"/>
              <a:ext cx="89" cy="88"/>
            </a:xfrm>
            <a:custGeom>
              <a:avLst/>
              <a:gdLst>
                <a:gd name="T0" fmla="*/ 0 w 531"/>
                <a:gd name="T1" fmla="*/ 0 h 531"/>
                <a:gd name="T2" fmla="*/ 1 w 531"/>
                <a:gd name="T3" fmla="*/ 0 h 531"/>
                <a:gd name="T4" fmla="*/ 1 w 531"/>
                <a:gd name="T5" fmla="*/ 0 h 531"/>
                <a:gd name="T6" fmla="*/ 0 60000 65536"/>
                <a:gd name="T7" fmla="*/ 0 60000 65536"/>
                <a:gd name="T8" fmla="*/ 0 60000 65536"/>
                <a:gd name="T9" fmla="*/ 0 w 531"/>
                <a:gd name="T10" fmla="*/ 0 h 531"/>
                <a:gd name="T11" fmla="*/ 531 w 531"/>
                <a:gd name="T12" fmla="*/ 531 h 5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1" h="531">
                  <a:moveTo>
                    <a:pt x="0" y="531"/>
                  </a:moveTo>
                  <a:lnTo>
                    <a:pt x="530" y="0"/>
                  </a:lnTo>
                  <a:lnTo>
                    <a:pt x="53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1253" y="1844"/>
              <a:ext cx="7" cy="6"/>
            </a:xfrm>
            <a:custGeom>
              <a:avLst/>
              <a:gdLst>
                <a:gd name="T0" fmla="*/ 0 w 39"/>
                <a:gd name="T1" fmla="*/ 0 h 38"/>
                <a:gd name="T2" fmla="*/ 0 w 39"/>
                <a:gd name="T3" fmla="*/ 0 h 38"/>
                <a:gd name="T4" fmla="*/ 0 w 39"/>
                <a:gd name="T5" fmla="*/ 0 h 38"/>
                <a:gd name="T6" fmla="*/ 0 60000 65536"/>
                <a:gd name="T7" fmla="*/ 0 60000 65536"/>
                <a:gd name="T8" fmla="*/ 0 60000 65536"/>
                <a:gd name="T9" fmla="*/ 0 w 39"/>
                <a:gd name="T10" fmla="*/ 0 h 38"/>
                <a:gd name="T11" fmla="*/ 39 w 39"/>
                <a:gd name="T12" fmla="*/ 38 h 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" h="38">
                  <a:moveTo>
                    <a:pt x="0" y="38"/>
                  </a:moveTo>
                  <a:lnTo>
                    <a:pt x="38" y="0"/>
                  </a:lnTo>
                  <a:lnTo>
                    <a:pt x="3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992" y="1349"/>
              <a:ext cx="267" cy="501"/>
            </a:xfrm>
            <a:custGeom>
              <a:avLst/>
              <a:gdLst>
                <a:gd name="T0" fmla="*/ 0 w 1605"/>
                <a:gd name="T1" fmla="*/ 2 h 3004"/>
                <a:gd name="T2" fmla="*/ 1 w 1605"/>
                <a:gd name="T3" fmla="*/ 2 h 3004"/>
                <a:gd name="T4" fmla="*/ 1 w 1605"/>
                <a:gd name="T5" fmla="*/ 0 h 3004"/>
                <a:gd name="T6" fmla="*/ 0 w 1605"/>
                <a:gd name="T7" fmla="*/ 0 h 3004"/>
                <a:gd name="T8" fmla="*/ 0 w 1605"/>
                <a:gd name="T9" fmla="*/ 2 h 3004"/>
                <a:gd name="T10" fmla="*/ 0 w 1605"/>
                <a:gd name="T11" fmla="*/ 2 h 30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05"/>
                <a:gd name="T19" fmla="*/ 0 h 3004"/>
                <a:gd name="T20" fmla="*/ 1605 w 1605"/>
                <a:gd name="T21" fmla="*/ 3004 h 300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05" h="3004">
                  <a:moveTo>
                    <a:pt x="0" y="3004"/>
                  </a:moveTo>
                  <a:lnTo>
                    <a:pt x="1605" y="3004"/>
                  </a:lnTo>
                  <a:lnTo>
                    <a:pt x="1605" y="0"/>
                  </a:lnTo>
                  <a:lnTo>
                    <a:pt x="0" y="0"/>
                  </a:lnTo>
                  <a:lnTo>
                    <a:pt x="0" y="3004"/>
                  </a:lnTo>
                  <a:lnTo>
                    <a:pt x="1" y="3004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Group 15"/>
          <p:cNvGrpSpPr/>
          <p:nvPr/>
        </p:nvGrpSpPr>
        <p:grpSpPr bwMode="auto">
          <a:xfrm>
            <a:off x="3810997" y="3368637"/>
            <a:ext cx="860425" cy="862012"/>
            <a:chOff x="1867" y="1329"/>
            <a:chExt cx="542" cy="543"/>
          </a:xfrm>
        </p:grpSpPr>
        <p:sp>
          <p:nvSpPr>
            <p:cNvPr id="17" name="Freeform 16"/>
            <p:cNvSpPr/>
            <p:nvPr/>
          </p:nvSpPr>
          <p:spPr bwMode="auto">
            <a:xfrm>
              <a:off x="1867" y="1329"/>
              <a:ext cx="542" cy="543"/>
            </a:xfrm>
            <a:custGeom>
              <a:avLst/>
              <a:gdLst>
                <a:gd name="T0" fmla="*/ 0 w 3258"/>
                <a:gd name="T1" fmla="*/ 2 h 3261"/>
                <a:gd name="T2" fmla="*/ 1 w 3258"/>
                <a:gd name="T3" fmla="*/ 2 h 3261"/>
                <a:gd name="T4" fmla="*/ 2 w 3258"/>
                <a:gd name="T5" fmla="*/ 1 h 3261"/>
                <a:gd name="T6" fmla="*/ 2 w 3258"/>
                <a:gd name="T7" fmla="*/ 0 h 3261"/>
                <a:gd name="T8" fmla="*/ 0 w 3258"/>
                <a:gd name="T9" fmla="*/ 2 h 3261"/>
                <a:gd name="T10" fmla="*/ 0 w 3258"/>
                <a:gd name="T11" fmla="*/ 2 h 32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258"/>
                <a:gd name="T19" fmla="*/ 0 h 3261"/>
                <a:gd name="T20" fmla="*/ 3258 w 3258"/>
                <a:gd name="T21" fmla="*/ 3261 h 326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258" h="3261">
                  <a:moveTo>
                    <a:pt x="0" y="2124"/>
                  </a:moveTo>
                  <a:lnTo>
                    <a:pt x="1135" y="3261"/>
                  </a:lnTo>
                  <a:lnTo>
                    <a:pt x="3258" y="1136"/>
                  </a:lnTo>
                  <a:lnTo>
                    <a:pt x="2122" y="0"/>
                  </a:lnTo>
                  <a:lnTo>
                    <a:pt x="0" y="2124"/>
                  </a:lnTo>
                  <a:lnTo>
                    <a:pt x="2" y="2124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17"/>
            <p:cNvSpPr/>
            <p:nvPr/>
          </p:nvSpPr>
          <p:spPr bwMode="auto">
            <a:xfrm>
              <a:off x="2204" y="1345"/>
              <a:ext cx="33" cy="1"/>
            </a:xfrm>
            <a:custGeom>
              <a:avLst/>
              <a:gdLst>
                <a:gd name="T0" fmla="*/ 0 w 197"/>
                <a:gd name="T1" fmla="*/ 0 h 1"/>
                <a:gd name="T2" fmla="*/ 0 w 197"/>
                <a:gd name="T3" fmla="*/ 0 h 1"/>
                <a:gd name="T4" fmla="*/ 0 w 197"/>
                <a:gd name="T5" fmla="*/ 0 h 1"/>
                <a:gd name="T6" fmla="*/ 0 60000 65536"/>
                <a:gd name="T7" fmla="*/ 0 60000 65536"/>
                <a:gd name="T8" fmla="*/ 0 60000 65536"/>
                <a:gd name="T9" fmla="*/ 0 w 197"/>
                <a:gd name="T10" fmla="*/ 0 h 1"/>
                <a:gd name="T11" fmla="*/ 197 w 19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7" h="1">
                  <a:moveTo>
                    <a:pt x="0" y="0"/>
                  </a:moveTo>
                  <a:lnTo>
                    <a:pt x="196" y="0"/>
                  </a:lnTo>
                  <a:lnTo>
                    <a:pt x="19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Freeform 18"/>
            <p:cNvSpPr/>
            <p:nvPr/>
          </p:nvSpPr>
          <p:spPr bwMode="auto">
            <a:xfrm>
              <a:off x="2146" y="1403"/>
              <a:ext cx="149" cy="1"/>
            </a:xfrm>
            <a:custGeom>
              <a:avLst/>
              <a:gdLst>
                <a:gd name="T0" fmla="*/ 0 w 893"/>
                <a:gd name="T1" fmla="*/ 0 h 1"/>
                <a:gd name="T2" fmla="*/ 1 w 893"/>
                <a:gd name="T3" fmla="*/ 0 h 1"/>
                <a:gd name="T4" fmla="*/ 1 w 893"/>
                <a:gd name="T5" fmla="*/ 0 h 1"/>
                <a:gd name="T6" fmla="*/ 0 60000 65536"/>
                <a:gd name="T7" fmla="*/ 0 60000 65536"/>
                <a:gd name="T8" fmla="*/ 0 60000 65536"/>
                <a:gd name="T9" fmla="*/ 0 w 893"/>
                <a:gd name="T10" fmla="*/ 0 h 1"/>
                <a:gd name="T11" fmla="*/ 893 w 89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3" h="1">
                  <a:moveTo>
                    <a:pt x="0" y="0"/>
                  </a:moveTo>
                  <a:lnTo>
                    <a:pt x="891" y="0"/>
                  </a:lnTo>
                  <a:lnTo>
                    <a:pt x="89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Freeform 19"/>
            <p:cNvSpPr/>
            <p:nvPr/>
          </p:nvSpPr>
          <p:spPr bwMode="auto">
            <a:xfrm>
              <a:off x="2088" y="1461"/>
              <a:ext cx="265" cy="1"/>
            </a:xfrm>
            <a:custGeom>
              <a:avLst/>
              <a:gdLst>
                <a:gd name="T0" fmla="*/ 0 w 1589"/>
                <a:gd name="T1" fmla="*/ 0 h 1"/>
                <a:gd name="T2" fmla="*/ 1 w 1589"/>
                <a:gd name="T3" fmla="*/ 0 h 1"/>
                <a:gd name="T4" fmla="*/ 1 w 1589"/>
                <a:gd name="T5" fmla="*/ 0 h 1"/>
                <a:gd name="T6" fmla="*/ 0 60000 65536"/>
                <a:gd name="T7" fmla="*/ 0 60000 65536"/>
                <a:gd name="T8" fmla="*/ 0 60000 65536"/>
                <a:gd name="T9" fmla="*/ 0 w 1589"/>
                <a:gd name="T10" fmla="*/ 0 h 1"/>
                <a:gd name="T11" fmla="*/ 1589 w 158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9" h="1">
                  <a:moveTo>
                    <a:pt x="0" y="0"/>
                  </a:moveTo>
                  <a:lnTo>
                    <a:pt x="1588" y="0"/>
                  </a:lnTo>
                  <a:lnTo>
                    <a:pt x="158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2030" y="1519"/>
              <a:ext cx="378" cy="1"/>
            </a:xfrm>
            <a:custGeom>
              <a:avLst/>
              <a:gdLst>
                <a:gd name="T0" fmla="*/ 0 w 2271"/>
                <a:gd name="T1" fmla="*/ 0 h 1"/>
                <a:gd name="T2" fmla="*/ 2 w 2271"/>
                <a:gd name="T3" fmla="*/ 0 h 1"/>
                <a:gd name="T4" fmla="*/ 2 w 2271"/>
                <a:gd name="T5" fmla="*/ 0 h 1"/>
                <a:gd name="T6" fmla="*/ 0 60000 65536"/>
                <a:gd name="T7" fmla="*/ 0 60000 65536"/>
                <a:gd name="T8" fmla="*/ 0 60000 65536"/>
                <a:gd name="T9" fmla="*/ 0 w 2271"/>
                <a:gd name="T10" fmla="*/ 0 h 1"/>
                <a:gd name="T11" fmla="*/ 2271 w 227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71" h="1">
                  <a:moveTo>
                    <a:pt x="0" y="0"/>
                  </a:moveTo>
                  <a:lnTo>
                    <a:pt x="2270" y="0"/>
                  </a:lnTo>
                  <a:lnTo>
                    <a:pt x="227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1972" y="1577"/>
              <a:ext cx="378" cy="1"/>
            </a:xfrm>
            <a:custGeom>
              <a:avLst/>
              <a:gdLst>
                <a:gd name="T0" fmla="*/ 0 w 2271"/>
                <a:gd name="T1" fmla="*/ 0 h 1"/>
                <a:gd name="T2" fmla="*/ 2 w 2271"/>
                <a:gd name="T3" fmla="*/ 0 h 1"/>
                <a:gd name="T4" fmla="*/ 2 w 2271"/>
                <a:gd name="T5" fmla="*/ 0 h 1"/>
                <a:gd name="T6" fmla="*/ 0 60000 65536"/>
                <a:gd name="T7" fmla="*/ 0 60000 65536"/>
                <a:gd name="T8" fmla="*/ 0 60000 65536"/>
                <a:gd name="T9" fmla="*/ 0 w 2271"/>
                <a:gd name="T10" fmla="*/ 0 h 1"/>
                <a:gd name="T11" fmla="*/ 2271 w 227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71" h="1">
                  <a:moveTo>
                    <a:pt x="0" y="0"/>
                  </a:moveTo>
                  <a:lnTo>
                    <a:pt x="2270" y="0"/>
                  </a:lnTo>
                  <a:lnTo>
                    <a:pt x="227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22"/>
            <p:cNvSpPr/>
            <p:nvPr/>
          </p:nvSpPr>
          <p:spPr bwMode="auto">
            <a:xfrm>
              <a:off x="1914" y="1635"/>
              <a:ext cx="378" cy="1"/>
            </a:xfrm>
            <a:custGeom>
              <a:avLst/>
              <a:gdLst>
                <a:gd name="T0" fmla="*/ 0 w 2271"/>
                <a:gd name="T1" fmla="*/ 0 h 1"/>
                <a:gd name="T2" fmla="*/ 2 w 2271"/>
                <a:gd name="T3" fmla="*/ 0 h 1"/>
                <a:gd name="T4" fmla="*/ 2 w 2271"/>
                <a:gd name="T5" fmla="*/ 0 h 1"/>
                <a:gd name="T6" fmla="*/ 0 60000 65536"/>
                <a:gd name="T7" fmla="*/ 0 60000 65536"/>
                <a:gd name="T8" fmla="*/ 0 60000 65536"/>
                <a:gd name="T9" fmla="*/ 0 w 2271"/>
                <a:gd name="T10" fmla="*/ 0 h 1"/>
                <a:gd name="T11" fmla="*/ 2271 w 227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71" h="1">
                  <a:moveTo>
                    <a:pt x="0" y="0"/>
                  </a:moveTo>
                  <a:lnTo>
                    <a:pt x="2270" y="0"/>
                  </a:lnTo>
                  <a:lnTo>
                    <a:pt x="227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23"/>
            <p:cNvSpPr/>
            <p:nvPr/>
          </p:nvSpPr>
          <p:spPr bwMode="auto">
            <a:xfrm>
              <a:off x="1877" y="1693"/>
              <a:ext cx="357" cy="1"/>
            </a:xfrm>
            <a:custGeom>
              <a:avLst/>
              <a:gdLst>
                <a:gd name="T0" fmla="*/ 0 w 2143"/>
                <a:gd name="T1" fmla="*/ 0 h 1"/>
                <a:gd name="T2" fmla="*/ 2 w 2143"/>
                <a:gd name="T3" fmla="*/ 0 h 1"/>
                <a:gd name="T4" fmla="*/ 2 w 2143"/>
                <a:gd name="T5" fmla="*/ 0 h 1"/>
                <a:gd name="T6" fmla="*/ 0 60000 65536"/>
                <a:gd name="T7" fmla="*/ 0 60000 65536"/>
                <a:gd name="T8" fmla="*/ 0 60000 65536"/>
                <a:gd name="T9" fmla="*/ 0 w 2143"/>
                <a:gd name="T10" fmla="*/ 0 h 1"/>
                <a:gd name="T11" fmla="*/ 2143 w 214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43" h="1">
                  <a:moveTo>
                    <a:pt x="0" y="0"/>
                  </a:moveTo>
                  <a:lnTo>
                    <a:pt x="2142" y="0"/>
                  </a:lnTo>
                  <a:lnTo>
                    <a:pt x="214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Freeform 24"/>
            <p:cNvSpPr/>
            <p:nvPr/>
          </p:nvSpPr>
          <p:spPr bwMode="auto">
            <a:xfrm>
              <a:off x="1935" y="1751"/>
              <a:ext cx="242" cy="1"/>
            </a:xfrm>
            <a:custGeom>
              <a:avLst/>
              <a:gdLst>
                <a:gd name="T0" fmla="*/ 0 w 1448"/>
                <a:gd name="T1" fmla="*/ 0 h 1"/>
                <a:gd name="T2" fmla="*/ 1 w 1448"/>
                <a:gd name="T3" fmla="*/ 0 h 1"/>
                <a:gd name="T4" fmla="*/ 1 w 1448"/>
                <a:gd name="T5" fmla="*/ 0 h 1"/>
                <a:gd name="T6" fmla="*/ 0 60000 65536"/>
                <a:gd name="T7" fmla="*/ 0 60000 65536"/>
                <a:gd name="T8" fmla="*/ 0 60000 65536"/>
                <a:gd name="T9" fmla="*/ 0 w 1448"/>
                <a:gd name="T10" fmla="*/ 0 h 1"/>
                <a:gd name="T11" fmla="*/ 1448 w 144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8" h="1">
                  <a:moveTo>
                    <a:pt x="0" y="0"/>
                  </a:moveTo>
                  <a:lnTo>
                    <a:pt x="1447" y="0"/>
                  </a:lnTo>
                  <a:lnTo>
                    <a:pt x="144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Freeform 25"/>
            <p:cNvSpPr/>
            <p:nvPr/>
          </p:nvSpPr>
          <p:spPr bwMode="auto">
            <a:xfrm>
              <a:off x="1993" y="1810"/>
              <a:ext cx="125" cy="1"/>
            </a:xfrm>
            <a:custGeom>
              <a:avLst/>
              <a:gdLst>
                <a:gd name="T0" fmla="*/ 0 w 752"/>
                <a:gd name="T1" fmla="*/ 0 h 1"/>
                <a:gd name="T2" fmla="*/ 0 w 752"/>
                <a:gd name="T3" fmla="*/ 0 h 1"/>
                <a:gd name="T4" fmla="*/ 0 w 752"/>
                <a:gd name="T5" fmla="*/ 0 h 1"/>
                <a:gd name="T6" fmla="*/ 0 60000 65536"/>
                <a:gd name="T7" fmla="*/ 0 60000 65536"/>
                <a:gd name="T8" fmla="*/ 0 60000 65536"/>
                <a:gd name="T9" fmla="*/ 0 w 752"/>
                <a:gd name="T10" fmla="*/ 0 h 1"/>
                <a:gd name="T11" fmla="*/ 752 w 75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52" h="1">
                  <a:moveTo>
                    <a:pt x="0" y="0"/>
                  </a:moveTo>
                  <a:lnTo>
                    <a:pt x="751" y="0"/>
                  </a:lnTo>
                  <a:lnTo>
                    <a:pt x="75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Freeform 26"/>
            <p:cNvSpPr/>
            <p:nvPr/>
          </p:nvSpPr>
          <p:spPr bwMode="auto">
            <a:xfrm>
              <a:off x="2051" y="1868"/>
              <a:ext cx="9" cy="1"/>
            </a:xfrm>
            <a:custGeom>
              <a:avLst/>
              <a:gdLst>
                <a:gd name="T0" fmla="*/ 0 w 55"/>
                <a:gd name="T1" fmla="*/ 0 h 1"/>
                <a:gd name="T2" fmla="*/ 0 w 55"/>
                <a:gd name="T3" fmla="*/ 0 h 1"/>
                <a:gd name="T4" fmla="*/ 0 w 55"/>
                <a:gd name="T5" fmla="*/ 0 h 1"/>
                <a:gd name="T6" fmla="*/ 0 60000 65536"/>
                <a:gd name="T7" fmla="*/ 0 60000 65536"/>
                <a:gd name="T8" fmla="*/ 0 60000 65536"/>
                <a:gd name="T9" fmla="*/ 0 w 55"/>
                <a:gd name="T10" fmla="*/ 0 h 1"/>
                <a:gd name="T11" fmla="*/ 55 w 5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" h="1">
                  <a:moveTo>
                    <a:pt x="0" y="0"/>
                  </a:moveTo>
                  <a:lnTo>
                    <a:pt x="53" y="0"/>
                  </a:lnTo>
                  <a:lnTo>
                    <a:pt x="5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Group 27"/>
          <p:cNvGrpSpPr/>
          <p:nvPr/>
        </p:nvGrpSpPr>
        <p:grpSpPr bwMode="auto">
          <a:xfrm>
            <a:off x="2656355" y="3445631"/>
            <a:ext cx="696913" cy="708025"/>
            <a:chOff x="1388" y="1403"/>
            <a:chExt cx="439" cy="446"/>
          </a:xfrm>
        </p:grpSpPr>
        <p:sp>
          <p:nvSpPr>
            <p:cNvPr id="29" name="Freeform 28"/>
            <p:cNvSpPr/>
            <p:nvPr/>
          </p:nvSpPr>
          <p:spPr bwMode="auto">
            <a:xfrm>
              <a:off x="1389" y="1629"/>
              <a:ext cx="218" cy="219"/>
            </a:xfrm>
            <a:custGeom>
              <a:avLst/>
              <a:gdLst>
                <a:gd name="T0" fmla="*/ 0 w 1312"/>
                <a:gd name="T1" fmla="*/ 0 h 1312"/>
                <a:gd name="T2" fmla="*/ 0 w 1312"/>
                <a:gd name="T3" fmla="*/ 0 h 1312"/>
                <a:gd name="T4" fmla="*/ 0 w 1312"/>
                <a:gd name="T5" fmla="*/ 1 h 1312"/>
                <a:gd name="T6" fmla="*/ 0 w 1312"/>
                <a:gd name="T7" fmla="*/ 1 h 1312"/>
                <a:gd name="T8" fmla="*/ 0 w 1312"/>
                <a:gd name="T9" fmla="*/ 1 h 1312"/>
                <a:gd name="T10" fmla="*/ 1 w 1312"/>
                <a:gd name="T11" fmla="*/ 1 h 1312"/>
                <a:gd name="T12" fmla="*/ 1 w 1312"/>
                <a:gd name="T13" fmla="*/ 1 h 1312"/>
                <a:gd name="T14" fmla="*/ 1 w 1312"/>
                <a:gd name="T15" fmla="*/ 1 h 13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12"/>
                <a:gd name="T25" fmla="*/ 0 h 1312"/>
                <a:gd name="T26" fmla="*/ 1312 w 1312"/>
                <a:gd name="T27" fmla="*/ 1312 h 131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12" h="1312">
                  <a:moveTo>
                    <a:pt x="203" y="0"/>
                  </a:moveTo>
                  <a:lnTo>
                    <a:pt x="0" y="351"/>
                  </a:lnTo>
                  <a:lnTo>
                    <a:pt x="0" y="756"/>
                  </a:lnTo>
                  <a:lnTo>
                    <a:pt x="203" y="1108"/>
                  </a:lnTo>
                  <a:lnTo>
                    <a:pt x="554" y="1312"/>
                  </a:lnTo>
                  <a:lnTo>
                    <a:pt x="960" y="1312"/>
                  </a:lnTo>
                  <a:lnTo>
                    <a:pt x="1311" y="1108"/>
                  </a:lnTo>
                  <a:lnTo>
                    <a:pt x="1312" y="1108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Freeform 29"/>
            <p:cNvSpPr/>
            <p:nvPr/>
          </p:nvSpPr>
          <p:spPr bwMode="auto">
            <a:xfrm>
              <a:off x="1394" y="1601"/>
              <a:ext cx="243" cy="242"/>
            </a:xfrm>
            <a:custGeom>
              <a:avLst/>
              <a:gdLst>
                <a:gd name="T0" fmla="*/ 0 w 1456"/>
                <a:gd name="T1" fmla="*/ 0 h 1456"/>
                <a:gd name="T2" fmla="*/ 1 w 1456"/>
                <a:gd name="T3" fmla="*/ 1 h 1456"/>
                <a:gd name="T4" fmla="*/ 1 w 1456"/>
                <a:gd name="T5" fmla="*/ 1 h 1456"/>
                <a:gd name="T6" fmla="*/ 0 60000 65536"/>
                <a:gd name="T7" fmla="*/ 0 60000 65536"/>
                <a:gd name="T8" fmla="*/ 0 60000 65536"/>
                <a:gd name="T9" fmla="*/ 0 w 1456"/>
                <a:gd name="T10" fmla="*/ 0 h 1456"/>
                <a:gd name="T11" fmla="*/ 1456 w 1456"/>
                <a:gd name="T12" fmla="*/ 1456 h 14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56" h="1456">
                  <a:moveTo>
                    <a:pt x="0" y="0"/>
                  </a:moveTo>
                  <a:lnTo>
                    <a:pt x="1455" y="1456"/>
                  </a:lnTo>
                  <a:lnTo>
                    <a:pt x="1456" y="145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Freeform 30"/>
            <p:cNvSpPr/>
            <p:nvPr/>
          </p:nvSpPr>
          <p:spPr bwMode="auto">
            <a:xfrm>
              <a:off x="1388" y="1684"/>
              <a:ext cx="164" cy="164"/>
            </a:xfrm>
            <a:custGeom>
              <a:avLst/>
              <a:gdLst>
                <a:gd name="T0" fmla="*/ 0 w 988"/>
                <a:gd name="T1" fmla="*/ 1 h 986"/>
                <a:gd name="T2" fmla="*/ 1 w 988"/>
                <a:gd name="T3" fmla="*/ 0 h 986"/>
                <a:gd name="T4" fmla="*/ 1 w 988"/>
                <a:gd name="T5" fmla="*/ 0 h 986"/>
                <a:gd name="T6" fmla="*/ 0 60000 65536"/>
                <a:gd name="T7" fmla="*/ 0 60000 65536"/>
                <a:gd name="T8" fmla="*/ 0 60000 65536"/>
                <a:gd name="T9" fmla="*/ 0 w 988"/>
                <a:gd name="T10" fmla="*/ 0 h 986"/>
                <a:gd name="T11" fmla="*/ 988 w 988"/>
                <a:gd name="T12" fmla="*/ 986 h 9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88" h="986">
                  <a:moveTo>
                    <a:pt x="0" y="986"/>
                  </a:moveTo>
                  <a:lnTo>
                    <a:pt x="986" y="0"/>
                  </a:lnTo>
                  <a:lnTo>
                    <a:pt x="98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Freeform 31"/>
            <p:cNvSpPr/>
            <p:nvPr/>
          </p:nvSpPr>
          <p:spPr bwMode="auto">
            <a:xfrm>
              <a:off x="1607" y="1410"/>
              <a:ext cx="218" cy="219"/>
            </a:xfrm>
            <a:custGeom>
              <a:avLst/>
              <a:gdLst>
                <a:gd name="T0" fmla="*/ 1 w 1310"/>
                <a:gd name="T1" fmla="*/ 1 h 1311"/>
                <a:gd name="T2" fmla="*/ 1 w 1310"/>
                <a:gd name="T3" fmla="*/ 1 h 1311"/>
                <a:gd name="T4" fmla="*/ 1 w 1310"/>
                <a:gd name="T5" fmla="*/ 1 h 1311"/>
                <a:gd name="T6" fmla="*/ 1 w 1310"/>
                <a:gd name="T7" fmla="*/ 0 h 1311"/>
                <a:gd name="T8" fmla="*/ 0 w 1310"/>
                <a:gd name="T9" fmla="*/ 0 h 1311"/>
                <a:gd name="T10" fmla="*/ 0 w 1310"/>
                <a:gd name="T11" fmla="*/ 0 h 1311"/>
                <a:gd name="T12" fmla="*/ 0 w 1310"/>
                <a:gd name="T13" fmla="*/ 0 h 1311"/>
                <a:gd name="T14" fmla="*/ 0 w 1310"/>
                <a:gd name="T15" fmla="*/ 0 h 13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10"/>
                <a:gd name="T25" fmla="*/ 0 h 1311"/>
                <a:gd name="T26" fmla="*/ 1310 w 1310"/>
                <a:gd name="T27" fmla="*/ 1311 h 13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10" h="1311">
                  <a:moveTo>
                    <a:pt x="1107" y="1311"/>
                  </a:moveTo>
                  <a:lnTo>
                    <a:pt x="1310" y="959"/>
                  </a:lnTo>
                  <a:lnTo>
                    <a:pt x="1310" y="554"/>
                  </a:lnTo>
                  <a:lnTo>
                    <a:pt x="1107" y="202"/>
                  </a:lnTo>
                  <a:lnTo>
                    <a:pt x="756" y="0"/>
                  </a:lnTo>
                  <a:lnTo>
                    <a:pt x="350" y="0"/>
                  </a:lnTo>
                  <a:lnTo>
                    <a:pt x="0" y="202"/>
                  </a:lnTo>
                  <a:lnTo>
                    <a:pt x="1" y="20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Freeform 32"/>
            <p:cNvSpPr/>
            <p:nvPr/>
          </p:nvSpPr>
          <p:spPr bwMode="auto">
            <a:xfrm>
              <a:off x="1425" y="1625"/>
              <a:ext cx="1" cy="192"/>
            </a:xfrm>
            <a:custGeom>
              <a:avLst/>
              <a:gdLst>
                <a:gd name="T0" fmla="*/ 0 w 1"/>
                <a:gd name="T1" fmla="*/ 1 h 1148"/>
                <a:gd name="T2" fmla="*/ 0 w 1"/>
                <a:gd name="T3" fmla="*/ 0 h 1148"/>
                <a:gd name="T4" fmla="*/ 1 w 1"/>
                <a:gd name="T5" fmla="*/ 0 h 1148"/>
                <a:gd name="T6" fmla="*/ 0 60000 65536"/>
                <a:gd name="T7" fmla="*/ 0 60000 65536"/>
                <a:gd name="T8" fmla="*/ 0 60000 65536"/>
                <a:gd name="T9" fmla="*/ 0 w 1"/>
                <a:gd name="T10" fmla="*/ 0 h 1148"/>
                <a:gd name="T11" fmla="*/ 1 w 1"/>
                <a:gd name="T12" fmla="*/ 1148 h 11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148">
                  <a:moveTo>
                    <a:pt x="0" y="114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Freeform 33"/>
            <p:cNvSpPr/>
            <p:nvPr/>
          </p:nvSpPr>
          <p:spPr bwMode="auto">
            <a:xfrm>
              <a:off x="1483" y="1567"/>
              <a:ext cx="1" cy="281"/>
            </a:xfrm>
            <a:custGeom>
              <a:avLst/>
              <a:gdLst>
                <a:gd name="T0" fmla="*/ 0 w 1"/>
                <a:gd name="T1" fmla="*/ 1 h 1686"/>
                <a:gd name="T2" fmla="*/ 0 w 1"/>
                <a:gd name="T3" fmla="*/ 0 h 1686"/>
                <a:gd name="T4" fmla="*/ 1 w 1"/>
                <a:gd name="T5" fmla="*/ 0 h 1686"/>
                <a:gd name="T6" fmla="*/ 0 60000 65536"/>
                <a:gd name="T7" fmla="*/ 0 60000 65536"/>
                <a:gd name="T8" fmla="*/ 0 60000 65536"/>
                <a:gd name="T9" fmla="*/ 0 w 1"/>
                <a:gd name="T10" fmla="*/ 0 h 1686"/>
                <a:gd name="T11" fmla="*/ 1 w 1"/>
                <a:gd name="T12" fmla="*/ 1686 h 16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686">
                  <a:moveTo>
                    <a:pt x="0" y="168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Freeform 34"/>
            <p:cNvSpPr/>
            <p:nvPr/>
          </p:nvSpPr>
          <p:spPr bwMode="auto">
            <a:xfrm>
              <a:off x="1541" y="1509"/>
              <a:ext cx="1" cy="340"/>
            </a:xfrm>
            <a:custGeom>
              <a:avLst/>
              <a:gdLst>
                <a:gd name="T0" fmla="*/ 0 w 1"/>
                <a:gd name="T1" fmla="*/ 2 h 2039"/>
                <a:gd name="T2" fmla="*/ 0 w 1"/>
                <a:gd name="T3" fmla="*/ 0 h 2039"/>
                <a:gd name="T4" fmla="*/ 1 w 1"/>
                <a:gd name="T5" fmla="*/ 0 h 2039"/>
                <a:gd name="T6" fmla="*/ 0 60000 65536"/>
                <a:gd name="T7" fmla="*/ 0 60000 65536"/>
                <a:gd name="T8" fmla="*/ 0 60000 65536"/>
                <a:gd name="T9" fmla="*/ 0 w 1"/>
                <a:gd name="T10" fmla="*/ 0 h 2039"/>
                <a:gd name="T11" fmla="*/ 1 w 1"/>
                <a:gd name="T12" fmla="*/ 2039 h 20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039">
                  <a:moveTo>
                    <a:pt x="0" y="203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35"/>
            <p:cNvSpPr/>
            <p:nvPr/>
          </p:nvSpPr>
          <p:spPr bwMode="auto">
            <a:xfrm>
              <a:off x="1599" y="1451"/>
              <a:ext cx="1" cy="369"/>
            </a:xfrm>
            <a:custGeom>
              <a:avLst/>
              <a:gdLst>
                <a:gd name="T0" fmla="*/ 0 w 1"/>
                <a:gd name="T1" fmla="*/ 2 h 2213"/>
                <a:gd name="T2" fmla="*/ 0 w 1"/>
                <a:gd name="T3" fmla="*/ 0 h 2213"/>
                <a:gd name="T4" fmla="*/ 1 w 1"/>
                <a:gd name="T5" fmla="*/ 0 h 2213"/>
                <a:gd name="T6" fmla="*/ 0 60000 65536"/>
                <a:gd name="T7" fmla="*/ 0 60000 65536"/>
                <a:gd name="T8" fmla="*/ 0 60000 65536"/>
                <a:gd name="T9" fmla="*/ 0 w 1"/>
                <a:gd name="T10" fmla="*/ 0 h 2213"/>
                <a:gd name="T11" fmla="*/ 1 w 1"/>
                <a:gd name="T12" fmla="*/ 2213 h 22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213">
                  <a:moveTo>
                    <a:pt x="0" y="221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Freeform 36"/>
            <p:cNvSpPr/>
            <p:nvPr/>
          </p:nvSpPr>
          <p:spPr bwMode="auto">
            <a:xfrm>
              <a:off x="1657" y="1412"/>
              <a:ext cx="1" cy="351"/>
            </a:xfrm>
            <a:custGeom>
              <a:avLst/>
              <a:gdLst>
                <a:gd name="T0" fmla="*/ 0 w 2"/>
                <a:gd name="T1" fmla="*/ 2 h 2101"/>
                <a:gd name="T2" fmla="*/ 0 w 2"/>
                <a:gd name="T3" fmla="*/ 0 h 2101"/>
                <a:gd name="T4" fmla="*/ 1 w 2"/>
                <a:gd name="T5" fmla="*/ 0 h 2101"/>
                <a:gd name="T6" fmla="*/ 0 60000 65536"/>
                <a:gd name="T7" fmla="*/ 0 60000 65536"/>
                <a:gd name="T8" fmla="*/ 0 60000 65536"/>
                <a:gd name="T9" fmla="*/ 0 w 2"/>
                <a:gd name="T10" fmla="*/ 0 h 2101"/>
                <a:gd name="T11" fmla="*/ 2 w 2"/>
                <a:gd name="T12" fmla="*/ 2101 h 21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2101">
                  <a:moveTo>
                    <a:pt x="0" y="2101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Freeform 37"/>
            <p:cNvSpPr/>
            <p:nvPr/>
          </p:nvSpPr>
          <p:spPr bwMode="auto">
            <a:xfrm>
              <a:off x="1715" y="1407"/>
              <a:ext cx="1" cy="297"/>
            </a:xfrm>
            <a:custGeom>
              <a:avLst/>
              <a:gdLst>
                <a:gd name="T0" fmla="*/ 0 w 1"/>
                <a:gd name="T1" fmla="*/ 1 h 1786"/>
                <a:gd name="T2" fmla="*/ 0 w 1"/>
                <a:gd name="T3" fmla="*/ 0 h 1786"/>
                <a:gd name="T4" fmla="*/ 1 w 1"/>
                <a:gd name="T5" fmla="*/ 0 h 1786"/>
                <a:gd name="T6" fmla="*/ 0 60000 65536"/>
                <a:gd name="T7" fmla="*/ 0 60000 65536"/>
                <a:gd name="T8" fmla="*/ 0 60000 65536"/>
                <a:gd name="T9" fmla="*/ 0 w 1"/>
                <a:gd name="T10" fmla="*/ 0 h 1786"/>
                <a:gd name="T11" fmla="*/ 1 w 1"/>
                <a:gd name="T12" fmla="*/ 1786 h 17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786">
                  <a:moveTo>
                    <a:pt x="0" y="178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Freeform 38"/>
            <p:cNvSpPr/>
            <p:nvPr/>
          </p:nvSpPr>
          <p:spPr bwMode="auto">
            <a:xfrm>
              <a:off x="1773" y="1429"/>
              <a:ext cx="1" cy="217"/>
            </a:xfrm>
            <a:custGeom>
              <a:avLst/>
              <a:gdLst>
                <a:gd name="T0" fmla="*/ 0 w 1"/>
                <a:gd name="T1" fmla="*/ 1 h 1303"/>
                <a:gd name="T2" fmla="*/ 0 w 1"/>
                <a:gd name="T3" fmla="*/ 0 h 1303"/>
                <a:gd name="T4" fmla="*/ 1 w 1"/>
                <a:gd name="T5" fmla="*/ 0 h 1303"/>
                <a:gd name="T6" fmla="*/ 0 60000 65536"/>
                <a:gd name="T7" fmla="*/ 0 60000 65536"/>
                <a:gd name="T8" fmla="*/ 0 60000 65536"/>
                <a:gd name="T9" fmla="*/ 0 w 1"/>
                <a:gd name="T10" fmla="*/ 0 h 1303"/>
                <a:gd name="T11" fmla="*/ 1 w 1"/>
                <a:gd name="T12" fmla="*/ 1303 h 1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303">
                  <a:moveTo>
                    <a:pt x="0" y="130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Freeform 39"/>
            <p:cNvSpPr/>
            <p:nvPr/>
          </p:nvSpPr>
          <p:spPr bwMode="auto">
            <a:xfrm>
              <a:off x="1607" y="1629"/>
              <a:ext cx="185" cy="185"/>
            </a:xfrm>
            <a:custGeom>
              <a:avLst/>
              <a:gdLst>
                <a:gd name="T0" fmla="*/ 0 w 1108"/>
                <a:gd name="T1" fmla="*/ 1 h 1108"/>
                <a:gd name="T2" fmla="*/ 1 w 1108"/>
                <a:gd name="T3" fmla="*/ 0 h 1108"/>
                <a:gd name="T4" fmla="*/ 1 w 1108"/>
                <a:gd name="T5" fmla="*/ 0 h 1108"/>
                <a:gd name="T6" fmla="*/ 0 60000 65536"/>
                <a:gd name="T7" fmla="*/ 0 60000 65536"/>
                <a:gd name="T8" fmla="*/ 0 60000 65536"/>
                <a:gd name="T9" fmla="*/ 0 w 1108"/>
                <a:gd name="T10" fmla="*/ 0 h 1108"/>
                <a:gd name="T11" fmla="*/ 1108 w 1108"/>
                <a:gd name="T12" fmla="*/ 1108 h 11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8" h="1108">
                  <a:moveTo>
                    <a:pt x="0" y="1108"/>
                  </a:moveTo>
                  <a:lnTo>
                    <a:pt x="1107" y="0"/>
                  </a:lnTo>
                  <a:lnTo>
                    <a:pt x="1108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Freeform 40"/>
            <p:cNvSpPr/>
            <p:nvPr/>
          </p:nvSpPr>
          <p:spPr bwMode="auto">
            <a:xfrm>
              <a:off x="1590" y="1409"/>
              <a:ext cx="237" cy="237"/>
            </a:xfrm>
            <a:custGeom>
              <a:avLst/>
              <a:gdLst>
                <a:gd name="T0" fmla="*/ 0 w 1425"/>
                <a:gd name="T1" fmla="*/ 1 h 1425"/>
                <a:gd name="T2" fmla="*/ 1 w 1425"/>
                <a:gd name="T3" fmla="*/ 0 h 1425"/>
                <a:gd name="T4" fmla="*/ 1 w 1425"/>
                <a:gd name="T5" fmla="*/ 0 h 1425"/>
                <a:gd name="T6" fmla="*/ 0 60000 65536"/>
                <a:gd name="T7" fmla="*/ 0 60000 65536"/>
                <a:gd name="T8" fmla="*/ 0 60000 65536"/>
                <a:gd name="T9" fmla="*/ 0 w 1425"/>
                <a:gd name="T10" fmla="*/ 0 h 1425"/>
                <a:gd name="T11" fmla="*/ 1425 w 1425"/>
                <a:gd name="T12" fmla="*/ 1425 h 14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25" h="1425">
                  <a:moveTo>
                    <a:pt x="0" y="1425"/>
                  </a:moveTo>
                  <a:lnTo>
                    <a:pt x="1424" y="0"/>
                  </a:lnTo>
                  <a:lnTo>
                    <a:pt x="142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Freeform 41"/>
            <p:cNvSpPr/>
            <p:nvPr/>
          </p:nvSpPr>
          <p:spPr bwMode="auto">
            <a:xfrm>
              <a:off x="1581" y="1403"/>
              <a:ext cx="241" cy="240"/>
            </a:xfrm>
            <a:custGeom>
              <a:avLst/>
              <a:gdLst>
                <a:gd name="T0" fmla="*/ 0 w 1441"/>
                <a:gd name="T1" fmla="*/ 0 h 1440"/>
                <a:gd name="T2" fmla="*/ 1 w 1441"/>
                <a:gd name="T3" fmla="*/ 1 h 1440"/>
                <a:gd name="T4" fmla="*/ 1 w 1441"/>
                <a:gd name="T5" fmla="*/ 1 h 1440"/>
                <a:gd name="T6" fmla="*/ 0 60000 65536"/>
                <a:gd name="T7" fmla="*/ 0 60000 65536"/>
                <a:gd name="T8" fmla="*/ 0 60000 65536"/>
                <a:gd name="T9" fmla="*/ 0 w 1441"/>
                <a:gd name="T10" fmla="*/ 0 h 1440"/>
                <a:gd name="T11" fmla="*/ 1441 w 1441"/>
                <a:gd name="T12" fmla="*/ 1440 h 14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1" h="1440">
                  <a:moveTo>
                    <a:pt x="0" y="0"/>
                  </a:moveTo>
                  <a:lnTo>
                    <a:pt x="1440" y="1440"/>
                  </a:lnTo>
                  <a:lnTo>
                    <a:pt x="1441" y="144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Freeform 42"/>
            <p:cNvSpPr/>
            <p:nvPr/>
          </p:nvSpPr>
          <p:spPr bwMode="auto">
            <a:xfrm>
              <a:off x="1422" y="1444"/>
              <a:ext cx="185" cy="185"/>
            </a:xfrm>
            <a:custGeom>
              <a:avLst/>
              <a:gdLst>
                <a:gd name="T0" fmla="*/ 0 w 1109"/>
                <a:gd name="T1" fmla="*/ 1 h 1109"/>
                <a:gd name="T2" fmla="*/ 1 w 1109"/>
                <a:gd name="T3" fmla="*/ 0 h 1109"/>
                <a:gd name="T4" fmla="*/ 1 w 1109"/>
                <a:gd name="T5" fmla="*/ 0 h 1109"/>
                <a:gd name="T6" fmla="*/ 0 60000 65536"/>
                <a:gd name="T7" fmla="*/ 0 60000 65536"/>
                <a:gd name="T8" fmla="*/ 0 60000 65536"/>
                <a:gd name="T9" fmla="*/ 0 w 1109"/>
                <a:gd name="T10" fmla="*/ 0 h 1109"/>
                <a:gd name="T11" fmla="*/ 1109 w 1109"/>
                <a:gd name="T12" fmla="*/ 1109 h 11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9" h="1109">
                  <a:moveTo>
                    <a:pt x="0" y="1109"/>
                  </a:moveTo>
                  <a:lnTo>
                    <a:pt x="1108" y="0"/>
                  </a:lnTo>
                  <a:lnTo>
                    <a:pt x="1109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Freeform 43"/>
            <p:cNvSpPr/>
            <p:nvPr/>
          </p:nvSpPr>
          <p:spPr bwMode="auto">
            <a:xfrm>
              <a:off x="1567" y="1660"/>
              <a:ext cx="9" cy="9"/>
            </a:xfrm>
            <a:custGeom>
              <a:avLst/>
              <a:gdLst>
                <a:gd name="T0" fmla="*/ 0 w 55"/>
                <a:gd name="T1" fmla="*/ 0 h 55"/>
                <a:gd name="T2" fmla="*/ 0 w 55"/>
                <a:gd name="T3" fmla="*/ 0 h 55"/>
                <a:gd name="T4" fmla="*/ 0 w 55"/>
                <a:gd name="T5" fmla="*/ 0 h 55"/>
                <a:gd name="T6" fmla="*/ 0 60000 65536"/>
                <a:gd name="T7" fmla="*/ 0 60000 65536"/>
                <a:gd name="T8" fmla="*/ 0 60000 65536"/>
                <a:gd name="T9" fmla="*/ 0 w 55"/>
                <a:gd name="T10" fmla="*/ 0 h 55"/>
                <a:gd name="T11" fmla="*/ 55 w 55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" h="55">
                  <a:moveTo>
                    <a:pt x="0" y="55"/>
                  </a:moveTo>
                  <a:lnTo>
                    <a:pt x="54" y="0"/>
                  </a:lnTo>
                  <a:lnTo>
                    <a:pt x="5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6" name="Group 44"/>
          <p:cNvGrpSpPr/>
          <p:nvPr/>
        </p:nvGrpSpPr>
        <p:grpSpPr bwMode="auto">
          <a:xfrm>
            <a:off x="5129151" y="3319425"/>
            <a:ext cx="1233487" cy="960437"/>
            <a:chOff x="2450" y="1268"/>
            <a:chExt cx="777" cy="605"/>
          </a:xfrm>
        </p:grpSpPr>
        <p:sp>
          <p:nvSpPr>
            <p:cNvPr id="47" name="Freeform 45"/>
            <p:cNvSpPr/>
            <p:nvPr/>
          </p:nvSpPr>
          <p:spPr bwMode="auto">
            <a:xfrm>
              <a:off x="2465" y="1340"/>
              <a:ext cx="77" cy="77"/>
            </a:xfrm>
            <a:custGeom>
              <a:avLst/>
              <a:gdLst>
                <a:gd name="T0" fmla="*/ 0 w 463"/>
                <a:gd name="T1" fmla="*/ 0 h 463"/>
                <a:gd name="T2" fmla="*/ 0 w 463"/>
                <a:gd name="T3" fmla="*/ 0 h 463"/>
                <a:gd name="T4" fmla="*/ 0 w 463"/>
                <a:gd name="T5" fmla="*/ 0 h 463"/>
                <a:gd name="T6" fmla="*/ 0 60000 65536"/>
                <a:gd name="T7" fmla="*/ 0 60000 65536"/>
                <a:gd name="T8" fmla="*/ 0 60000 65536"/>
                <a:gd name="T9" fmla="*/ 0 w 463"/>
                <a:gd name="T10" fmla="*/ 0 h 463"/>
                <a:gd name="T11" fmla="*/ 463 w 463"/>
                <a:gd name="T12" fmla="*/ 463 h 4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3" h="463">
                  <a:moveTo>
                    <a:pt x="0" y="463"/>
                  </a:moveTo>
                  <a:lnTo>
                    <a:pt x="462" y="0"/>
                  </a:lnTo>
                  <a:lnTo>
                    <a:pt x="46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Freeform 46"/>
            <p:cNvSpPr/>
            <p:nvPr/>
          </p:nvSpPr>
          <p:spPr bwMode="auto">
            <a:xfrm>
              <a:off x="2485" y="1358"/>
              <a:ext cx="114" cy="113"/>
            </a:xfrm>
            <a:custGeom>
              <a:avLst/>
              <a:gdLst>
                <a:gd name="T0" fmla="*/ 0 w 682"/>
                <a:gd name="T1" fmla="*/ 0 h 682"/>
                <a:gd name="T2" fmla="*/ 1 w 682"/>
                <a:gd name="T3" fmla="*/ 0 h 682"/>
                <a:gd name="T4" fmla="*/ 1 w 682"/>
                <a:gd name="T5" fmla="*/ 0 h 682"/>
                <a:gd name="T6" fmla="*/ 0 60000 65536"/>
                <a:gd name="T7" fmla="*/ 0 60000 65536"/>
                <a:gd name="T8" fmla="*/ 0 60000 65536"/>
                <a:gd name="T9" fmla="*/ 0 w 682"/>
                <a:gd name="T10" fmla="*/ 0 h 682"/>
                <a:gd name="T11" fmla="*/ 682 w 682"/>
                <a:gd name="T12" fmla="*/ 682 h 6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2" h="682">
                  <a:moveTo>
                    <a:pt x="0" y="682"/>
                  </a:moveTo>
                  <a:lnTo>
                    <a:pt x="681" y="0"/>
                  </a:lnTo>
                  <a:lnTo>
                    <a:pt x="68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Freeform 47"/>
            <p:cNvSpPr/>
            <p:nvPr/>
          </p:nvSpPr>
          <p:spPr bwMode="auto">
            <a:xfrm>
              <a:off x="2505" y="1412"/>
              <a:ext cx="113" cy="114"/>
            </a:xfrm>
            <a:custGeom>
              <a:avLst/>
              <a:gdLst>
                <a:gd name="T0" fmla="*/ 0 w 684"/>
                <a:gd name="T1" fmla="*/ 1 h 682"/>
                <a:gd name="T2" fmla="*/ 0 w 684"/>
                <a:gd name="T3" fmla="*/ 0 h 682"/>
                <a:gd name="T4" fmla="*/ 0 w 684"/>
                <a:gd name="T5" fmla="*/ 0 h 682"/>
                <a:gd name="T6" fmla="*/ 0 60000 65536"/>
                <a:gd name="T7" fmla="*/ 0 60000 65536"/>
                <a:gd name="T8" fmla="*/ 0 60000 65536"/>
                <a:gd name="T9" fmla="*/ 0 w 684"/>
                <a:gd name="T10" fmla="*/ 0 h 682"/>
                <a:gd name="T11" fmla="*/ 684 w 684"/>
                <a:gd name="T12" fmla="*/ 682 h 6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4" h="682">
                  <a:moveTo>
                    <a:pt x="0" y="682"/>
                  </a:moveTo>
                  <a:lnTo>
                    <a:pt x="683" y="0"/>
                  </a:lnTo>
                  <a:lnTo>
                    <a:pt x="68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Freeform 48"/>
            <p:cNvSpPr/>
            <p:nvPr/>
          </p:nvSpPr>
          <p:spPr bwMode="auto">
            <a:xfrm>
              <a:off x="2524" y="1466"/>
              <a:ext cx="114" cy="114"/>
            </a:xfrm>
            <a:custGeom>
              <a:avLst/>
              <a:gdLst>
                <a:gd name="T0" fmla="*/ 0 w 682"/>
                <a:gd name="T1" fmla="*/ 1 h 681"/>
                <a:gd name="T2" fmla="*/ 1 w 682"/>
                <a:gd name="T3" fmla="*/ 0 h 681"/>
                <a:gd name="T4" fmla="*/ 1 w 682"/>
                <a:gd name="T5" fmla="*/ 0 h 681"/>
                <a:gd name="T6" fmla="*/ 0 60000 65536"/>
                <a:gd name="T7" fmla="*/ 0 60000 65536"/>
                <a:gd name="T8" fmla="*/ 0 60000 65536"/>
                <a:gd name="T9" fmla="*/ 0 w 682"/>
                <a:gd name="T10" fmla="*/ 0 h 681"/>
                <a:gd name="T11" fmla="*/ 682 w 682"/>
                <a:gd name="T12" fmla="*/ 681 h 6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2" h="681">
                  <a:moveTo>
                    <a:pt x="0" y="681"/>
                  </a:moveTo>
                  <a:lnTo>
                    <a:pt x="681" y="0"/>
                  </a:lnTo>
                  <a:lnTo>
                    <a:pt x="68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Freeform 49"/>
            <p:cNvSpPr/>
            <p:nvPr/>
          </p:nvSpPr>
          <p:spPr bwMode="auto">
            <a:xfrm>
              <a:off x="2544" y="1520"/>
              <a:ext cx="114" cy="114"/>
            </a:xfrm>
            <a:custGeom>
              <a:avLst/>
              <a:gdLst>
                <a:gd name="T0" fmla="*/ 0 w 683"/>
                <a:gd name="T1" fmla="*/ 1 h 682"/>
                <a:gd name="T2" fmla="*/ 1 w 683"/>
                <a:gd name="T3" fmla="*/ 0 h 682"/>
                <a:gd name="T4" fmla="*/ 1 w 683"/>
                <a:gd name="T5" fmla="*/ 0 h 682"/>
                <a:gd name="T6" fmla="*/ 0 60000 65536"/>
                <a:gd name="T7" fmla="*/ 0 60000 65536"/>
                <a:gd name="T8" fmla="*/ 0 60000 65536"/>
                <a:gd name="T9" fmla="*/ 0 w 683"/>
                <a:gd name="T10" fmla="*/ 0 h 682"/>
                <a:gd name="T11" fmla="*/ 683 w 683"/>
                <a:gd name="T12" fmla="*/ 682 h 6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3" h="682">
                  <a:moveTo>
                    <a:pt x="0" y="682"/>
                  </a:moveTo>
                  <a:lnTo>
                    <a:pt x="681" y="0"/>
                  </a:lnTo>
                  <a:lnTo>
                    <a:pt x="68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Freeform 50"/>
            <p:cNvSpPr/>
            <p:nvPr/>
          </p:nvSpPr>
          <p:spPr bwMode="auto">
            <a:xfrm>
              <a:off x="2564" y="1574"/>
              <a:ext cx="113" cy="114"/>
            </a:xfrm>
            <a:custGeom>
              <a:avLst/>
              <a:gdLst>
                <a:gd name="T0" fmla="*/ 0 w 682"/>
                <a:gd name="T1" fmla="*/ 1 h 682"/>
                <a:gd name="T2" fmla="*/ 0 w 682"/>
                <a:gd name="T3" fmla="*/ 0 h 682"/>
                <a:gd name="T4" fmla="*/ 0 w 682"/>
                <a:gd name="T5" fmla="*/ 0 h 682"/>
                <a:gd name="T6" fmla="*/ 0 60000 65536"/>
                <a:gd name="T7" fmla="*/ 0 60000 65536"/>
                <a:gd name="T8" fmla="*/ 0 60000 65536"/>
                <a:gd name="T9" fmla="*/ 0 w 682"/>
                <a:gd name="T10" fmla="*/ 0 h 682"/>
                <a:gd name="T11" fmla="*/ 682 w 682"/>
                <a:gd name="T12" fmla="*/ 682 h 6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2" h="682">
                  <a:moveTo>
                    <a:pt x="0" y="682"/>
                  </a:moveTo>
                  <a:lnTo>
                    <a:pt x="681" y="0"/>
                  </a:lnTo>
                  <a:lnTo>
                    <a:pt x="68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Freeform 51"/>
            <p:cNvSpPr/>
            <p:nvPr/>
          </p:nvSpPr>
          <p:spPr bwMode="auto">
            <a:xfrm>
              <a:off x="2583" y="1629"/>
              <a:ext cx="114" cy="113"/>
            </a:xfrm>
            <a:custGeom>
              <a:avLst/>
              <a:gdLst>
                <a:gd name="T0" fmla="*/ 0 w 683"/>
                <a:gd name="T1" fmla="*/ 0 h 682"/>
                <a:gd name="T2" fmla="*/ 1 w 683"/>
                <a:gd name="T3" fmla="*/ 0 h 682"/>
                <a:gd name="T4" fmla="*/ 1 w 683"/>
                <a:gd name="T5" fmla="*/ 0 h 682"/>
                <a:gd name="T6" fmla="*/ 0 60000 65536"/>
                <a:gd name="T7" fmla="*/ 0 60000 65536"/>
                <a:gd name="T8" fmla="*/ 0 60000 65536"/>
                <a:gd name="T9" fmla="*/ 0 w 683"/>
                <a:gd name="T10" fmla="*/ 0 h 682"/>
                <a:gd name="T11" fmla="*/ 683 w 683"/>
                <a:gd name="T12" fmla="*/ 682 h 6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3" h="682">
                  <a:moveTo>
                    <a:pt x="0" y="682"/>
                  </a:moveTo>
                  <a:lnTo>
                    <a:pt x="682" y="0"/>
                  </a:lnTo>
                  <a:lnTo>
                    <a:pt x="68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Freeform 52"/>
            <p:cNvSpPr/>
            <p:nvPr/>
          </p:nvSpPr>
          <p:spPr bwMode="auto">
            <a:xfrm>
              <a:off x="2603" y="1683"/>
              <a:ext cx="114" cy="113"/>
            </a:xfrm>
            <a:custGeom>
              <a:avLst/>
              <a:gdLst>
                <a:gd name="T0" fmla="*/ 0 w 683"/>
                <a:gd name="T1" fmla="*/ 0 h 682"/>
                <a:gd name="T2" fmla="*/ 1 w 683"/>
                <a:gd name="T3" fmla="*/ 0 h 682"/>
                <a:gd name="T4" fmla="*/ 1 w 683"/>
                <a:gd name="T5" fmla="*/ 0 h 682"/>
                <a:gd name="T6" fmla="*/ 0 60000 65536"/>
                <a:gd name="T7" fmla="*/ 0 60000 65536"/>
                <a:gd name="T8" fmla="*/ 0 60000 65536"/>
                <a:gd name="T9" fmla="*/ 0 w 683"/>
                <a:gd name="T10" fmla="*/ 0 h 682"/>
                <a:gd name="T11" fmla="*/ 683 w 683"/>
                <a:gd name="T12" fmla="*/ 682 h 6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3" h="682">
                  <a:moveTo>
                    <a:pt x="0" y="682"/>
                  </a:moveTo>
                  <a:lnTo>
                    <a:pt x="682" y="0"/>
                  </a:lnTo>
                  <a:lnTo>
                    <a:pt x="68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Freeform 53"/>
            <p:cNvSpPr/>
            <p:nvPr/>
          </p:nvSpPr>
          <p:spPr bwMode="auto">
            <a:xfrm>
              <a:off x="2680" y="1737"/>
              <a:ext cx="57" cy="56"/>
            </a:xfrm>
            <a:custGeom>
              <a:avLst/>
              <a:gdLst>
                <a:gd name="T0" fmla="*/ 0 w 336"/>
                <a:gd name="T1" fmla="*/ 0 h 336"/>
                <a:gd name="T2" fmla="*/ 0 w 336"/>
                <a:gd name="T3" fmla="*/ 0 h 336"/>
                <a:gd name="T4" fmla="*/ 0 w 336"/>
                <a:gd name="T5" fmla="*/ 0 h 336"/>
                <a:gd name="T6" fmla="*/ 0 60000 65536"/>
                <a:gd name="T7" fmla="*/ 0 60000 65536"/>
                <a:gd name="T8" fmla="*/ 0 60000 65536"/>
                <a:gd name="T9" fmla="*/ 0 w 336"/>
                <a:gd name="T10" fmla="*/ 0 h 336"/>
                <a:gd name="T11" fmla="*/ 336 w 336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6" h="336">
                  <a:moveTo>
                    <a:pt x="0" y="336"/>
                  </a:moveTo>
                  <a:lnTo>
                    <a:pt x="335" y="0"/>
                  </a:lnTo>
                  <a:lnTo>
                    <a:pt x="33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Freeform 54"/>
            <p:cNvSpPr/>
            <p:nvPr/>
          </p:nvSpPr>
          <p:spPr bwMode="auto">
            <a:xfrm>
              <a:off x="3057" y="1339"/>
              <a:ext cx="77" cy="77"/>
            </a:xfrm>
            <a:custGeom>
              <a:avLst/>
              <a:gdLst>
                <a:gd name="T0" fmla="*/ 0 w 459"/>
                <a:gd name="T1" fmla="*/ 0 h 457"/>
                <a:gd name="T2" fmla="*/ 0 w 459"/>
                <a:gd name="T3" fmla="*/ 0 h 457"/>
                <a:gd name="T4" fmla="*/ 0 w 459"/>
                <a:gd name="T5" fmla="*/ 0 h 457"/>
                <a:gd name="T6" fmla="*/ 0 60000 65536"/>
                <a:gd name="T7" fmla="*/ 0 60000 65536"/>
                <a:gd name="T8" fmla="*/ 0 60000 65536"/>
                <a:gd name="T9" fmla="*/ 0 w 459"/>
                <a:gd name="T10" fmla="*/ 0 h 457"/>
                <a:gd name="T11" fmla="*/ 459 w 459"/>
                <a:gd name="T12" fmla="*/ 457 h 4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9" h="457">
                  <a:moveTo>
                    <a:pt x="0" y="457"/>
                  </a:moveTo>
                  <a:lnTo>
                    <a:pt x="457" y="0"/>
                  </a:lnTo>
                  <a:lnTo>
                    <a:pt x="45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Freeform 55"/>
            <p:cNvSpPr/>
            <p:nvPr/>
          </p:nvSpPr>
          <p:spPr bwMode="auto">
            <a:xfrm>
              <a:off x="3015" y="1359"/>
              <a:ext cx="173" cy="173"/>
            </a:xfrm>
            <a:custGeom>
              <a:avLst/>
              <a:gdLst>
                <a:gd name="T0" fmla="*/ 0 w 1036"/>
                <a:gd name="T1" fmla="*/ 1 h 1037"/>
                <a:gd name="T2" fmla="*/ 1 w 1036"/>
                <a:gd name="T3" fmla="*/ 0 h 1037"/>
                <a:gd name="T4" fmla="*/ 1 w 1036"/>
                <a:gd name="T5" fmla="*/ 0 h 1037"/>
                <a:gd name="T6" fmla="*/ 0 60000 65536"/>
                <a:gd name="T7" fmla="*/ 0 60000 65536"/>
                <a:gd name="T8" fmla="*/ 0 60000 65536"/>
                <a:gd name="T9" fmla="*/ 0 w 1036"/>
                <a:gd name="T10" fmla="*/ 0 h 1037"/>
                <a:gd name="T11" fmla="*/ 1036 w 1036"/>
                <a:gd name="T12" fmla="*/ 1037 h 10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36" h="1037">
                  <a:moveTo>
                    <a:pt x="0" y="1037"/>
                  </a:moveTo>
                  <a:lnTo>
                    <a:pt x="1035" y="0"/>
                  </a:lnTo>
                  <a:lnTo>
                    <a:pt x="103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Freeform 56"/>
            <p:cNvSpPr/>
            <p:nvPr/>
          </p:nvSpPr>
          <p:spPr bwMode="auto">
            <a:xfrm>
              <a:off x="2973" y="1404"/>
              <a:ext cx="243" cy="244"/>
            </a:xfrm>
            <a:custGeom>
              <a:avLst/>
              <a:gdLst>
                <a:gd name="T0" fmla="*/ 0 w 1461"/>
                <a:gd name="T1" fmla="*/ 1 h 1462"/>
                <a:gd name="T2" fmla="*/ 1 w 1461"/>
                <a:gd name="T3" fmla="*/ 0 h 1462"/>
                <a:gd name="T4" fmla="*/ 1 w 1461"/>
                <a:gd name="T5" fmla="*/ 0 h 1462"/>
                <a:gd name="T6" fmla="*/ 0 60000 65536"/>
                <a:gd name="T7" fmla="*/ 0 60000 65536"/>
                <a:gd name="T8" fmla="*/ 0 60000 65536"/>
                <a:gd name="T9" fmla="*/ 0 w 1461"/>
                <a:gd name="T10" fmla="*/ 0 h 1462"/>
                <a:gd name="T11" fmla="*/ 1461 w 1461"/>
                <a:gd name="T12" fmla="*/ 1462 h 14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61" h="1462">
                  <a:moveTo>
                    <a:pt x="0" y="1462"/>
                  </a:moveTo>
                  <a:lnTo>
                    <a:pt x="1460" y="0"/>
                  </a:lnTo>
                  <a:lnTo>
                    <a:pt x="146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Freeform 57"/>
            <p:cNvSpPr/>
            <p:nvPr/>
          </p:nvSpPr>
          <p:spPr bwMode="auto">
            <a:xfrm>
              <a:off x="2931" y="1521"/>
              <a:ext cx="243" cy="243"/>
            </a:xfrm>
            <a:custGeom>
              <a:avLst/>
              <a:gdLst>
                <a:gd name="T0" fmla="*/ 0 w 1463"/>
                <a:gd name="T1" fmla="*/ 1 h 1464"/>
                <a:gd name="T2" fmla="*/ 1 w 1463"/>
                <a:gd name="T3" fmla="*/ 0 h 1464"/>
                <a:gd name="T4" fmla="*/ 1 w 1463"/>
                <a:gd name="T5" fmla="*/ 0 h 1464"/>
                <a:gd name="T6" fmla="*/ 0 60000 65536"/>
                <a:gd name="T7" fmla="*/ 0 60000 65536"/>
                <a:gd name="T8" fmla="*/ 0 60000 65536"/>
                <a:gd name="T9" fmla="*/ 0 w 1463"/>
                <a:gd name="T10" fmla="*/ 0 h 1464"/>
                <a:gd name="T11" fmla="*/ 1463 w 1463"/>
                <a:gd name="T12" fmla="*/ 1464 h 1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63" h="1464">
                  <a:moveTo>
                    <a:pt x="0" y="1464"/>
                  </a:moveTo>
                  <a:lnTo>
                    <a:pt x="1462" y="0"/>
                  </a:lnTo>
                  <a:lnTo>
                    <a:pt x="146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Freeform 58"/>
            <p:cNvSpPr/>
            <p:nvPr/>
          </p:nvSpPr>
          <p:spPr bwMode="auto">
            <a:xfrm>
              <a:off x="2981" y="1637"/>
              <a:ext cx="151" cy="150"/>
            </a:xfrm>
            <a:custGeom>
              <a:avLst/>
              <a:gdLst>
                <a:gd name="T0" fmla="*/ 0 w 905"/>
                <a:gd name="T1" fmla="*/ 1 h 903"/>
                <a:gd name="T2" fmla="*/ 1 w 905"/>
                <a:gd name="T3" fmla="*/ 0 h 903"/>
                <a:gd name="T4" fmla="*/ 1 w 905"/>
                <a:gd name="T5" fmla="*/ 0 h 903"/>
                <a:gd name="T6" fmla="*/ 0 60000 65536"/>
                <a:gd name="T7" fmla="*/ 0 60000 65536"/>
                <a:gd name="T8" fmla="*/ 0 60000 65536"/>
                <a:gd name="T9" fmla="*/ 0 w 905"/>
                <a:gd name="T10" fmla="*/ 0 h 903"/>
                <a:gd name="T11" fmla="*/ 905 w 905"/>
                <a:gd name="T12" fmla="*/ 903 h 9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5" h="903">
                  <a:moveTo>
                    <a:pt x="0" y="903"/>
                  </a:moveTo>
                  <a:lnTo>
                    <a:pt x="904" y="0"/>
                  </a:lnTo>
                  <a:lnTo>
                    <a:pt x="90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Freeform 59"/>
            <p:cNvSpPr/>
            <p:nvPr/>
          </p:nvSpPr>
          <p:spPr bwMode="auto">
            <a:xfrm>
              <a:off x="3035" y="1753"/>
              <a:ext cx="55" cy="54"/>
            </a:xfrm>
            <a:custGeom>
              <a:avLst/>
              <a:gdLst>
                <a:gd name="T0" fmla="*/ 0 w 325"/>
                <a:gd name="T1" fmla="*/ 0 h 325"/>
                <a:gd name="T2" fmla="*/ 0 w 325"/>
                <a:gd name="T3" fmla="*/ 0 h 325"/>
                <a:gd name="T4" fmla="*/ 0 w 325"/>
                <a:gd name="T5" fmla="*/ 0 h 325"/>
                <a:gd name="T6" fmla="*/ 0 60000 65536"/>
                <a:gd name="T7" fmla="*/ 0 60000 65536"/>
                <a:gd name="T8" fmla="*/ 0 60000 65536"/>
                <a:gd name="T9" fmla="*/ 0 w 325"/>
                <a:gd name="T10" fmla="*/ 0 h 325"/>
                <a:gd name="T11" fmla="*/ 325 w 325"/>
                <a:gd name="T12" fmla="*/ 325 h 3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5" h="325">
                  <a:moveTo>
                    <a:pt x="0" y="325"/>
                  </a:moveTo>
                  <a:lnTo>
                    <a:pt x="324" y="0"/>
                  </a:lnTo>
                  <a:lnTo>
                    <a:pt x="32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Freeform 60"/>
            <p:cNvSpPr/>
            <p:nvPr/>
          </p:nvSpPr>
          <p:spPr bwMode="auto">
            <a:xfrm>
              <a:off x="2586" y="1324"/>
              <a:ext cx="505" cy="1"/>
            </a:xfrm>
            <a:custGeom>
              <a:avLst/>
              <a:gdLst>
                <a:gd name="T0" fmla="*/ 0 w 3029"/>
                <a:gd name="T1" fmla="*/ 0 h 1"/>
                <a:gd name="T2" fmla="*/ 2 w 3029"/>
                <a:gd name="T3" fmla="*/ 0 h 1"/>
                <a:gd name="T4" fmla="*/ 2 w 3029"/>
                <a:gd name="T5" fmla="*/ 0 h 1"/>
                <a:gd name="T6" fmla="*/ 0 60000 65536"/>
                <a:gd name="T7" fmla="*/ 0 60000 65536"/>
                <a:gd name="T8" fmla="*/ 0 60000 65536"/>
                <a:gd name="T9" fmla="*/ 0 w 3029"/>
                <a:gd name="T10" fmla="*/ 0 h 1"/>
                <a:gd name="T11" fmla="*/ 3029 w 302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29" h="1">
                  <a:moveTo>
                    <a:pt x="0" y="0"/>
                  </a:moveTo>
                  <a:lnTo>
                    <a:pt x="3027" y="0"/>
                  </a:lnTo>
                  <a:lnTo>
                    <a:pt x="302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Freeform 61"/>
            <p:cNvSpPr/>
            <p:nvPr/>
          </p:nvSpPr>
          <p:spPr bwMode="auto">
            <a:xfrm>
              <a:off x="2450" y="1324"/>
              <a:ext cx="298" cy="494"/>
            </a:xfrm>
            <a:custGeom>
              <a:avLst/>
              <a:gdLst>
                <a:gd name="T0" fmla="*/ 1 w 1790"/>
                <a:gd name="T1" fmla="*/ 2 h 2965"/>
                <a:gd name="T2" fmla="*/ 1 w 1790"/>
                <a:gd name="T3" fmla="*/ 2 h 2965"/>
                <a:gd name="T4" fmla="*/ 1 w 1790"/>
                <a:gd name="T5" fmla="*/ 0 h 2965"/>
                <a:gd name="T6" fmla="*/ 0 w 1790"/>
                <a:gd name="T7" fmla="*/ 0 h 2965"/>
                <a:gd name="T8" fmla="*/ 1 w 1790"/>
                <a:gd name="T9" fmla="*/ 2 h 2965"/>
                <a:gd name="T10" fmla="*/ 1 w 1790"/>
                <a:gd name="T11" fmla="*/ 2 h 29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90"/>
                <a:gd name="T19" fmla="*/ 0 h 2965"/>
                <a:gd name="T20" fmla="*/ 1790 w 1790"/>
                <a:gd name="T21" fmla="*/ 2965 h 296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90" h="2965">
                  <a:moveTo>
                    <a:pt x="969" y="2965"/>
                  </a:moveTo>
                  <a:lnTo>
                    <a:pt x="1790" y="2667"/>
                  </a:lnTo>
                  <a:lnTo>
                    <a:pt x="820" y="0"/>
                  </a:lnTo>
                  <a:lnTo>
                    <a:pt x="0" y="299"/>
                  </a:lnTo>
                  <a:lnTo>
                    <a:pt x="969" y="2965"/>
                  </a:lnTo>
                  <a:lnTo>
                    <a:pt x="971" y="296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Freeform 62"/>
            <p:cNvSpPr/>
            <p:nvPr/>
          </p:nvSpPr>
          <p:spPr bwMode="auto">
            <a:xfrm>
              <a:off x="2929" y="1324"/>
              <a:ext cx="298" cy="494"/>
            </a:xfrm>
            <a:custGeom>
              <a:avLst/>
              <a:gdLst>
                <a:gd name="T0" fmla="*/ 1 w 1790"/>
                <a:gd name="T1" fmla="*/ 2 h 2965"/>
                <a:gd name="T2" fmla="*/ 0 w 1790"/>
                <a:gd name="T3" fmla="*/ 2 h 2965"/>
                <a:gd name="T4" fmla="*/ 1 w 1790"/>
                <a:gd name="T5" fmla="*/ 0 h 2965"/>
                <a:gd name="T6" fmla="*/ 1 w 1790"/>
                <a:gd name="T7" fmla="*/ 0 h 2965"/>
                <a:gd name="T8" fmla="*/ 1 w 1790"/>
                <a:gd name="T9" fmla="*/ 2 h 2965"/>
                <a:gd name="T10" fmla="*/ 1 w 1790"/>
                <a:gd name="T11" fmla="*/ 2 h 29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90"/>
                <a:gd name="T19" fmla="*/ 0 h 2965"/>
                <a:gd name="T20" fmla="*/ 1790 w 1790"/>
                <a:gd name="T21" fmla="*/ 2965 h 296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90" h="2965">
                  <a:moveTo>
                    <a:pt x="821" y="2965"/>
                  </a:moveTo>
                  <a:lnTo>
                    <a:pt x="0" y="2667"/>
                  </a:lnTo>
                  <a:lnTo>
                    <a:pt x="970" y="0"/>
                  </a:lnTo>
                  <a:lnTo>
                    <a:pt x="1790" y="299"/>
                  </a:lnTo>
                  <a:lnTo>
                    <a:pt x="821" y="2965"/>
                  </a:lnTo>
                  <a:lnTo>
                    <a:pt x="822" y="296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Freeform 63"/>
            <p:cNvSpPr/>
            <p:nvPr/>
          </p:nvSpPr>
          <p:spPr bwMode="auto">
            <a:xfrm>
              <a:off x="2838" y="1268"/>
              <a:ext cx="1" cy="268"/>
            </a:xfrm>
            <a:custGeom>
              <a:avLst/>
              <a:gdLst>
                <a:gd name="T0" fmla="*/ 0 w 1"/>
                <a:gd name="T1" fmla="*/ 0 h 1610"/>
                <a:gd name="T2" fmla="*/ 0 w 1"/>
                <a:gd name="T3" fmla="*/ 1 h 1610"/>
                <a:gd name="T4" fmla="*/ 1 w 1"/>
                <a:gd name="T5" fmla="*/ 1 h 1610"/>
                <a:gd name="T6" fmla="*/ 0 60000 65536"/>
                <a:gd name="T7" fmla="*/ 0 60000 65536"/>
                <a:gd name="T8" fmla="*/ 0 60000 65536"/>
                <a:gd name="T9" fmla="*/ 0 w 1"/>
                <a:gd name="T10" fmla="*/ 0 h 1610"/>
                <a:gd name="T11" fmla="*/ 1 w 1"/>
                <a:gd name="T12" fmla="*/ 1610 h 16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610">
                  <a:moveTo>
                    <a:pt x="0" y="0"/>
                  </a:moveTo>
                  <a:lnTo>
                    <a:pt x="0" y="1610"/>
                  </a:lnTo>
                  <a:lnTo>
                    <a:pt x="1" y="161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Freeform 64"/>
            <p:cNvSpPr/>
            <p:nvPr/>
          </p:nvSpPr>
          <p:spPr bwMode="auto">
            <a:xfrm>
              <a:off x="2838" y="1602"/>
              <a:ext cx="1" cy="271"/>
            </a:xfrm>
            <a:custGeom>
              <a:avLst/>
              <a:gdLst>
                <a:gd name="T0" fmla="*/ 0 w 1"/>
                <a:gd name="T1" fmla="*/ 0 h 1624"/>
                <a:gd name="T2" fmla="*/ 0 w 1"/>
                <a:gd name="T3" fmla="*/ 1 h 1624"/>
                <a:gd name="T4" fmla="*/ 1 w 1"/>
                <a:gd name="T5" fmla="*/ 1 h 1624"/>
                <a:gd name="T6" fmla="*/ 0 60000 65536"/>
                <a:gd name="T7" fmla="*/ 0 60000 65536"/>
                <a:gd name="T8" fmla="*/ 0 60000 65536"/>
                <a:gd name="T9" fmla="*/ 0 w 1"/>
                <a:gd name="T10" fmla="*/ 0 h 1624"/>
                <a:gd name="T11" fmla="*/ 1 w 1"/>
                <a:gd name="T12" fmla="*/ 1624 h 16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624">
                  <a:moveTo>
                    <a:pt x="0" y="0"/>
                  </a:moveTo>
                  <a:lnTo>
                    <a:pt x="0" y="1624"/>
                  </a:lnTo>
                  <a:lnTo>
                    <a:pt x="1" y="162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Freeform 65"/>
            <p:cNvSpPr/>
            <p:nvPr/>
          </p:nvSpPr>
          <p:spPr bwMode="auto">
            <a:xfrm>
              <a:off x="2611" y="1818"/>
              <a:ext cx="455" cy="1"/>
            </a:xfrm>
            <a:custGeom>
              <a:avLst/>
              <a:gdLst>
                <a:gd name="T0" fmla="*/ 0 w 2730"/>
                <a:gd name="T1" fmla="*/ 0 h 1"/>
                <a:gd name="T2" fmla="*/ 2 w 2730"/>
                <a:gd name="T3" fmla="*/ 0 h 1"/>
                <a:gd name="T4" fmla="*/ 2 w 2730"/>
                <a:gd name="T5" fmla="*/ 0 h 1"/>
                <a:gd name="T6" fmla="*/ 0 60000 65536"/>
                <a:gd name="T7" fmla="*/ 0 60000 65536"/>
                <a:gd name="T8" fmla="*/ 0 60000 65536"/>
                <a:gd name="T9" fmla="*/ 0 w 2730"/>
                <a:gd name="T10" fmla="*/ 0 h 1"/>
                <a:gd name="T11" fmla="*/ 2730 w 273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0" h="1">
                  <a:moveTo>
                    <a:pt x="0" y="0"/>
                  </a:moveTo>
                  <a:lnTo>
                    <a:pt x="2729" y="0"/>
                  </a:lnTo>
                  <a:lnTo>
                    <a:pt x="273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Freeform 66"/>
            <p:cNvSpPr/>
            <p:nvPr/>
          </p:nvSpPr>
          <p:spPr bwMode="auto">
            <a:xfrm>
              <a:off x="2748" y="1768"/>
              <a:ext cx="181" cy="1"/>
            </a:xfrm>
            <a:custGeom>
              <a:avLst/>
              <a:gdLst>
                <a:gd name="T0" fmla="*/ 0 w 1088"/>
                <a:gd name="T1" fmla="*/ 0 h 1"/>
                <a:gd name="T2" fmla="*/ 1 w 1088"/>
                <a:gd name="T3" fmla="*/ 0 h 1"/>
                <a:gd name="T4" fmla="*/ 1 w 1088"/>
                <a:gd name="T5" fmla="*/ 0 h 1"/>
                <a:gd name="T6" fmla="*/ 0 60000 65536"/>
                <a:gd name="T7" fmla="*/ 0 60000 65536"/>
                <a:gd name="T8" fmla="*/ 0 60000 65536"/>
                <a:gd name="T9" fmla="*/ 0 w 1088"/>
                <a:gd name="T10" fmla="*/ 0 h 1"/>
                <a:gd name="T11" fmla="*/ 1088 w 108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88" h="1">
                  <a:moveTo>
                    <a:pt x="0" y="0"/>
                  </a:moveTo>
                  <a:lnTo>
                    <a:pt x="1087" y="0"/>
                  </a:lnTo>
                  <a:lnTo>
                    <a:pt x="108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Freeform 67"/>
            <p:cNvSpPr/>
            <p:nvPr/>
          </p:nvSpPr>
          <p:spPr bwMode="auto">
            <a:xfrm>
              <a:off x="2838" y="1566"/>
              <a:ext cx="1" cy="11"/>
            </a:xfrm>
            <a:custGeom>
              <a:avLst/>
              <a:gdLst>
                <a:gd name="T0" fmla="*/ 0 w 1"/>
                <a:gd name="T1" fmla="*/ 0 h 61"/>
                <a:gd name="T2" fmla="*/ 0 w 1"/>
                <a:gd name="T3" fmla="*/ 0 h 61"/>
                <a:gd name="T4" fmla="*/ 1 w 1"/>
                <a:gd name="T5" fmla="*/ 0 h 61"/>
                <a:gd name="T6" fmla="*/ 0 60000 65536"/>
                <a:gd name="T7" fmla="*/ 0 60000 65536"/>
                <a:gd name="T8" fmla="*/ 0 60000 65536"/>
                <a:gd name="T9" fmla="*/ 0 w 1"/>
                <a:gd name="T10" fmla="*/ 0 h 61"/>
                <a:gd name="T11" fmla="*/ 1 w 1"/>
                <a:gd name="T12" fmla="*/ 61 h 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1">
                  <a:moveTo>
                    <a:pt x="0" y="0"/>
                  </a:moveTo>
                  <a:lnTo>
                    <a:pt x="0" y="61"/>
                  </a:lnTo>
                  <a:lnTo>
                    <a:pt x="1" y="6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0" name="Group 85"/>
          <p:cNvGrpSpPr/>
          <p:nvPr/>
        </p:nvGrpSpPr>
        <p:grpSpPr bwMode="auto">
          <a:xfrm>
            <a:off x="8859638" y="2609019"/>
            <a:ext cx="2444750" cy="3633788"/>
            <a:chOff x="3314" y="1928"/>
            <a:chExt cx="1540" cy="2289"/>
          </a:xfrm>
        </p:grpSpPr>
        <p:sp>
          <p:nvSpPr>
            <p:cNvPr id="71" name="Text Box 86"/>
            <p:cNvSpPr txBox="1">
              <a:spLocks noChangeArrowheads="1"/>
            </p:cNvSpPr>
            <p:nvPr/>
          </p:nvSpPr>
          <p:spPr bwMode="auto">
            <a:xfrm>
              <a:off x="4036" y="2607"/>
              <a:ext cx="253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en-US" altLang="zh-CN" sz="2400" i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Text Box 87"/>
            <p:cNvSpPr txBox="1">
              <a:spLocks noChangeArrowheads="1"/>
            </p:cNvSpPr>
            <p:nvPr/>
          </p:nvSpPr>
          <p:spPr bwMode="auto">
            <a:xfrm>
              <a:off x="3314" y="2609"/>
              <a:ext cx="253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en-US" altLang="zh-CN" sz="2400" i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Freeform 88"/>
            <p:cNvSpPr/>
            <p:nvPr/>
          </p:nvSpPr>
          <p:spPr bwMode="auto">
            <a:xfrm>
              <a:off x="3378" y="3057"/>
              <a:ext cx="859" cy="1"/>
            </a:xfrm>
            <a:custGeom>
              <a:avLst/>
              <a:gdLst>
                <a:gd name="T0" fmla="*/ 0 w 8116"/>
                <a:gd name="T1" fmla="*/ 0 h 1"/>
                <a:gd name="T2" fmla="*/ 1 w 8116"/>
                <a:gd name="T3" fmla="*/ 0 h 1"/>
                <a:gd name="T4" fmla="*/ 1 w 8116"/>
                <a:gd name="T5" fmla="*/ 0 h 1"/>
                <a:gd name="T6" fmla="*/ 0 60000 65536"/>
                <a:gd name="T7" fmla="*/ 0 60000 65536"/>
                <a:gd name="T8" fmla="*/ 0 60000 65536"/>
                <a:gd name="T9" fmla="*/ 0 w 8116"/>
                <a:gd name="T10" fmla="*/ 0 h 1"/>
                <a:gd name="T11" fmla="*/ 8116 w 81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116" h="1">
                  <a:moveTo>
                    <a:pt x="0" y="0"/>
                  </a:moveTo>
                  <a:lnTo>
                    <a:pt x="8115" y="0"/>
                  </a:lnTo>
                  <a:lnTo>
                    <a:pt x="8116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Freeform 89"/>
            <p:cNvSpPr/>
            <p:nvPr/>
          </p:nvSpPr>
          <p:spPr bwMode="auto">
            <a:xfrm>
              <a:off x="3378" y="2958"/>
              <a:ext cx="188" cy="0"/>
            </a:xfrm>
            <a:custGeom>
              <a:avLst/>
              <a:gdLst>
                <a:gd name="T0" fmla="*/ 0 w 1776"/>
                <a:gd name="T1" fmla="*/ 0 w 1776"/>
                <a:gd name="T2" fmla="*/ 0 w 1776"/>
                <a:gd name="T3" fmla="*/ 0 60000 65536"/>
                <a:gd name="T4" fmla="*/ 0 60000 65536"/>
                <a:gd name="T5" fmla="*/ 0 60000 65536"/>
                <a:gd name="T6" fmla="*/ 0 w 1776"/>
                <a:gd name="T7" fmla="*/ 1776 w 177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1776">
                  <a:moveTo>
                    <a:pt x="0" y="0"/>
                  </a:moveTo>
                  <a:lnTo>
                    <a:pt x="1775" y="0"/>
                  </a:lnTo>
                  <a:lnTo>
                    <a:pt x="1776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Freeform 90"/>
            <p:cNvSpPr/>
            <p:nvPr/>
          </p:nvSpPr>
          <p:spPr bwMode="auto">
            <a:xfrm>
              <a:off x="3378" y="2958"/>
              <a:ext cx="1" cy="99"/>
            </a:xfrm>
            <a:custGeom>
              <a:avLst/>
              <a:gdLst>
                <a:gd name="T0" fmla="*/ 0 w 1"/>
                <a:gd name="T1" fmla="*/ 0 h 937"/>
                <a:gd name="T2" fmla="*/ 0 w 1"/>
                <a:gd name="T3" fmla="*/ 0 h 937"/>
                <a:gd name="T4" fmla="*/ 1 w 1"/>
                <a:gd name="T5" fmla="*/ 0 h 937"/>
                <a:gd name="T6" fmla="*/ 0 60000 65536"/>
                <a:gd name="T7" fmla="*/ 0 60000 65536"/>
                <a:gd name="T8" fmla="*/ 0 60000 65536"/>
                <a:gd name="T9" fmla="*/ 0 w 1"/>
                <a:gd name="T10" fmla="*/ 0 h 937"/>
                <a:gd name="T11" fmla="*/ 1 w 1"/>
                <a:gd name="T12" fmla="*/ 937 h 9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937">
                  <a:moveTo>
                    <a:pt x="0" y="93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Freeform 91"/>
            <p:cNvSpPr/>
            <p:nvPr/>
          </p:nvSpPr>
          <p:spPr bwMode="auto">
            <a:xfrm>
              <a:off x="4237" y="2958"/>
              <a:ext cx="1" cy="99"/>
            </a:xfrm>
            <a:custGeom>
              <a:avLst/>
              <a:gdLst>
                <a:gd name="T0" fmla="*/ 0 w 1"/>
                <a:gd name="T1" fmla="*/ 0 h 937"/>
                <a:gd name="T2" fmla="*/ 0 w 1"/>
                <a:gd name="T3" fmla="*/ 0 h 937"/>
                <a:gd name="T4" fmla="*/ 1 w 1"/>
                <a:gd name="T5" fmla="*/ 0 h 937"/>
                <a:gd name="T6" fmla="*/ 0 60000 65536"/>
                <a:gd name="T7" fmla="*/ 0 60000 65536"/>
                <a:gd name="T8" fmla="*/ 0 60000 65536"/>
                <a:gd name="T9" fmla="*/ 0 w 1"/>
                <a:gd name="T10" fmla="*/ 0 h 937"/>
                <a:gd name="T11" fmla="*/ 1 w 1"/>
                <a:gd name="T12" fmla="*/ 937 h 9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937">
                  <a:moveTo>
                    <a:pt x="0" y="93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Freeform 92"/>
            <p:cNvSpPr/>
            <p:nvPr/>
          </p:nvSpPr>
          <p:spPr bwMode="auto">
            <a:xfrm>
              <a:off x="3566" y="2781"/>
              <a:ext cx="1" cy="177"/>
            </a:xfrm>
            <a:custGeom>
              <a:avLst/>
              <a:gdLst>
                <a:gd name="T0" fmla="*/ 0 w 1"/>
                <a:gd name="T1" fmla="*/ 0 h 1670"/>
                <a:gd name="T2" fmla="*/ 0 w 1"/>
                <a:gd name="T3" fmla="*/ 0 h 1670"/>
                <a:gd name="T4" fmla="*/ 1 w 1"/>
                <a:gd name="T5" fmla="*/ 0 h 1670"/>
                <a:gd name="T6" fmla="*/ 0 60000 65536"/>
                <a:gd name="T7" fmla="*/ 0 60000 65536"/>
                <a:gd name="T8" fmla="*/ 0 60000 65536"/>
                <a:gd name="T9" fmla="*/ 0 w 1"/>
                <a:gd name="T10" fmla="*/ 0 h 1670"/>
                <a:gd name="T11" fmla="*/ 1 w 1"/>
                <a:gd name="T12" fmla="*/ 1670 h 16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670">
                  <a:moveTo>
                    <a:pt x="0" y="167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Freeform 93"/>
            <p:cNvSpPr/>
            <p:nvPr/>
          </p:nvSpPr>
          <p:spPr bwMode="auto">
            <a:xfrm>
              <a:off x="4049" y="2784"/>
              <a:ext cx="1" cy="174"/>
            </a:xfrm>
            <a:custGeom>
              <a:avLst/>
              <a:gdLst>
                <a:gd name="T0" fmla="*/ 0 w 1"/>
                <a:gd name="T1" fmla="*/ 0 h 1642"/>
                <a:gd name="T2" fmla="*/ 0 w 1"/>
                <a:gd name="T3" fmla="*/ 0 h 1642"/>
                <a:gd name="T4" fmla="*/ 1 w 1"/>
                <a:gd name="T5" fmla="*/ 0 h 1642"/>
                <a:gd name="T6" fmla="*/ 0 60000 65536"/>
                <a:gd name="T7" fmla="*/ 0 60000 65536"/>
                <a:gd name="T8" fmla="*/ 0 60000 65536"/>
                <a:gd name="T9" fmla="*/ 0 w 1"/>
                <a:gd name="T10" fmla="*/ 0 h 1642"/>
                <a:gd name="T11" fmla="*/ 1 w 1"/>
                <a:gd name="T12" fmla="*/ 1642 h 16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642">
                  <a:moveTo>
                    <a:pt x="0" y="164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Freeform 94"/>
            <p:cNvSpPr/>
            <p:nvPr/>
          </p:nvSpPr>
          <p:spPr bwMode="auto">
            <a:xfrm>
              <a:off x="3645" y="2783"/>
              <a:ext cx="1" cy="274"/>
            </a:xfrm>
            <a:custGeom>
              <a:avLst/>
              <a:gdLst>
                <a:gd name="T0" fmla="*/ 0 w 1"/>
                <a:gd name="T1" fmla="*/ 0 h 2593"/>
                <a:gd name="T2" fmla="*/ 0 w 1"/>
                <a:gd name="T3" fmla="*/ 0 h 2593"/>
                <a:gd name="T4" fmla="*/ 1 w 1"/>
                <a:gd name="T5" fmla="*/ 0 h 2593"/>
                <a:gd name="T6" fmla="*/ 0 60000 65536"/>
                <a:gd name="T7" fmla="*/ 0 60000 65536"/>
                <a:gd name="T8" fmla="*/ 0 60000 65536"/>
                <a:gd name="T9" fmla="*/ 0 w 1"/>
                <a:gd name="T10" fmla="*/ 0 h 2593"/>
                <a:gd name="T11" fmla="*/ 1 w 1"/>
                <a:gd name="T12" fmla="*/ 2593 h 25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593">
                  <a:moveTo>
                    <a:pt x="0" y="259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Freeform 95"/>
            <p:cNvSpPr/>
            <p:nvPr/>
          </p:nvSpPr>
          <p:spPr bwMode="auto">
            <a:xfrm>
              <a:off x="3970" y="2783"/>
              <a:ext cx="1" cy="274"/>
            </a:xfrm>
            <a:custGeom>
              <a:avLst/>
              <a:gdLst>
                <a:gd name="T0" fmla="*/ 0 w 1"/>
                <a:gd name="T1" fmla="*/ 0 h 2593"/>
                <a:gd name="T2" fmla="*/ 0 w 1"/>
                <a:gd name="T3" fmla="*/ 0 h 2593"/>
                <a:gd name="T4" fmla="*/ 1 w 1"/>
                <a:gd name="T5" fmla="*/ 0 h 2593"/>
                <a:gd name="T6" fmla="*/ 0 60000 65536"/>
                <a:gd name="T7" fmla="*/ 0 60000 65536"/>
                <a:gd name="T8" fmla="*/ 0 60000 65536"/>
                <a:gd name="T9" fmla="*/ 0 w 1"/>
                <a:gd name="T10" fmla="*/ 0 h 2593"/>
                <a:gd name="T11" fmla="*/ 1 w 1"/>
                <a:gd name="T12" fmla="*/ 2593 h 25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593">
                  <a:moveTo>
                    <a:pt x="0" y="259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Freeform 96"/>
            <p:cNvSpPr/>
            <p:nvPr/>
          </p:nvSpPr>
          <p:spPr bwMode="auto">
            <a:xfrm>
              <a:off x="4013" y="2351"/>
              <a:ext cx="327" cy="327"/>
            </a:xfrm>
            <a:custGeom>
              <a:avLst/>
              <a:gdLst>
                <a:gd name="T0" fmla="*/ 0 w 3083"/>
                <a:gd name="T1" fmla="*/ 0 h 3084"/>
                <a:gd name="T2" fmla="*/ 0 w 3083"/>
                <a:gd name="T3" fmla="*/ 0 h 3084"/>
                <a:gd name="T4" fmla="*/ 0 w 3083"/>
                <a:gd name="T5" fmla="*/ 0 h 3084"/>
                <a:gd name="T6" fmla="*/ 0 60000 65536"/>
                <a:gd name="T7" fmla="*/ 0 60000 65536"/>
                <a:gd name="T8" fmla="*/ 0 60000 65536"/>
                <a:gd name="T9" fmla="*/ 0 w 3083"/>
                <a:gd name="T10" fmla="*/ 0 h 3084"/>
                <a:gd name="T11" fmla="*/ 3083 w 3083"/>
                <a:gd name="T12" fmla="*/ 3084 h 30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83" h="3084">
                  <a:moveTo>
                    <a:pt x="0" y="3084"/>
                  </a:moveTo>
                  <a:lnTo>
                    <a:pt x="3082" y="0"/>
                  </a:lnTo>
                  <a:lnTo>
                    <a:pt x="3083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Freeform 97"/>
            <p:cNvSpPr/>
            <p:nvPr/>
          </p:nvSpPr>
          <p:spPr bwMode="auto">
            <a:xfrm>
              <a:off x="3784" y="2122"/>
              <a:ext cx="326" cy="326"/>
            </a:xfrm>
            <a:custGeom>
              <a:avLst/>
              <a:gdLst>
                <a:gd name="T0" fmla="*/ 0 w 3082"/>
                <a:gd name="T1" fmla="*/ 0 h 3084"/>
                <a:gd name="T2" fmla="*/ 0 w 3082"/>
                <a:gd name="T3" fmla="*/ 0 h 3084"/>
                <a:gd name="T4" fmla="*/ 0 w 3082"/>
                <a:gd name="T5" fmla="*/ 0 h 3084"/>
                <a:gd name="T6" fmla="*/ 0 60000 65536"/>
                <a:gd name="T7" fmla="*/ 0 60000 65536"/>
                <a:gd name="T8" fmla="*/ 0 60000 65536"/>
                <a:gd name="T9" fmla="*/ 0 w 3082"/>
                <a:gd name="T10" fmla="*/ 0 h 3084"/>
                <a:gd name="T11" fmla="*/ 3082 w 3082"/>
                <a:gd name="T12" fmla="*/ 3084 h 30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82" h="3084">
                  <a:moveTo>
                    <a:pt x="0" y="3084"/>
                  </a:moveTo>
                  <a:lnTo>
                    <a:pt x="3081" y="0"/>
                  </a:lnTo>
                  <a:lnTo>
                    <a:pt x="308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Freeform 98"/>
            <p:cNvSpPr/>
            <p:nvPr/>
          </p:nvSpPr>
          <p:spPr bwMode="auto">
            <a:xfrm>
              <a:off x="4069" y="2476"/>
              <a:ext cx="261" cy="260"/>
            </a:xfrm>
            <a:custGeom>
              <a:avLst/>
              <a:gdLst>
                <a:gd name="T0" fmla="*/ 0 w 2464"/>
                <a:gd name="T1" fmla="*/ 0 h 2465"/>
                <a:gd name="T2" fmla="*/ 0 w 2464"/>
                <a:gd name="T3" fmla="*/ 0 h 2465"/>
                <a:gd name="T4" fmla="*/ 0 w 2464"/>
                <a:gd name="T5" fmla="*/ 0 h 2465"/>
                <a:gd name="T6" fmla="*/ 0 60000 65536"/>
                <a:gd name="T7" fmla="*/ 0 60000 65536"/>
                <a:gd name="T8" fmla="*/ 0 60000 65536"/>
                <a:gd name="T9" fmla="*/ 0 w 2464"/>
                <a:gd name="T10" fmla="*/ 0 h 2465"/>
                <a:gd name="T11" fmla="*/ 2464 w 2464"/>
                <a:gd name="T12" fmla="*/ 2465 h 24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64" h="2465">
                  <a:moveTo>
                    <a:pt x="0" y="2465"/>
                  </a:moveTo>
                  <a:lnTo>
                    <a:pt x="2463" y="0"/>
                  </a:lnTo>
                  <a:lnTo>
                    <a:pt x="2464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Freeform 99"/>
            <p:cNvSpPr/>
            <p:nvPr/>
          </p:nvSpPr>
          <p:spPr bwMode="auto">
            <a:xfrm>
              <a:off x="3728" y="2131"/>
              <a:ext cx="259" cy="258"/>
            </a:xfrm>
            <a:custGeom>
              <a:avLst/>
              <a:gdLst>
                <a:gd name="T0" fmla="*/ 0 w 2437"/>
                <a:gd name="T1" fmla="*/ 0 h 2439"/>
                <a:gd name="T2" fmla="*/ 0 w 2437"/>
                <a:gd name="T3" fmla="*/ 0 h 2439"/>
                <a:gd name="T4" fmla="*/ 0 w 2437"/>
                <a:gd name="T5" fmla="*/ 0 h 2439"/>
                <a:gd name="T6" fmla="*/ 0 60000 65536"/>
                <a:gd name="T7" fmla="*/ 0 60000 65536"/>
                <a:gd name="T8" fmla="*/ 0 60000 65536"/>
                <a:gd name="T9" fmla="*/ 0 w 2437"/>
                <a:gd name="T10" fmla="*/ 0 h 2439"/>
                <a:gd name="T11" fmla="*/ 2437 w 2437"/>
                <a:gd name="T12" fmla="*/ 2439 h 24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37" h="2439">
                  <a:moveTo>
                    <a:pt x="0" y="2439"/>
                  </a:moveTo>
                  <a:lnTo>
                    <a:pt x="2436" y="0"/>
                  </a:lnTo>
                  <a:lnTo>
                    <a:pt x="2437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Freeform 100"/>
            <p:cNvSpPr/>
            <p:nvPr/>
          </p:nvSpPr>
          <p:spPr bwMode="auto">
            <a:xfrm>
              <a:off x="4049" y="2736"/>
              <a:ext cx="20" cy="48"/>
            </a:xfrm>
            <a:custGeom>
              <a:avLst/>
              <a:gdLst>
                <a:gd name="T0" fmla="*/ 0 w 187"/>
                <a:gd name="T1" fmla="*/ 0 h 452"/>
                <a:gd name="T2" fmla="*/ 0 w 187"/>
                <a:gd name="T3" fmla="*/ 0 h 452"/>
                <a:gd name="T4" fmla="*/ 0 w 187"/>
                <a:gd name="T5" fmla="*/ 0 h 452"/>
                <a:gd name="T6" fmla="*/ 0 w 187"/>
                <a:gd name="T7" fmla="*/ 0 h 4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7"/>
                <a:gd name="T13" fmla="*/ 0 h 452"/>
                <a:gd name="T14" fmla="*/ 187 w 187"/>
                <a:gd name="T15" fmla="*/ 452 h 4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7" h="452">
                  <a:moveTo>
                    <a:pt x="187" y="0"/>
                  </a:moveTo>
                  <a:lnTo>
                    <a:pt x="48" y="207"/>
                  </a:lnTo>
                  <a:lnTo>
                    <a:pt x="0" y="452"/>
                  </a:lnTo>
                  <a:lnTo>
                    <a:pt x="1" y="452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Freeform 101"/>
            <p:cNvSpPr/>
            <p:nvPr/>
          </p:nvSpPr>
          <p:spPr bwMode="auto">
            <a:xfrm>
              <a:off x="4049" y="2736"/>
              <a:ext cx="20" cy="48"/>
            </a:xfrm>
            <a:custGeom>
              <a:avLst/>
              <a:gdLst>
                <a:gd name="T0" fmla="*/ 0 w 187"/>
                <a:gd name="T1" fmla="*/ 0 h 452"/>
                <a:gd name="T2" fmla="*/ 0 w 187"/>
                <a:gd name="T3" fmla="*/ 0 h 452"/>
                <a:gd name="T4" fmla="*/ 0 w 187"/>
                <a:gd name="T5" fmla="*/ 0 h 452"/>
                <a:gd name="T6" fmla="*/ 0 w 187"/>
                <a:gd name="T7" fmla="*/ 0 h 4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7"/>
                <a:gd name="T13" fmla="*/ 0 h 452"/>
                <a:gd name="T14" fmla="*/ 187 w 187"/>
                <a:gd name="T15" fmla="*/ 452 h 4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7" h="452">
                  <a:moveTo>
                    <a:pt x="187" y="0"/>
                  </a:moveTo>
                  <a:lnTo>
                    <a:pt x="48" y="207"/>
                  </a:lnTo>
                  <a:lnTo>
                    <a:pt x="0" y="452"/>
                  </a:lnTo>
                  <a:lnTo>
                    <a:pt x="1" y="452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Freeform 102"/>
            <p:cNvSpPr/>
            <p:nvPr/>
          </p:nvSpPr>
          <p:spPr bwMode="auto">
            <a:xfrm>
              <a:off x="4049" y="2736"/>
              <a:ext cx="20" cy="48"/>
            </a:xfrm>
            <a:custGeom>
              <a:avLst/>
              <a:gdLst>
                <a:gd name="T0" fmla="*/ 0 w 187"/>
                <a:gd name="T1" fmla="*/ 0 h 452"/>
                <a:gd name="T2" fmla="*/ 0 w 187"/>
                <a:gd name="T3" fmla="*/ 0 h 452"/>
                <a:gd name="T4" fmla="*/ 0 w 187"/>
                <a:gd name="T5" fmla="*/ 0 h 452"/>
                <a:gd name="T6" fmla="*/ 0 w 187"/>
                <a:gd name="T7" fmla="*/ 0 h 4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7"/>
                <a:gd name="T13" fmla="*/ 0 h 452"/>
                <a:gd name="T14" fmla="*/ 187 w 187"/>
                <a:gd name="T15" fmla="*/ 452 h 4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7" h="452">
                  <a:moveTo>
                    <a:pt x="187" y="0"/>
                  </a:moveTo>
                  <a:lnTo>
                    <a:pt x="48" y="207"/>
                  </a:lnTo>
                  <a:lnTo>
                    <a:pt x="0" y="452"/>
                  </a:lnTo>
                  <a:lnTo>
                    <a:pt x="1" y="45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Freeform 103"/>
            <p:cNvSpPr/>
            <p:nvPr/>
          </p:nvSpPr>
          <p:spPr bwMode="auto">
            <a:xfrm>
              <a:off x="3970" y="2678"/>
              <a:ext cx="43" cy="105"/>
            </a:xfrm>
            <a:custGeom>
              <a:avLst/>
              <a:gdLst>
                <a:gd name="T0" fmla="*/ 0 w 410"/>
                <a:gd name="T1" fmla="*/ 0 h 992"/>
                <a:gd name="T2" fmla="*/ 0 w 410"/>
                <a:gd name="T3" fmla="*/ 0 h 992"/>
                <a:gd name="T4" fmla="*/ 0 w 410"/>
                <a:gd name="T5" fmla="*/ 0 h 992"/>
                <a:gd name="T6" fmla="*/ 0 w 410"/>
                <a:gd name="T7" fmla="*/ 0 h 9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0"/>
                <a:gd name="T13" fmla="*/ 0 h 992"/>
                <a:gd name="T14" fmla="*/ 410 w 410"/>
                <a:gd name="T15" fmla="*/ 992 h 9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0" h="992">
                  <a:moveTo>
                    <a:pt x="410" y="0"/>
                  </a:moveTo>
                  <a:lnTo>
                    <a:pt x="105" y="455"/>
                  </a:lnTo>
                  <a:lnTo>
                    <a:pt x="0" y="992"/>
                  </a:lnTo>
                  <a:lnTo>
                    <a:pt x="1" y="99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Freeform 104"/>
            <p:cNvSpPr/>
            <p:nvPr/>
          </p:nvSpPr>
          <p:spPr bwMode="auto">
            <a:xfrm>
              <a:off x="3645" y="2448"/>
              <a:ext cx="139" cy="335"/>
            </a:xfrm>
            <a:custGeom>
              <a:avLst/>
              <a:gdLst>
                <a:gd name="T0" fmla="*/ 0 w 1307"/>
                <a:gd name="T1" fmla="*/ 0 h 3159"/>
                <a:gd name="T2" fmla="*/ 0 w 1307"/>
                <a:gd name="T3" fmla="*/ 0 h 3159"/>
                <a:gd name="T4" fmla="*/ 0 w 1307"/>
                <a:gd name="T5" fmla="*/ 0 h 3159"/>
                <a:gd name="T6" fmla="*/ 0 w 1307"/>
                <a:gd name="T7" fmla="*/ 0 h 3159"/>
                <a:gd name="T8" fmla="*/ 0 w 1307"/>
                <a:gd name="T9" fmla="*/ 0 h 3159"/>
                <a:gd name="T10" fmla="*/ 0 w 1307"/>
                <a:gd name="T11" fmla="*/ 0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07"/>
                <a:gd name="T19" fmla="*/ 0 h 3159"/>
                <a:gd name="T20" fmla="*/ 1307 w 1307"/>
                <a:gd name="T21" fmla="*/ 3159 h 315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07" h="3159">
                  <a:moveTo>
                    <a:pt x="1307" y="0"/>
                  </a:moveTo>
                  <a:lnTo>
                    <a:pt x="752" y="676"/>
                  </a:lnTo>
                  <a:lnTo>
                    <a:pt x="339" y="1449"/>
                  </a:lnTo>
                  <a:lnTo>
                    <a:pt x="85" y="2287"/>
                  </a:lnTo>
                  <a:lnTo>
                    <a:pt x="0" y="3159"/>
                  </a:lnTo>
                  <a:lnTo>
                    <a:pt x="1" y="3159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Freeform 105"/>
            <p:cNvSpPr/>
            <p:nvPr/>
          </p:nvSpPr>
          <p:spPr bwMode="auto">
            <a:xfrm>
              <a:off x="3566" y="2389"/>
              <a:ext cx="162" cy="392"/>
            </a:xfrm>
            <a:custGeom>
              <a:avLst/>
              <a:gdLst>
                <a:gd name="T0" fmla="*/ 0 w 1532"/>
                <a:gd name="T1" fmla="*/ 0 h 3700"/>
                <a:gd name="T2" fmla="*/ 0 w 1532"/>
                <a:gd name="T3" fmla="*/ 0 h 3700"/>
                <a:gd name="T4" fmla="*/ 0 w 1532"/>
                <a:gd name="T5" fmla="*/ 0 h 3700"/>
                <a:gd name="T6" fmla="*/ 0 w 1532"/>
                <a:gd name="T7" fmla="*/ 0 h 3700"/>
                <a:gd name="T8" fmla="*/ 0 w 1532"/>
                <a:gd name="T9" fmla="*/ 0 h 3700"/>
                <a:gd name="T10" fmla="*/ 0 w 1532"/>
                <a:gd name="T11" fmla="*/ 0 h 37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32"/>
                <a:gd name="T19" fmla="*/ 0 h 3700"/>
                <a:gd name="T20" fmla="*/ 1532 w 1532"/>
                <a:gd name="T21" fmla="*/ 3700 h 37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32" h="3700">
                  <a:moveTo>
                    <a:pt x="1532" y="0"/>
                  </a:moveTo>
                  <a:lnTo>
                    <a:pt x="881" y="793"/>
                  </a:lnTo>
                  <a:lnTo>
                    <a:pt x="398" y="1697"/>
                  </a:lnTo>
                  <a:lnTo>
                    <a:pt x="101" y="2679"/>
                  </a:lnTo>
                  <a:lnTo>
                    <a:pt x="0" y="3700"/>
                  </a:lnTo>
                  <a:lnTo>
                    <a:pt x="1" y="37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Freeform 106"/>
            <p:cNvSpPr/>
            <p:nvPr/>
          </p:nvSpPr>
          <p:spPr bwMode="auto">
            <a:xfrm>
              <a:off x="4049" y="2958"/>
              <a:ext cx="188" cy="0"/>
            </a:xfrm>
            <a:custGeom>
              <a:avLst/>
              <a:gdLst>
                <a:gd name="T0" fmla="*/ 0 w 1777"/>
                <a:gd name="T1" fmla="*/ 0 w 1777"/>
                <a:gd name="T2" fmla="*/ 0 w 1777"/>
                <a:gd name="T3" fmla="*/ 0 60000 65536"/>
                <a:gd name="T4" fmla="*/ 0 60000 65536"/>
                <a:gd name="T5" fmla="*/ 0 60000 65536"/>
                <a:gd name="T6" fmla="*/ 0 w 1777"/>
                <a:gd name="T7" fmla="*/ 1777 w 1777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1777">
                  <a:moveTo>
                    <a:pt x="0" y="0"/>
                  </a:moveTo>
                  <a:lnTo>
                    <a:pt x="1776" y="0"/>
                  </a:lnTo>
                  <a:lnTo>
                    <a:pt x="1777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Freeform 107"/>
            <p:cNvSpPr/>
            <p:nvPr/>
          </p:nvSpPr>
          <p:spPr bwMode="auto">
            <a:xfrm>
              <a:off x="3464" y="2902"/>
              <a:ext cx="0" cy="219"/>
            </a:xfrm>
            <a:custGeom>
              <a:avLst/>
              <a:gdLst>
                <a:gd name="T0" fmla="*/ 0 w 1"/>
                <a:gd name="T1" fmla="*/ 0 h 2063"/>
                <a:gd name="T2" fmla="*/ 0 w 1"/>
                <a:gd name="T3" fmla="*/ 0 h 2063"/>
                <a:gd name="T4" fmla="*/ 0 w 1"/>
                <a:gd name="T5" fmla="*/ 0 h 2063"/>
                <a:gd name="T6" fmla="*/ 0 60000 65536"/>
                <a:gd name="T7" fmla="*/ 0 60000 65536"/>
                <a:gd name="T8" fmla="*/ 0 60000 65536"/>
                <a:gd name="T9" fmla="*/ 0 w 1"/>
                <a:gd name="T10" fmla="*/ 0 h 2063"/>
                <a:gd name="T11" fmla="*/ 0 w 1"/>
                <a:gd name="T12" fmla="*/ 2063 h 20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063">
                  <a:moveTo>
                    <a:pt x="0" y="206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Freeform 108"/>
            <p:cNvSpPr/>
            <p:nvPr/>
          </p:nvSpPr>
          <p:spPr bwMode="auto">
            <a:xfrm>
              <a:off x="4151" y="2895"/>
              <a:ext cx="1" cy="212"/>
            </a:xfrm>
            <a:custGeom>
              <a:avLst/>
              <a:gdLst>
                <a:gd name="T0" fmla="*/ 0 w 1"/>
                <a:gd name="T1" fmla="*/ 0 h 1996"/>
                <a:gd name="T2" fmla="*/ 0 w 1"/>
                <a:gd name="T3" fmla="*/ 0 h 1996"/>
                <a:gd name="T4" fmla="*/ 1 w 1"/>
                <a:gd name="T5" fmla="*/ 0 h 1996"/>
                <a:gd name="T6" fmla="*/ 0 60000 65536"/>
                <a:gd name="T7" fmla="*/ 0 60000 65536"/>
                <a:gd name="T8" fmla="*/ 0 60000 65536"/>
                <a:gd name="T9" fmla="*/ 0 w 1"/>
                <a:gd name="T10" fmla="*/ 0 h 1996"/>
                <a:gd name="T11" fmla="*/ 1 w 1"/>
                <a:gd name="T12" fmla="*/ 1996 h 19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996">
                  <a:moveTo>
                    <a:pt x="0" y="199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Freeform 109"/>
            <p:cNvSpPr/>
            <p:nvPr/>
          </p:nvSpPr>
          <p:spPr bwMode="auto">
            <a:xfrm>
              <a:off x="3853" y="1998"/>
              <a:ext cx="134" cy="133"/>
            </a:xfrm>
            <a:custGeom>
              <a:avLst/>
              <a:gdLst>
                <a:gd name="T0" fmla="*/ 0 w 1264"/>
                <a:gd name="T1" fmla="*/ 0 h 1263"/>
                <a:gd name="T2" fmla="*/ 0 w 1264"/>
                <a:gd name="T3" fmla="*/ 0 h 1263"/>
                <a:gd name="T4" fmla="*/ 0 w 1264"/>
                <a:gd name="T5" fmla="*/ 0 h 1263"/>
                <a:gd name="T6" fmla="*/ 0 60000 65536"/>
                <a:gd name="T7" fmla="*/ 0 60000 65536"/>
                <a:gd name="T8" fmla="*/ 0 60000 65536"/>
                <a:gd name="T9" fmla="*/ 0 w 1264"/>
                <a:gd name="T10" fmla="*/ 0 h 1263"/>
                <a:gd name="T11" fmla="*/ 1264 w 1264"/>
                <a:gd name="T12" fmla="*/ 1263 h 12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64" h="1263">
                  <a:moveTo>
                    <a:pt x="0" y="0"/>
                  </a:moveTo>
                  <a:lnTo>
                    <a:pt x="1263" y="1263"/>
                  </a:lnTo>
                  <a:lnTo>
                    <a:pt x="1264" y="126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Freeform 110"/>
            <p:cNvSpPr/>
            <p:nvPr/>
          </p:nvSpPr>
          <p:spPr bwMode="auto">
            <a:xfrm>
              <a:off x="4355" y="2433"/>
              <a:ext cx="151" cy="151"/>
            </a:xfrm>
            <a:custGeom>
              <a:avLst/>
              <a:gdLst>
                <a:gd name="T0" fmla="*/ 0 w 1432"/>
                <a:gd name="T1" fmla="*/ 0 h 1432"/>
                <a:gd name="T2" fmla="*/ 0 w 1432"/>
                <a:gd name="T3" fmla="*/ 0 h 1432"/>
                <a:gd name="T4" fmla="*/ 0 w 1432"/>
                <a:gd name="T5" fmla="*/ 0 h 1432"/>
                <a:gd name="T6" fmla="*/ 0 60000 65536"/>
                <a:gd name="T7" fmla="*/ 0 60000 65536"/>
                <a:gd name="T8" fmla="*/ 0 60000 65536"/>
                <a:gd name="T9" fmla="*/ 0 w 1432"/>
                <a:gd name="T10" fmla="*/ 0 h 1432"/>
                <a:gd name="T11" fmla="*/ 1432 w 1432"/>
                <a:gd name="T12" fmla="*/ 1432 h 14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32" h="1432">
                  <a:moveTo>
                    <a:pt x="0" y="1432"/>
                  </a:moveTo>
                  <a:lnTo>
                    <a:pt x="1431" y="0"/>
                  </a:lnTo>
                  <a:lnTo>
                    <a:pt x="143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111"/>
            <p:cNvSpPr/>
            <p:nvPr/>
          </p:nvSpPr>
          <p:spPr bwMode="auto">
            <a:xfrm>
              <a:off x="3873" y="1958"/>
              <a:ext cx="152" cy="152"/>
            </a:xfrm>
            <a:custGeom>
              <a:avLst/>
              <a:gdLst>
                <a:gd name="T0" fmla="*/ 0 w 1432"/>
                <a:gd name="T1" fmla="*/ 0 h 1432"/>
                <a:gd name="T2" fmla="*/ 0 w 1432"/>
                <a:gd name="T3" fmla="*/ 0 h 1432"/>
                <a:gd name="T4" fmla="*/ 0 w 1432"/>
                <a:gd name="T5" fmla="*/ 0 h 1432"/>
                <a:gd name="T6" fmla="*/ 0 60000 65536"/>
                <a:gd name="T7" fmla="*/ 0 60000 65536"/>
                <a:gd name="T8" fmla="*/ 0 60000 65536"/>
                <a:gd name="T9" fmla="*/ 0 w 1432"/>
                <a:gd name="T10" fmla="*/ 0 h 1432"/>
                <a:gd name="T11" fmla="*/ 1432 w 1432"/>
                <a:gd name="T12" fmla="*/ 1432 h 14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32" h="1432">
                  <a:moveTo>
                    <a:pt x="0" y="1432"/>
                  </a:moveTo>
                  <a:lnTo>
                    <a:pt x="1431" y="0"/>
                  </a:lnTo>
                  <a:lnTo>
                    <a:pt x="143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Freeform 112"/>
            <p:cNvSpPr/>
            <p:nvPr/>
          </p:nvSpPr>
          <p:spPr bwMode="auto">
            <a:xfrm>
              <a:off x="4460" y="2538"/>
              <a:ext cx="70" cy="67"/>
            </a:xfrm>
            <a:custGeom>
              <a:avLst/>
              <a:gdLst>
                <a:gd name="T0" fmla="*/ 0 w 110"/>
                <a:gd name="T1" fmla="*/ 17 h 106"/>
                <a:gd name="T2" fmla="*/ 18 w 110"/>
                <a:gd name="T3" fmla="*/ 0 h 106"/>
                <a:gd name="T4" fmla="*/ 0 60000 65536"/>
                <a:gd name="T5" fmla="*/ 0 60000 65536"/>
                <a:gd name="T6" fmla="*/ 0 w 110"/>
                <a:gd name="T7" fmla="*/ 0 h 106"/>
                <a:gd name="T8" fmla="*/ 110 w 110"/>
                <a:gd name="T9" fmla="*/ 106 h 10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0" h="106">
                  <a:moveTo>
                    <a:pt x="0" y="106"/>
                  </a:moveTo>
                  <a:lnTo>
                    <a:pt x="11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Freeform 113"/>
            <p:cNvSpPr/>
            <p:nvPr/>
          </p:nvSpPr>
          <p:spPr bwMode="auto">
            <a:xfrm>
              <a:off x="4330" y="2476"/>
              <a:ext cx="134" cy="133"/>
            </a:xfrm>
            <a:custGeom>
              <a:avLst/>
              <a:gdLst>
                <a:gd name="T0" fmla="*/ 0 w 1264"/>
                <a:gd name="T1" fmla="*/ 0 h 1263"/>
                <a:gd name="T2" fmla="*/ 0 w 1264"/>
                <a:gd name="T3" fmla="*/ 0 h 1263"/>
                <a:gd name="T4" fmla="*/ 0 w 1264"/>
                <a:gd name="T5" fmla="*/ 0 h 1263"/>
                <a:gd name="T6" fmla="*/ 0 60000 65536"/>
                <a:gd name="T7" fmla="*/ 0 60000 65536"/>
                <a:gd name="T8" fmla="*/ 0 60000 65536"/>
                <a:gd name="T9" fmla="*/ 0 w 1264"/>
                <a:gd name="T10" fmla="*/ 0 h 1263"/>
                <a:gd name="T11" fmla="*/ 1264 w 1264"/>
                <a:gd name="T12" fmla="*/ 1263 h 12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64" h="1263">
                  <a:moveTo>
                    <a:pt x="0" y="0"/>
                  </a:moveTo>
                  <a:lnTo>
                    <a:pt x="1263" y="1263"/>
                  </a:lnTo>
                  <a:lnTo>
                    <a:pt x="1264" y="126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9" name="Group 114"/>
            <p:cNvGrpSpPr/>
            <p:nvPr/>
          </p:nvGrpSpPr>
          <p:grpSpPr bwMode="auto">
            <a:xfrm>
              <a:off x="3807" y="2183"/>
              <a:ext cx="471" cy="921"/>
              <a:chOff x="2661" y="924"/>
              <a:chExt cx="741" cy="1449"/>
            </a:xfrm>
          </p:grpSpPr>
          <p:sp>
            <p:nvSpPr>
              <p:cNvPr id="175" name="Freeform 115"/>
              <p:cNvSpPr/>
              <p:nvPr/>
            </p:nvSpPr>
            <p:spPr bwMode="auto">
              <a:xfrm>
                <a:off x="2661" y="2111"/>
                <a:ext cx="1" cy="262"/>
              </a:xfrm>
              <a:custGeom>
                <a:avLst/>
                <a:gdLst>
                  <a:gd name="T0" fmla="*/ 0 w 1"/>
                  <a:gd name="T1" fmla="*/ 1 h 1566"/>
                  <a:gd name="T2" fmla="*/ 0 w 1"/>
                  <a:gd name="T3" fmla="*/ 0 h 1566"/>
                  <a:gd name="T4" fmla="*/ 1 w 1"/>
                  <a:gd name="T5" fmla="*/ 0 h 156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566"/>
                  <a:gd name="T11" fmla="*/ 1 w 1"/>
                  <a:gd name="T12" fmla="*/ 1566 h 15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566">
                    <a:moveTo>
                      <a:pt x="0" y="156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6" name="Freeform 116"/>
              <p:cNvSpPr/>
              <p:nvPr/>
            </p:nvSpPr>
            <p:spPr bwMode="auto">
              <a:xfrm>
                <a:off x="2805" y="1346"/>
                <a:ext cx="176" cy="175"/>
              </a:xfrm>
              <a:custGeom>
                <a:avLst/>
                <a:gdLst>
                  <a:gd name="T0" fmla="*/ 0 w 1056"/>
                  <a:gd name="T1" fmla="*/ 1 h 1054"/>
                  <a:gd name="T2" fmla="*/ 1 w 1056"/>
                  <a:gd name="T3" fmla="*/ 0 h 1054"/>
                  <a:gd name="T4" fmla="*/ 1 w 1056"/>
                  <a:gd name="T5" fmla="*/ 0 h 1054"/>
                  <a:gd name="T6" fmla="*/ 0 60000 65536"/>
                  <a:gd name="T7" fmla="*/ 0 60000 65536"/>
                  <a:gd name="T8" fmla="*/ 0 60000 65536"/>
                  <a:gd name="T9" fmla="*/ 0 w 1056"/>
                  <a:gd name="T10" fmla="*/ 0 h 1054"/>
                  <a:gd name="T11" fmla="*/ 1056 w 1056"/>
                  <a:gd name="T12" fmla="*/ 1054 h 105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56" h="1054">
                    <a:moveTo>
                      <a:pt x="0" y="1054"/>
                    </a:moveTo>
                    <a:lnTo>
                      <a:pt x="1055" y="0"/>
                    </a:lnTo>
                    <a:lnTo>
                      <a:pt x="105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7" name="Freeform 117"/>
              <p:cNvSpPr/>
              <p:nvPr/>
            </p:nvSpPr>
            <p:spPr bwMode="auto">
              <a:xfrm>
                <a:off x="2661" y="1521"/>
                <a:ext cx="144" cy="347"/>
              </a:xfrm>
              <a:custGeom>
                <a:avLst/>
                <a:gdLst>
                  <a:gd name="T0" fmla="*/ 1 w 859"/>
                  <a:gd name="T1" fmla="*/ 0 h 2077"/>
                  <a:gd name="T2" fmla="*/ 0 w 859"/>
                  <a:gd name="T3" fmla="*/ 1 h 2077"/>
                  <a:gd name="T4" fmla="*/ 0 w 859"/>
                  <a:gd name="T5" fmla="*/ 1 h 2077"/>
                  <a:gd name="T6" fmla="*/ 0 w 859"/>
                  <a:gd name="T7" fmla="*/ 2 h 2077"/>
                  <a:gd name="T8" fmla="*/ 0 w 859"/>
                  <a:gd name="T9" fmla="*/ 2 h 20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59"/>
                  <a:gd name="T16" fmla="*/ 0 h 2077"/>
                  <a:gd name="T17" fmla="*/ 859 w 859"/>
                  <a:gd name="T18" fmla="*/ 2077 h 20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59" h="2077">
                    <a:moveTo>
                      <a:pt x="859" y="0"/>
                    </a:moveTo>
                    <a:lnTo>
                      <a:pt x="393" y="609"/>
                    </a:lnTo>
                    <a:lnTo>
                      <a:pt x="100" y="1317"/>
                    </a:lnTo>
                    <a:lnTo>
                      <a:pt x="0" y="2077"/>
                    </a:lnTo>
                    <a:lnTo>
                      <a:pt x="1" y="2077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8" name="Freeform 118"/>
              <p:cNvSpPr/>
              <p:nvPr/>
            </p:nvSpPr>
            <p:spPr bwMode="auto">
              <a:xfrm>
                <a:off x="3014" y="1274"/>
                <a:ext cx="39" cy="38"/>
              </a:xfrm>
              <a:custGeom>
                <a:avLst/>
                <a:gdLst>
                  <a:gd name="T0" fmla="*/ 0 w 234"/>
                  <a:gd name="T1" fmla="*/ 0 h 233"/>
                  <a:gd name="T2" fmla="*/ 0 w 234"/>
                  <a:gd name="T3" fmla="*/ 0 h 233"/>
                  <a:gd name="T4" fmla="*/ 0 w 234"/>
                  <a:gd name="T5" fmla="*/ 0 h 233"/>
                  <a:gd name="T6" fmla="*/ 0 60000 65536"/>
                  <a:gd name="T7" fmla="*/ 0 60000 65536"/>
                  <a:gd name="T8" fmla="*/ 0 60000 65536"/>
                  <a:gd name="T9" fmla="*/ 0 w 234"/>
                  <a:gd name="T10" fmla="*/ 0 h 233"/>
                  <a:gd name="T11" fmla="*/ 234 w 234"/>
                  <a:gd name="T12" fmla="*/ 233 h 23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34" h="233">
                    <a:moveTo>
                      <a:pt x="0" y="233"/>
                    </a:moveTo>
                    <a:lnTo>
                      <a:pt x="233" y="0"/>
                    </a:lnTo>
                    <a:lnTo>
                      <a:pt x="23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9" name="Freeform 119"/>
              <p:cNvSpPr/>
              <p:nvPr/>
            </p:nvSpPr>
            <p:spPr bwMode="auto">
              <a:xfrm>
                <a:off x="3091" y="924"/>
                <a:ext cx="311" cy="311"/>
              </a:xfrm>
              <a:custGeom>
                <a:avLst/>
                <a:gdLst>
                  <a:gd name="T0" fmla="*/ 0 w 1865"/>
                  <a:gd name="T1" fmla="*/ 2 h 1864"/>
                  <a:gd name="T2" fmla="*/ 2 w 1865"/>
                  <a:gd name="T3" fmla="*/ 0 h 1864"/>
                  <a:gd name="T4" fmla="*/ 2 w 1865"/>
                  <a:gd name="T5" fmla="*/ 0 h 1864"/>
                  <a:gd name="T6" fmla="*/ 0 60000 65536"/>
                  <a:gd name="T7" fmla="*/ 0 60000 65536"/>
                  <a:gd name="T8" fmla="*/ 0 60000 65536"/>
                  <a:gd name="T9" fmla="*/ 0 w 1865"/>
                  <a:gd name="T10" fmla="*/ 0 h 1864"/>
                  <a:gd name="T11" fmla="*/ 1865 w 1865"/>
                  <a:gd name="T12" fmla="*/ 1864 h 18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65" h="1864">
                    <a:moveTo>
                      <a:pt x="0" y="1864"/>
                    </a:moveTo>
                    <a:lnTo>
                      <a:pt x="1864" y="0"/>
                    </a:lnTo>
                    <a:lnTo>
                      <a:pt x="18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0" name="Freeform 120"/>
              <p:cNvSpPr/>
              <p:nvPr/>
            </p:nvSpPr>
            <p:spPr bwMode="auto">
              <a:xfrm>
                <a:off x="2661" y="2012"/>
                <a:ext cx="1" cy="44"/>
              </a:xfrm>
              <a:custGeom>
                <a:avLst/>
                <a:gdLst>
                  <a:gd name="T0" fmla="*/ 0 w 1"/>
                  <a:gd name="T1" fmla="*/ 0 h 265"/>
                  <a:gd name="T2" fmla="*/ 0 w 1"/>
                  <a:gd name="T3" fmla="*/ 0 h 265"/>
                  <a:gd name="T4" fmla="*/ 1 w 1"/>
                  <a:gd name="T5" fmla="*/ 0 h 26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65"/>
                  <a:gd name="T11" fmla="*/ 1 w 1"/>
                  <a:gd name="T12" fmla="*/ 265 h 2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65">
                    <a:moveTo>
                      <a:pt x="0" y="26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Freeform 121"/>
              <p:cNvSpPr/>
              <p:nvPr/>
            </p:nvSpPr>
            <p:spPr bwMode="auto">
              <a:xfrm>
                <a:off x="2661" y="1868"/>
                <a:ext cx="1" cy="77"/>
              </a:xfrm>
              <a:custGeom>
                <a:avLst/>
                <a:gdLst>
                  <a:gd name="T0" fmla="*/ 0 w 1"/>
                  <a:gd name="T1" fmla="*/ 0 h 466"/>
                  <a:gd name="T2" fmla="*/ 0 w 1"/>
                  <a:gd name="T3" fmla="*/ 0 h 466"/>
                  <a:gd name="T4" fmla="*/ 1 w 1"/>
                  <a:gd name="T5" fmla="*/ 0 h 46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66"/>
                  <a:gd name="T11" fmla="*/ 1 w 1"/>
                  <a:gd name="T12" fmla="*/ 466 h 4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66">
                    <a:moveTo>
                      <a:pt x="0" y="46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0" name="Freeform 122"/>
            <p:cNvSpPr/>
            <p:nvPr/>
          </p:nvSpPr>
          <p:spPr bwMode="auto">
            <a:xfrm>
              <a:off x="3636" y="3051"/>
              <a:ext cx="10" cy="6"/>
            </a:xfrm>
            <a:custGeom>
              <a:avLst/>
              <a:gdLst>
                <a:gd name="T0" fmla="*/ 0 w 95"/>
                <a:gd name="T1" fmla="*/ 0 h 55"/>
                <a:gd name="T2" fmla="*/ 0 w 95"/>
                <a:gd name="T3" fmla="*/ 0 h 55"/>
                <a:gd name="T4" fmla="*/ 0 w 95"/>
                <a:gd name="T5" fmla="*/ 0 h 55"/>
                <a:gd name="T6" fmla="*/ 0 60000 65536"/>
                <a:gd name="T7" fmla="*/ 0 60000 65536"/>
                <a:gd name="T8" fmla="*/ 0 60000 65536"/>
                <a:gd name="T9" fmla="*/ 0 w 95"/>
                <a:gd name="T10" fmla="*/ 0 h 55"/>
                <a:gd name="T11" fmla="*/ 95 w 95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5" h="55">
                  <a:moveTo>
                    <a:pt x="0" y="55"/>
                  </a:moveTo>
                  <a:lnTo>
                    <a:pt x="94" y="0"/>
                  </a:lnTo>
                  <a:lnTo>
                    <a:pt x="95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1" name="Group 123"/>
            <p:cNvGrpSpPr/>
            <p:nvPr/>
          </p:nvGrpSpPr>
          <p:grpSpPr bwMode="auto">
            <a:xfrm>
              <a:off x="3378" y="1963"/>
              <a:ext cx="1151" cy="1094"/>
              <a:chOff x="1985" y="577"/>
              <a:chExt cx="1812" cy="1723"/>
            </a:xfrm>
          </p:grpSpPr>
          <p:sp>
            <p:nvSpPr>
              <p:cNvPr id="151" name="Freeform 124"/>
              <p:cNvSpPr/>
              <p:nvPr/>
            </p:nvSpPr>
            <p:spPr bwMode="auto">
              <a:xfrm>
                <a:off x="2755" y="577"/>
                <a:ext cx="133" cy="77"/>
              </a:xfrm>
              <a:custGeom>
                <a:avLst/>
                <a:gdLst>
                  <a:gd name="T0" fmla="*/ 0 w 802"/>
                  <a:gd name="T1" fmla="*/ 0 h 462"/>
                  <a:gd name="T2" fmla="*/ 1 w 802"/>
                  <a:gd name="T3" fmla="*/ 0 h 462"/>
                  <a:gd name="T4" fmla="*/ 1 w 802"/>
                  <a:gd name="T5" fmla="*/ 0 h 462"/>
                  <a:gd name="T6" fmla="*/ 0 60000 65536"/>
                  <a:gd name="T7" fmla="*/ 0 60000 65536"/>
                  <a:gd name="T8" fmla="*/ 0 60000 65536"/>
                  <a:gd name="T9" fmla="*/ 0 w 802"/>
                  <a:gd name="T10" fmla="*/ 0 h 462"/>
                  <a:gd name="T11" fmla="*/ 802 w 802"/>
                  <a:gd name="T12" fmla="*/ 462 h 4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2" h="462">
                    <a:moveTo>
                      <a:pt x="0" y="462"/>
                    </a:moveTo>
                    <a:lnTo>
                      <a:pt x="800" y="0"/>
                    </a:lnTo>
                    <a:lnTo>
                      <a:pt x="80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2" name="Freeform 125"/>
              <p:cNvSpPr/>
              <p:nvPr/>
            </p:nvSpPr>
            <p:spPr bwMode="auto">
              <a:xfrm>
                <a:off x="2834" y="656"/>
                <a:ext cx="133" cy="77"/>
              </a:xfrm>
              <a:custGeom>
                <a:avLst/>
                <a:gdLst>
                  <a:gd name="T0" fmla="*/ 0 w 801"/>
                  <a:gd name="T1" fmla="*/ 0 h 462"/>
                  <a:gd name="T2" fmla="*/ 1 w 801"/>
                  <a:gd name="T3" fmla="*/ 0 h 462"/>
                  <a:gd name="T4" fmla="*/ 1 w 801"/>
                  <a:gd name="T5" fmla="*/ 0 h 462"/>
                  <a:gd name="T6" fmla="*/ 0 60000 65536"/>
                  <a:gd name="T7" fmla="*/ 0 60000 65536"/>
                  <a:gd name="T8" fmla="*/ 0 60000 65536"/>
                  <a:gd name="T9" fmla="*/ 0 w 801"/>
                  <a:gd name="T10" fmla="*/ 0 h 462"/>
                  <a:gd name="T11" fmla="*/ 801 w 801"/>
                  <a:gd name="T12" fmla="*/ 462 h 4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1" h="462">
                    <a:moveTo>
                      <a:pt x="0" y="462"/>
                    </a:moveTo>
                    <a:lnTo>
                      <a:pt x="800" y="0"/>
                    </a:lnTo>
                    <a:lnTo>
                      <a:pt x="80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3" name="Freeform 126"/>
              <p:cNvSpPr/>
              <p:nvPr/>
            </p:nvSpPr>
            <p:spPr bwMode="auto">
              <a:xfrm>
                <a:off x="2913" y="735"/>
                <a:ext cx="133" cy="77"/>
              </a:xfrm>
              <a:custGeom>
                <a:avLst/>
                <a:gdLst>
                  <a:gd name="T0" fmla="*/ 0 w 801"/>
                  <a:gd name="T1" fmla="*/ 0 h 462"/>
                  <a:gd name="T2" fmla="*/ 1 w 801"/>
                  <a:gd name="T3" fmla="*/ 0 h 462"/>
                  <a:gd name="T4" fmla="*/ 1 w 801"/>
                  <a:gd name="T5" fmla="*/ 0 h 462"/>
                  <a:gd name="T6" fmla="*/ 0 60000 65536"/>
                  <a:gd name="T7" fmla="*/ 0 60000 65536"/>
                  <a:gd name="T8" fmla="*/ 0 60000 65536"/>
                  <a:gd name="T9" fmla="*/ 0 w 801"/>
                  <a:gd name="T10" fmla="*/ 0 h 462"/>
                  <a:gd name="T11" fmla="*/ 801 w 801"/>
                  <a:gd name="T12" fmla="*/ 462 h 4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1" h="462">
                    <a:moveTo>
                      <a:pt x="0" y="462"/>
                    </a:moveTo>
                    <a:lnTo>
                      <a:pt x="800" y="0"/>
                    </a:lnTo>
                    <a:lnTo>
                      <a:pt x="80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4" name="Freeform 127"/>
              <p:cNvSpPr/>
              <p:nvPr/>
            </p:nvSpPr>
            <p:spPr bwMode="auto">
              <a:xfrm>
                <a:off x="2758" y="814"/>
                <a:ext cx="368" cy="213"/>
              </a:xfrm>
              <a:custGeom>
                <a:avLst/>
                <a:gdLst>
                  <a:gd name="T0" fmla="*/ 0 w 2205"/>
                  <a:gd name="T1" fmla="*/ 1 h 1274"/>
                  <a:gd name="T2" fmla="*/ 2 w 2205"/>
                  <a:gd name="T3" fmla="*/ 0 h 1274"/>
                  <a:gd name="T4" fmla="*/ 2 w 2205"/>
                  <a:gd name="T5" fmla="*/ 0 h 1274"/>
                  <a:gd name="T6" fmla="*/ 0 60000 65536"/>
                  <a:gd name="T7" fmla="*/ 0 60000 65536"/>
                  <a:gd name="T8" fmla="*/ 0 60000 65536"/>
                  <a:gd name="T9" fmla="*/ 0 w 2205"/>
                  <a:gd name="T10" fmla="*/ 0 h 1274"/>
                  <a:gd name="T11" fmla="*/ 2205 w 2205"/>
                  <a:gd name="T12" fmla="*/ 1274 h 1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05" h="1274">
                    <a:moveTo>
                      <a:pt x="0" y="1274"/>
                    </a:moveTo>
                    <a:lnTo>
                      <a:pt x="2204" y="0"/>
                    </a:lnTo>
                    <a:lnTo>
                      <a:pt x="220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5" name="Freeform 128"/>
              <p:cNvSpPr/>
              <p:nvPr/>
            </p:nvSpPr>
            <p:spPr bwMode="auto">
              <a:xfrm>
                <a:off x="2478" y="1075"/>
                <a:ext cx="412" cy="238"/>
              </a:xfrm>
              <a:custGeom>
                <a:avLst/>
                <a:gdLst>
                  <a:gd name="T0" fmla="*/ 0 w 2473"/>
                  <a:gd name="T1" fmla="*/ 1 h 1429"/>
                  <a:gd name="T2" fmla="*/ 2 w 2473"/>
                  <a:gd name="T3" fmla="*/ 0 h 1429"/>
                  <a:gd name="T4" fmla="*/ 2 w 2473"/>
                  <a:gd name="T5" fmla="*/ 0 h 1429"/>
                  <a:gd name="T6" fmla="*/ 0 60000 65536"/>
                  <a:gd name="T7" fmla="*/ 0 60000 65536"/>
                  <a:gd name="T8" fmla="*/ 0 60000 65536"/>
                  <a:gd name="T9" fmla="*/ 0 w 2473"/>
                  <a:gd name="T10" fmla="*/ 0 h 1429"/>
                  <a:gd name="T11" fmla="*/ 2473 w 2473"/>
                  <a:gd name="T12" fmla="*/ 1429 h 14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73" h="1429">
                    <a:moveTo>
                      <a:pt x="0" y="1429"/>
                    </a:moveTo>
                    <a:lnTo>
                      <a:pt x="2472" y="0"/>
                    </a:lnTo>
                    <a:lnTo>
                      <a:pt x="247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6" name="Freeform 129"/>
              <p:cNvSpPr/>
              <p:nvPr/>
            </p:nvSpPr>
            <p:spPr bwMode="auto">
              <a:xfrm>
                <a:off x="2358" y="1369"/>
                <a:ext cx="240" cy="138"/>
              </a:xfrm>
              <a:custGeom>
                <a:avLst/>
                <a:gdLst>
                  <a:gd name="T0" fmla="*/ 0 w 1442"/>
                  <a:gd name="T1" fmla="*/ 1 h 832"/>
                  <a:gd name="T2" fmla="*/ 1 w 1442"/>
                  <a:gd name="T3" fmla="*/ 0 h 832"/>
                  <a:gd name="T4" fmla="*/ 1 w 1442"/>
                  <a:gd name="T5" fmla="*/ 0 h 832"/>
                  <a:gd name="T6" fmla="*/ 0 60000 65536"/>
                  <a:gd name="T7" fmla="*/ 0 60000 65536"/>
                  <a:gd name="T8" fmla="*/ 0 60000 65536"/>
                  <a:gd name="T9" fmla="*/ 0 w 1442"/>
                  <a:gd name="T10" fmla="*/ 0 h 832"/>
                  <a:gd name="T11" fmla="*/ 1442 w 1442"/>
                  <a:gd name="T12" fmla="*/ 832 h 8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42" h="832">
                    <a:moveTo>
                      <a:pt x="0" y="832"/>
                    </a:moveTo>
                    <a:lnTo>
                      <a:pt x="1441" y="0"/>
                    </a:lnTo>
                    <a:lnTo>
                      <a:pt x="144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7" name="Freeform 130"/>
              <p:cNvSpPr/>
              <p:nvPr/>
            </p:nvSpPr>
            <p:spPr bwMode="auto">
              <a:xfrm>
                <a:off x="2305" y="1568"/>
                <a:ext cx="165" cy="95"/>
              </a:xfrm>
              <a:custGeom>
                <a:avLst/>
                <a:gdLst>
                  <a:gd name="T0" fmla="*/ 0 w 988"/>
                  <a:gd name="T1" fmla="*/ 0 h 570"/>
                  <a:gd name="T2" fmla="*/ 1 w 988"/>
                  <a:gd name="T3" fmla="*/ 0 h 570"/>
                  <a:gd name="T4" fmla="*/ 1 w 988"/>
                  <a:gd name="T5" fmla="*/ 0 h 570"/>
                  <a:gd name="T6" fmla="*/ 0 60000 65536"/>
                  <a:gd name="T7" fmla="*/ 0 60000 65536"/>
                  <a:gd name="T8" fmla="*/ 0 60000 65536"/>
                  <a:gd name="T9" fmla="*/ 0 w 988"/>
                  <a:gd name="T10" fmla="*/ 0 h 570"/>
                  <a:gd name="T11" fmla="*/ 988 w 988"/>
                  <a:gd name="T12" fmla="*/ 570 h 5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88" h="570">
                    <a:moveTo>
                      <a:pt x="0" y="570"/>
                    </a:moveTo>
                    <a:lnTo>
                      <a:pt x="987" y="0"/>
                    </a:lnTo>
                    <a:lnTo>
                      <a:pt x="98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8" name="Freeform 131"/>
              <p:cNvSpPr/>
              <p:nvPr/>
            </p:nvSpPr>
            <p:spPr bwMode="auto">
              <a:xfrm>
                <a:off x="2284" y="1721"/>
                <a:ext cx="137" cy="79"/>
              </a:xfrm>
              <a:custGeom>
                <a:avLst/>
                <a:gdLst>
                  <a:gd name="T0" fmla="*/ 0 w 825"/>
                  <a:gd name="T1" fmla="*/ 0 h 476"/>
                  <a:gd name="T2" fmla="*/ 1 w 825"/>
                  <a:gd name="T3" fmla="*/ 0 h 476"/>
                  <a:gd name="T4" fmla="*/ 1 w 825"/>
                  <a:gd name="T5" fmla="*/ 0 h 476"/>
                  <a:gd name="T6" fmla="*/ 0 60000 65536"/>
                  <a:gd name="T7" fmla="*/ 0 60000 65536"/>
                  <a:gd name="T8" fmla="*/ 0 60000 65536"/>
                  <a:gd name="T9" fmla="*/ 0 w 825"/>
                  <a:gd name="T10" fmla="*/ 0 h 476"/>
                  <a:gd name="T11" fmla="*/ 825 w 825"/>
                  <a:gd name="T12" fmla="*/ 476 h 4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25" h="476">
                    <a:moveTo>
                      <a:pt x="0" y="476"/>
                    </a:moveTo>
                    <a:lnTo>
                      <a:pt x="824" y="0"/>
                    </a:lnTo>
                    <a:lnTo>
                      <a:pt x="82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9" name="Freeform 132"/>
              <p:cNvSpPr/>
              <p:nvPr/>
            </p:nvSpPr>
            <p:spPr bwMode="auto">
              <a:xfrm>
                <a:off x="2281" y="1854"/>
                <a:ext cx="126" cy="72"/>
              </a:xfrm>
              <a:custGeom>
                <a:avLst/>
                <a:gdLst>
                  <a:gd name="T0" fmla="*/ 0 w 754"/>
                  <a:gd name="T1" fmla="*/ 0 h 435"/>
                  <a:gd name="T2" fmla="*/ 1 w 754"/>
                  <a:gd name="T3" fmla="*/ 0 h 435"/>
                  <a:gd name="T4" fmla="*/ 1 w 754"/>
                  <a:gd name="T5" fmla="*/ 0 h 435"/>
                  <a:gd name="T6" fmla="*/ 0 60000 65536"/>
                  <a:gd name="T7" fmla="*/ 0 60000 65536"/>
                  <a:gd name="T8" fmla="*/ 0 60000 65536"/>
                  <a:gd name="T9" fmla="*/ 0 w 754"/>
                  <a:gd name="T10" fmla="*/ 0 h 435"/>
                  <a:gd name="T11" fmla="*/ 754 w 754"/>
                  <a:gd name="T12" fmla="*/ 435 h 4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54" h="435">
                    <a:moveTo>
                      <a:pt x="0" y="435"/>
                    </a:moveTo>
                    <a:lnTo>
                      <a:pt x="753" y="0"/>
                    </a:lnTo>
                    <a:lnTo>
                      <a:pt x="75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0" name="Freeform 133"/>
              <p:cNvSpPr/>
              <p:nvPr/>
            </p:nvSpPr>
            <p:spPr bwMode="auto">
              <a:xfrm>
                <a:off x="3269" y="1250"/>
                <a:ext cx="291" cy="168"/>
              </a:xfrm>
              <a:custGeom>
                <a:avLst/>
                <a:gdLst>
                  <a:gd name="T0" fmla="*/ 0 w 1746"/>
                  <a:gd name="T1" fmla="*/ 1 h 1008"/>
                  <a:gd name="T2" fmla="*/ 1 w 1746"/>
                  <a:gd name="T3" fmla="*/ 0 h 1008"/>
                  <a:gd name="T4" fmla="*/ 1 w 1746"/>
                  <a:gd name="T5" fmla="*/ 0 h 1008"/>
                  <a:gd name="T6" fmla="*/ 0 60000 65536"/>
                  <a:gd name="T7" fmla="*/ 0 60000 65536"/>
                  <a:gd name="T8" fmla="*/ 0 60000 65536"/>
                  <a:gd name="T9" fmla="*/ 0 w 1746"/>
                  <a:gd name="T10" fmla="*/ 0 h 1008"/>
                  <a:gd name="T11" fmla="*/ 1746 w 1746"/>
                  <a:gd name="T12" fmla="*/ 1008 h 100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46" h="1008">
                    <a:moveTo>
                      <a:pt x="0" y="1008"/>
                    </a:moveTo>
                    <a:lnTo>
                      <a:pt x="1745" y="0"/>
                    </a:lnTo>
                    <a:lnTo>
                      <a:pt x="174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1" name="Freeform 134"/>
              <p:cNvSpPr/>
              <p:nvPr/>
            </p:nvSpPr>
            <p:spPr bwMode="auto">
              <a:xfrm>
                <a:off x="1985" y="2143"/>
                <a:ext cx="136" cy="79"/>
              </a:xfrm>
              <a:custGeom>
                <a:avLst/>
                <a:gdLst>
                  <a:gd name="T0" fmla="*/ 0 w 815"/>
                  <a:gd name="T1" fmla="*/ 0 h 470"/>
                  <a:gd name="T2" fmla="*/ 1 w 815"/>
                  <a:gd name="T3" fmla="*/ 0 h 470"/>
                  <a:gd name="T4" fmla="*/ 1 w 815"/>
                  <a:gd name="T5" fmla="*/ 0 h 470"/>
                  <a:gd name="T6" fmla="*/ 0 60000 65536"/>
                  <a:gd name="T7" fmla="*/ 0 60000 65536"/>
                  <a:gd name="T8" fmla="*/ 0 60000 65536"/>
                  <a:gd name="T9" fmla="*/ 0 w 815"/>
                  <a:gd name="T10" fmla="*/ 0 h 470"/>
                  <a:gd name="T11" fmla="*/ 815 w 815"/>
                  <a:gd name="T12" fmla="*/ 470 h 4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15" h="470">
                    <a:moveTo>
                      <a:pt x="0" y="470"/>
                    </a:move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" name="Freeform 135"/>
              <p:cNvSpPr/>
              <p:nvPr/>
            </p:nvSpPr>
            <p:spPr bwMode="auto">
              <a:xfrm>
                <a:off x="2281" y="1978"/>
                <a:ext cx="126" cy="73"/>
              </a:xfrm>
              <a:custGeom>
                <a:avLst/>
                <a:gdLst>
                  <a:gd name="T0" fmla="*/ 0 w 753"/>
                  <a:gd name="T1" fmla="*/ 0 h 434"/>
                  <a:gd name="T2" fmla="*/ 1 w 753"/>
                  <a:gd name="T3" fmla="*/ 0 h 434"/>
                  <a:gd name="T4" fmla="*/ 1 w 753"/>
                  <a:gd name="T5" fmla="*/ 0 h 434"/>
                  <a:gd name="T6" fmla="*/ 0 60000 65536"/>
                  <a:gd name="T7" fmla="*/ 0 60000 65536"/>
                  <a:gd name="T8" fmla="*/ 0 60000 65536"/>
                  <a:gd name="T9" fmla="*/ 0 w 753"/>
                  <a:gd name="T10" fmla="*/ 0 h 434"/>
                  <a:gd name="T11" fmla="*/ 753 w 753"/>
                  <a:gd name="T12" fmla="*/ 434 h 4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53" h="434">
                    <a:moveTo>
                      <a:pt x="0" y="434"/>
                    </a:moveTo>
                    <a:lnTo>
                      <a:pt x="752" y="0"/>
                    </a:lnTo>
                    <a:lnTo>
                      <a:pt x="75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3" name="Freeform 136"/>
              <p:cNvSpPr/>
              <p:nvPr/>
            </p:nvSpPr>
            <p:spPr bwMode="auto">
              <a:xfrm>
                <a:off x="3506" y="1329"/>
                <a:ext cx="133" cy="77"/>
              </a:xfrm>
              <a:custGeom>
                <a:avLst/>
                <a:gdLst>
                  <a:gd name="T0" fmla="*/ 0 w 802"/>
                  <a:gd name="T1" fmla="*/ 0 h 464"/>
                  <a:gd name="T2" fmla="*/ 1 w 802"/>
                  <a:gd name="T3" fmla="*/ 0 h 464"/>
                  <a:gd name="T4" fmla="*/ 1 w 802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802"/>
                  <a:gd name="T10" fmla="*/ 0 h 464"/>
                  <a:gd name="T11" fmla="*/ 802 w 802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2" h="464">
                    <a:moveTo>
                      <a:pt x="0" y="464"/>
                    </a:moveTo>
                    <a:lnTo>
                      <a:pt x="801" y="0"/>
                    </a:lnTo>
                    <a:lnTo>
                      <a:pt x="80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4" name="Freeform 137"/>
              <p:cNvSpPr/>
              <p:nvPr/>
            </p:nvSpPr>
            <p:spPr bwMode="auto">
              <a:xfrm>
                <a:off x="2975" y="1466"/>
                <a:ext cx="426" cy="246"/>
              </a:xfrm>
              <a:custGeom>
                <a:avLst/>
                <a:gdLst>
                  <a:gd name="T0" fmla="*/ 0 w 2553"/>
                  <a:gd name="T1" fmla="*/ 1 h 1474"/>
                  <a:gd name="T2" fmla="*/ 2 w 2553"/>
                  <a:gd name="T3" fmla="*/ 0 h 1474"/>
                  <a:gd name="T4" fmla="*/ 2 w 2553"/>
                  <a:gd name="T5" fmla="*/ 0 h 1474"/>
                  <a:gd name="T6" fmla="*/ 0 60000 65536"/>
                  <a:gd name="T7" fmla="*/ 0 60000 65536"/>
                  <a:gd name="T8" fmla="*/ 0 60000 65536"/>
                  <a:gd name="T9" fmla="*/ 0 w 2553"/>
                  <a:gd name="T10" fmla="*/ 0 h 1474"/>
                  <a:gd name="T11" fmla="*/ 2553 w 2553"/>
                  <a:gd name="T12" fmla="*/ 1474 h 14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53" h="1474">
                    <a:moveTo>
                      <a:pt x="0" y="1474"/>
                    </a:moveTo>
                    <a:lnTo>
                      <a:pt x="2552" y="0"/>
                    </a:lnTo>
                    <a:lnTo>
                      <a:pt x="255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5" name="Freeform 138"/>
              <p:cNvSpPr/>
              <p:nvPr/>
            </p:nvSpPr>
            <p:spPr bwMode="auto">
              <a:xfrm>
                <a:off x="2067" y="2103"/>
                <a:ext cx="340" cy="197"/>
              </a:xfrm>
              <a:custGeom>
                <a:avLst/>
                <a:gdLst>
                  <a:gd name="T0" fmla="*/ 0 w 2039"/>
                  <a:gd name="T1" fmla="*/ 1 h 1179"/>
                  <a:gd name="T2" fmla="*/ 2 w 2039"/>
                  <a:gd name="T3" fmla="*/ 0 h 1179"/>
                  <a:gd name="T4" fmla="*/ 2 w 2039"/>
                  <a:gd name="T5" fmla="*/ 0 h 1179"/>
                  <a:gd name="T6" fmla="*/ 0 60000 65536"/>
                  <a:gd name="T7" fmla="*/ 0 60000 65536"/>
                  <a:gd name="T8" fmla="*/ 0 60000 65536"/>
                  <a:gd name="T9" fmla="*/ 0 w 2039"/>
                  <a:gd name="T10" fmla="*/ 0 h 1179"/>
                  <a:gd name="T11" fmla="*/ 2039 w 2039"/>
                  <a:gd name="T12" fmla="*/ 1179 h 11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39" h="1179">
                    <a:moveTo>
                      <a:pt x="0" y="1179"/>
                    </a:moveTo>
                    <a:lnTo>
                      <a:pt x="2038" y="0"/>
                    </a:lnTo>
                    <a:lnTo>
                      <a:pt x="203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6" name="Freeform 139"/>
              <p:cNvSpPr/>
              <p:nvPr/>
            </p:nvSpPr>
            <p:spPr bwMode="auto">
              <a:xfrm>
                <a:off x="3585" y="1408"/>
                <a:ext cx="133" cy="77"/>
              </a:xfrm>
              <a:custGeom>
                <a:avLst/>
                <a:gdLst>
                  <a:gd name="T0" fmla="*/ 0 w 802"/>
                  <a:gd name="T1" fmla="*/ 0 h 463"/>
                  <a:gd name="T2" fmla="*/ 1 w 802"/>
                  <a:gd name="T3" fmla="*/ 0 h 463"/>
                  <a:gd name="T4" fmla="*/ 1 w 802"/>
                  <a:gd name="T5" fmla="*/ 0 h 463"/>
                  <a:gd name="T6" fmla="*/ 0 60000 65536"/>
                  <a:gd name="T7" fmla="*/ 0 60000 65536"/>
                  <a:gd name="T8" fmla="*/ 0 60000 65536"/>
                  <a:gd name="T9" fmla="*/ 0 w 802"/>
                  <a:gd name="T10" fmla="*/ 0 h 463"/>
                  <a:gd name="T11" fmla="*/ 802 w 802"/>
                  <a:gd name="T12" fmla="*/ 463 h 46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2" h="463">
                    <a:moveTo>
                      <a:pt x="0" y="463"/>
                    </a:moveTo>
                    <a:lnTo>
                      <a:pt x="801" y="0"/>
                    </a:lnTo>
                    <a:lnTo>
                      <a:pt x="80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7" name="Freeform 140"/>
              <p:cNvSpPr/>
              <p:nvPr/>
            </p:nvSpPr>
            <p:spPr bwMode="auto">
              <a:xfrm>
                <a:off x="2917" y="1762"/>
                <a:ext cx="189" cy="109"/>
              </a:xfrm>
              <a:custGeom>
                <a:avLst/>
                <a:gdLst>
                  <a:gd name="T0" fmla="*/ 0 w 1136"/>
                  <a:gd name="T1" fmla="*/ 0 h 657"/>
                  <a:gd name="T2" fmla="*/ 1 w 1136"/>
                  <a:gd name="T3" fmla="*/ 0 h 657"/>
                  <a:gd name="T4" fmla="*/ 1 w 1136"/>
                  <a:gd name="T5" fmla="*/ 0 h 657"/>
                  <a:gd name="T6" fmla="*/ 0 60000 65536"/>
                  <a:gd name="T7" fmla="*/ 0 60000 65536"/>
                  <a:gd name="T8" fmla="*/ 0 60000 65536"/>
                  <a:gd name="T9" fmla="*/ 0 w 1136"/>
                  <a:gd name="T10" fmla="*/ 0 h 657"/>
                  <a:gd name="T11" fmla="*/ 1136 w 1136"/>
                  <a:gd name="T12" fmla="*/ 657 h 6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36" h="657">
                    <a:moveTo>
                      <a:pt x="0" y="657"/>
                    </a:moveTo>
                    <a:lnTo>
                      <a:pt x="1135" y="0"/>
                    </a:lnTo>
                    <a:lnTo>
                      <a:pt x="113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8" name="Freeform 141"/>
              <p:cNvSpPr/>
              <p:nvPr/>
            </p:nvSpPr>
            <p:spPr bwMode="auto">
              <a:xfrm>
                <a:off x="2283" y="2228"/>
                <a:ext cx="124" cy="72"/>
              </a:xfrm>
              <a:custGeom>
                <a:avLst/>
                <a:gdLst>
                  <a:gd name="T0" fmla="*/ 0 w 744"/>
                  <a:gd name="T1" fmla="*/ 0 h 429"/>
                  <a:gd name="T2" fmla="*/ 1 w 744"/>
                  <a:gd name="T3" fmla="*/ 0 h 429"/>
                  <a:gd name="T4" fmla="*/ 1 w 744"/>
                  <a:gd name="T5" fmla="*/ 0 h 429"/>
                  <a:gd name="T6" fmla="*/ 0 60000 65536"/>
                  <a:gd name="T7" fmla="*/ 0 60000 65536"/>
                  <a:gd name="T8" fmla="*/ 0 60000 65536"/>
                  <a:gd name="T9" fmla="*/ 0 w 744"/>
                  <a:gd name="T10" fmla="*/ 0 h 429"/>
                  <a:gd name="T11" fmla="*/ 744 w 744"/>
                  <a:gd name="T12" fmla="*/ 429 h 4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44" h="429">
                    <a:moveTo>
                      <a:pt x="0" y="429"/>
                    </a:moveTo>
                    <a:lnTo>
                      <a:pt x="743" y="0"/>
                    </a:lnTo>
                    <a:lnTo>
                      <a:pt x="74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Freeform 142"/>
              <p:cNvSpPr/>
              <p:nvPr/>
            </p:nvSpPr>
            <p:spPr bwMode="auto">
              <a:xfrm>
                <a:off x="3664" y="1487"/>
                <a:ext cx="133" cy="77"/>
              </a:xfrm>
              <a:custGeom>
                <a:avLst/>
                <a:gdLst>
                  <a:gd name="T0" fmla="*/ 0 w 801"/>
                  <a:gd name="T1" fmla="*/ 0 h 463"/>
                  <a:gd name="T2" fmla="*/ 1 w 801"/>
                  <a:gd name="T3" fmla="*/ 0 h 463"/>
                  <a:gd name="T4" fmla="*/ 1 w 801"/>
                  <a:gd name="T5" fmla="*/ 0 h 463"/>
                  <a:gd name="T6" fmla="*/ 0 60000 65536"/>
                  <a:gd name="T7" fmla="*/ 0 60000 65536"/>
                  <a:gd name="T8" fmla="*/ 0 60000 65536"/>
                  <a:gd name="T9" fmla="*/ 0 w 801"/>
                  <a:gd name="T10" fmla="*/ 0 h 463"/>
                  <a:gd name="T11" fmla="*/ 801 w 801"/>
                  <a:gd name="T12" fmla="*/ 463 h 46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1" h="463">
                    <a:moveTo>
                      <a:pt x="0" y="463"/>
                    </a:moveTo>
                    <a:lnTo>
                      <a:pt x="799" y="0"/>
                    </a:lnTo>
                    <a:lnTo>
                      <a:pt x="80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Freeform 143"/>
              <p:cNvSpPr/>
              <p:nvPr/>
            </p:nvSpPr>
            <p:spPr bwMode="auto">
              <a:xfrm>
                <a:off x="2917" y="1923"/>
                <a:ext cx="125" cy="73"/>
              </a:xfrm>
              <a:custGeom>
                <a:avLst/>
                <a:gdLst>
                  <a:gd name="T0" fmla="*/ 0 w 752"/>
                  <a:gd name="T1" fmla="*/ 0 h 434"/>
                  <a:gd name="T2" fmla="*/ 0 w 752"/>
                  <a:gd name="T3" fmla="*/ 0 h 434"/>
                  <a:gd name="T4" fmla="*/ 0 w 752"/>
                  <a:gd name="T5" fmla="*/ 0 h 434"/>
                  <a:gd name="T6" fmla="*/ 0 60000 65536"/>
                  <a:gd name="T7" fmla="*/ 0 60000 65536"/>
                  <a:gd name="T8" fmla="*/ 0 60000 65536"/>
                  <a:gd name="T9" fmla="*/ 0 w 752"/>
                  <a:gd name="T10" fmla="*/ 0 h 434"/>
                  <a:gd name="T11" fmla="*/ 752 w 752"/>
                  <a:gd name="T12" fmla="*/ 434 h 4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52" h="434">
                    <a:moveTo>
                      <a:pt x="0" y="434"/>
                    </a:moveTo>
                    <a:lnTo>
                      <a:pt x="751" y="0"/>
                    </a:lnTo>
                    <a:lnTo>
                      <a:pt x="75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Freeform 144"/>
              <p:cNvSpPr/>
              <p:nvPr/>
            </p:nvSpPr>
            <p:spPr bwMode="auto">
              <a:xfrm>
                <a:off x="2917" y="2048"/>
                <a:ext cx="125" cy="72"/>
              </a:xfrm>
              <a:custGeom>
                <a:avLst/>
                <a:gdLst>
                  <a:gd name="T0" fmla="*/ 0 w 752"/>
                  <a:gd name="T1" fmla="*/ 0 h 434"/>
                  <a:gd name="T2" fmla="*/ 0 w 752"/>
                  <a:gd name="T3" fmla="*/ 0 h 434"/>
                  <a:gd name="T4" fmla="*/ 0 w 752"/>
                  <a:gd name="T5" fmla="*/ 0 h 434"/>
                  <a:gd name="T6" fmla="*/ 0 60000 65536"/>
                  <a:gd name="T7" fmla="*/ 0 60000 65536"/>
                  <a:gd name="T8" fmla="*/ 0 60000 65536"/>
                  <a:gd name="T9" fmla="*/ 0 w 752"/>
                  <a:gd name="T10" fmla="*/ 0 h 434"/>
                  <a:gd name="T11" fmla="*/ 752 w 752"/>
                  <a:gd name="T12" fmla="*/ 434 h 4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52" h="434">
                    <a:moveTo>
                      <a:pt x="0" y="434"/>
                    </a:moveTo>
                    <a:lnTo>
                      <a:pt x="751" y="0"/>
                    </a:lnTo>
                    <a:lnTo>
                      <a:pt x="75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2" name="Freeform 145"/>
              <p:cNvSpPr/>
              <p:nvPr/>
            </p:nvSpPr>
            <p:spPr bwMode="auto">
              <a:xfrm>
                <a:off x="2917" y="2143"/>
                <a:ext cx="176" cy="102"/>
              </a:xfrm>
              <a:custGeom>
                <a:avLst/>
                <a:gdLst>
                  <a:gd name="T0" fmla="*/ 0 w 1058"/>
                  <a:gd name="T1" fmla="*/ 1 h 610"/>
                  <a:gd name="T2" fmla="*/ 1 w 1058"/>
                  <a:gd name="T3" fmla="*/ 0 h 610"/>
                  <a:gd name="T4" fmla="*/ 1 w 1058"/>
                  <a:gd name="T5" fmla="*/ 0 h 610"/>
                  <a:gd name="T6" fmla="*/ 0 60000 65536"/>
                  <a:gd name="T7" fmla="*/ 0 60000 65536"/>
                  <a:gd name="T8" fmla="*/ 0 60000 65536"/>
                  <a:gd name="T9" fmla="*/ 0 w 1058"/>
                  <a:gd name="T10" fmla="*/ 0 h 610"/>
                  <a:gd name="T11" fmla="*/ 1058 w 1058"/>
                  <a:gd name="T12" fmla="*/ 610 h 6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58" h="610">
                    <a:moveTo>
                      <a:pt x="0" y="610"/>
                    </a:moveTo>
                    <a:lnTo>
                      <a:pt x="1057" y="0"/>
                    </a:lnTo>
                    <a:lnTo>
                      <a:pt x="105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Freeform 146"/>
              <p:cNvSpPr/>
              <p:nvPr/>
            </p:nvSpPr>
            <p:spPr bwMode="auto">
              <a:xfrm>
                <a:off x="3039" y="2143"/>
                <a:ext cx="270" cy="157"/>
              </a:xfrm>
              <a:custGeom>
                <a:avLst/>
                <a:gdLst>
                  <a:gd name="T0" fmla="*/ 0 w 1623"/>
                  <a:gd name="T1" fmla="*/ 1 h 937"/>
                  <a:gd name="T2" fmla="*/ 1 w 1623"/>
                  <a:gd name="T3" fmla="*/ 0 h 937"/>
                  <a:gd name="T4" fmla="*/ 1 w 1623"/>
                  <a:gd name="T5" fmla="*/ 0 h 937"/>
                  <a:gd name="T6" fmla="*/ 0 60000 65536"/>
                  <a:gd name="T7" fmla="*/ 0 60000 65536"/>
                  <a:gd name="T8" fmla="*/ 0 60000 65536"/>
                  <a:gd name="T9" fmla="*/ 0 w 1623"/>
                  <a:gd name="T10" fmla="*/ 0 h 937"/>
                  <a:gd name="T11" fmla="*/ 1623 w 1623"/>
                  <a:gd name="T12" fmla="*/ 937 h 93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23" h="937">
                    <a:moveTo>
                      <a:pt x="0" y="937"/>
                    </a:moveTo>
                    <a:lnTo>
                      <a:pt x="1622" y="0"/>
                    </a:lnTo>
                    <a:lnTo>
                      <a:pt x="162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" name="Freeform 147"/>
              <p:cNvSpPr/>
              <p:nvPr/>
            </p:nvSpPr>
            <p:spPr bwMode="auto">
              <a:xfrm>
                <a:off x="3254" y="2252"/>
                <a:ext cx="84" cy="48"/>
              </a:xfrm>
              <a:custGeom>
                <a:avLst/>
                <a:gdLst>
                  <a:gd name="T0" fmla="*/ 0 w 502"/>
                  <a:gd name="T1" fmla="*/ 0 h 289"/>
                  <a:gd name="T2" fmla="*/ 0 w 502"/>
                  <a:gd name="T3" fmla="*/ 0 h 289"/>
                  <a:gd name="T4" fmla="*/ 0 w 502"/>
                  <a:gd name="T5" fmla="*/ 0 h 289"/>
                  <a:gd name="T6" fmla="*/ 0 60000 65536"/>
                  <a:gd name="T7" fmla="*/ 0 60000 65536"/>
                  <a:gd name="T8" fmla="*/ 0 60000 65536"/>
                  <a:gd name="T9" fmla="*/ 0 w 502"/>
                  <a:gd name="T10" fmla="*/ 0 h 289"/>
                  <a:gd name="T11" fmla="*/ 502 w 502"/>
                  <a:gd name="T12" fmla="*/ 289 h 2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02" h="289">
                    <a:moveTo>
                      <a:pt x="0" y="289"/>
                    </a:moveTo>
                    <a:lnTo>
                      <a:pt x="501" y="0"/>
                    </a:lnTo>
                    <a:lnTo>
                      <a:pt x="50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2" name="Freeform 148"/>
            <p:cNvSpPr/>
            <p:nvPr/>
          </p:nvSpPr>
          <p:spPr bwMode="auto">
            <a:xfrm>
              <a:off x="4243" y="3057"/>
              <a:ext cx="203" cy="1"/>
            </a:xfrm>
            <a:custGeom>
              <a:avLst/>
              <a:gdLst>
                <a:gd name="T0" fmla="*/ 0 w 1920"/>
                <a:gd name="T1" fmla="*/ 0 h 1"/>
                <a:gd name="T2" fmla="*/ 0 w 1920"/>
                <a:gd name="T3" fmla="*/ 0 h 1"/>
                <a:gd name="T4" fmla="*/ 0 w 1920"/>
                <a:gd name="T5" fmla="*/ 0 h 1"/>
                <a:gd name="T6" fmla="*/ 0 60000 65536"/>
                <a:gd name="T7" fmla="*/ 0 60000 65536"/>
                <a:gd name="T8" fmla="*/ 0 60000 65536"/>
                <a:gd name="T9" fmla="*/ 0 w 1920"/>
                <a:gd name="T10" fmla="*/ 0 h 1"/>
                <a:gd name="T11" fmla="*/ 1920 w 192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0" h="1">
                  <a:moveTo>
                    <a:pt x="0" y="0"/>
                  </a:moveTo>
                  <a:lnTo>
                    <a:pt x="1918" y="0"/>
                  </a:lnTo>
                  <a:lnTo>
                    <a:pt x="1920" y="0"/>
                  </a:lnTo>
                </a:path>
              </a:pathLst>
            </a:custGeom>
            <a:noFill/>
            <a:ln w="19050">
              <a:solidFill>
                <a:srgbClr val="FF66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149"/>
            <p:cNvSpPr/>
            <p:nvPr/>
          </p:nvSpPr>
          <p:spPr bwMode="auto">
            <a:xfrm>
              <a:off x="4055" y="2720"/>
              <a:ext cx="301" cy="174"/>
            </a:xfrm>
            <a:custGeom>
              <a:avLst/>
              <a:gdLst>
                <a:gd name="T0" fmla="*/ 0 w 2850"/>
                <a:gd name="T1" fmla="*/ 0 h 1647"/>
                <a:gd name="T2" fmla="*/ 0 w 2850"/>
                <a:gd name="T3" fmla="*/ 0 h 1647"/>
                <a:gd name="T4" fmla="*/ 0 w 2850"/>
                <a:gd name="T5" fmla="*/ 0 h 1647"/>
                <a:gd name="T6" fmla="*/ 0 60000 65536"/>
                <a:gd name="T7" fmla="*/ 0 60000 65536"/>
                <a:gd name="T8" fmla="*/ 0 60000 65536"/>
                <a:gd name="T9" fmla="*/ 0 w 2850"/>
                <a:gd name="T10" fmla="*/ 0 h 1647"/>
                <a:gd name="T11" fmla="*/ 2850 w 2850"/>
                <a:gd name="T12" fmla="*/ 1647 h 16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50" h="1647">
                  <a:moveTo>
                    <a:pt x="0" y="1647"/>
                  </a:moveTo>
                  <a:lnTo>
                    <a:pt x="2849" y="0"/>
                  </a:lnTo>
                  <a:lnTo>
                    <a:pt x="2850" y="0"/>
                  </a:lnTo>
                </a:path>
              </a:pathLst>
            </a:custGeom>
            <a:noFill/>
            <a:ln w="19050">
              <a:solidFill>
                <a:srgbClr val="FF66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Freeform 150"/>
            <p:cNvSpPr/>
            <p:nvPr/>
          </p:nvSpPr>
          <p:spPr bwMode="auto">
            <a:xfrm>
              <a:off x="4331" y="2736"/>
              <a:ext cx="88" cy="316"/>
            </a:xfrm>
            <a:custGeom>
              <a:avLst/>
              <a:gdLst>
                <a:gd name="T0" fmla="*/ 23 w 138"/>
                <a:gd name="T1" fmla="*/ 81 h 498"/>
                <a:gd name="T2" fmla="*/ 21 w 138"/>
                <a:gd name="T3" fmla="*/ 56 h 498"/>
                <a:gd name="T4" fmla="*/ 17 w 138"/>
                <a:gd name="T5" fmla="*/ 37 h 498"/>
                <a:gd name="T6" fmla="*/ 11 w 138"/>
                <a:gd name="T7" fmla="*/ 19 h 498"/>
                <a:gd name="T8" fmla="*/ 6 w 138"/>
                <a:gd name="T9" fmla="*/ 8 h 498"/>
                <a:gd name="T10" fmla="*/ 0 w 138"/>
                <a:gd name="T11" fmla="*/ 0 h 4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8"/>
                <a:gd name="T19" fmla="*/ 0 h 498"/>
                <a:gd name="T20" fmla="*/ 138 w 138"/>
                <a:gd name="T21" fmla="*/ 498 h 49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8" h="498">
                  <a:moveTo>
                    <a:pt x="138" y="498"/>
                  </a:moveTo>
                  <a:lnTo>
                    <a:pt x="127" y="343"/>
                  </a:lnTo>
                  <a:lnTo>
                    <a:pt x="103" y="228"/>
                  </a:lnTo>
                  <a:lnTo>
                    <a:pt x="67" y="116"/>
                  </a:lnTo>
                  <a:lnTo>
                    <a:pt x="36" y="48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6600"/>
              </a:solidFill>
              <a:round/>
              <a:headEnd type="triangle" w="sm" len="lg"/>
              <a:tailEnd type="triangle" w="sm" len="lg"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151"/>
            <p:cNvSpPr/>
            <p:nvPr/>
          </p:nvSpPr>
          <p:spPr bwMode="auto">
            <a:xfrm>
              <a:off x="3845" y="1932"/>
              <a:ext cx="67" cy="69"/>
            </a:xfrm>
            <a:custGeom>
              <a:avLst/>
              <a:gdLst>
                <a:gd name="T0" fmla="*/ 0 w 106"/>
                <a:gd name="T1" fmla="*/ 18 h 109"/>
                <a:gd name="T2" fmla="*/ 17 w 106"/>
                <a:gd name="T3" fmla="*/ 0 h 109"/>
                <a:gd name="T4" fmla="*/ 0 60000 65536"/>
                <a:gd name="T5" fmla="*/ 0 60000 65536"/>
                <a:gd name="T6" fmla="*/ 0 w 106"/>
                <a:gd name="T7" fmla="*/ 0 h 109"/>
                <a:gd name="T8" fmla="*/ 106 w 106"/>
                <a:gd name="T9" fmla="*/ 109 h 10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6" h="109">
                  <a:moveTo>
                    <a:pt x="0" y="109"/>
                  </a:moveTo>
                  <a:lnTo>
                    <a:pt x="106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Freeform 152"/>
            <p:cNvSpPr/>
            <p:nvPr/>
          </p:nvSpPr>
          <p:spPr bwMode="auto">
            <a:xfrm>
              <a:off x="3916" y="1928"/>
              <a:ext cx="610" cy="610"/>
            </a:xfrm>
            <a:custGeom>
              <a:avLst/>
              <a:gdLst>
                <a:gd name="T0" fmla="*/ 0 w 960"/>
                <a:gd name="T1" fmla="*/ 0 h 960"/>
                <a:gd name="T2" fmla="*/ 157 w 960"/>
                <a:gd name="T3" fmla="*/ 157 h 960"/>
                <a:gd name="T4" fmla="*/ 0 60000 65536"/>
                <a:gd name="T5" fmla="*/ 0 60000 65536"/>
                <a:gd name="T6" fmla="*/ 0 w 960"/>
                <a:gd name="T7" fmla="*/ 0 h 960"/>
                <a:gd name="T8" fmla="*/ 960 w 960"/>
                <a:gd name="T9" fmla="*/ 960 h 96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60" h="960">
                  <a:moveTo>
                    <a:pt x="0" y="0"/>
                  </a:moveTo>
                  <a:lnTo>
                    <a:pt x="960" y="96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Text Box 153"/>
            <p:cNvSpPr txBox="1">
              <a:spLocks noChangeArrowheads="1"/>
            </p:cNvSpPr>
            <p:nvPr/>
          </p:nvSpPr>
          <p:spPr bwMode="auto">
            <a:xfrm>
              <a:off x="4373" y="2791"/>
              <a:ext cx="481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en-US" altLang="zh-CN" sz="2400" i="1" kern="0">
                  <a:solidFill>
                    <a:srgbClr val="FF66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30° </a:t>
              </a:r>
              <a:endParaRPr kumimoji="1" lang="en-US" altLang="zh-CN" sz="2400" kern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8" name="Group 154"/>
            <p:cNvGrpSpPr/>
            <p:nvPr/>
          </p:nvGrpSpPr>
          <p:grpSpPr bwMode="auto">
            <a:xfrm>
              <a:off x="3325" y="3262"/>
              <a:ext cx="975" cy="955"/>
              <a:chOff x="1901" y="2466"/>
              <a:chExt cx="1535" cy="1504"/>
            </a:xfrm>
          </p:grpSpPr>
          <p:sp>
            <p:nvSpPr>
              <p:cNvPr id="112" name="Oval 155"/>
              <p:cNvSpPr>
                <a:spLocks noChangeArrowheads="1"/>
              </p:cNvSpPr>
              <p:nvPr/>
            </p:nvSpPr>
            <p:spPr bwMode="auto">
              <a:xfrm>
                <a:off x="2185" y="3510"/>
                <a:ext cx="183" cy="183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Oval 156"/>
              <p:cNvSpPr>
                <a:spLocks noChangeArrowheads="1"/>
              </p:cNvSpPr>
              <p:nvPr/>
            </p:nvSpPr>
            <p:spPr bwMode="auto">
              <a:xfrm>
                <a:off x="1986" y="2545"/>
                <a:ext cx="1352" cy="1352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Oval 157"/>
              <p:cNvSpPr>
                <a:spLocks noChangeArrowheads="1"/>
              </p:cNvSpPr>
              <p:nvPr/>
            </p:nvSpPr>
            <p:spPr bwMode="auto">
              <a:xfrm>
                <a:off x="2279" y="2837"/>
                <a:ext cx="760" cy="755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Oval 158"/>
              <p:cNvSpPr>
                <a:spLocks noChangeArrowheads="1"/>
              </p:cNvSpPr>
              <p:nvPr/>
            </p:nvSpPr>
            <p:spPr bwMode="auto">
              <a:xfrm>
                <a:off x="2406" y="2965"/>
                <a:ext cx="505" cy="505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Freeform 159"/>
              <p:cNvSpPr/>
              <p:nvPr/>
            </p:nvSpPr>
            <p:spPr bwMode="auto">
              <a:xfrm>
                <a:off x="2932" y="3491"/>
                <a:ext cx="208" cy="208"/>
              </a:xfrm>
              <a:custGeom>
                <a:avLst/>
                <a:gdLst>
                  <a:gd name="T0" fmla="*/ 1 w 1245"/>
                  <a:gd name="T1" fmla="*/ 1 h 1246"/>
                  <a:gd name="T2" fmla="*/ 0 w 1245"/>
                  <a:gd name="T3" fmla="*/ 0 h 1246"/>
                  <a:gd name="T4" fmla="*/ 0 w 1245"/>
                  <a:gd name="T5" fmla="*/ 0 h 1246"/>
                  <a:gd name="T6" fmla="*/ 0 60000 65536"/>
                  <a:gd name="T7" fmla="*/ 0 60000 65536"/>
                  <a:gd name="T8" fmla="*/ 0 60000 65536"/>
                  <a:gd name="T9" fmla="*/ 0 w 1245"/>
                  <a:gd name="T10" fmla="*/ 0 h 1246"/>
                  <a:gd name="T11" fmla="*/ 1245 w 1245"/>
                  <a:gd name="T12" fmla="*/ 1246 h 12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45" h="1246">
                    <a:moveTo>
                      <a:pt x="1245" y="124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Freeform 160"/>
              <p:cNvSpPr/>
              <p:nvPr/>
            </p:nvSpPr>
            <p:spPr bwMode="auto">
              <a:xfrm>
                <a:off x="2183" y="3491"/>
                <a:ext cx="208" cy="208"/>
              </a:xfrm>
              <a:custGeom>
                <a:avLst/>
                <a:gdLst>
                  <a:gd name="T0" fmla="*/ 0 w 1247"/>
                  <a:gd name="T1" fmla="*/ 1 h 1246"/>
                  <a:gd name="T2" fmla="*/ 1 w 1247"/>
                  <a:gd name="T3" fmla="*/ 0 h 1246"/>
                  <a:gd name="T4" fmla="*/ 1 w 1247"/>
                  <a:gd name="T5" fmla="*/ 0 h 1246"/>
                  <a:gd name="T6" fmla="*/ 0 60000 65536"/>
                  <a:gd name="T7" fmla="*/ 0 60000 65536"/>
                  <a:gd name="T8" fmla="*/ 0 60000 65536"/>
                  <a:gd name="T9" fmla="*/ 0 w 1247"/>
                  <a:gd name="T10" fmla="*/ 0 h 1246"/>
                  <a:gd name="T11" fmla="*/ 1247 w 1247"/>
                  <a:gd name="T12" fmla="*/ 1246 h 12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47" h="1246">
                    <a:moveTo>
                      <a:pt x="0" y="1246"/>
                    </a:moveTo>
                    <a:lnTo>
                      <a:pt x="1246" y="0"/>
                    </a:lnTo>
                    <a:lnTo>
                      <a:pt x="124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Freeform 161"/>
              <p:cNvSpPr/>
              <p:nvPr/>
            </p:nvSpPr>
            <p:spPr bwMode="auto">
              <a:xfrm>
                <a:off x="2184" y="2730"/>
                <a:ext cx="186" cy="198"/>
              </a:xfrm>
              <a:custGeom>
                <a:avLst/>
                <a:gdLst>
                  <a:gd name="T0" fmla="*/ 186 w 186"/>
                  <a:gd name="T1" fmla="*/ 198 h 198"/>
                  <a:gd name="T2" fmla="*/ 0 w 186"/>
                  <a:gd name="T3" fmla="*/ 0 h 198"/>
                  <a:gd name="T4" fmla="*/ 0 60000 65536"/>
                  <a:gd name="T5" fmla="*/ 0 60000 65536"/>
                  <a:gd name="T6" fmla="*/ 0 w 186"/>
                  <a:gd name="T7" fmla="*/ 0 h 198"/>
                  <a:gd name="T8" fmla="*/ 186 w 186"/>
                  <a:gd name="T9" fmla="*/ 198 h 19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86" h="198">
                    <a:moveTo>
                      <a:pt x="186" y="19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Freeform 162"/>
              <p:cNvSpPr/>
              <p:nvPr/>
            </p:nvSpPr>
            <p:spPr bwMode="auto">
              <a:xfrm>
                <a:off x="2953" y="2741"/>
                <a:ext cx="187" cy="187"/>
              </a:xfrm>
              <a:custGeom>
                <a:avLst/>
                <a:gdLst>
                  <a:gd name="T0" fmla="*/ 0 w 1122"/>
                  <a:gd name="T1" fmla="*/ 1 h 1121"/>
                  <a:gd name="T2" fmla="*/ 1 w 1122"/>
                  <a:gd name="T3" fmla="*/ 0 h 1121"/>
                  <a:gd name="T4" fmla="*/ 1 w 1122"/>
                  <a:gd name="T5" fmla="*/ 0 h 1121"/>
                  <a:gd name="T6" fmla="*/ 0 60000 65536"/>
                  <a:gd name="T7" fmla="*/ 0 60000 65536"/>
                  <a:gd name="T8" fmla="*/ 0 60000 65536"/>
                  <a:gd name="T9" fmla="*/ 0 w 1122"/>
                  <a:gd name="T10" fmla="*/ 0 h 1121"/>
                  <a:gd name="T11" fmla="*/ 1122 w 1122"/>
                  <a:gd name="T12" fmla="*/ 1121 h 112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22" h="1121">
                    <a:moveTo>
                      <a:pt x="0" y="1121"/>
                    </a:moveTo>
                    <a:lnTo>
                      <a:pt x="1120" y="0"/>
                    </a:lnTo>
                    <a:lnTo>
                      <a:pt x="112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20" name="Group 163"/>
              <p:cNvGrpSpPr/>
              <p:nvPr/>
            </p:nvGrpSpPr>
            <p:grpSpPr bwMode="auto">
              <a:xfrm>
                <a:off x="2661" y="2466"/>
                <a:ext cx="1" cy="1504"/>
                <a:chOff x="2661" y="2466"/>
                <a:chExt cx="1" cy="1504"/>
              </a:xfrm>
            </p:grpSpPr>
            <p:sp>
              <p:nvSpPr>
                <p:cNvPr id="148" name="Freeform 164"/>
                <p:cNvSpPr/>
                <p:nvPr/>
              </p:nvSpPr>
              <p:spPr bwMode="auto">
                <a:xfrm>
                  <a:off x="2661" y="2466"/>
                  <a:ext cx="1" cy="810"/>
                </a:xfrm>
                <a:custGeom>
                  <a:avLst/>
                  <a:gdLst>
                    <a:gd name="T0" fmla="*/ 0 w 1"/>
                    <a:gd name="T1" fmla="*/ 0 h 4858"/>
                    <a:gd name="T2" fmla="*/ 0 w 1"/>
                    <a:gd name="T3" fmla="*/ 4 h 4858"/>
                    <a:gd name="T4" fmla="*/ 1 w 1"/>
                    <a:gd name="T5" fmla="*/ 4 h 4858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4858"/>
                    <a:gd name="T11" fmla="*/ 1 w 1"/>
                    <a:gd name="T12" fmla="*/ 4858 h 485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4858">
                      <a:moveTo>
                        <a:pt x="0" y="0"/>
                      </a:moveTo>
                      <a:lnTo>
                        <a:pt x="0" y="4858"/>
                      </a:lnTo>
                      <a:lnTo>
                        <a:pt x="1" y="4858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9" name="Freeform 165"/>
                <p:cNvSpPr/>
                <p:nvPr/>
              </p:nvSpPr>
              <p:spPr bwMode="auto">
                <a:xfrm>
                  <a:off x="2661" y="3387"/>
                  <a:ext cx="1" cy="583"/>
                </a:xfrm>
                <a:custGeom>
                  <a:avLst/>
                  <a:gdLst>
                    <a:gd name="T0" fmla="*/ 0 w 1"/>
                    <a:gd name="T1" fmla="*/ 0 h 3496"/>
                    <a:gd name="T2" fmla="*/ 0 w 1"/>
                    <a:gd name="T3" fmla="*/ 3 h 3496"/>
                    <a:gd name="T4" fmla="*/ 1 w 1"/>
                    <a:gd name="T5" fmla="*/ 3 h 3496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3496"/>
                    <a:gd name="T11" fmla="*/ 1 w 1"/>
                    <a:gd name="T12" fmla="*/ 3496 h 349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3496">
                      <a:moveTo>
                        <a:pt x="0" y="0"/>
                      </a:moveTo>
                      <a:lnTo>
                        <a:pt x="0" y="3496"/>
                      </a:lnTo>
                      <a:lnTo>
                        <a:pt x="1" y="3496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50" name="Freeform 166"/>
                <p:cNvSpPr/>
                <p:nvPr/>
              </p:nvSpPr>
              <p:spPr bwMode="auto">
                <a:xfrm>
                  <a:off x="2661" y="3320"/>
                  <a:ext cx="1" cy="23"/>
                </a:xfrm>
                <a:custGeom>
                  <a:avLst/>
                  <a:gdLst>
                    <a:gd name="T0" fmla="*/ 0 w 1"/>
                    <a:gd name="T1" fmla="*/ 0 h 134"/>
                    <a:gd name="T2" fmla="*/ 0 w 1"/>
                    <a:gd name="T3" fmla="*/ 0 h 134"/>
                    <a:gd name="T4" fmla="*/ 1 w 1"/>
                    <a:gd name="T5" fmla="*/ 0 h 134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134"/>
                    <a:gd name="T11" fmla="*/ 1 w 1"/>
                    <a:gd name="T12" fmla="*/ 134 h 13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134">
                      <a:moveTo>
                        <a:pt x="0" y="0"/>
                      </a:moveTo>
                      <a:lnTo>
                        <a:pt x="0" y="134"/>
                      </a:lnTo>
                      <a:lnTo>
                        <a:pt x="1" y="134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1" name="Group 167"/>
              <p:cNvGrpSpPr/>
              <p:nvPr/>
            </p:nvGrpSpPr>
            <p:grpSpPr bwMode="auto">
              <a:xfrm>
                <a:off x="1901" y="3220"/>
                <a:ext cx="1535" cy="1"/>
                <a:chOff x="1901" y="3220"/>
                <a:chExt cx="1535" cy="1"/>
              </a:xfrm>
            </p:grpSpPr>
            <p:sp>
              <p:nvSpPr>
                <p:cNvPr id="145" name="Freeform 168"/>
                <p:cNvSpPr/>
                <p:nvPr/>
              </p:nvSpPr>
              <p:spPr bwMode="auto">
                <a:xfrm>
                  <a:off x="1901" y="3220"/>
                  <a:ext cx="847" cy="1"/>
                </a:xfrm>
                <a:custGeom>
                  <a:avLst/>
                  <a:gdLst>
                    <a:gd name="T0" fmla="*/ 0 w 5082"/>
                    <a:gd name="T1" fmla="*/ 0 h 1"/>
                    <a:gd name="T2" fmla="*/ 4 w 5082"/>
                    <a:gd name="T3" fmla="*/ 0 h 1"/>
                    <a:gd name="T4" fmla="*/ 4 w 5082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5082"/>
                    <a:gd name="T10" fmla="*/ 0 h 1"/>
                    <a:gd name="T11" fmla="*/ 5082 w 5082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082" h="1">
                      <a:moveTo>
                        <a:pt x="0" y="0"/>
                      </a:moveTo>
                      <a:lnTo>
                        <a:pt x="5080" y="0"/>
                      </a:lnTo>
                      <a:lnTo>
                        <a:pt x="5082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6" name="Freeform 169"/>
                <p:cNvSpPr/>
                <p:nvPr/>
              </p:nvSpPr>
              <p:spPr bwMode="auto">
                <a:xfrm>
                  <a:off x="2792" y="3220"/>
                  <a:ext cx="34" cy="1"/>
                </a:xfrm>
                <a:custGeom>
                  <a:avLst/>
                  <a:gdLst>
                    <a:gd name="T0" fmla="*/ 0 w 201"/>
                    <a:gd name="T1" fmla="*/ 0 h 1"/>
                    <a:gd name="T2" fmla="*/ 0 w 201"/>
                    <a:gd name="T3" fmla="*/ 0 h 1"/>
                    <a:gd name="T4" fmla="*/ 0 w 201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201"/>
                    <a:gd name="T10" fmla="*/ 0 h 1"/>
                    <a:gd name="T11" fmla="*/ 201 w 201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1" h="1">
                      <a:moveTo>
                        <a:pt x="0" y="0"/>
                      </a:moveTo>
                      <a:lnTo>
                        <a:pt x="200" y="0"/>
                      </a:lnTo>
                      <a:lnTo>
                        <a:pt x="201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7" name="Freeform 170"/>
                <p:cNvSpPr/>
                <p:nvPr/>
              </p:nvSpPr>
              <p:spPr bwMode="auto">
                <a:xfrm>
                  <a:off x="2870" y="3220"/>
                  <a:ext cx="566" cy="1"/>
                </a:xfrm>
                <a:custGeom>
                  <a:avLst/>
                  <a:gdLst>
                    <a:gd name="T0" fmla="*/ 0 w 3395"/>
                    <a:gd name="T1" fmla="*/ 0 h 1"/>
                    <a:gd name="T2" fmla="*/ 3 w 3395"/>
                    <a:gd name="T3" fmla="*/ 0 h 1"/>
                    <a:gd name="T4" fmla="*/ 3 w 3395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3395"/>
                    <a:gd name="T10" fmla="*/ 0 h 1"/>
                    <a:gd name="T11" fmla="*/ 3395 w 3395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395" h="1">
                      <a:moveTo>
                        <a:pt x="0" y="0"/>
                      </a:moveTo>
                      <a:lnTo>
                        <a:pt x="3394" y="0"/>
                      </a:lnTo>
                      <a:lnTo>
                        <a:pt x="3395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2" name="Group 171"/>
              <p:cNvGrpSpPr/>
              <p:nvPr/>
            </p:nvGrpSpPr>
            <p:grpSpPr bwMode="auto">
              <a:xfrm>
                <a:off x="2122" y="2682"/>
                <a:ext cx="1078" cy="1077"/>
                <a:chOff x="2122" y="2682"/>
                <a:chExt cx="1078" cy="1077"/>
              </a:xfrm>
            </p:grpSpPr>
            <p:sp>
              <p:nvSpPr>
                <p:cNvPr id="139" name="Freeform 172"/>
                <p:cNvSpPr/>
                <p:nvPr/>
              </p:nvSpPr>
              <p:spPr bwMode="auto">
                <a:xfrm>
                  <a:off x="3176" y="3052"/>
                  <a:ext cx="10" cy="37"/>
                </a:xfrm>
                <a:custGeom>
                  <a:avLst/>
                  <a:gdLst>
                    <a:gd name="T0" fmla="*/ 0 w 63"/>
                    <a:gd name="T1" fmla="*/ 0 h 219"/>
                    <a:gd name="T2" fmla="*/ 0 w 63"/>
                    <a:gd name="T3" fmla="*/ 0 h 219"/>
                    <a:gd name="T4" fmla="*/ 0 w 63"/>
                    <a:gd name="T5" fmla="*/ 0 h 219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219"/>
                    <a:gd name="T11" fmla="*/ 63 w 63"/>
                    <a:gd name="T12" fmla="*/ 219 h 21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219">
                      <a:moveTo>
                        <a:pt x="63" y="219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0" name="Freeform 173"/>
                <p:cNvSpPr/>
                <p:nvPr/>
              </p:nvSpPr>
              <p:spPr bwMode="auto">
                <a:xfrm>
                  <a:off x="2604" y="2682"/>
                  <a:ext cx="557" cy="331"/>
                </a:xfrm>
                <a:custGeom>
                  <a:avLst/>
                  <a:gdLst>
                    <a:gd name="T0" fmla="*/ 2 w 3343"/>
                    <a:gd name="T1" fmla="*/ 1 h 1989"/>
                    <a:gd name="T2" fmla="*/ 2 w 3343"/>
                    <a:gd name="T3" fmla="*/ 1 h 1989"/>
                    <a:gd name="T4" fmla="*/ 2 w 3343"/>
                    <a:gd name="T5" fmla="*/ 0 h 1989"/>
                    <a:gd name="T6" fmla="*/ 1 w 3343"/>
                    <a:gd name="T7" fmla="*/ 0 h 1989"/>
                    <a:gd name="T8" fmla="*/ 1 w 3343"/>
                    <a:gd name="T9" fmla="*/ 0 h 1989"/>
                    <a:gd name="T10" fmla="*/ 0 w 3343"/>
                    <a:gd name="T11" fmla="*/ 0 h 1989"/>
                    <a:gd name="T12" fmla="*/ 0 w 3343"/>
                    <a:gd name="T13" fmla="*/ 0 h 19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3343"/>
                    <a:gd name="T22" fmla="*/ 0 h 1989"/>
                    <a:gd name="T23" fmla="*/ 3343 w 3343"/>
                    <a:gd name="T24" fmla="*/ 1989 h 19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3343" h="1989">
                      <a:moveTo>
                        <a:pt x="3343" y="1989"/>
                      </a:moveTo>
                      <a:lnTo>
                        <a:pt x="2930" y="1266"/>
                      </a:lnTo>
                      <a:lnTo>
                        <a:pt x="2346" y="672"/>
                      </a:lnTo>
                      <a:lnTo>
                        <a:pt x="1632" y="247"/>
                      </a:lnTo>
                      <a:lnTo>
                        <a:pt x="831" y="18"/>
                      </a:ln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1" name="Freeform 174"/>
                <p:cNvSpPr/>
                <p:nvPr/>
              </p:nvSpPr>
              <p:spPr bwMode="auto">
                <a:xfrm>
                  <a:off x="2122" y="2714"/>
                  <a:ext cx="346" cy="612"/>
                </a:xfrm>
                <a:custGeom>
                  <a:avLst/>
                  <a:gdLst>
                    <a:gd name="T0" fmla="*/ 2 w 2073"/>
                    <a:gd name="T1" fmla="*/ 0 h 3671"/>
                    <a:gd name="T2" fmla="*/ 1 w 2073"/>
                    <a:gd name="T3" fmla="*/ 0 h 3671"/>
                    <a:gd name="T4" fmla="*/ 1 w 2073"/>
                    <a:gd name="T5" fmla="*/ 1 h 3671"/>
                    <a:gd name="T6" fmla="*/ 0 w 2073"/>
                    <a:gd name="T7" fmla="*/ 2 h 3671"/>
                    <a:gd name="T8" fmla="*/ 0 w 2073"/>
                    <a:gd name="T9" fmla="*/ 2 h 3671"/>
                    <a:gd name="T10" fmla="*/ 0 w 2073"/>
                    <a:gd name="T11" fmla="*/ 3 h 3671"/>
                    <a:gd name="T12" fmla="*/ 0 w 2073"/>
                    <a:gd name="T13" fmla="*/ 3 h 367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073"/>
                    <a:gd name="T22" fmla="*/ 0 h 3671"/>
                    <a:gd name="T23" fmla="*/ 2073 w 2073"/>
                    <a:gd name="T24" fmla="*/ 3671 h 367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073" h="3671">
                      <a:moveTo>
                        <a:pt x="2073" y="0"/>
                      </a:moveTo>
                      <a:lnTo>
                        <a:pt x="1279" y="441"/>
                      </a:lnTo>
                      <a:lnTo>
                        <a:pt x="639" y="1084"/>
                      </a:lnTo>
                      <a:lnTo>
                        <a:pt x="202" y="1879"/>
                      </a:lnTo>
                      <a:lnTo>
                        <a:pt x="0" y="2765"/>
                      </a:lnTo>
                      <a:lnTo>
                        <a:pt x="52" y="3671"/>
                      </a:lnTo>
                      <a:lnTo>
                        <a:pt x="53" y="3671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2" name="Freeform 175"/>
                <p:cNvSpPr/>
                <p:nvPr/>
              </p:nvSpPr>
              <p:spPr bwMode="auto">
                <a:xfrm>
                  <a:off x="2512" y="2693"/>
                  <a:ext cx="26" cy="7"/>
                </a:xfrm>
                <a:custGeom>
                  <a:avLst/>
                  <a:gdLst>
                    <a:gd name="T0" fmla="*/ 0 w 157"/>
                    <a:gd name="T1" fmla="*/ 0 h 42"/>
                    <a:gd name="T2" fmla="*/ 0 w 157"/>
                    <a:gd name="T3" fmla="*/ 0 h 42"/>
                    <a:gd name="T4" fmla="*/ 0 w 157"/>
                    <a:gd name="T5" fmla="*/ 0 h 42"/>
                    <a:gd name="T6" fmla="*/ 0 60000 65536"/>
                    <a:gd name="T7" fmla="*/ 0 60000 65536"/>
                    <a:gd name="T8" fmla="*/ 0 60000 65536"/>
                    <a:gd name="T9" fmla="*/ 0 w 157"/>
                    <a:gd name="T10" fmla="*/ 0 h 42"/>
                    <a:gd name="T11" fmla="*/ 157 w 157"/>
                    <a:gd name="T12" fmla="*/ 42 h 4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7" h="42">
                      <a:moveTo>
                        <a:pt x="157" y="0"/>
                      </a:moveTo>
                      <a:lnTo>
                        <a:pt x="0" y="42"/>
                      </a:lnTo>
                      <a:lnTo>
                        <a:pt x="1" y="42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3" name="Freeform 176"/>
                <p:cNvSpPr/>
                <p:nvPr/>
              </p:nvSpPr>
              <p:spPr bwMode="auto">
                <a:xfrm>
                  <a:off x="2173" y="3131"/>
                  <a:ext cx="1027" cy="628"/>
                </a:xfrm>
                <a:custGeom>
                  <a:avLst/>
                  <a:gdLst>
                    <a:gd name="T0" fmla="*/ 0 w 6162"/>
                    <a:gd name="T1" fmla="*/ 1 h 3769"/>
                    <a:gd name="T2" fmla="*/ 0 w 6162"/>
                    <a:gd name="T3" fmla="*/ 2 h 3769"/>
                    <a:gd name="T4" fmla="*/ 1 w 6162"/>
                    <a:gd name="T5" fmla="*/ 2 h 3769"/>
                    <a:gd name="T6" fmla="*/ 2 w 6162"/>
                    <a:gd name="T7" fmla="*/ 3 h 3769"/>
                    <a:gd name="T8" fmla="*/ 2 w 6162"/>
                    <a:gd name="T9" fmla="*/ 3 h 3769"/>
                    <a:gd name="T10" fmla="*/ 3 w 6162"/>
                    <a:gd name="T11" fmla="*/ 3 h 3769"/>
                    <a:gd name="T12" fmla="*/ 3 w 6162"/>
                    <a:gd name="T13" fmla="*/ 3 h 3769"/>
                    <a:gd name="T14" fmla="*/ 4 w 6162"/>
                    <a:gd name="T15" fmla="*/ 2 h 3769"/>
                    <a:gd name="T16" fmla="*/ 4 w 6162"/>
                    <a:gd name="T17" fmla="*/ 2 h 3769"/>
                    <a:gd name="T18" fmla="*/ 5 w 6162"/>
                    <a:gd name="T19" fmla="*/ 1 h 3769"/>
                    <a:gd name="T20" fmla="*/ 5 w 6162"/>
                    <a:gd name="T21" fmla="*/ 1 h 3769"/>
                    <a:gd name="T22" fmla="*/ 5 w 6162"/>
                    <a:gd name="T23" fmla="*/ 0 h 3769"/>
                    <a:gd name="T24" fmla="*/ 5 w 6162"/>
                    <a:gd name="T25" fmla="*/ 0 h 376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6162"/>
                    <a:gd name="T40" fmla="*/ 0 h 3769"/>
                    <a:gd name="T41" fmla="*/ 6162 w 6162"/>
                    <a:gd name="T42" fmla="*/ 3769 h 3769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6162" h="3769">
                      <a:moveTo>
                        <a:pt x="0" y="1928"/>
                      </a:moveTo>
                      <a:lnTo>
                        <a:pt x="458" y="2636"/>
                      </a:lnTo>
                      <a:lnTo>
                        <a:pt x="1081" y="3202"/>
                      </a:lnTo>
                      <a:lnTo>
                        <a:pt x="1830" y="3588"/>
                      </a:lnTo>
                      <a:lnTo>
                        <a:pt x="2652" y="3769"/>
                      </a:lnTo>
                      <a:lnTo>
                        <a:pt x="3493" y="3732"/>
                      </a:lnTo>
                      <a:lnTo>
                        <a:pt x="4297" y="3480"/>
                      </a:lnTo>
                      <a:lnTo>
                        <a:pt x="5009" y="3028"/>
                      </a:lnTo>
                      <a:lnTo>
                        <a:pt x="5581" y="2410"/>
                      </a:lnTo>
                      <a:lnTo>
                        <a:pt x="5974" y="1664"/>
                      </a:lnTo>
                      <a:lnTo>
                        <a:pt x="6162" y="843"/>
                      </a:lnTo>
                      <a:lnTo>
                        <a:pt x="6133" y="0"/>
                      </a:lnTo>
                      <a:lnTo>
                        <a:pt x="6134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4" name="Freeform 177"/>
                <p:cNvSpPr/>
                <p:nvPr/>
              </p:nvSpPr>
              <p:spPr bwMode="auto">
                <a:xfrm>
                  <a:off x="2145" y="3381"/>
                  <a:ext cx="12" cy="34"/>
                </a:xfrm>
                <a:custGeom>
                  <a:avLst/>
                  <a:gdLst>
                    <a:gd name="T0" fmla="*/ 0 w 72"/>
                    <a:gd name="T1" fmla="*/ 0 h 205"/>
                    <a:gd name="T2" fmla="*/ 0 w 72"/>
                    <a:gd name="T3" fmla="*/ 0 h 205"/>
                    <a:gd name="T4" fmla="*/ 0 w 72"/>
                    <a:gd name="T5" fmla="*/ 0 h 205"/>
                    <a:gd name="T6" fmla="*/ 0 60000 65536"/>
                    <a:gd name="T7" fmla="*/ 0 60000 65536"/>
                    <a:gd name="T8" fmla="*/ 0 60000 65536"/>
                    <a:gd name="T9" fmla="*/ 0 w 72"/>
                    <a:gd name="T10" fmla="*/ 0 h 205"/>
                    <a:gd name="T11" fmla="*/ 72 w 72"/>
                    <a:gd name="T12" fmla="*/ 205 h 20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2" h="205">
                      <a:moveTo>
                        <a:pt x="0" y="0"/>
                      </a:moveTo>
                      <a:lnTo>
                        <a:pt x="71" y="205"/>
                      </a:lnTo>
                      <a:lnTo>
                        <a:pt x="72" y="205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3" name="Group 178"/>
              <p:cNvGrpSpPr/>
              <p:nvPr/>
            </p:nvGrpSpPr>
            <p:grpSpPr bwMode="auto">
              <a:xfrm>
                <a:off x="2281" y="2839"/>
                <a:ext cx="762" cy="762"/>
                <a:chOff x="2281" y="2839"/>
                <a:chExt cx="762" cy="762"/>
              </a:xfrm>
            </p:grpSpPr>
            <p:sp>
              <p:nvSpPr>
                <p:cNvPr id="127" name="Freeform 179"/>
                <p:cNvSpPr/>
                <p:nvPr/>
              </p:nvSpPr>
              <p:spPr bwMode="auto">
                <a:xfrm>
                  <a:off x="2281" y="2839"/>
                  <a:ext cx="346" cy="346"/>
                </a:xfrm>
                <a:custGeom>
                  <a:avLst/>
                  <a:gdLst>
                    <a:gd name="T0" fmla="*/ 0 w 2081"/>
                    <a:gd name="T1" fmla="*/ 2 h 2081"/>
                    <a:gd name="T2" fmla="*/ 2 w 2081"/>
                    <a:gd name="T3" fmla="*/ 0 h 2081"/>
                    <a:gd name="T4" fmla="*/ 2 w 2081"/>
                    <a:gd name="T5" fmla="*/ 0 h 2081"/>
                    <a:gd name="T6" fmla="*/ 0 60000 65536"/>
                    <a:gd name="T7" fmla="*/ 0 60000 65536"/>
                    <a:gd name="T8" fmla="*/ 0 60000 65536"/>
                    <a:gd name="T9" fmla="*/ 0 w 2081"/>
                    <a:gd name="T10" fmla="*/ 0 h 2081"/>
                    <a:gd name="T11" fmla="*/ 2081 w 2081"/>
                    <a:gd name="T12" fmla="*/ 2081 h 20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81" h="2081">
                      <a:moveTo>
                        <a:pt x="0" y="2081"/>
                      </a:moveTo>
                      <a:lnTo>
                        <a:pt x="2080" y="0"/>
                      </a:lnTo>
                      <a:lnTo>
                        <a:pt x="2081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8" name="Freeform 180"/>
                <p:cNvSpPr/>
                <p:nvPr/>
              </p:nvSpPr>
              <p:spPr bwMode="auto">
                <a:xfrm>
                  <a:off x="2294" y="3212"/>
                  <a:ext cx="113" cy="113"/>
                </a:xfrm>
                <a:custGeom>
                  <a:avLst/>
                  <a:gdLst>
                    <a:gd name="T0" fmla="*/ 0 w 679"/>
                    <a:gd name="T1" fmla="*/ 0 h 678"/>
                    <a:gd name="T2" fmla="*/ 0 w 679"/>
                    <a:gd name="T3" fmla="*/ 0 h 678"/>
                    <a:gd name="T4" fmla="*/ 0 w 679"/>
                    <a:gd name="T5" fmla="*/ 0 h 678"/>
                    <a:gd name="T6" fmla="*/ 0 60000 65536"/>
                    <a:gd name="T7" fmla="*/ 0 60000 65536"/>
                    <a:gd name="T8" fmla="*/ 0 60000 65536"/>
                    <a:gd name="T9" fmla="*/ 0 w 679"/>
                    <a:gd name="T10" fmla="*/ 0 h 678"/>
                    <a:gd name="T11" fmla="*/ 679 w 679"/>
                    <a:gd name="T12" fmla="*/ 678 h 67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79" h="678">
                      <a:moveTo>
                        <a:pt x="0" y="678"/>
                      </a:moveTo>
                      <a:lnTo>
                        <a:pt x="678" y="0"/>
                      </a:lnTo>
                      <a:lnTo>
                        <a:pt x="679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9" name="Freeform 181"/>
                <p:cNvSpPr/>
                <p:nvPr/>
              </p:nvSpPr>
              <p:spPr bwMode="auto">
                <a:xfrm>
                  <a:off x="2654" y="2852"/>
                  <a:ext cx="113" cy="113"/>
                </a:xfrm>
                <a:custGeom>
                  <a:avLst/>
                  <a:gdLst>
                    <a:gd name="T0" fmla="*/ 0 w 679"/>
                    <a:gd name="T1" fmla="*/ 1 h 677"/>
                    <a:gd name="T2" fmla="*/ 0 w 679"/>
                    <a:gd name="T3" fmla="*/ 0 h 677"/>
                    <a:gd name="T4" fmla="*/ 0 w 679"/>
                    <a:gd name="T5" fmla="*/ 0 h 677"/>
                    <a:gd name="T6" fmla="*/ 0 60000 65536"/>
                    <a:gd name="T7" fmla="*/ 0 60000 65536"/>
                    <a:gd name="T8" fmla="*/ 0 60000 65536"/>
                    <a:gd name="T9" fmla="*/ 0 w 679"/>
                    <a:gd name="T10" fmla="*/ 0 h 677"/>
                    <a:gd name="T11" fmla="*/ 679 w 679"/>
                    <a:gd name="T12" fmla="*/ 677 h 67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79" h="677">
                      <a:moveTo>
                        <a:pt x="0" y="677"/>
                      </a:moveTo>
                      <a:lnTo>
                        <a:pt x="678" y="0"/>
                      </a:lnTo>
                      <a:lnTo>
                        <a:pt x="679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0" name="Freeform 182"/>
                <p:cNvSpPr/>
                <p:nvPr/>
              </p:nvSpPr>
              <p:spPr bwMode="auto">
                <a:xfrm>
                  <a:off x="2342" y="3337"/>
                  <a:ext cx="93" cy="93"/>
                </a:xfrm>
                <a:custGeom>
                  <a:avLst/>
                  <a:gdLst>
                    <a:gd name="T0" fmla="*/ 0 w 559"/>
                    <a:gd name="T1" fmla="*/ 0 h 560"/>
                    <a:gd name="T2" fmla="*/ 0 w 559"/>
                    <a:gd name="T3" fmla="*/ 0 h 560"/>
                    <a:gd name="T4" fmla="*/ 0 w 559"/>
                    <a:gd name="T5" fmla="*/ 0 h 560"/>
                    <a:gd name="T6" fmla="*/ 0 60000 65536"/>
                    <a:gd name="T7" fmla="*/ 0 60000 65536"/>
                    <a:gd name="T8" fmla="*/ 0 60000 65536"/>
                    <a:gd name="T9" fmla="*/ 0 w 559"/>
                    <a:gd name="T10" fmla="*/ 0 h 560"/>
                    <a:gd name="T11" fmla="*/ 559 w 559"/>
                    <a:gd name="T12" fmla="*/ 560 h 56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9" h="560">
                      <a:moveTo>
                        <a:pt x="0" y="560"/>
                      </a:moveTo>
                      <a:lnTo>
                        <a:pt x="558" y="0"/>
                      </a:lnTo>
                      <a:lnTo>
                        <a:pt x="559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1" name="Freeform 183"/>
                <p:cNvSpPr/>
                <p:nvPr/>
              </p:nvSpPr>
              <p:spPr bwMode="auto">
                <a:xfrm>
                  <a:off x="2778" y="2900"/>
                  <a:ext cx="94" cy="93"/>
                </a:xfrm>
                <a:custGeom>
                  <a:avLst/>
                  <a:gdLst>
                    <a:gd name="T0" fmla="*/ 0 w 560"/>
                    <a:gd name="T1" fmla="*/ 0 h 559"/>
                    <a:gd name="T2" fmla="*/ 1 w 560"/>
                    <a:gd name="T3" fmla="*/ 0 h 559"/>
                    <a:gd name="T4" fmla="*/ 1 w 560"/>
                    <a:gd name="T5" fmla="*/ 0 h 559"/>
                    <a:gd name="T6" fmla="*/ 0 60000 65536"/>
                    <a:gd name="T7" fmla="*/ 0 60000 65536"/>
                    <a:gd name="T8" fmla="*/ 0 60000 65536"/>
                    <a:gd name="T9" fmla="*/ 0 w 560"/>
                    <a:gd name="T10" fmla="*/ 0 h 559"/>
                    <a:gd name="T11" fmla="*/ 560 w 560"/>
                    <a:gd name="T12" fmla="*/ 559 h 55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60" h="559">
                      <a:moveTo>
                        <a:pt x="0" y="559"/>
                      </a:moveTo>
                      <a:lnTo>
                        <a:pt x="559" y="0"/>
                      </a:lnTo>
                      <a:lnTo>
                        <a:pt x="560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2" name="Freeform 184"/>
                <p:cNvSpPr/>
                <p:nvPr/>
              </p:nvSpPr>
              <p:spPr bwMode="auto">
                <a:xfrm>
                  <a:off x="2413" y="3420"/>
                  <a:ext cx="91" cy="91"/>
                </a:xfrm>
                <a:custGeom>
                  <a:avLst/>
                  <a:gdLst>
                    <a:gd name="T0" fmla="*/ 0 w 544"/>
                    <a:gd name="T1" fmla="*/ 1 h 544"/>
                    <a:gd name="T2" fmla="*/ 1 w 544"/>
                    <a:gd name="T3" fmla="*/ 0 h 544"/>
                    <a:gd name="T4" fmla="*/ 1 w 544"/>
                    <a:gd name="T5" fmla="*/ 0 h 544"/>
                    <a:gd name="T6" fmla="*/ 0 60000 65536"/>
                    <a:gd name="T7" fmla="*/ 0 60000 65536"/>
                    <a:gd name="T8" fmla="*/ 0 60000 65536"/>
                    <a:gd name="T9" fmla="*/ 0 w 544"/>
                    <a:gd name="T10" fmla="*/ 0 h 544"/>
                    <a:gd name="T11" fmla="*/ 544 w 544"/>
                    <a:gd name="T12" fmla="*/ 544 h 54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44" h="544">
                      <a:moveTo>
                        <a:pt x="0" y="544"/>
                      </a:moveTo>
                      <a:lnTo>
                        <a:pt x="543" y="0"/>
                      </a:lnTo>
                      <a:lnTo>
                        <a:pt x="544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3" name="Freeform 185"/>
                <p:cNvSpPr/>
                <p:nvPr/>
              </p:nvSpPr>
              <p:spPr bwMode="auto">
                <a:xfrm>
                  <a:off x="2862" y="2971"/>
                  <a:ext cx="91" cy="91"/>
                </a:xfrm>
                <a:custGeom>
                  <a:avLst/>
                  <a:gdLst>
                    <a:gd name="T0" fmla="*/ 0 w 544"/>
                    <a:gd name="T1" fmla="*/ 1 h 544"/>
                    <a:gd name="T2" fmla="*/ 1 w 544"/>
                    <a:gd name="T3" fmla="*/ 0 h 544"/>
                    <a:gd name="T4" fmla="*/ 1 w 544"/>
                    <a:gd name="T5" fmla="*/ 0 h 544"/>
                    <a:gd name="T6" fmla="*/ 0 60000 65536"/>
                    <a:gd name="T7" fmla="*/ 0 60000 65536"/>
                    <a:gd name="T8" fmla="*/ 0 60000 65536"/>
                    <a:gd name="T9" fmla="*/ 0 w 544"/>
                    <a:gd name="T10" fmla="*/ 0 h 544"/>
                    <a:gd name="T11" fmla="*/ 544 w 544"/>
                    <a:gd name="T12" fmla="*/ 544 h 54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44" h="544">
                      <a:moveTo>
                        <a:pt x="0" y="544"/>
                      </a:moveTo>
                      <a:lnTo>
                        <a:pt x="543" y="0"/>
                      </a:lnTo>
                      <a:lnTo>
                        <a:pt x="544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4" name="Freeform 186"/>
                <p:cNvSpPr/>
                <p:nvPr/>
              </p:nvSpPr>
              <p:spPr bwMode="auto">
                <a:xfrm>
                  <a:off x="2507" y="3470"/>
                  <a:ext cx="101" cy="100"/>
                </a:xfrm>
                <a:custGeom>
                  <a:avLst/>
                  <a:gdLst>
                    <a:gd name="T0" fmla="*/ 0 w 605"/>
                    <a:gd name="T1" fmla="*/ 0 h 604"/>
                    <a:gd name="T2" fmla="*/ 1 w 605"/>
                    <a:gd name="T3" fmla="*/ 0 h 604"/>
                    <a:gd name="T4" fmla="*/ 1 w 605"/>
                    <a:gd name="T5" fmla="*/ 0 h 604"/>
                    <a:gd name="T6" fmla="*/ 0 60000 65536"/>
                    <a:gd name="T7" fmla="*/ 0 60000 65536"/>
                    <a:gd name="T8" fmla="*/ 0 60000 65536"/>
                    <a:gd name="T9" fmla="*/ 0 w 605"/>
                    <a:gd name="T10" fmla="*/ 0 h 604"/>
                    <a:gd name="T11" fmla="*/ 605 w 605"/>
                    <a:gd name="T12" fmla="*/ 604 h 60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05" h="604">
                      <a:moveTo>
                        <a:pt x="0" y="604"/>
                      </a:moveTo>
                      <a:lnTo>
                        <a:pt x="603" y="0"/>
                      </a:lnTo>
                      <a:lnTo>
                        <a:pt x="605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5" name="Freeform 187"/>
                <p:cNvSpPr/>
                <p:nvPr/>
              </p:nvSpPr>
              <p:spPr bwMode="auto">
                <a:xfrm>
                  <a:off x="2911" y="3065"/>
                  <a:ext cx="101" cy="101"/>
                </a:xfrm>
                <a:custGeom>
                  <a:avLst/>
                  <a:gdLst>
                    <a:gd name="T0" fmla="*/ 0 w 605"/>
                    <a:gd name="T1" fmla="*/ 1 h 605"/>
                    <a:gd name="T2" fmla="*/ 1 w 605"/>
                    <a:gd name="T3" fmla="*/ 0 h 605"/>
                    <a:gd name="T4" fmla="*/ 1 w 605"/>
                    <a:gd name="T5" fmla="*/ 0 h 605"/>
                    <a:gd name="T6" fmla="*/ 0 60000 65536"/>
                    <a:gd name="T7" fmla="*/ 0 60000 65536"/>
                    <a:gd name="T8" fmla="*/ 0 60000 65536"/>
                    <a:gd name="T9" fmla="*/ 0 w 605"/>
                    <a:gd name="T10" fmla="*/ 0 h 605"/>
                    <a:gd name="T11" fmla="*/ 605 w 605"/>
                    <a:gd name="T12" fmla="*/ 605 h 60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05" h="605">
                      <a:moveTo>
                        <a:pt x="0" y="605"/>
                      </a:moveTo>
                      <a:lnTo>
                        <a:pt x="604" y="0"/>
                      </a:lnTo>
                      <a:lnTo>
                        <a:pt x="605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6" name="Freeform 188"/>
                <p:cNvSpPr/>
                <p:nvPr/>
              </p:nvSpPr>
              <p:spPr bwMode="auto">
                <a:xfrm>
                  <a:off x="2628" y="3442"/>
                  <a:ext cx="160" cy="159"/>
                </a:xfrm>
                <a:custGeom>
                  <a:avLst/>
                  <a:gdLst>
                    <a:gd name="T0" fmla="*/ 0 w 959"/>
                    <a:gd name="T1" fmla="*/ 1 h 959"/>
                    <a:gd name="T2" fmla="*/ 1 w 959"/>
                    <a:gd name="T3" fmla="*/ 0 h 959"/>
                    <a:gd name="T4" fmla="*/ 1 w 959"/>
                    <a:gd name="T5" fmla="*/ 0 h 959"/>
                    <a:gd name="T6" fmla="*/ 0 60000 65536"/>
                    <a:gd name="T7" fmla="*/ 0 60000 65536"/>
                    <a:gd name="T8" fmla="*/ 0 60000 65536"/>
                    <a:gd name="T9" fmla="*/ 0 w 959"/>
                    <a:gd name="T10" fmla="*/ 0 h 959"/>
                    <a:gd name="T11" fmla="*/ 959 w 959"/>
                    <a:gd name="T12" fmla="*/ 959 h 95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59" h="959">
                      <a:moveTo>
                        <a:pt x="0" y="959"/>
                      </a:moveTo>
                      <a:lnTo>
                        <a:pt x="958" y="0"/>
                      </a:lnTo>
                      <a:lnTo>
                        <a:pt x="959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7" name="Freeform 189"/>
                <p:cNvSpPr/>
                <p:nvPr/>
              </p:nvSpPr>
              <p:spPr bwMode="auto">
                <a:xfrm>
                  <a:off x="2883" y="3187"/>
                  <a:ext cx="160" cy="160"/>
                </a:xfrm>
                <a:custGeom>
                  <a:avLst/>
                  <a:gdLst>
                    <a:gd name="T0" fmla="*/ 0 w 961"/>
                    <a:gd name="T1" fmla="*/ 1 h 959"/>
                    <a:gd name="T2" fmla="*/ 1 w 961"/>
                    <a:gd name="T3" fmla="*/ 0 h 959"/>
                    <a:gd name="T4" fmla="*/ 1 w 961"/>
                    <a:gd name="T5" fmla="*/ 0 h 959"/>
                    <a:gd name="T6" fmla="*/ 0 60000 65536"/>
                    <a:gd name="T7" fmla="*/ 0 60000 65536"/>
                    <a:gd name="T8" fmla="*/ 0 60000 65536"/>
                    <a:gd name="T9" fmla="*/ 0 w 961"/>
                    <a:gd name="T10" fmla="*/ 0 h 959"/>
                    <a:gd name="T11" fmla="*/ 961 w 961"/>
                    <a:gd name="T12" fmla="*/ 959 h 95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61" h="959">
                      <a:moveTo>
                        <a:pt x="0" y="959"/>
                      </a:moveTo>
                      <a:lnTo>
                        <a:pt x="959" y="0"/>
                      </a:lnTo>
                      <a:lnTo>
                        <a:pt x="961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8" name="Freeform 190"/>
                <p:cNvSpPr/>
                <p:nvPr/>
              </p:nvSpPr>
              <p:spPr bwMode="auto">
                <a:xfrm>
                  <a:off x="2809" y="3368"/>
                  <a:ext cx="206" cy="205"/>
                </a:xfrm>
                <a:custGeom>
                  <a:avLst/>
                  <a:gdLst>
                    <a:gd name="T0" fmla="*/ 0 w 1230"/>
                    <a:gd name="T1" fmla="*/ 1 h 1231"/>
                    <a:gd name="T2" fmla="*/ 1 w 1230"/>
                    <a:gd name="T3" fmla="*/ 0 h 1231"/>
                    <a:gd name="T4" fmla="*/ 1 w 1230"/>
                    <a:gd name="T5" fmla="*/ 0 h 1231"/>
                    <a:gd name="T6" fmla="*/ 0 60000 65536"/>
                    <a:gd name="T7" fmla="*/ 0 60000 65536"/>
                    <a:gd name="T8" fmla="*/ 0 60000 65536"/>
                    <a:gd name="T9" fmla="*/ 0 w 1230"/>
                    <a:gd name="T10" fmla="*/ 0 h 1231"/>
                    <a:gd name="T11" fmla="*/ 1230 w 1230"/>
                    <a:gd name="T12" fmla="*/ 1231 h 123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30" h="1231">
                      <a:moveTo>
                        <a:pt x="0" y="1231"/>
                      </a:moveTo>
                      <a:lnTo>
                        <a:pt x="1229" y="0"/>
                      </a:lnTo>
                      <a:lnTo>
                        <a:pt x="1230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24" name="Oval 191"/>
              <p:cNvSpPr>
                <a:spLocks noChangeArrowheads="1"/>
              </p:cNvSpPr>
              <p:nvPr/>
            </p:nvSpPr>
            <p:spPr bwMode="auto">
              <a:xfrm>
                <a:off x="2949" y="2750"/>
                <a:ext cx="183" cy="183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5" name="Oval 192"/>
              <p:cNvSpPr>
                <a:spLocks noChangeArrowheads="1"/>
              </p:cNvSpPr>
              <p:nvPr/>
            </p:nvSpPr>
            <p:spPr bwMode="auto">
              <a:xfrm>
                <a:off x="2192" y="2745"/>
                <a:ext cx="183" cy="183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6" name="Oval 193"/>
              <p:cNvSpPr>
                <a:spLocks noChangeArrowheads="1"/>
              </p:cNvSpPr>
              <p:nvPr/>
            </p:nvSpPr>
            <p:spPr bwMode="auto">
              <a:xfrm>
                <a:off x="2949" y="3504"/>
                <a:ext cx="183" cy="183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9" name="Line 194"/>
            <p:cNvSpPr>
              <a:spLocks noChangeShapeType="1"/>
            </p:cNvSpPr>
            <p:nvPr/>
          </p:nvSpPr>
          <p:spPr bwMode="auto">
            <a:xfrm>
              <a:off x="3379" y="2832"/>
              <a:ext cx="13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Line 195"/>
            <p:cNvSpPr>
              <a:spLocks noChangeShapeType="1"/>
            </p:cNvSpPr>
            <p:nvPr/>
          </p:nvSpPr>
          <p:spPr bwMode="auto">
            <a:xfrm>
              <a:off x="4103" y="2829"/>
              <a:ext cx="13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Text Box 196"/>
            <p:cNvSpPr txBox="1">
              <a:spLocks noChangeArrowheads="1"/>
            </p:cNvSpPr>
            <p:nvPr/>
          </p:nvSpPr>
          <p:spPr bwMode="auto">
            <a:xfrm>
              <a:off x="3523" y="3087"/>
              <a:ext cx="583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en-US" altLang="zh-CN" sz="2400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kumimoji="1" lang="zh-CN" altLang="en-US" sz="2400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－</a:t>
              </a:r>
              <a:r>
                <a:rPr kumimoji="1" lang="en-US" altLang="zh-CN" sz="2400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2" name="Text Box 197"/>
          <p:cNvSpPr txBox="1">
            <a:spLocks noChangeArrowheads="1"/>
          </p:cNvSpPr>
          <p:nvPr/>
        </p:nvSpPr>
        <p:spPr bwMode="auto">
          <a:xfrm>
            <a:off x="657300" y="4725144"/>
            <a:ext cx="7732439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当画出的剖面线与图形的主要轮廓线或剖面区域的轴线平行时，该图形的剖面线应画成与水平成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30°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60°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角，</a:t>
            </a:r>
            <a:r>
              <a:rPr kumimoji="1" lang="zh-CN" altLang="en-US" sz="2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但其倾斜方向与其他图形的剖面线一致。</a:t>
            </a:r>
            <a:endParaRPr kumimoji="1" lang="zh-CN" altLang="en-US" sz="240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42370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画剖视图应注意的问题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矩形 160"/>
          <p:cNvSpPr/>
          <p:nvPr/>
        </p:nvSpPr>
        <p:spPr>
          <a:xfrm>
            <a:off x="6093886" y="0"/>
            <a:ext cx="6098113" cy="6957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剖视图种类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9988024" y="5152434"/>
            <a:ext cx="1401763" cy="609600"/>
          </a:xfrm>
          <a:prstGeom prst="wedgeRectCallout">
            <a:avLst>
              <a:gd name="adj1" fmla="val -9116"/>
              <a:gd name="adj2" fmla="val -132551"/>
            </a:avLst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algn="ctr">
              <a:defRPr/>
            </a:pPr>
            <a:r>
              <a:rPr kumimoji="1" lang="zh-CN" altLang="en-US" sz="20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剖切位置</a:t>
            </a:r>
            <a:endParaRPr kumimoji="1" lang="zh-CN" altLang="en-US" sz="20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6219299" y="3041059"/>
            <a:ext cx="1401763" cy="609600"/>
          </a:xfrm>
          <a:prstGeom prst="wedgeRectCallout">
            <a:avLst>
              <a:gd name="adj1" fmla="val 33125"/>
              <a:gd name="adj2" fmla="val 155731"/>
            </a:avLst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algn="ctr">
              <a:defRPr/>
            </a:pPr>
            <a:r>
              <a:rPr kumimoji="1" lang="zh-CN" altLang="en-US" sz="20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投影方向</a:t>
            </a:r>
            <a:endParaRPr kumimoji="1" lang="zh-CN" altLang="en-US" sz="20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7306737" y="2328272"/>
            <a:ext cx="1401762" cy="609600"/>
          </a:xfrm>
          <a:prstGeom prst="wedgeRectCallout">
            <a:avLst>
              <a:gd name="adj1" fmla="val 47963"/>
              <a:gd name="adj2" fmla="val 123958"/>
            </a:avLst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algn="ctr">
              <a:defRPr/>
            </a:pPr>
            <a:r>
              <a:rPr kumimoji="1" lang="zh-CN" altLang="en-US" sz="20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剖面符号</a:t>
            </a:r>
            <a:endParaRPr kumimoji="1" lang="zh-CN" altLang="en-US" sz="20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6606649" y="5004797"/>
            <a:ext cx="1401763" cy="609600"/>
          </a:xfrm>
          <a:prstGeom prst="wedgeRectCallout">
            <a:avLst>
              <a:gd name="adj1" fmla="val -9458"/>
              <a:gd name="adj2" fmla="val -101824"/>
            </a:avLst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algn="ctr">
              <a:defRPr/>
            </a:pPr>
            <a:r>
              <a:rPr kumimoji="1" lang="zh-CN" altLang="en-US" sz="20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剖面名称</a:t>
            </a:r>
            <a:endParaRPr kumimoji="1" lang="zh-CN" altLang="en-US" sz="20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7878237" y="615359"/>
            <a:ext cx="1479550" cy="609600"/>
          </a:xfrm>
          <a:prstGeom prst="wedgeRectCallout">
            <a:avLst>
              <a:gd name="adj1" fmla="val 44528"/>
              <a:gd name="adj2" fmla="val 184634"/>
            </a:avLst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algn="ctr">
              <a:defRPr/>
            </a:pPr>
            <a:r>
              <a:rPr kumimoji="1" lang="zh-CN" altLang="en-US" sz="20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剖视图名称</a:t>
            </a:r>
            <a:endParaRPr kumimoji="1" lang="zh-CN" altLang="en-US" sz="20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 flipH="1">
            <a:off x="6093887" y="437560"/>
            <a:ext cx="5414962" cy="5764982"/>
          </a:xfrm>
          <a:prstGeom prst="rect">
            <a:avLst/>
          </a:prstGeom>
          <a:solidFill>
            <a:sysClr val="window" lastClr="FFFFFF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 flipV="1">
            <a:off x="9095849" y="2555284"/>
            <a:ext cx="88900" cy="8890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Group 10"/>
          <p:cNvGrpSpPr/>
          <p:nvPr/>
        </p:nvGrpSpPr>
        <p:grpSpPr bwMode="auto">
          <a:xfrm>
            <a:off x="9295874" y="2548934"/>
            <a:ext cx="819150" cy="1109663"/>
            <a:chOff x="4330" y="1612"/>
            <a:chExt cx="516" cy="699"/>
          </a:xfrm>
        </p:grpSpPr>
        <p:sp>
          <p:nvSpPr>
            <p:cNvPr id="12" name="Freeform 11"/>
            <p:cNvSpPr/>
            <p:nvPr/>
          </p:nvSpPr>
          <p:spPr bwMode="auto">
            <a:xfrm>
              <a:off x="4330" y="1612"/>
              <a:ext cx="516" cy="171"/>
            </a:xfrm>
            <a:custGeom>
              <a:avLst/>
              <a:gdLst>
                <a:gd name="T0" fmla="*/ 0 w 516"/>
                <a:gd name="T1" fmla="*/ 0 h 171"/>
                <a:gd name="T2" fmla="*/ 0 w 516"/>
                <a:gd name="T3" fmla="*/ 171 h 171"/>
                <a:gd name="T4" fmla="*/ 516 w 516"/>
                <a:gd name="T5" fmla="*/ 171 h 171"/>
                <a:gd name="T6" fmla="*/ 516 w 516"/>
                <a:gd name="T7" fmla="*/ 0 h 17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6"/>
                <a:gd name="T13" fmla="*/ 0 h 171"/>
                <a:gd name="T14" fmla="*/ 516 w 516"/>
                <a:gd name="T15" fmla="*/ 171 h 17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6" h="171">
                  <a:moveTo>
                    <a:pt x="0" y="0"/>
                  </a:moveTo>
                  <a:lnTo>
                    <a:pt x="0" y="171"/>
                  </a:lnTo>
                  <a:lnTo>
                    <a:pt x="516" y="171"/>
                  </a:lnTo>
                  <a:lnTo>
                    <a:pt x="51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4423" y="1783"/>
              <a:ext cx="0" cy="5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4747" y="1789"/>
              <a:ext cx="0" cy="5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4795" y="1783"/>
              <a:ext cx="0" cy="5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Rectangle 15"/>
          <p:cNvSpPr>
            <a:spLocks noChangeArrowheads="1"/>
          </p:cNvSpPr>
          <p:nvPr/>
        </p:nvSpPr>
        <p:spPr bwMode="auto">
          <a:xfrm>
            <a:off x="9184749" y="2390184"/>
            <a:ext cx="1295400" cy="1352550"/>
          </a:xfrm>
          <a:prstGeom prst="rect">
            <a:avLst/>
          </a:prstGeom>
          <a:solidFill>
            <a:sysClr val="window" lastClr="FFFFFF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7857599" y="3269659"/>
            <a:ext cx="381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Group 17"/>
          <p:cNvGrpSpPr/>
          <p:nvPr/>
        </p:nvGrpSpPr>
        <p:grpSpPr bwMode="auto">
          <a:xfrm>
            <a:off x="7959199" y="3145834"/>
            <a:ext cx="190500" cy="501650"/>
            <a:chOff x="3478" y="1984"/>
            <a:chExt cx="120" cy="336"/>
          </a:xfrm>
        </p:grpSpPr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3478" y="1984"/>
              <a:ext cx="0" cy="3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>
              <a:off x="3598" y="1996"/>
              <a:ext cx="0" cy="3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7784574" y="3075984"/>
            <a:ext cx="476250" cy="704850"/>
          </a:xfrm>
          <a:prstGeom prst="rect">
            <a:avLst/>
          </a:prstGeom>
          <a:solidFill>
            <a:sysClr val="window" lastClr="FFFFFF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>
            <a:off x="9110137" y="3264897"/>
            <a:ext cx="4762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9016474" y="3187109"/>
            <a:ext cx="768350" cy="279400"/>
          </a:xfrm>
          <a:prstGeom prst="rect">
            <a:avLst/>
          </a:prstGeom>
          <a:solidFill>
            <a:sysClr val="window" lastClr="FFFFFF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Group 24"/>
          <p:cNvGrpSpPr/>
          <p:nvPr/>
        </p:nvGrpSpPr>
        <p:grpSpPr bwMode="auto">
          <a:xfrm>
            <a:off x="7400399" y="4644434"/>
            <a:ext cx="3238500" cy="0"/>
            <a:chOff x="3136" y="2928"/>
            <a:chExt cx="2040" cy="0"/>
          </a:xfrm>
        </p:grpSpPr>
        <p:sp>
          <p:nvSpPr>
            <p:cNvPr id="26" name="Line 25"/>
            <p:cNvSpPr>
              <a:spLocks noChangeShapeType="1"/>
            </p:cNvSpPr>
            <p:nvPr/>
          </p:nvSpPr>
          <p:spPr bwMode="auto">
            <a:xfrm>
              <a:off x="3136" y="2928"/>
              <a:ext cx="13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5040" y="2928"/>
              <a:ext cx="13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7054324" y="4379322"/>
            <a:ext cx="36580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en-US" altLang="zh-CN" sz="2000" i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10626199" y="4357097"/>
            <a:ext cx="36580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en-US" altLang="zh-CN" sz="2000" i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9013299" y="2007597"/>
            <a:ext cx="732893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A-A </a:t>
            </a:r>
            <a:endParaRPr kumimoji="1" lang="en-US" altLang="zh-CN" sz="2000" i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Freeform 31"/>
          <p:cNvSpPr/>
          <p:nvPr/>
        </p:nvSpPr>
        <p:spPr bwMode="auto">
          <a:xfrm>
            <a:off x="9295874" y="2555284"/>
            <a:ext cx="819150" cy="271463"/>
          </a:xfrm>
          <a:custGeom>
            <a:avLst/>
            <a:gdLst>
              <a:gd name="T0" fmla="*/ 0 w 516"/>
              <a:gd name="T1" fmla="*/ 0 h 171"/>
              <a:gd name="T2" fmla="*/ 0 w 516"/>
              <a:gd name="T3" fmla="*/ 2147483647 h 171"/>
              <a:gd name="T4" fmla="*/ 2147483647 w 516"/>
              <a:gd name="T5" fmla="*/ 2147483647 h 171"/>
              <a:gd name="T6" fmla="*/ 2147483647 w 516"/>
              <a:gd name="T7" fmla="*/ 0 h 171"/>
              <a:gd name="T8" fmla="*/ 0 60000 65536"/>
              <a:gd name="T9" fmla="*/ 0 60000 65536"/>
              <a:gd name="T10" fmla="*/ 0 60000 65536"/>
              <a:gd name="T11" fmla="*/ 0 60000 65536"/>
              <a:gd name="T12" fmla="*/ 0 w 516"/>
              <a:gd name="T13" fmla="*/ 0 h 171"/>
              <a:gd name="T14" fmla="*/ 516 w 516"/>
              <a:gd name="T15" fmla="*/ 171 h 17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16" h="171">
                <a:moveTo>
                  <a:pt x="0" y="0"/>
                </a:moveTo>
                <a:lnTo>
                  <a:pt x="0" y="171"/>
                </a:lnTo>
                <a:lnTo>
                  <a:pt x="516" y="171"/>
                </a:lnTo>
                <a:lnTo>
                  <a:pt x="516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Group 32"/>
          <p:cNvGrpSpPr/>
          <p:nvPr/>
        </p:nvGrpSpPr>
        <p:grpSpPr bwMode="auto">
          <a:xfrm>
            <a:off x="9443512" y="2823572"/>
            <a:ext cx="590550" cy="828675"/>
            <a:chOff x="4423" y="1789"/>
            <a:chExt cx="372" cy="522"/>
          </a:xfrm>
        </p:grpSpPr>
        <p:sp>
          <p:nvSpPr>
            <p:cNvPr id="33" name="Line 33"/>
            <p:cNvSpPr>
              <a:spLocks noChangeShapeType="1"/>
            </p:cNvSpPr>
            <p:nvPr/>
          </p:nvSpPr>
          <p:spPr bwMode="auto">
            <a:xfrm>
              <a:off x="4423" y="1789"/>
              <a:ext cx="0" cy="52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34"/>
            <p:cNvSpPr>
              <a:spLocks noChangeShapeType="1"/>
            </p:cNvSpPr>
            <p:nvPr/>
          </p:nvSpPr>
          <p:spPr bwMode="auto">
            <a:xfrm>
              <a:off x="4748" y="1789"/>
              <a:ext cx="0" cy="52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35"/>
            <p:cNvSpPr>
              <a:spLocks noChangeShapeType="1"/>
            </p:cNvSpPr>
            <p:nvPr/>
          </p:nvSpPr>
          <p:spPr bwMode="auto">
            <a:xfrm>
              <a:off x="4795" y="1789"/>
              <a:ext cx="0" cy="52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Line 36"/>
          <p:cNvSpPr>
            <a:spLocks noChangeShapeType="1"/>
          </p:cNvSpPr>
          <p:nvPr/>
        </p:nvSpPr>
        <p:spPr bwMode="auto">
          <a:xfrm flipV="1">
            <a:off x="7741712" y="3191872"/>
            <a:ext cx="195262" cy="1952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Line 37"/>
          <p:cNvSpPr>
            <a:spLocks noChangeShapeType="1"/>
          </p:cNvSpPr>
          <p:nvPr/>
        </p:nvSpPr>
        <p:spPr bwMode="auto">
          <a:xfrm flipV="1">
            <a:off x="7746474" y="3301409"/>
            <a:ext cx="195263" cy="1952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Line 38"/>
          <p:cNvSpPr>
            <a:spLocks noChangeShapeType="1"/>
          </p:cNvSpPr>
          <p:nvPr/>
        </p:nvSpPr>
        <p:spPr bwMode="auto">
          <a:xfrm flipV="1">
            <a:off x="7741712" y="3420472"/>
            <a:ext cx="195262" cy="1952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Line 39"/>
          <p:cNvSpPr>
            <a:spLocks noChangeShapeType="1"/>
          </p:cNvSpPr>
          <p:nvPr/>
        </p:nvSpPr>
        <p:spPr bwMode="auto">
          <a:xfrm flipV="1">
            <a:off x="7827437" y="3520484"/>
            <a:ext cx="123825" cy="123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Line 40"/>
          <p:cNvSpPr>
            <a:spLocks noChangeShapeType="1"/>
          </p:cNvSpPr>
          <p:nvPr/>
        </p:nvSpPr>
        <p:spPr bwMode="auto">
          <a:xfrm flipV="1">
            <a:off x="8156049" y="3263309"/>
            <a:ext cx="319088" cy="3190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Line 41"/>
          <p:cNvSpPr>
            <a:spLocks noChangeShapeType="1"/>
          </p:cNvSpPr>
          <p:nvPr/>
        </p:nvSpPr>
        <p:spPr bwMode="auto">
          <a:xfrm flipV="1">
            <a:off x="8151287" y="3272834"/>
            <a:ext cx="200025" cy="2000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Line 42"/>
          <p:cNvSpPr>
            <a:spLocks noChangeShapeType="1"/>
          </p:cNvSpPr>
          <p:nvPr/>
        </p:nvSpPr>
        <p:spPr bwMode="auto">
          <a:xfrm flipV="1">
            <a:off x="8151287" y="3263309"/>
            <a:ext cx="90487" cy="904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Line 43"/>
          <p:cNvSpPr>
            <a:spLocks noChangeShapeType="1"/>
          </p:cNvSpPr>
          <p:nvPr/>
        </p:nvSpPr>
        <p:spPr bwMode="auto">
          <a:xfrm flipV="1">
            <a:off x="8141762" y="3163297"/>
            <a:ext cx="80962" cy="809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Line 44"/>
          <p:cNvSpPr>
            <a:spLocks noChangeShapeType="1"/>
          </p:cNvSpPr>
          <p:nvPr/>
        </p:nvSpPr>
        <p:spPr bwMode="auto">
          <a:xfrm flipV="1">
            <a:off x="8198912" y="3272834"/>
            <a:ext cx="38100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Line 45"/>
          <p:cNvSpPr>
            <a:spLocks noChangeShapeType="1"/>
          </p:cNvSpPr>
          <p:nvPr/>
        </p:nvSpPr>
        <p:spPr bwMode="auto">
          <a:xfrm flipV="1">
            <a:off x="8322737" y="3263309"/>
            <a:ext cx="38100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Line 46"/>
          <p:cNvSpPr>
            <a:spLocks noChangeShapeType="1"/>
          </p:cNvSpPr>
          <p:nvPr/>
        </p:nvSpPr>
        <p:spPr bwMode="auto">
          <a:xfrm flipV="1">
            <a:off x="8437037" y="3272834"/>
            <a:ext cx="38100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Line 47"/>
          <p:cNvSpPr>
            <a:spLocks noChangeShapeType="1"/>
          </p:cNvSpPr>
          <p:nvPr/>
        </p:nvSpPr>
        <p:spPr bwMode="auto">
          <a:xfrm flipV="1">
            <a:off x="8554512" y="3274422"/>
            <a:ext cx="38100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Line 48"/>
          <p:cNvSpPr>
            <a:spLocks noChangeShapeType="1"/>
          </p:cNvSpPr>
          <p:nvPr/>
        </p:nvSpPr>
        <p:spPr bwMode="auto">
          <a:xfrm flipV="1">
            <a:off x="8675162" y="3268072"/>
            <a:ext cx="38100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Line 49"/>
          <p:cNvSpPr>
            <a:spLocks noChangeShapeType="1"/>
          </p:cNvSpPr>
          <p:nvPr/>
        </p:nvSpPr>
        <p:spPr bwMode="auto">
          <a:xfrm flipV="1">
            <a:off x="8798987" y="3010897"/>
            <a:ext cx="638175" cy="638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Line 50"/>
          <p:cNvSpPr>
            <a:spLocks noChangeShapeType="1"/>
          </p:cNvSpPr>
          <p:nvPr/>
        </p:nvSpPr>
        <p:spPr bwMode="auto">
          <a:xfrm flipV="1">
            <a:off x="9100612" y="2890247"/>
            <a:ext cx="338137" cy="338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Line 51"/>
          <p:cNvSpPr>
            <a:spLocks noChangeShapeType="1"/>
          </p:cNvSpPr>
          <p:nvPr/>
        </p:nvSpPr>
        <p:spPr bwMode="auto">
          <a:xfrm flipV="1">
            <a:off x="9099024" y="2825159"/>
            <a:ext cx="285750" cy="2809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Line 52"/>
          <p:cNvSpPr>
            <a:spLocks noChangeShapeType="1"/>
          </p:cNvSpPr>
          <p:nvPr/>
        </p:nvSpPr>
        <p:spPr bwMode="auto">
          <a:xfrm flipV="1">
            <a:off x="9108549" y="2666409"/>
            <a:ext cx="180975" cy="1809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Line 53"/>
          <p:cNvSpPr>
            <a:spLocks noChangeShapeType="1"/>
          </p:cNvSpPr>
          <p:nvPr/>
        </p:nvSpPr>
        <p:spPr bwMode="auto">
          <a:xfrm flipV="1">
            <a:off x="9103787" y="2788647"/>
            <a:ext cx="190500" cy="1905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Line 54"/>
          <p:cNvSpPr>
            <a:spLocks noChangeShapeType="1"/>
          </p:cNvSpPr>
          <p:nvPr/>
        </p:nvSpPr>
        <p:spPr bwMode="auto">
          <a:xfrm flipV="1">
            <a:off x="9099024" y="2563222"/>
            <a:ext cx="187325" cy="1873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Line 55"/>
          <p:cNvSpPr>
            <a:spLocks noChangeShapeType="1"/>
          </p:cNvSpPr>
          <p:nvPr/>
        </p:nvSpPr>
        <p:spPr bwMode="auto">
          <a:xfrm flipV="1">
            <a:off x="8922812" y="3129959"/>
            <a:ext cx="509587" cy="509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Line 56"/>
          <p:cNvSpPr>
            <a:spLocks noChangeShapeType="1"/>
          </p:cNvSpPr>
          <p:nvPr/>
        </p:nvSpPr>
        <p:spPr bwMode="auto">
          <a:xfrm flipV="1">
            <a:off x="9037112" y="3234734"/>
            <a:ext cx="409575" cy="4095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Line 57"/>
          <p:cNvSpPr>
            <a:spLocks noChangeShapeType="1"/>
          </p:cNvSpPr>
          <p:nvPr/>
        </p:nvSpPr>
        <p:spPr bwMode="auto">
          <a:xfrm flipV="1">
            <a:off x="9170462" y="3382372"/>
            <a:ext cx="261937" cy="261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Line 58"/>
          <p:cNvSpPr>
            <a:spLocks noChangeShapeType="1"/>
          </p:cNvSpPr>
          <p:nvPr/>
        </p:nvSpPr>
        <p:spPr bwMode="auto">
          <a:xfrm flipV="1">
            <a:off x="9299049" y="3506197"/>
            <a:ext cx="138113" cy="1381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Line 59"/>
          <p:cNvSpPr>
            <a:spLocks noChangeShapeType="1"/>
          </p:cNvSpPr>
          <p:nvPr/>
        </p:nvSpPr>
        <p:spPr bwMode="auto">
          <a:xfrm flipH="1">
            <a:off x="10180112" y="3539534"/>
            <a:ext cx="104775" cy="104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Line 60"/>
          <p:cNvSpPr>
            <a:spLocks noChangeShapeType="1"/>
          </p:cNvSpPr>
          <p:nvPr/>
        </p:nvSpPr>
        <p:spPr bwMode="auto">
          <a:xfrm flipH="1">
            <a:off x="10053112" y="3404597"/>
            <a:ext cx="238125" cy="2381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Line 61"/>
          <p:cNvSpPr>
            <a:spLocks noChangeShapeType="1"/>
          </p:cNvSpPr>
          <p:nvPr/>
        </p:nvSpPr>
        <p:spPr bwMode="auto">
          <a:xfrm flipH="1">
            <a:off x="10041999" y="3277597"/>
            <a:ext cx="242888" cy="2428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Line 62"/>
          <p:cNvSpPr>
            <a:spLocks noChangeShapeType="1"/>
          </p:cNvSpPr>
          <p:nvPr/>
        </p:nvSpPr>
        <p:spPr bwMode="auto">
          <a:xfrm flipH="1">
            <a:off x="10041999" y="3139484"/>
            <a:ext cx="242888" cy="2428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Line 63"/>
          <p:cNvSpPr>
            <a:spLocks noChangeShapeType="1"/>
          </p:cNvSpPr>
          <p:nvPr/>
        </p:nvSpPr>
        <p:spPr bwMode="auto">
          <a:xfrm flipH="1">
            <a:off x="10041999" y="3001372"/>
            <a:ext cx="242888" cy="2428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Line 64"/>
          <p:cNvSpPr>
            <a:spLocks noChangeShapeType="1"/>
          </p:cNvSpPr>
          <p:nvPr/>
        </p:nvSpPr>
        <p:spPr bwMode="auto">
          <a:xfrm flipH="1">
            <a:off x="10041999" y="2863259"/>
            <a:ext cx="242888" cy="2428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Line 65"/>
          <p:cNvSpPr>
            <a:spLocks noChangeShapeType="1"/>
          </p:cNvSpPr>
          <p:nvPr/>
        </p:nvSpPr>
        <p:spPr bwMode="auto">
          <a:xfrm flipH="1">
            <a:off x="10032474" y="2715622"/>
            <a:ext cx="257175" cy="257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Line 66"/>
          <p:cNvSpPr>
            <a:spLocks noChangeShapeType="1"/>
          </p:cNvSpPr>
          <p:nvPr/>
        </p:nvSpPr>
        <p:spPr bwMode="auto">
          <a:xfrm flipH="1">
            <a:off x="10113437" y="2577509"/>
            <a:ext cx="180975" cy="1857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Line 67"/>
          <p:cNvSpPr>
            <a:spLocks noChangeShapeType="1"/>
          </p:cNvSpPr>
          <p:nvPr/>
        </p:nvSpPr>
        <p:spPr bwMode="auto">
          <a:xfrm flipH="1">
            <a:off x="10113437" y="2548934"/>
            <a:ext cx="80962" cy="857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9" name="Group 69"/>
          <p:cNvGrpSpPr/>
          <p:nvPr/>
        </p:nvGrpSpPr>
        <p:grpSpPr bwMode="auto">
          <a:xfrm>
            <a:off x="7400399" y="4307884"/>
            <a:ext cx="3232150" cy="349250"/>
            <a:chOff x="3136" y="2716"/>
            <a:chExt cx="2036" cy="220"/>
          </a:xfrm>
        </p:grpSpPr>
        <p:sp>
          <p:nvSpPr>
            <p:cNvPr id="70" name="Line 70"/>
            <p:cNvSpPr>
              <a:spLocks noChangeShapeType="1"/>
            </p:cNvSpPr>
            <p:nvPr/>
          </p:nvSpPr>
          <p:spPr bwMode="auto">
            <a:xfrm flipV="1">
              <a:off x="5172" y="2716"/>
              <a:ext cx="0" cy="21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Line 71"/>
            <p:cNvSpPr>
              <a:spLocks noChangeShapeType="1"/>
            </p:cNvSpPr>
            <p:nvPr/>
          </p:nvSpPr>
          <p:spPr bwMode="auto">
            <a:xfrm flipV="1">
              <a:off x="3136" y="2720"/>
              <a:ext cx="0" cy="21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2" name="Group 72"/>
          <p:cNvGrpSpPr/>
          <p:nvPr/>
        </p:nvGrpSpPr>
        <p:grpSpPr bwMode="auto">
          <a:xfrm>
            <a:off x="7956024" y="3145834"/>
            <a:ext cx="196850" cy="514350"/>
            <a:chOff x="3477" y="1980"/>
            <a:chExt cx="124" cy="324"/>
          </a:xfrm>
        </p:grpSpPr>
        <p:sp>
          <p:nvSpPr>
            <p:cNvPr id="73" name="Line 73"/>
            <p:cNvSpPr>
              <a:spLocks noChangeShapeType="1"/>
            </p:cNvSpPr>
            <p:nvPr/>
          </p:nvSpPr>
          <p:spPr bwMode="auto">
            <a:xfrm>
              <a:off x="3477" y="1980"/>
              <a:ext cx="0" cy="32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Line 74"/>
            <p:cNvSpPr>
              <a:spLocks noChangeShapeType="1"/>
            </p:cNvSpPr>
            <p:nvPr/>
          </p:nvSpPr>
          <p:spPr bwMode="auto">
            <a:xfrm>
              <a:off x="3601" y="1980"/>
              <a:ext cx="0" cy="32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5" name="Text Box 75"/>
          <p:cNvSpPr txBox="1">
            <a:spLocks noChangeArrowheads="1"/>
          </p:cNvSpPr>
          <p:nvPr/>
        </p:nvSpPr>
        <p:spPr bwMode="auto">
          <a:xfrm>
            <a:off x="7823848" y="6025045"/>
            <a:ext cx="385073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charset="-122"/>
              </a:rPr>
              <a:t>~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7,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charset="-122"/>
              </a:rPr>
              <a:t>~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1d,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距图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charset="-122"/>
              </a:rPr>
              <a:t>~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的粗线段</a:t>
            </a:r>
            <a:endParaRPr kumimoji="1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Text Box 76"/>
          <p:cNvSpPr txBox="1">
            <a:spLocks noChangeArrowheads="1"/>
          </p:cNvSpPr>
          <p:nvPr/>
        </p:nvSpPr>
        <p:spPr bwMode="auto">
          <a:xfrm>
            <a:off x="5927103" y="5323314"/>
            <a:ext cx="3359150" cy="701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开始的大写字符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字高 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kumimoji="1"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写在粗线段的外侧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Text Box 77"/>
          <p:cNvSpPr txBox="1">
            <a:spLocks noChangeArrowheads="1"/>
          </p:cNvSpPr>
          <p:nvPr/>
        </p:nvSpPr>
        <p:spPr bwMode="auto">
          <a:xfrm>
            <a:off x="6230412" y="2299767"/>
            <a:ext cx="2662908" cy="707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</a:t>
            </a:r>
            <a:r>
              <a:rPr kumimoji="1"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charset="-122"/>
              </a:rPr>
              <a:t>~</a:t>
            </a:r>
            <a:r>
              <a:rPr kumimoji="1"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1"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的细线</a:t>
            </a:r>
            <a:endParaRPr kumimoji="1"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及长</a:t>
            </a:r>
            <a:r>
              <a:rPr kumimoji="1"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charset="-122"/>
              </a:rPr>
              <a:t>~</a:t>
            </a:r>
            <a:r>
              <a:rPr kumimoji="1"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、宽</a:t>
            </a:r>
            <a:r>
              <a:rPr kumimoji="1"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charset="-122"/>
              </a:rPr>
              <a:t>~</a:t>
            </a:r>
            <a:r>
              <a:rPr kumimoji="1"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的箭头</a:t>
            </a:r>
            <a:endParaRPr kumimoji="1" lang="zh-CN" altLang="en-US" sz="32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 Box 78"/>
          <p:cNvSpPr txBox="1">
            <a:spLocks noChangeArrowheads="1"/>
          </p:cNvSpPr>
          <p:nvPr/>
        </p:nvSpPr>
        <p:spPr bwMode="auto">
          <a:xfrm>
            <a:off x="9378424" y="532363"/>
            <a:ext cx="1763713" cy="107721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A-A 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写在</a:t>
            </a:r>
            <a:endParaRPr kumimoji="1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剖视图的上方字高 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kumimoji="1"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Text Box 79"/>
          <p:cNvSpPr txBox="1">
            <a:spLocks noChangeArrowheads="1"/>
          </p:cNvSpPr>
          <p:nvPr/>
        </p:nvSpPr>
        <p:spPr bwMode="auto">
          <a:xfrm>
            <a:off x="7160687" y="1191622"/>
            <a:ext cx="1454150" cy="1006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45°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</a:t>
            </a:r>
            <a:endParaRPr kumimoji="1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间隔均匀的</a:t>
            </a:r>
            <a:endParaRPr kumimoji="1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平行细线</a:t>
            </a:r>
            <a:endParaRPr kumimoji="1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Freeform 84"/>
          <p:cNvSpPr/>
          <p:nvPr/>
        </p:nvSpPr>
        <p:spPr bwMode="auto">
          <a:xfrm>
            <a:off x="7741712" y="2553697"/>
            <a:ext cx="2552700" cy="1095375"/>
          </a:xfrm>
          <a:custGeom>
            <a:avLst/>
            <a:gdLst>
              <a:gd name="T0" fmla="*/ 0 w 1608"/>
              <a:gd name="T1" fmla="*/ 2147483647 h 690"/>
              <a:gd name="T2" fmla="*/ 0 w 1608"/>
              <a:gd name="T3" fmla="*/ 2147483647 h 690"/>
              <a:gd name="T4" fmla="*/ 2147483647 w 1608"/>
              <a:gd name="T5" fmla="*/ 2147483647 h 690"/>
              <a:gd name="T6" fmla="*/ 2147483647 w 1608"/>
              <a:gd name="T7" fmla="*/ 2147483647 h 690"/>
              <a:gd name="T8" fmla="*/ 2147483647 w 1608"/>
              <a:gd name="T9" fmla="*/ 2147483647 h 690"/>
              <a:gd name="T10" fmla="*/ 2147483647 w 1608"/>
              <a:gd name="T11" fmla="*/ 2147483647 h 690"/>
              <a:gd name="T12" fmla="*/ 2147483647 w 1608"/>
              <a:gd name="T13" fmla="*/ 2147483647 h 690"/>
              <a:gd name="T14" fmla="*/ 2147483647 w 1608"/>
              <a:gd name="T15" fmla="*/ 0 h 690"/>
              <a:gd name="T16" fmla="*/ 2147483647 w 1608"/>
              <a:gd name="T17" fmla="*/ 0 h 690"/>
              <a:gd name="T18" fmla="*/ 2147483647 w 1608"/>
              <a:gd name="T19" fmla="*/ 2147483647 h 690"/>
              <a:gd name="T20" fmla="*/ 0 w 1608"/>
              <a:gd name="T21" fmla="*/ 2147483647 h 69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608"/>
              <a:gd name="T34" fmla="*/ 0 h 690"/>
              <a:gd name="T35" fmla="*/ 1608 w 1608"/>
              <a:gd name="T36" fmla="*/ 690 h 69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608" h="690">
                <a:moveTo>
                  <a:pt x="0" y="690"/>
                </a:moveTo>
                <a:lnTo>
                  <a:pt x="0" y="453"/>
                </a:lnTo>
                <a:lnTo>
                  <a:pt x="81" y="453"/>
                </a:lnTo>
                <a:lnTo>
                  <a:pt x="81" y="372"/>
                </a:lnTo>
                <a:lnTo>
                  <a:pt x="318" y="372"/>
                </a:lnTo>
                <a:lnTo>
                  <a:pt x="318" y="450"/>
                </a:lnTo>
                <a:lnTo>
                  <a:pt x="855" y="450"/>
                </a:lnTo>
                <a:lnTo>
                  <a:pt x="855" y="0"/>
                </a:lnTo>
                <a:lnTo>
                  <a:pt x="1608" y="0"/>
                </a:lnTo>
                <a:lnTo>
                  <a:pt x="1608" y="687"/>
                </a:lnTo>
                <a:lnTo>
                  <a:pt x="0" y="69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1" name="Group 85"/>
          <p:cNvGrpSpPr/>
          <p:nvPr/>
        </p:nvGrpSpPr>
        <p:grpSpPr bwMode="auto">
          <a:xfrm>
            <a:off x="8054449" y="3060109"/>
            <a:ext cx="1588" cy="650875"/>
            <a:chOff x="3548" y="1720"/>
            <a:chExt cx="1" cy="410"/>
          </a:xfrm>
        </p:grpSpPr>
        <p:sp>
          <p:nvSpPr>
            <p:cNvPr id="82" name="Line 86"/>
            <p:cNvSpPr>
              <a:spLocks noChangeShapeType="1"/>
            </p:cNvSpPr>
            <p:nvPr/>
          </p:nvSpPr>
          <p:spPr bwMode="auto">
            <a:xfrm>
              <a:off x="3548" y="1720"/>
              <a:ext cx="0" cy="17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Line 87"/>
            <p:cNvSpPr>
              <a:spLocks noChangeShapeType="1"/>
            </p:cNvSpPr>
            <p:nvPr/>
          </p:nvSpPr>
          <p:spPr bwMode="auto">
            <a:xfrm>
              <a:off x="3549" y="1917"/>
              <a:ext cx="0" cy="1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Line 88"/>
            <p:cNvSpPr>
              <a:spLocks noChangeShapeType="1"/>
            </p:cNvSpPr>
            <p:nvPr/>
          </p:nvSpPr>
          <p:spPr bwMode="auto">
            <a:xfrm>
              <a:off x="3549" y="1953"/>
              <a:ext cx="0" cy="1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5" name="Group 89"/>
          <p:cNvGrpSpPr/>
          <p:nvPr/>
        </p:nvGrpSpPr>
        <p:grpSpPr bwMode="auto">
          <a:xfrm>
            <a:off x="7670274" y="3987209"/>
            <a:ext cx="2686050" cy="1298575"/>
            <a:chOff x="3306" y="2304"/>
            <a:chExt cx="1692" cy="818"/>
          </a:xfrm>
        </p:grpSpPr>
        <p:grpSp>
          <p:nvGrpSpPr>
            <p:cNvPr id="86" name="Group 90"/>
            <p:cNvGrpSpPr/>
            <p:nvPr/>
          </p:nvGrpSpPr>
          <p:grpSpPr bwMode="auto">
            <a:xfrm>
              <a:off x="3306" y="2716"/>
              <a:ext cx="1692" cy="5"/>
              <a:chOff x="3306" y="2716"/>
              <a:chExt cx="1692" cy="5"/>
            </a:xfrm>
          </p:grpSpPr>
          <p:sp>
            <p:nvSpPr>
              <p:cNvPr id="104" name="Line 91"/>
              <p:cNvSpPr>
                <a:spLocks noChangeShapeType="1"/>
              </p:cNvSpPr>
              <p:nvPr/>
            </p:nvSpPr>
            <p:spPr bwMode="auto">
              <a:xfrm flipH="1">
                <a:off x="4710" y="2716"/>
                <a:ext cx="28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Line 92"/>
              <p:cNvSpPr>
                <a:spLocks noChangeShapeType="1"/>
              </p:cNvSpPr>
              <p:nvPr/>
            </p:nvSpPr>
            <p:spPr bwMode="auto">
              <a:xfrm flipH="1">
                <a:off x="4299" y="2719"/>
                <a:ext cx="34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Line 93"/>
              <p:cNvSpPr>
                <a:spLocks noChangeShapeType="1"/>
              </p:cNvSpPr>
              <p:nvPr/>
            </p:nvSpPr>
            <p:spPr bwMode="auto">
              <a:xfrm>
                <a:off x="4254" y="2719"/>
                <a:ext cx="2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" name="Line 94"/>
              <p:cNvSpPr>
                <a:spLocks noChangeShapeType="1"/>
              </p:cNvSpPr>
              <p:nvPr/>
            </p:nvSpPr>
            <p:spPr bwMode="auto">
              <a:xfrm flipH="1">
                <a:off x="3852" y="2719"/>
                <a:ext cx="38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Line 95"/>
              <p:cNvSpPr>
                <a:spLocks noChangeShapeType="1"/>
              </p:cNvSpPr>
              <p:nvPr/>
            </p:nvSpPr>
            <p:spPr bwMode="auto">
              <a:xfrm flipH="1">
                <a:off x="3810" y="2721"/>
                <a:ext cx="2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Line 96"/>
              <p:cNvSpPr>
                <a:spLocks noChangeShapeType="1"/>
              </p:cNvSpPr>
              <p:nvPr/>
            </p:nvSpPr>
            <p:spPr bwMode="auto">
              <a:xfrm flipH="1">
                <a:off x="3306" y="2721"/>
                <a:ext cx="48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Line 97"/>
              <p:cNvSpPr>
                <a:spLocks noChangeShapeType="1"/>
              </p:cNvSpPr>
              <p:nvPr/>
            </p:nvSpPr>
            <p:spPr bwMode="auto">
              <a:xfrm>
                <a:off x="4662" y="2717"/>
                <a:ext cx="2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7" name="Group 98"/>
            <p:cNvGrpSpPr/>
            <p:nvPr/>
          </p:nvGrpSpPr>
          <p:grpSpPr bwMode="auto">
            <a:xfrm>
              <a:off x="3355" y="2304"/>
              <a:ext cx="1599" cy="818"/>
              <a:chOff x="3355" y="2304"/>
              <a:chExt cx="1599" cy="818"/>
            </a:xfrm>
          </p:grpSpPr>
          <p:sp>
            <p:nvSpPr>
              <p:cNvPr id="88" name="Oval 99"/>
              <p:cNvSpPr>
                <a:spLocks noChangeArrowheads="1"/>
              </p:cNvSpPr>
              <p:nvPr/>
            </p:nvSpPr>
            <p:spPr bwMode="auto">
              <a:xfrm>
                <a:off x="4210" y="2344"/>
                <a:ext cx="744" cy="73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" name="Arc 100"/>
              <p:cNvSpPr/>
              <p:nvPr/>
            </p:nvSpPr>
            <p:spPr bwMode="auto">
              <a:xfrm flipH="1">
                <a:off x="3355" y="2539"/>
                <a:ext cx="177" cy="351"/>
              </a:xfrm>
              <a:custGeom>
                <a:avLst/>
                <a:gdLst>
                  <a:gd name="T0" fmla="*/ 0 w 21600"/>
                  <a:gd name="T1" fmla="*/ 0 h 41453"/>
                  <a:gd name="T2" fmla="*/ 0 w 21600"/>
                  <a:gd name="T3" fmla="*/ 0 h 41453"/>
                  <a:gd name="T4" fmla="*/ 0 w 21600"/>
                  <a:gd name="T5" fmla="*/ 0 h 41453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1453"/>
                  <a:gd name="T11" fmla="*/ 21600 w 21600"/>
                  <a:gd name="T12" fmla="*/ 41453 h 414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1453" fill="none" extrusionOk="0">
                    <a:moveTo>
                      <a:pt x="5698" y="0"/>
                    </a:moveTo>
                    <a:cubicBezTo>
                      <a:pt x="15088" y="2568"/>
                      <a:pt x="21600" y="11100"/>
                      <a:pt x="21600" y="20835"/>
                    </a:cubicBezTo>
                    <a:cubicBezTo>
                      <a:pt x="21600" y="30284"/>
                      <a:pt x="15457" y="38636"/>
                      <a:pt x="6438" y="41453"/>
                    </a:cubicBezTo>
                  </a:path>
                  <a:path w="21600" h="41453" stroke="0" extrusionOk="0">
                    <a:moveTo>
                      <a:pt x="5698" y="0"/>
                    </a:moveTo>
                    <a:cubicBezTo>
                      <a:pt x="15088" y="2568"/>
                      <a:pt x="21600" y="11100"/>
                      <a:pt x="21600" y="20835"/>
                    </a:cubicBezTo>
                    <a:cubicBezTo>
                      <a:pt x="21600" y="30284"/>
                      <a:pt x="15457" y="38636"/>
                      <a:pt x="6438" y="41453"/>
                    </a:cubicBezTo>
                    <a:lnTo>
                      <a:pt x="0" y="20835"/>
                    </a:lnTo>
                    <a:lnTo>
                      <a:pt x="5698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Line 101"/>
              <p:cNvSpPr>
                <a:spLocks noChangeShapeType="1"/>
              </p:cNvSpPr>
              <p:nvPr/>
            </p:nvSpPr>
            <p:spPr bwMode="auto">
              <a:xfrm flipH="1">
                <a:off x="3484" y="2350"/>
                <a:ext cx="1038" cy="18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Line 102"/>
              <p:cNvSpPr>
                <a:spLocks noChangeShapeType="1"/>
              </p:cNvSpPr>
              <p:nvPr/>
            </p:nvSpPr>
            <p:spPr bwMode="auto">
              <a:xfrm>
                <a:off x="3475" y="2890"/>
                <a:ext cx="1053" cy="18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Oval 103"/>
              <p:cNvSpPr>
                <a:spLocks noChangeArrowheads="1"/>
              </p:cNvSpPr>
              <p:nvPr/>
            </p:nvSpPr>
            <p:spPr bwMode="auto">
              <a:xfrm>
                <a:off x="4327" y="2467"/>
                <a:ext cx="516" cy="510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Freeform 104"/>
              <p:cNvSpPr/>
              <p:nvPr/>
            </p:nvSpPr>
            <p:spPr bwMode="auto">
              <a:xfrm>
                <a:off x="4747" y="2668"/>
                <a:ext cx="54" cy="96"/>
              </a:xfrm>
              <a:custGeom>
                <a:avLst/>
                <a:gdLst>
                  <a:gd name="T0" fmla="*/ 0 w 54"/>
                  <a:gd name="T1" fmla="*/ 0 h 96"/>
                  <a:gd name="T2" fmla="*/ 54 w 54"/>
                  <a:gd name="T3" fmla="*/ 0 h 96"/>
                  <a:gd name="T4" fmla="*/ 54 w 54"/>
                  <a:gd name="T5" fmla="*/ 96 h 96"/>
                  <a:gd name="T6" fmla="*/ 3 w 54"/>
                  <a:gd name="T7" fmla="*/ 96 h 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4"/>
                  <a:gd name="T13" fmla="*/ 0 h 96"/>
                  <a:gd name="T14" fmla="*/ 54 w 54"/>
                  <a:gd name="T15" fmla="*/ 96 h 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4" h="96">
                    <a:moveTo>
                      <a:pt x="0" y="0"/>
                    </a:moveTo>
                    <a:lnTo>
                      <a:pt x="54" y="0"/>
                    </a:lnTo>
                    <a:lnTo>
                      <a:pt x="54" y="96"/>
                    </a:lnTo>
                    <a:lnTo>
                      <a:pt x="3" y="96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Oval 105"/>
              <p:cNvSpPr>
                <a:spLocks noChangeArrowheads="1"/>
              </p:cNvSpPr>
              <p:nvPr/>
            </p:nvSpPr>
            <p:spPr bwMode="auto">
              <a:xfrm>
                <a:off x="3427" y="2602"/>
                <a:ext cx="231" cy="234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Oval 106"/>
              <p:cNvSpPr>
                <a:spLocks noChangeArrowheads="1"/>
              </p:cNvSpPr>
              <p:nvPr/>
            </p:nvSpPr>
            <p:spPr bwMode="auto">
              <a:xfrm>
                <a:off x="3478" y="2662"/>
                <a:ext cx="120" cy="120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Arc 107"/>
              <p:cNvSpPr/>
              <p:nvPr/>
            </p:nvSpPr>
            <p:spPr bwMode="auto">
              <a:xfrm>
                <a:off x="4429" y="2552"/>
                <a:ext cx="322" cy="329"/>
              </a:xfrm>
              <a:custGeom>
                <a:avLst/>
                <a:gdLst>
                  <a:gd name="T0" fmla="*/ 0 w 42389"/>
                  <a:gd name="T1" fmla="*/ 0 h 43200"/>
                  <a:gd name="T2" fmla="*/ 0 w 42389"/>
                  <a:gd name="T3" fmla="*/ 0 h 43200"/>
                  <a:gd name="T4" fmla="*/ 0 w 42389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2389"/>
                  <a:gd name="T10" fmla="*/ 0 h 43200"/>
                  <a:gd name="T11" fmla="*/ 42389 w 42389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389" h="43200" fill="none" extrusionOk="0">
                    <a:moveTo>
                      <a:pt x="42388" y="27463"/>
                    </a:moveTo>
                    <a:cubicBezTo>
                      <a:pt x="39763" y="36771"/>
                      <a:pt x="31270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78" y="-1"/>
                      <a:pt x="39613" y="6308"/>
                      <a:pt x="42319" y="15497"/>
                    </a:cubicBezTo>
                  </a:path>
                  <a:path w="42389" h="43200" stroke="0" extrusionOk="0">
                    <a:moveTo>
                      <a:pt x="42388" y="27463"/>
                    </a:moveTo>
                    <a:cubicBezTo>
                      <a:pt x="39763" y="36771"/>
                      <a:pt x="31270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78" y="-1"/>
                      <a:pt x="39613" y="6308"/>
                      <a:pt x="42319" y="15497"/>
                    </a:cubicBezTo>
                    <a:lnTo>
                      <a:pt x="21600" y="21600"/>
                    </a:lnTo>
                    <a:lnTo>
                      <a:pt x="42388" y="27463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Line 108"/>
              <p:cNvSpPr>
                <a:spLocks noChangeShapeType="1"/>
              </p:cNvSpPr>
              <p:nvPr/>
            </p:nvSpPr>
            <p:spPr bwMode="auto">
              <a:xfrm>
                <a:off x="3543" y="2484"/>
                <a:ext cx="0" cy="45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8" name="Group 109"/>
              <p:cNvGrpSpPr/>
              <p:nvPr/>
            </p:nvGrpSpPr>
            <p:grpSpPr bwMode="auto">
              <a:xfrm>
                <a:off x="4594" y="2304"/>
                <a:ext cx="2" cy="818"/>
                <a:chOff x="4594" y="2304"/>
                <a:chExt cx="2" cy="818"/>
              </a:xfrm>
            </p:grpSpPr>
            <p:sp>
              <p:nvSpPr>
                <p:cNvPr id="99" name="Line 110"/>
                <p:cNvSpPr>
                  <a:spLocks noChangeShapeType="1"/>
                </p:cNvSpPr>
                <p:nvPr/>
              </p:nvSpPr>
              <p:spPr bwMode="auto">
                <a:xfrm>
                  <a:off x="4596" y="2304"/>
                  <a:ext cx="0" cy="2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0" name="Line 111"/>
                <p:cNvSpPr>
                  <a:spLocks noChangeShapeType="1"/>
                </p:cNvSpPr>
                <p:nvPr/>
              </p:nvSpPr>
              <p:spPr bwMode="auto">
                <a:xfrm>
                  <a:off x="4594" y="2600"/>
                  <a:ext cx="0" cy="1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1" name="Line 112"/>
                <p:cNvSpPr>
                  <a:spLocks noChangeShapeType="1"/>
                </p:cNvSpPr>
                <p:nvPr/>
              </p:nvSpPr>
              <p:spPr bwMode="auto">
                <a:xfrm>
                  <a:off x="4594" y="2640"/>
                  <a:ext cx="0" cy="16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2" name="Line 113"/>
                <p:cNvSpPr>
                  <a:spLocks noChangeShapeType="1"/>
                </p:cNvSpPr>
                <p:nvPr/>
              </p:nvSpPr>
              <p:spPr bwMode="auto">
                <a:xfrm>
                  <a:off x="4594" y="2818"/>
                  <a:ext cx="0" cy="1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3" name="Line 114"/>
                <p:cNvSpPr>
                  <a:spLocks noChangeShapeType="1"/>
                </p:cNvSpPr>
                <p:nvPr/>
              </p:nvSpPr>
              <p:spPr bwMode="auto">
                <a:xfrm>
                  <a:off x="4594" y="2852"/>
                  <a:ext cx="0" cy="27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grpSp>
        <p:nvGrpSpPr>
          <p:cNvPr id="111" name="Group 115"/>
          <p:cNvGrpSpPr/>
          <p:nvPr/>
        </p:nvGrpSpPr>
        <p:grpSpPr bwMode="auto">
          <a:xfrm>
            <a:off x="9727674" y="2482259"/>
            <a:ext cx="1588" cy="1228725"/>
            <a:chOff x="4602" y="1356"/>
            <a:chExt cx="1" cy="774"/>
          </a:xfrm>
        </p:grpSpPr>
        <p:sp>
          <p:nvSpPr>
            <p:cNvPr id="112" name="Line 116"/>
            <p:cNvSpPr>
              <a:spLocks noChangeShapeType="1"/>
            </p:cNvSpPr>
            <p:nvPr/>
          </p:nvSpPr>
          <p:spPr bwMode="auto">
            <a:xfrm>
              <a:off x="4602" y="1356"/>
              <a:ext cx="0" cy="2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Line 117"/>
            <p:cNvSpPr>
              <a:spLocks noChangeShapeType="1"/>
            </p:cNvSpPr>
            <p:nvPr/>
          </p:nvSpPr>
          <p:spPr bwMode="auto">
            <a:xfrm>
              <a:off x="4602" y="1634"/>
              <a:ext cx="0" cy="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Line 118"/>
            <p:cNvSpPr>
              <a:spLocks noChangeShapeType="1"/>
            </p:cNvSpPr>
            <p:nvPr/>
          </p:nvSpPr>
          <p:spPr bwMode="auto">
            <a:xfrm>
              <a:off x="4602" y="1670"/>
              <a:ext cx="0" cy="2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Line 119"/>
            <p:cNvSpPr>
              <a:spLocks noChangeShapeType="1"/>
            </p:cNvSpPr>
            <p:nvPr/>
          </p:nvSpPr>
          <p:spPr bwMode="auto">
            <a:xfrm>
              <a:off x="4602" y="1900"/>
              <a:ext cx="0" cy="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Line 120"/>
            <p:cNvSpPr>
              <a:spLocks noChangeShapeType="1"/>
            </p:cNvSpPr>
            <p:nvPr/>
          </p:nvSpPr>
          <p:spPr bwMode="auto">
            <a:xfrm>
              <a:off x="4603" y="1936"/>
              <a:ext cx="0" cy="19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7" name="Group 121"/>
          <p:cNvGrpSpPr/>
          <p:nvPr/>
        </p:nvGrpSpPr>
        <p:grpSpPr bwMode="auto">
          <a:xfrm>
            <a:off x="3512611" y="2390184"/>
            <a:ext cx="2719388" cy="2843212"/>
            <a:chOff x="448" y="1559"/>
            <a:chExt cx="1713" cy="1791"/>
          </a:xfrm>
        </p:grpSpPr>
        <p:sp>
          <p:nvSpPr>
            <p:cNvPr id="118" name="Line 122"/>
            <p:cNvSpPr>
              <a:spLocks noChangeShapeType="1"/>
            </p:cNvSpPr>
            <p:nvPr/>
          </p:nvSpPr>
          <p:spPr bwMode="auto">
            <a:xfrm>
              <a:off x="635" y="1990"/>
              <a:ext cx="0" cy="3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23"/>
            <p:cNvSpPr>
              <a:spLocks noChangeShapeType="1"/>
            </p:cNvSpPr>
            <p:nvPr/>
          </p:nvSpPr>
          <p:spPr bwMode="auto">
            <a:xfrm>
              <a:off x="755" y="1987"/>
              <a:ext cx="0" cy="3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24"/>
            <p:cNvSpPr>
              <a:spLocks noChangeShapeType="1"/>
            </p:cNvSpPr>
            <p:nvPr/>
          </p:nvSpPr>
          <p:spPr bwMode="auto">
            <a:xfrm>
              <a:off x="1580" y="1789"/>
              <a:ext cx="0" cy="5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25"/>
            <p:cNvSpPr>
              <a:spLocks noChangeShapeType="1"/>
            </p:cNvSpPr>
            <p:nvPr/>
          </p:nvSpPr>
          <p:spPr bwMode="auto">
            <a:xfrm>
              <a:off x="1904" y="1795"/>
              <a:ext cx="0" cy="5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126"/>
            <p:cNvSpPr>
              <a:spLocks noChangeShapeType="1"/>
            </p:cNvSpPr>
            <p:nvPr/>
          </p:nvSpPr>
          <p:spPr bwMode="auto">
            <a:xfrm>
              <a:off x="1952" y="1789"/>
              <a:ext cx="0" cy="5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Oval 127"/>
            <p:cNvSpPr>
              <a:spLocks noChangeArrowheads="1"/>
            </p:cNvSpPr>
            <p:nvPr/>
          </p:nvSpPr>
          <p:spPr bwMode="auto">
            <a:xfrm>
              <a:off x="1367" y="2560"/>
              <a:ext cx="744" cy="73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Arc 128"/>
            <p:cNvSpPr/>
            <p:nvPr/>
          </p:nvSpPr>
          <p:spPr bwMode="auto">
            <a:xfrm flipH="1">
              <a:off x="512" y="2755"/>
              <a:ext cx="177" cy="351"/>
            </a:xfrm>
            <a:custGeom>
              <a:avLst/>
              <a:gdLst>
                <a:gd name="T0" fmla="*/ 0 w 21600"/>
                <a:gd name="T1" fmla="*/ 0 h 41453"/>
                <a:gd name="T2" fmla="*/ 0 w 21600"/>
                <a:gd name="T3" fmla="*/ 0 h 41453"/>
                <a:gd name="T4" fmla="*/ 0 w 21600"/>
                <a:gd name="T5" fmla="*/ 0 h 41453"/>
                <a:gd name="T6" fmla="*/ 0 60000 65536"/>
                <a:gd name="T7" fmla="*/ 0 60000 65536"/>
                <a:gd name="T8" fmla="*/ 0 60000 65536"/>
                <a:gd name="T9" fmla="*/ 0 w 21600"/>
                <a:gd name="T10" fmla="*/ 0 h 41453"/>
                <a:gd name="T11" fmla="*/ 21600 w 21600"/>
                <a:gd name="T12" fmla="*/ 41453 h 414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1453" fill="none" extrusionOk="0">
                  <a:moveTo>
                    <a:pt x="5698" y="0"/>
                  </a:moveTo>
                  <a:cubicBezTo>
                    <a:pt x="15088" y="2568"/>
                    <a:pt x="21600" y="11100"/>
                    <a:pt x="21600" y="20835"/>
                  </a:cubicBezTo>
                  <a:cubicBezTo>
                    <a:pt x="21600" y="30284"/>
                    <a:pt x="15457" y="38636"/>
                    <a:pt x="6438" y="41453"/>
                  </a:cubicBezTo>
                </a:path>
                <a:path w="21600" h="41453" stroke="0" extrusionOk="0">
                  <a:moveTo>
                    <a:pt x="5698" y="0"/>
                  </a:moveTo>
                  <a:cubicBezTo>
                    <a:pt x="15088" y="2568"/>
                    <a:pt x="21600" y="11100"/>
                    <a:pt x="21600" y="20835"/>
                  </a:cubicBezTo>
                  <a:cubicBezTo>
                    <a:pt x="21600" y="30284"/>
                    <a:pt x="15457" y="38636"/>
                    <a:pt x="6438" y="41453"/>
                  </a:cubicBezTo>
                  <a:lnTo>
                    <a:pt x="0" y="20835"/>
                  </a:lnTo>
                  <a:lnTo>
                    <a:pt x="5698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Line 129"/>
            <p:cNvSpPr>
              <a:spLocks noChangeShapeType="1"/>
            </p:cNvSpPr>
            <p:nvPr/>
          </p:nvSpPr>
          <p:spPr bwMode="auto">
            <a:xfrm flipH="1">
              <a:off x="641" y="2566"/>
              <a:ext cx="1038" cy="18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Line 130"/>
            <p:cNvSpPr>
              <a:spLocks noChangeShapeType="1"/>
            </p:cNvSpPr>
            <p:nvPr/>
          </p:nvSpPr>
          <p:spPr bwMode="auto">
            <a:xfrm>
              <a:off x="633" y="3104"/>
              <a:ext cx="1053" cy="18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Oval 131"/>
            <p:cNvSpPr>
              <a:spLocks noChangeArrowheads="1"/>
            </p:cNvSpPr>
            <p:nvPr/>
          </p:nvSpPr>
          <p:spPr bwMode="auto">
            <a:xfrm>
              <a:off x="1484" y="2683"/>
              <a:ext cx="516" cy="51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Freeform 132"/>
            <p:cNvSpPr/>
            <p:nvPr/>
          </p:nvSpPr>
          <p:spPr bwMode="auto">
            <a:xfrm>
              <a:off x="1904" y="2884"/>
              <a:ext cx="54" cy="96"/>
            </a:xfrm>
            <a:custGeom>
              <a:avLst/>
              <a:gdLst>
                <a:gd name="T0" fmla="*/ 0 w 54"/>
                <a:gd name="T1" fmla="*/ 0 h 96"/>
                <a:gd name="T2" fmla="*/ 54 w 54"/>
                <a:gd name="T3" fmla="*/ 0 h 96"/>
                <a:gd name="T4" fmla="*/ 54 w 54"/>
                <a:gd name="T5" fmla="*/ 96 h 96"/>
                <a:gd name="T6" fmla="*/ 3 w 54"/>
                <a:gd name="T7" fmla="*/ 96 h 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96"/>
                <a:gd name="T14" fmla="*/ 54 w 54"/>
                <a:gd name="T15" fmla="*/ 96 h 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96">
                  <a:moveTo>
                    <a:pt x="0" y="0"/>
                  </a:moveTo>
                  <a:lnTo>
                    <a:pt x="54" y="0"/>
                  </a:lnTo>
                  <a:lnTo>
                    <a:pt x="54" y="96"/>
                  </a:lnTo>
                  <a:lnTo>
                    <a:pt x="3" y="96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Oval 133"/>
            <p:cNvSpPr>
              <a:spLocks noChangeArrowheads="1"/>
            </p:cNvSpPr>
            <p:nvPr/>
          </p:nvSpPr>
          <p:spPr bwMode="auto">
            <a:xfrm>
              <a:off x="584" y="2818"/>
              <a:ext cx="231" cy="234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Oval 134"/>
            <p:cNvSpPr>
              <a:spLocks noChangeArrowheads="1"/>
            </p:cNvSpPr>
            <p:nvPr/>
          </p:nvSpPr>
          <p:spPr bwMode="auto">
            <a:xfrm>
              <a:off x="635" y="2878"/>
              <a:ext cx="120" cy="12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Arc 135"/>
            <p:cNvSpPr/>
            <p:nvPr/>
          </p:nvSpPr>
          <p:spPr bwMode="auto">
            <a:xfrm>
              <a:off x="1586" y="2768"/>
              <a:ext cx="322" cy="329"/>
            </a:xfrm>
            <a:custGeom>
              <a:avLst/>
              <a:gdLst>
                <a:gd name="T0" fmla="*/ 0 w 42389"/>
                <a:gd name="T1" fmla="*/ 0 h 43200"/>
                <a:gd name="T2" fmla="*/ 0 w 42389"/>
                <a:gd name="T3" fmla="*/ 0 h 43200"/>
                <a:gd name="T4" fmla="*/ 0 w 42389"/>
                <a:gd name="T5" fmla="*/ 0 h 43200"/>
                <a:gd name="T6" fmla="*/ 0 60000 65536"/>
                <a:gd name="T7" fmla="*/ 0 60000 65536"/>
                <a:gd name="T8" fmla="*/ 0 60000 65536"/>
                <a:gd name="T9" fmla="*/ 0 w 42389"/>
                <a:gd name="T10" fmla="*/ 0 h 43200"/>
                <a:gd name="T11" fmla="*/ 42389 w 42389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389" h="43200" fill="none" extrusionOk="0">
                  <a:moveTo>
                    <a:pt x="42388" y="27463"/>
                  </a:moveTo>
                  <a:cubicBezTo>
                    <a:pt x="39763" y="36771"/>
                    <a:pt x="31270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178" y="-1"/>
                    <a:pt x="39613" y="6308"/>
                    <a:pt x="42319" y="15497"/>
                  </a:cubicBezTo>
                </a:path>
                <a:path w="42389" h="43200" stroke="0" extrusionOk="0">
                  <a:moveTo>
                    <a:pt x="42388" y="27463"/>
                  </a:moveTo>
                  <a:cubicBezTo>
                    <a:pt x="39763" y="36771"/>
                    <a:pt x="31270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178" y="-1"/>
                    <a:pt x="39613" y="6308"/>
                    <a:pt x="42319" y="15497"/>
                  </a:cubicBezTo>
                  <a:lnTo>
                    <a:pt x="21600" y="21600"/>
                  </a:lnTo>
                  <a:lnTo>
                    <a:pt x="42388" y="27463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2" name="Group 136"/>
            <p:cNvGrpSpPr/>
            <p:nvPr/>
          </p:nvGrpSpPr>
          <p:grpSpPr bwMode="auto">
            <a:xfrm>
              <a:off x="700" y="1913"/>
              <a:ext cx="0" cy="459"/>
              <a:chOff x="900" y="1713"/>
              <a:chExt cx="0" cy="459"/>
            </a:xfrm>
          </p:grpSpPr>
          <p:sp>
            <p:nvSpPr>
              <p:cNvPr id="157" name="Line 137"/>
              <p:cNvSpPr>
                <a:spLocks noChangeShapeType="1"/>
              </p:cNvSpPr>
              <p:nvPr/>
            </p:nvSpPr>
            <p:spPr bwMode="auto">
              <a:xfrm>
                <a:off x="900" y="1713"/>
                <a:ext cx="0" cy="2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8" name="Line 138"/>
              <p:cNvSpPr>
                <a:spLocks noChangeShapeType="1"/>
              </p:cNvSpPr>
              <p:nvPr/>
            </p:nvSpPr>
            <p:spPr bwMode="auto">
              <a:xfrm>
                <a:off x="900" y="1962"/>
                <a:ext cx="0" cy="2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9" name="Line 139"/>
              <p:cNvSpPr>
                <a:spLocks noChangeShapeType="1"/>
              </p:cNvSpPr>
              <p:nvPr/>
            </p:nvSpPr>
            <p:spPr bwMode="auto">
              <a:xfrm>
                <a:off x="900" y="2004"/>
                <a:ext cx="0" cy="16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33" name="Freeform 140"/>
            <p:cNvSpPr/>
            <p:nvPr/>
          </p:nvSpPr>
          <p:spPr bwMode="auto">
            <a:xfrm>
              <a:off x="511" y="1616"/>
              <a:ext cx="1605" cy="690"/>
            </a:xfrm>
            <a:custGeom>
              <a:avLst/>
              <a:gdLst>
                <a:gd name="T0" fmla="*/ 855 w 1605"/>
                <a:gd name="T1" fmla="*/ 450 h 690"/>
                <a:gd name="T2" fmla="*/ 855 w 1605"/>
                <a:gd name="T3" fmla="*/ 0 h 690"/>
                <a:gd name="T4" fmla="*/ 1605 w 1605"/>
                <a:gd name="T5" fmla="*/ 0 h 690"/>
                <a:gd name="T6" fmla="*/ 1605 w 1605"/>
                <a:gd name="T7" fmla="*/ 690 h 690"/>
                <a:gd name="T8" fmla="*/ 0 w 1605"/>
                <a:gd name="T9" fmla="*/ 690 h 690"/>
                <a:gd name="T10" fmla="*/ 0 w 1605"/>
                <a:gd name="T11" fmla="*/ 450 h 690"/>
                <a:gd name="T12" fmla="*/ 1116 w 1605"/>
                <a:gd name="T13" fmla="*/ 450 h 6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05"/>
                <a:gd name="T22" fmla="*/ 0 h 690"/>
                <a:gd name="T23" fmla="*/ 1605 w 1605"/>
                <a:gd name="T24" fmla="*/ 690 h 69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05" h="690">
                  <a:moveTo>
                    <a:pt x="855" y="450"/>
                  </a:moveTo>
                  <a:lnTo>
                    <a:pt x="855" y="0"/>
                  </a:lnTo>
                  <a:lnTo>
                    <a:pt x="1605" y="0"/>
                  </a:lnTo>
                  <a:lnTo>
                    <a:pt x="1605" y="690"/>
                  </a:lnTo>
                  <a:lnTo>
                    <a:pt x="0" y="690"/>
                  </a:lnTo>
                  <a:lnTo>
                    <a:pt x="0" y="450"/>
                  </a:lnTo>
                  <a:lnTo>
                    <a:pt x="1116" y="45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Freeform 141"/>
            <p:cNvSpPr/>
            <p:nvPr/>
          </p:nvSpPr>
          <p:spPr bwMode="auto">
            <a:xfrm>
              <a:off x="580" y="1988"/>
              <a:ext cx="234" cy="78"/>
            </a:xfrm>
            <a:custGeom>
              <a:avLst/>
              <a:gdLst>
                <a:gd name="T0" fmla="*/ 0 w 234"/>
                <a:gd name="T1" fmla="*/ 78 h 78"/>
                <a:gd name="T2" fmla="*/ 0 w 234"/>
                <a:gd name="T3" fmla="*/ 0 h 78"/>
                <a:gd name="T4" fmla="*/ 234 w 234"/>
                <a:gd name="T5" fmla="*/ 0 h 78"/>
                <a:gd name="T6" fmla="*/ 234 w 234"/>
                <a:gd name="T7" fmla="*/ 78 h 7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4"/>
                <a:gd name="T13" fmla="*/ 0 h 78"/>
                <a:gd name="T14" fmla="*/ 234 w 234"/>
                <a:gd name="T15" fmla="*/ 78 h 7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4" h="78">
                  <a:moveTo>
                    <a:pt x="0" y="78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78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5" name="Group 142"/>
            <p:cNvGrpSpPr/>
            <p:nvPr/>
          </p:nvGrpSpPr>
          <p:grpSpPr bwMode="auto">
            <a:xfrm>
              <a:off x="1753" y="1559"/>
              <a:ext cx="0" cy="783"/>
              <a:chOff x="1953" y="1359"/>
              <a:chExt cx="0" cy="783"/>
            </a:xfrm>
          </p:grpSpPr>
          <p:sp>
            <p:nvSpPr>
              <p:cNvPr id="154" name="Line 143"/>
              <p:cNvSpPr>
                <a:spLocks noChangeShapeType="1"/>
              </p:cNvSpPr>
              <p:nvPr/>
            </p:nvSpPr>
            <p:spPr bwMode="auto">
              <a:xfrm>
                <a:off x="1953" y="1359"/>
                <a:ext cx="0" cy="27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5" name="Line 144"/>
              <p:cNvSpPr>
                <a:spLocks noChangeShapeType="1"/>
              </p:cNvSpPr>
              <p:nvPr/>
            </p:nvSpPr>
            <p:spPr bwMode="auto">
              <a:xfrm>
                <a:off x="1953" y="1659"/>
                <a:ext cx="0" cy="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6" name="Line 145"/>
              <p:cNvSpPr>
                <a:spLocks noChangeShapeType="1"/>
              </p:cNvSpPr>
              <p:nvPr/>
            </p:nvSpPr>
            <p:spPr bwMode="auto">
              <a:xfrm>
                <a:off x="1953" y="1707"/>
                <a:ext cx="0" cy="43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36" name="Freeform 146"/>
            <p:cNvSpPr/>
            <p:nvPr/>
          </p:nvSpPr>
          <p:spPr bwMode="auto">
            <a:xfrm>
              <a:off x="1486" y="1613"/>
              <a:ext cx="519" cy="174"/>
            </a:xfrm>
            <a:custGeom>
              <a:avLst/>
              <a:gdLst>
                <a:gd name="T0" fmla="*/ 0 w 519"/>
                <a:gd name="T1" fmla="*/ 0 h 174"/>
                <a:gd name="T2" fmla="*/ 0 w 519"/>
                <a:gd name="T3" fmla="*/ 174 h 174"/>
                <a:gd name="T4" fmla="*/ 519 w 519"/>
                <a:gd name="T5" fmla="*/ 174 h 174"/>
                <a:gd name="T6" fmla="*/ 519 w 519"/>
                <a:gd name="T7" fmla="*/ 6 h 1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9"/>
                <a:gd name="T13" fmla="*/ 0 h 174"/>
                <a:gd name="T14" fmla="*/ 519 w 519"/>
                <a:gd name="T15" fmla="*/ 174 h 1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9" h="174">
                  <a:moveTo>
                    <a:pt x="0" y="0"/>
                  </a:moveTo>
                  <a:lnTo>
                    <a:pt x="0" y="174"/>
                  </a:lnTo>
                  <a:lnTo>
                    <a:pt x="519" y="174"/>
                  </a:lnTo>
                  <a:lnTo>
                    <a:pt x="519" y="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lgDash"/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7" name="Group 147"/>
            <p:cNvGrpSpPr/>
            <p:nvPr/>
          </p:nvGrpSpPr>
          <p:grpSpPr bwMode="auto">
            <a:xfrm>
              <a:off x="1750" y="2504"/>
              <a:ext cx="3" cy="846"/>
              <a:chOff x="1950" y="2304"/>
              <a:chExt cx="3" cy="846"/>
            </a:xfrm>
          </p:grpSpPr>
          <p:sp>
            <p:nvSpPr>
              <p:cNvPr id="149" name="Line 148"/>
              <p:cNvSpPr>
                <a:spLocks noChangeShapeType="1"/>
              </p:cNvSpPr>
              <p:nvPr/>
            </p:nvSpPr>
            <p:spPr bwMode="auto">
              <a:xfrm flipV="1">
                <a:off x="1950" y="2865"/>
                <a:ext cx="0" cy="28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0" name="Line 149"/>
              <p:cNvSpPr>
                <a:spLocks noChangeShapeType="1"/>
              </p:cNvSpPr>
              <p:nvPr/>
            </p:nvSpPr>
            <p:spPr bwMode="auto">
              <a:xfrm flipV="1">
                <a:off x="1950" y="2823"/>
                <a:ext cx="0" cy="2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1" name="Line 150"/>
              <p:cNvSpPr>
                <a:spLocks noChangeShapeType="1"/>
              </p:cNvSpPr>
              <p:nvPr/>
            </p:nvSpPr>
            <p:spPr bwMode="auto">
              <a:xfrm flipV="1">
                <a:off x="1953" y="2544"/>
                <a:ext cx="0" cy="25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2" name="Line 151"/>
              <p:cNvSpPr>
                <a:spLocks noChangeShapeType="1"/>
              </p:cNvSpPr>
              <p:nvPr/>
            </p:nvSpPr>
            <p:spPr bwMode="auto">
              <a:xfrm flipV="1">
                <a:off x="1953" y="2514"/>
                <a:ext cx="0" cy="1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3" name="Line 152"/>
              <p:cNvSpPr>
                <a:spLocks noChangeShapeType="1"/>
              </p:cNvSpPr>
              <p:nvPr/>
            </p:nvSpPr>
            <p:spPr bwMode="auto">
              <a:xfrm flipV="1">
                <a:off x="1953" y="2304"/>
                <a:ext cx="0" cy="19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38" name="Line 153"/>
            <p:cNvSpPr>
              <a:spLocks noChangeShapeType="1"/>
            </p:cNvSpPr>
            <p:nvPr/>
          </p:nvSpPr>
          <p:spPr bwMode="auto">
            <a:xfrm>
              <a:off x="700" y="2693"/>
              <a:ext cx="0" cy="46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9" name="Group 154"/>
            <p:cNvGrpSpPr/>
            <p:nvPr/>
          </p:nvGrpSpPr>
          <p:grpSpPr bwMode="auto">
            <a:xfrm>
              <a:off x="448" y="2936"/>
              <a:ext cx="1713" cy="0"/>
              <a:chOff x="648" y="2736"/>
              <a:chExt cx="1713" cy="0"/>
            </a:xfrm>
          </p:grpSpPr>
          <p:sp>
            <p:nvSpPr>
              <p:cNvPr id="142" name="Line 155"/>
              <p:cNvSpPr>
                <a:spLocks noChangeShapeType="1"/>
              </p:cNvSpPr>
              <p:nvPr/>
            </p:nvSpPr>
            <p:spPr bwMode="auto">
              <a:xfrm>
                <a:off x="648" y="2736"/>
                <a:ext cx="4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3" name="Line 156"/>
              <p:cNvSpPr>
                <a:spLocks noChangeShapeType="1"/>
              </p:cNvSpPr>
              <p:nvPr/>
            </p:nvSpPr>
            <p:spPr bwMode="auto">
              <a:xfrm>
                <a:off x="1089" y="2736"/>
                <a:ext cx="2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4" name="Line 157"/>
              <p:cNvSpPr>
                <a:spLocks noChangeShapeType="1"/>
              </p:cNvSpPr>
              <p:nvPr/>
            </p:nvSpPr>
            <p:spPr bwMode="auto">
              <a:xfrm>
                <a:off x="1146" y="2736"/>
                <a:ext cx="30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5" name="Line 158"/>
              <p:cNvSpPr>
                <a:spLocks noChangeShapeType="1"/>
              </p:cNvSpPr>
              <p:nvPr/>
            </p:nvSpPr>
            <p:spPr bwMode="auto">
              <a:xfrm>
                <a:off x="1473" y="2736"/>
                <a:ext cx="2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6" name="Line 159"/>
              <p:cNvSpPr>
                <a:spLocks noChangeShapeType="1"/>
              </p:cNvSpPr>
              <p:nvPr/>
            </p:nvSpPr>
            <p:spPr bwMode="auto">
              <a:xfrm>
                <a:off x="1527" y="2736"/>
                <a:ext cx="32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7" name="Line 160"/>
              <p:cNvSpPr>
                <a:spLocks noChangeShapeType="1"/>
              </p:cNvSpPr>
              <p:nvPr/>
            </p:nvSpPr>
            <p:spPr bwMode="auto">
              <a:xfrm>
                <a:off x="1872" y="2736"/>
                <a:ext cx="2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8" name="Line 161"/>
              <p:cNvSpPr>
                <a:spLocks noChangeShapeType="1"/>
              </p:cNvSpPr>
              <p:nvPr/>
            </p:nvSpPr>
            <p:spPr bwMode="auto">
              <a:xfrm>
                <a:off x="1917" y="2736"/>
                <a:ext cx="44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40" name="Line 162"/>
            <p:cNvSpPr>
              <a:spLocks noChangeShapeType="1"/>
            </p:cNvSpPr>
            <p:nvPr/>
          </p:nvSpPr>
          <p:spPr bwMode="auto">
            <a:xfrm>
              <a:off x="1626" y="2063"/>
              <a:ext cx="5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Line 163"/>
            <p:cNvSpPr>
              <a:spLocks noChangeShapeType="1"/>
            </p:cNvSpPr>
            <p:nvPr/>
          </p:nvSpPr>
          <p:spPr bwMode="auto">
            <a:xfrm>
              <a:off x="1625" y="2067"/>
              <a:ext cx="5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0" name="矩形 159"/>
          <p:cNvSpPr/>
          <p:nvPr/>
        </p:nvSpPr>
        <p:spPr>
          <a:xfrm>
            <a:off x="389448" y="5323013"/>
            <a:ext cx="4689927" cy="8309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适用：外形较简单，内形较复杂，而图形不对称（剖切方向）。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47"/>
          <p:cNvSpPr txBox="1">
            <a:spLocks noChangeArrowheads="1"/>
          </p:cNvSpPr>
          <p:nvPr/>
        </p:nvSpPr>
        <p:spPr bwMode="auto">
          <a:xfrm>
            <a:off x="479376" y="1831614"/>
            <a:ext cx="3995004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(1.1)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单一剖切面：全剖视图</a:t>
            </a:r>
            <a:endParaRPr lang="zh-CN" altLang="en-US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2" name="Text Box 2"/>
          <p:cNvSpPr txBox="1">
            <a:spLocks noChangeArrowheads="1"/>
          </p:cNvSpPr>
          <p:nvPr/>
        </p:nvSpPr>
        <p:spPr bwMode="auto">
          <a:xfrm>
            <a:off x="609361" y="2501219"/>
            <a:ext cx="2321813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用剖切面完全地剖开形体所得到的剖视图。</a:t>
            </a:r>
            <a:endParaRPr kumimoji="1"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animBg="1" autoUpdateAnimBg="0"/>
      <p:bldP spid="6" grpId="0" animBg="1" autoUpdateAnimBg="0"/>
      <p:bldP spid="7" grpId="0" animBg="1" autoUpdateAnimBg="0"/>
      <p:bldP spid="8" grpId="0" animBg="1" autoUpdateAnimBg="0"/>
      <p:bldP spid="9" grpId="0" animBg="1"/>
      <p:bldP spid="10" grpId="0" animBg="1"/>
      <p:bldP spid="17" grpId="0" animBg="1"/>
      <p:bldP spid="18" grpId="0" animBg="1"/>
      <p:bldP spid="22" grpId="0" animBg="1"/>
      <p:bldP spid="23" grpId="0" animBg="1"/>
      <p:bldP spid="24" grpId="0" animBg="1"/>
      <p:bldP spid="28" grpId="0"/>
      <p:bldP spid="28" grpId="1"/>
      <p:bldP spid="29" grpId="0"/>
      <p:bldP spid="29" grpId="1"/>
      <p:bldP spid="30" grpId="0" autoUpdateAnimBg="0"/>
      <p:bldP spid="30" grpId="1"/>
      <p:bldP spid="31" grpId="0" animBg="1"/>
      <p:bldP spid="36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75" grpId="0" autoUpdateAnimBg="0"/>
      <p:bldP spid="76" grpId="0" autoUpdateAnimBg="0"/>
      <p:bldP spid="77" grpId="0" autoUpdateAnimBg="0"/>
      <p:bldP spid="78" grpId="0" autoUpdateAnimBg="0"/>
      <p:bldP spid="79" grpId="0" autoUpdateAnimBg="0"/>
      <p:bldP spid="80" grpId="0" animBg="1"/>
      <p:bldP spid="160" grpId="0" animBg="1"/>
      <p:bldP spid="3" grpId="0"/>
      <p:bldP spid="16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剖视图种类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953560" y="4251536"/>
            <a:ext cx="2374900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4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不能表达外形！</a:t>
            </a:r>
            <a:endParaRPr lang="zh-CN" altLang="en-US" sz="24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Group 4"/>
          <p:cNvGrpSpPr/>
          <p:nvPr/>
        </p:nvGrpSpPr>
        <p:grpSpPr bwMode="auto">
          <a:xfrm>
            <a:off x="4106922" y="4887869"/>
            <a:ext cx="4721225" cy="465138"/>
            <a:chOff x="276" y="2654"/>
            <a:chExt cx="2974" cy="293"/>
          </a:xfrm>
        </p:grpSpPr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3036" y="2659"/>
              <a:ext cx="214" cy="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A</a:t>
              </a: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276" y="2654"/>
              <a:ext cx="214" cy="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A</a:t>
              </a: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Freeform 7"/>
            <p:cNvSpPr/>
            <p:nvPr/>
          </p:nvSpPr>
          <p:spPr bwMode="auto">
            <a:xfrm>
              <a:off x="498" y="2826"/>
              <a:ext cx="150" cy="1"/>
            </a:xfrm>
            <a:custGeom>
              <a:avLst/>
              <a:gdLst>
                <a:gd name="T0" fmla="*/ 0 w 150"/>
                <a:gd name="T1" fmla="*/ 0 h 1"/>
                <a:gd name="T2" fmla="*/ 150 w 150"/>
                <a:gd name="T3" fmla="*/ 0 h 1"/>
                <a:gd name="T4" fmla="*/ 0 60000 65536"/>
                <a:gd name="T5" fmla="*/ 0 60000 65536"/>
                <a:gd name="T6" fmla="*/ 0 w 150"/>
                <a:gd name="T7" fmla="*/ 0 h 1"/>
                <a:gd name="T8" fmla="*/ 150 w 150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0" h="1">
                  <a:moveTo>
                    <a:pt x="0" y="0"/>
                  </a:moveTo>
                  <a:lnTo>
                    <a:pt x="15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2913" y="2826"/>
              <a:ext cx="150" cy="1"/>
            </a:xfrm>
            <a:custGeom>
              <a:avLst/>
              <a:gdLst>
                <a:gd name="T0" fmla="*/ 0 w 150"/>
                <a:gd name="T1" fmla="*/ 0 h 1"/>
                <a:gd name="T2" fmla="*/ 150 w 150"/>
                <a:gd name="T3" fmla="*/ 0 h 1"/>
                <a:gd name="T4" fmla="*/ 0 60000 65536"/>
                <a:gd name="T5" fmla="*/ 0 60000 65536"/>
                <a:gd name="T6" fmla="*/ 0 w 150"/>
                <a:gd name="T7" fmla="*/ 0 h 1"/>
                <a:gd name="T8" fmla="*/ 150 w 150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0" h="1">
                  <a:moveTo>
                    <a:pt x="0" y="0"/>
                  </a:moveTo>
                  <a:lnTo>
                    <a:pt x="15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V="1">
              <a:off x="498" y="2671"/>
              <a:ext cx="0" cy="1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V="1">
              <a:off x="3063" y="2671"/>
              <a:ext cx="0" cy="1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</p:grpSp>
      <p:sp>
        <p:nvSpPr>
          <p:cNvPr id="12" name="Oval 88"/>
          <p:cNvSpPr>
            <a:spLocks noChangeArrowheads="1"/>
          </p:cNvSpPr>
          <p:nvPr/>
        </p:nvSpPr>
        <p:spPr bwMode="auto">
          <a:xfrm>
            <a:off x="6238935" y="2022432"/>
            <a:ext cx="381000" cy="3429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13" name="Group 89"/>
          <p:cNvGrpSpPr/>
          <p:nvPr/>
        </p:nvGrpSpPr>
        <p:grpSpPr bwMode="auto">
          <a:xfrm>
            <a:off x="4868922" y="4270331"/>
            <a:ext cx="3119437" cy="1828800"/>
            <a:chOff x="756" y="2265"/>
            <a:chExt cx="1965" cy="1152"/>
          </a:xfrm>
        </p:grpSpPr>
        <p:sp>
          <p:nvSpPr>
            <p:cNvPr id="14" name="AutoShape 90"/>
            <p:cNvSpPr>
              <a:spLocks noChangeArrowheads="1"/>
            </p:cNvSpPr>
            <p:nvPr/>
          </p:nvSpPr>
          <p:spPr bwMode="auto">
            <a:xfrm>
              <a:off x="756" y="2265"/>
              <a:ext cx="1965" cy="1152"/>
            </a:xfrm>
            <a:prstGeom prst="roundRect">
              <a:avLst>
                <a:gd name="adj" fmla="val 13542"/>
              </a:avLst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" name="AutoShape 91"/>
            <p:cNvSpPr>
              <a:spLocks noChangeArrowheads="1"/>
            </p:cNvSpPr>
            <p:nvPr/>
          </p:nvSpPr>
          <p:spPr bwMode="auto">
            <a:xfrm>
              <a:off x="1089" y="2405"/>
              <a:ext cx="1296" cy="872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7" name="Oval 94"/>
            <p:cNvSpPr>
              <a:spLocks noChangeArrowheads="1"/>
            </p:cNvSpPr>
            <p:nvPr/>
          </p:nvSpPr>
          <p:spPr bwMode="auto">
            <a:xfrm>
              <a:off x="1329" y="2457"/>
              <a:ext cx="816" cy="768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" name="Oval 95"/>
            <p:cNvSpPr>
              <a:spLocks noChangeArrowheads="1"/>
            </p:cNvSpPr>
            <p:nvPr/>
          </p:nvSpPr>
          <p:spPr bwMode="auto">
            <a:xfrm>
              <a:off x="1473" y="2601"/>
              <a:ext cx="528" cy="48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" name="Oval 96"/>
            <p:cNvSpPr>
              <a:spLocks noChangeArrowheads="1"/>
            </p:cNvSpPr>
            <p:nvPr/>
          </p:nvSpPr>
          <p:spPr bwMode="auto">
            <a:xfrm>
              <a:off x="1521" y="2649"/>
              <a:ext cx="432" cy="38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" name="Line 97"/>
            <p:cNvSpPr>
              <a:spLocks noChangeShapeType="1"/>
            </p:cNvSpPr>
            <p:nvPr/>
          </p:nvSpPr>
          <p:spPr bwMode="auto">
            <a:xfrm>
              <a:off x="1953" y="3177"/>
              <a:ext cx="0" cy="9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" name="Line 98"/>
            <p:cNvSpPr>
              <a:spLocks noChangeShapeType="1"/>
            </p:cNvSpPr>
            <p:nvPr/>
          </p:nvSpPr>
          <p:spPr bwMode="auto">
            <a:xfrm>
              <a:off x="1521" y="3177"/>
              <a:ext cx="0" cy="9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" name="Line 99"/>
            <p:cNvSpPr>
              <a:spLocks noChangeShapeType="1"/>
            </p:cNvSpPr>
            <p:nvPr/>
          </p:nvSpPr>
          <p:spPr bwMode="auto">
            <a:xfrm>
              <a:off x="1617" y="3081"/>
              <a:ext cx="0" cy="1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" name="Line 100"/>
            <p:cNvSpPr>
              <a:spLocks noChangeShapeType="1"/>
            </p:cNvSpPr>
            <p:nvPr/>
          </p:nvSpPr>
          <p:spPr bwMode="auto">
            <a:xfrm>
              <a:off x="1857" y="3081"/>
              <a:ext cx="0" cy="1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" name="Line 101"/>
            <p:cNvSpPr>
              <a:spLocks noChangeShapeType="1"/>
            </p:cNvSpPr>
            <p:nvPr/>
          </p:nvSpPr>
          <p:spPr bwMode="auto">
            <a:xfrm>
              <a:off x="926" y="3154"/>
              <a:ext cx="0" cy="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" name="Freeform 102"/>
            <p:cNvSpPr/>
            <p:nvPr/>
          </p:nvSpPr>
          <p:spPr bwMode="auto">
            <a:xfrm>
              <a:off x="777" y="3276"/>
              <a:ext cx="282" cy="2"/>
            </a:xfrm>
            <a:custGeom>
              <a:avLst/>
              <a:gdLst>
                <a:gd name="T0" fmla="*/ 0 w 285"/>
                <a:gd name="T1" fmla="*/ 3 h 3"/>
                <a:gd name="T2" fmla="*/ 285 w 285"/>
                <a:gd name="T3" fmla="*/ 0 h 3"/>
                <a:gd name="T4" fmla="*/ 0 60000 65536"/>
                <a:gd name="T5" fmla="*/ 0 60000 65536"/>
                <a:gd name="T6" fmla="*/ 0 w 285"/>
                <a:gd name="T7" fmla="*/ 0 h 3"/>
                <a:gd name="T8" fmla="*/ 285 w 285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85" h="3">
                  <a:moveTo>
                    <a:pt x="0" y="3"/>
                  </a:moveTo>
                  <a:lnTo>
                    <a:pt x="28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6" name="Oval 103"/>
            <p:cNvSpPr>
              <a:spLocks noChangeArrowheads="1"/>
            </p:cNvSpPr>
            <p:nvPr/>
          </p:nvSpPr>
          <p:spPr bwMode="auto">
            <a:xfrm rot="16200000">
              <a:off x="837" y="3181"/>
              <a:ext cx="175" cy="175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" name="Line 104"/>
            <p:cNvSpPr>
              <a:spLocks noChangeShapeType="1"/>
            </p:cNvSpPr>
            <p:nvPr/>
          </p:nvSpPr>
          <p:spPr bwMode="auto">
            <a:xfrm>
              <a:off x="917" y="2292"/>
              <a:ext cx="0" cy="26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8" name="Freeform 105"/>
            <p:cNvSpPr/>
            <p:nvPr/>
          </p:nvSpPr>
          <p:spPr bwMode="auto">
            <a:xfrm>
              <a:off x="777" y="2423"/>
              <a:ext cx="282" cy="3"/>
            </a:xfrm>
            <a:custGeom>
              <a:avLst/>
              <a:gdLst>
                <a:gd name="T0" fmla="*/ 0 w 285"/>
                <a:gd name="T1" fmla="*/ 3 h 3"/>
                <a:gd name="T2" fmla="*/ 285 w 285"/>
                <a:gd name="T3" fmla="*/ 0 h 3"/>
                <a:gd name="T4" fmla="*/ 0 60000 65536"/>
                <a:gd name="T5" fmla="*/ 0 60000 65536"/>
                <a:gd name="T6" fmla="*/ 0 w 285"/>
                <a:gd name="T7" fmla="*/ 0 h 3"/>
                <a:gd name="T8" fmla="*/ 285 w 285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85" h="3">
                  <a:moveTo>
                    <a:pt x="0" y="3"/>
                  </a:moveTo>
                  <a:lnTo>
                    <a:pt x="28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" name="Oval 106"/>
            <p:cNvSpPr>
              <a:spLocks noChangeArrowheads="1"/>
            </p:cNvSpPr>
            <p:nvPr/>
          </p:nvSpPr>
          <p:spPr bwMode="auto">
            <a:xfrm rot="16200000">
              <a:off x="828" y="2336"/>
              <a:ext cx="174" cy="175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" name="Line 107"/>
            <p:cNvSpPr>
              <a:spLocks noChangeShapeType="1"/>
            </p:cNvSpPr>
            <p:nvPr/>
          </p:nvSpPr>
          <p:spPr bwMode="auto">
            <a:xfrm>
              <a:off x="2558" y="3133"/>
              <a:ext cx="0" cy="2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" name="Freeform 108"/>
            <p:cNvSpPr/>
            <p:nvPr/>
          </p:nvSpPr>
          <p:spPr bwMode="auto">
            <a:xfrm>
              <a:off x="2405" y="3265"/>
              <a:ext cx="285" cy="3"/>
            </a:xfrm>
            <a:custGeom>
              <a:avLst/>
              <a:gdLst>
                <a:gd name="T0" fmla="*/ 0 w 285"/>
                <a:gd name="T1" fmla="*/ 3 h 3"/>
                <a:gd name="T2" fmla="*/ 285 w 285"/>
                <a:gd name="T3" fmla="*/ 0 h 3"/>
                <a:gd name="T4" fmla="*/ 0 60000 65536"/>
                <a:gd name="T5" fmla="*/ 0 60000 65536"/>
                <a:gd name="T6" fmla="*/ 0 w 285"/>
                <a:gd name="T7" fmla="*/ 0 h 3"/>
                <a:gd name="T8" fmla="*/ 285 w 285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85" h="3">
                  <a:moveTo>
                    <a:pt x="0" y="3"/>
                  </a:moveTo>
                  <a:lnTo>
                    <a:pt x="28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" name="Oval 109"/>
            <p:cNvSpPr>
              <a:spLocks noChangeArrowheads="1"/>
            </p:cNvSpPr>
            <p:nvPr/>
          </p:nvSpPr>
          <p:spPr bwMode="auto">
            <a:xfrm rot="16200000">
              <a:off x="2468" y="3177"/>
              <a:ext cx="175" cy="175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" name="Line 110"/>
            <p:cNvSpPr>
              <a:spLocks noChangeShapeType="1"/>
            </p:cNvSpPr>
            <p:nvPr/>
          </p:nvSpPr>
          <p:spPr bwMode="auto">
            <a:xfrm>
              <a:off x="2558" y="2292"/>
              <a:ext cx="0" cy="2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" name="Freeform 111"/>
            <p:cNvSpPr/>
            <p:nvPr/>
          </p:nvSpPr>
          <p:spPr bwMode="auto">
            <a:xfrm>
              <a:off x="2405" y="2420"/>
              <a:ext cx="285" cy="3"/>
            </a:xfrm>
            <a:custGeom>
              <a:avLst/>
              <a:gdLst>
                <a:gd name="T0" fmla="*/ 0 w 285"/>
                <a:gd name="T1" fmla="*/ 3 h 3"/>
                <a:gd name="T2" fmla="*/ 285 w 285"/>
                <a:gd name="T3" fmla="*/ 0 h 3"/>
                <a:gd name="T4" fmla="*/ 0 60000 65536"/>
                <a:gd name="T5" fmla="*/ 0 60000 65536"/>
                <a:gd name="T6" fmla="*/ 0 w 285"/>
                <a:gd name="T7" fmla="*/ 0 h 3"/>
                <a:gd name="T8" fmla="*/ 285 w 285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85" h="3">
                  <a:moveTo>
                    <a:pt x="0" y="3"/>
                  </a:moveTo>
                  <a:lnTo>
                    <a:pt x="28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5" name="Oval 112"/>
            <p:cNvSpPr>
              <a:spLocks noChangeArrowheads="1"/>
            </p:cNvSpPr>
            <p:nvPr/>
          </p:nvSpPr>
          <p:spPr bwMode="auto">
            <a:xfrm rot="16200000">
              <a:off x="2468" y="2331"/>
              <a:ext cx="175" cy="175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" name="Freeform 113"/>
            <p:cNvSpPr/>
            <p:nvPr/>
          </p:nvSpPr>
          <p:spPr bwMode="auto">
            <a:xfrm>
              <a:off x="1236" y="3019"/>
              <a:ext cx="1" cy="242"/>
            </a:xfrm>
            <a:custGeom>
              <a:avLst/>
              <a:gdLst>
                <a:gd name="T0" fmla="*/ 0 w 1"/>
                <a:gd name="T1" fmla="*/ 0 h 255"/>
                <a:gd name="T2" fmla="*/ 0 w 1"/>
                <a:gd name="T3" fmla="*/ 255 h 255"/>
                <a:gd name="T4" fmla="*/ 0 60000 65536"/>
                <a:gd name="T5" fmla="*/ 0 60000 65536"/>
                <a:gd name="T6" fmla="*/ 0 w 1"/>
                <a:gd name="T7" fmla="*/ 0 h 255"/>
                <a:gd name="T8" fmla="*/ 1 w 1"/>
                <a:gd name="T9" fmla="*/ 255 h 25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55">
                  <a:moveTo>
                    <a:pt x="0" y="0"/>
                  </a:moveTo>
                  <a:lnTo>
                    <a:pt x="0" y="25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" name="Freeform 114"/>
            <p:cNvSpPr/>
            <p:nvPr/>
          </p:nvSpPr>
          <p:spPr bwMode="auto">
            <a:xfrm>
              <a:off x="1103" y="3131"/>
              <a:ext cx="269" cy="1"/>
            </a:xfrm>
            <a:custGeom>
              <a:avLst/>
              <a:gdLst>
                <a:gd name="T0" fmla="*/ 0 w 255"/>
                <a:gd name="T1" fmla="*/ 0 h 1"/>
                <a:gd name="T2" fmla="*/ 255 w 255"/>
                <a:gd name="T3" fmla="*/ 0 h 1"/>
                <a:gd name="T4" fmla="*/ 0 60000 65536"/>
                <a:gd name="T5" fmla="*/ 0 60000 65536"/>
                <a:gd name="T6" fmla="*/ 0 w 255"/>
                <a:gd name="T7" fmla="*/ 0 h 1"/>
                <a:gd name="T8" fmla="*/ 255 w 25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5" h="1">
                  <a:moveTo>
                    <a:pt x="0" y="0"/>
                  </a:moveTo>
                  <a:lnTo>
                    <a:pt x="25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9" name="Oval 115"/>
            <p:cNvSpPr>
              <a:spLocks noChangeArrowheads="1"/>
            </p:cNvSpPr>
            <p:nvPr/>
          </p:nvSpPr>
          <p:spPr bwMode="auto">
            <a:xfrm rot="16200000">
              <a:off x="1171" y="3066"/>
              <a:ext cx="127" cy="127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0" name="Freeform 116"/>
            <p:cNvSpPr/>
            <p:nvPr/>
          </p:nvSpPr>
          <p:spPr bwMode="auto">
            <a:xfrm>
              <a:off x="1244" y="2455"/>
              <a:ext cx="1" cy="227"/>
            </a:xfrm>
            <a:custGeom>
              <a:avLst/>
              <a:gdLst>
                <a:gd name="T0" fmla="*/ 0 w 1"/>
                <a:gd name="T1" fmla="*/ 0 h 255"/>
                <a:gd name="T2" fmla="*/ 0 w 1"/>
                <a:gd name="T3" fmla="*/ 255 h 255"/>
                <a:gd name="T4" fmla="*/ 0 60000 65536"/>
                <a:gd name="T5" fmla="*/ 0 60000 65536"/>
                <a:gd name="T6" fmla="*/ 0 w 1"/>
                <a:gd name="T7" fmla="*/ 0 h 255"/>
                <a:gd name="T8" fmla="*/ 1 w 1"/>
                <a:gd name="T9" fmla="*/ 255 h 25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55">
                  <a:moveTo>
                    <a:pt x="0" y="0"/>
                  </a:moveTo>
                  <a:lnTo>
                    <a:pt x="0" y="25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1" name="Freeform 117"/>
            <p:cNvSpPr/>
            <p:nvPr/>
          </p:nvSpPr>
          <p:spPr bwMode="auto">
            <a:xfrm>
              <a:off x="1117" y="2554"/>
              <a:ext cx="255" cy="1"/>
            </a:xfrm>
            <a:custGeom>
              <a:avLst/>
              <a:gdLst>
                <a:gd name="T0" fmla="*/ 0 w 255"/>
                <a:gd name="T1" fmla="*/ 0 h 1"/>
                <a:gd name="T2" fmla="*/ 255 w 255"/>
                <a:gd name="T3" fmla="*/ 0 h 1"/>
                <a:gd name="T4" fmla="*/ 0 60000 65536"/>
                <a:gd name="T5" fmla="*/ 0 60000 65536"/>
                <a:gd name="T6" fmla="*/ 0 w 255"/>
                <a:gd name="T7" fmla="*/ 0 h 1"/>
                <a:gd name="T8" fmla="*/ 255 w 25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5" h="1">
                  <a:moveTo>
                    <a:pt x="0" y="0"/>
                  </a:moveTo>
                  <a:lnTo>
                    <a:pt x="25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2" name="Oval 118"/>
            <p:cNvSpPr>
              <a:spLocks noChangeArrowheads="1"/>
            </p:cNvSpPr>
            <p:nvPr/>
          </p:nvSpPr>
          <p:spPr bwMode="auto">
            <a:xfrm rot="16200000">
              <a:off x="1183" y="2491"/>
              <a:ext cx="127" cy="127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3" name="Freeform 119"/>
            <p:cNvSpPr/>
            <p:nvPr/>
          </p:nvSpPr>
          <p:spPr bwMode="auto">
            <a:xfrm>
              <a:off x="2211" y="3033"/>
              <a:ext cx="1" cy="242"/>
            </a:xfrm>
            <a:custGeom>
              <a:avLst/>
              <a:gdLst>
                <a:gd name="T0" fmla="*/ 0 w 1"/>
                <a:gd name="T1" fmla="*/ 0 h 255"/>
                <a:gd name="T2" fmla="*/ 0 w 1"/>
                <a:gd name="T3" fmla="*/ 255 h 255"/>
                <a:gd name="T4" fmla="*/ 0 60000 65536"/>
                <a:gd name="T5" fmla="*/ 0 60000 65536"/>
                <a:gd name="T6" fmla="*/ 0 w 1"/>
                <a:gd name="T7" fmla="*/ 0 h 255"/>
                <a:gd name="T8" fmla="*/ 1 w 1"/>
                <a:gd name="T9" fmla="*/ 255 h 25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55">
                  <a:moveTo>
                    <a:pt x="0" y="0"/>
                  </a:moveTo>
                  <a:lnTo>
                    <a:pt x="0" y="255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" name="Freeform 120"/>
            <p:cNvSpPr/>
            <p:nvPr/>
          </p:nvSpPr>
          <p:spPr bwMode="auto">
            <a:xfrm>
              <a:off x="2076" y="3145"/>
              <a:ext cx="255" cy="1"/>
            </a:xfrm>
            <a:custGeom>
              <a:avLst/>
              <a:gdLst>
                <a:gd name="T0" fmla="*/ 0 w 255"/>
                <a:gd name="T1" fmla="*/ 0 h 1"/>
                <a:gd name="T2" fmla="*/ 255 w 255"/>
                <a:gd name="T3" fmla="*/ 0 h 1"/>
                <a:gd name="T4" fmla="*/ 0 60000 65536"/>
                <a:gd name="T5" fmla="*/ 0 60000 65536"/>
                <a:gd name="T6" fmla="*/ 0 w 255"/>
                <a:gd name="T7" fmla="*/ 0 h 1"/>
                <a:gd name="T8" fmla="*/ 255 w 25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5" h="1">
                  <a:moveTo>
                    <a:pt x="0" y="0"/>
                  </a:moveTo>
                  <a:lnTo>
                    <a:pt x="255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5" name="Oval 121"/>
            <p:cNvSpPr>
              <a:spLocks noChangeArrowheads="1"/>
            </p:cNvSpPr>
            <p:nvPr/>
          </p:nvSpPr>
          <p:spPr bwMode="auto">
            <a:xfrm rot="16200000">
              <a:off x="2148" y="3080"/>
              <a:ext cx="127" cy="127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6" name="Freeform 122"/>
            <p:cNvSpPr/>
            <p:nvPr/>
          </p:nvSpPr>
          <p:spPr bwMode="auto">
            <a:xfrm>
              <a:off x="2218" y="2455"/>
              <a:ext cx="1" cy="227"/>
            </a:xfrm>
            <a:custGeom>
              <a:avLst/>
              <a:gdLst>
                <a:gd name="T0" fmla="*/ 0 w 1"/>
                <a:gd name="T1" fmla="*/ 0 h 255"/>
                <a:gd name="T2" fmla="*/ 0 w 1"/>
                <a:gd name="T3" fmla="*/ 255 h 255"/>
                <a:gd name="T4" fmla="*/ 0 60000 65536"/>
                <a:gd name="T5" fmla="*/ 0 60000 65536"/>
                <a:gd name="T6" fmla="*/ 0 w 1"/>
                <a:gd name="T7" fmla="*/ 0 h 255"/>
                <a:gd name="T8" fmla="*/ 1 w 1"/>
                <a:gd name="T9" fmla="*/ 255 h 25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55">
                  <a:moveTo>
                    <a:pt x="0" y="0"/>
                  </a:moveTo>
                  <a:lnTo>
                    <a:pt x="0" y="25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7" name="Freeform 123"/>
            <p:cNvSpPr/>
            <p:nvPr/>
          </p:nvSpPr>
          <p:spPr bwMode="auto">
            <a:xfrm>
              <a:off x="2083" y="2554"/>
              <a:ext cx="255" cy="1"/>
            </a:xfrm>
            <a:custGeom>
              <a:avLst/>
              <a:gdLst>
                <a:gd name="T0" fmla="*/ 0 w 255"/>
                <a:gd name="T1" fmla="*/ 0 h 1"/>
                <a:gd name="T2" fmla="*/ 255 w 255"/>
                <a:gd name="T3" fmla="*/ 0 h 1"/>
                <a:gd name="T4" fmla="*/ 0 60000 65536"/>
                <a:gd name="T5" fmla="*/ 0 60000 65536"/>
                <a:gd name="T6" fmla="*/ 0 w 255"/>
                <a:gd name="T7" fmla="*/ 0 h 1"/>
                <a:gd name="T8" fmla="*/ 255 w 25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5" h="1">
                  <a:moveTo>
                    <a:pt x="0" y="0"/>
                  </a:moveTo>
                  <a:lnTo>
                    <a:pt x="25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" name="Oval 124"/>
            <p:cNvSpPr>
              <a:spLocks noChangeArrowheads="1"/>
            </p:cNvSpPr>
            <p:nvPr/>
          </p:nvSpPr>
          <p:spPr bwMode="auto">
            <a:xfrm rot="16200000">
              <a:off x="2155" y="2491"/>
              <a:ext cx="127" cy="127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" name="Line 125"/>
            <p:cNvSpPr>
              <a:spLocks noChangeShapeType="1"/>
            </p:cNvSpPr>
            <p:nvPr/>
          </p:nvSpPr>
          <p:spPr bwMode="auto">
            <a:xfrm>
              <a:off x="1953" y="2402"/>
              <a:ext cx="0" cy="13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0" name="Freeform 126"/>
            <p:cNvSpPr/>
            <p:nvPr/>
          </p:nvSpPr>
          <p:spPr bwMode="auto">
            <a:xfrm>
              <a:off x="1857" y="2402"/>
              <a:ext cx="3" cy="240"/>
            </a:xfrm>
            <a:custGeom>
              <a:avLst/>
              <a:gdLst>
                <a:gd name="T0" fmla="*/ 0 w 3"/>
                <a:gd name="T1" fmla="*/ 0 h 240"/>
                <a:gd name="T2" fmla="*/ 3 w 3"/>
                <a:gd name="T3" fmla="*/ 240 h 240"/>
                <a:gd name="T4" fmla="*/ 0 60000 65536"/>
                <a:gd name="T5" fmla="*/ 0 60000 65536"/>
                <a:gd name="T6" fmla="*/ 0 w 3"/>
                <a:gd name="T7" fmla="*/ 0 h 240"/>
                <a:gd name="T8" fmla="*/ 3 w 3"/>
                <a:gd name="T9" fmla="*/ 240 h 24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240">
                  <a:moveTo>
                    <a:pt x="0" y="0"/>
                  </a:moveTo>
                  <a:lnTo>
                    <a:pt x="3" y="24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1" name="Freeform 127"/>
            <p:cNvSpPr/>
            <p:nvPr/>
          </p:nvSpPr>
          <p:spPr bwMode="auto">
            <a:xfrm>
              <a:off x="1617" y="2402"/>
              <a:ext cx="3" cy="240"/>
            </a:xfrm>
            <a:custGeom>
              <a:avLst/>
              <a:gdLst>
                <a:gd name="T0" fmla="*/ 0 w 3"/>
                <a:gd name="T1" fmla="*/ 0 h 240"/>
                <a:gd name="T2" fmla="*/ 3 w 3"/>
                <a:gd name="T3" fmla="*/ 240 h 240"/>
                <a:gd name="T4" fmla="*/ 0 60000 65536"/>
                <a:gd name="T5" fmla="*/ 0 60000 65536"/>
                <a:gd name="T6" fmla="*/ 0 w 3"/>
                <a:gd name="T7" fmla="*/ 0 h 240"/>
                <a:gd name="T8" fmla="*/ 3 w 3"/>
                <a:gd name="T9" fmla="*/ 240 h 24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240">
                  <a:moveTo>
                    <a:pt x="0" y="0"/>
                  </a:moveTo>
                  <a:lnTo>
                    <a:pt x="3" y="24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2" name="Line 128"/>
            <p:cNvSpPr>
              <a:spLocks noChangeShapeType="1"/>
            </p:cNvSpPr>
            <p:nvPr/>
          </p:nvSpPr>
          <p:spPr bwMode="auto">
            <a:xfrm>
              <a:off x="1536" y="2402"/>
              <a:ext cx="0" cy="10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53" name="Text Box 130"/>
          <p:cNvSpPr txBox="1">
            <a:spLocks noChangeArrowheads="1"/>
          </p:cNvSpPr>
          <p:nvPr/>
        </p:nvSpPr>
        <p:spPr bwMode="auto">
          <a:xfrm>
            <a:off x="983432" y="2134170"/>
            <a:ext cx="2709396" cy="52322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存在什么问题？</a:t>
            </a:r>
            <a:endParaRPr lang="zh-CN" altLang="en-US" sz="28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4" name="Group 138"/>
          <p:cNvGrpSpPr/>
          <p:nvPr/>
        </p:nvGrpSpPr>
        <p:grpSpPr bwMode="auto">
          <a:xfrm>
            <a:off x="4865747" y="1592219"/>
            <a:ext cx="3148013" cy="2371725"/>
            <a:chOff x="750" y="578"/>
            <a:chExt cx="1983" cy="1494"/>
          </a:xfrm>
        </p:grpSpPr>
        <p:sp>
          <p:nvSpPr>
            <p:cNvPr id="55" name="Line 139"/>
            <p:cNvSpPr>
              <a:spLocks noChangeShapeType="1"/>
            </p:cNvSpPr>
            <p:nvPr/>
          </p:nvSpPr>
          <p:spPr bwMode="auto">
            <a:xfrm>
              <a:off x="1440" y="583"/>
              <a:ext cx="0" cy="6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6" name="Line 140"/>
            <p:cNvSpPr>
              <a:spLocks noChangeShapeType="1"/>
            </p:cNvSpPr>
            <p:nvPr/>
          </p:nvSpPr>
          <p:spPr bwMode="auto">
            <a:xfrm>
              <a:off x="2016" y="583"/>
              <a:ext cx="0" cy="6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7" name="Line 141"/>
            <p:cNvSpPr>
              <a:spLocks noChangeShapeType="1"/>
            </p:cNvSpPr>
            <p:nvPr/>
          </p:nvSpPr>
          <p:spPr bwMode="auto">
            <a:xfrm>
              <a:off x="1440" y="1244"/>
              <a:ext cx="57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8" name="Freeform 142"/>
            <p:cNvSpPr/>
            <p:nvPr/>
          </p:nvSpPr>
          <p:spPr bwMode="auto">
            <a:xfrm>
              <a:off x="1536" y="1303"/>
              <a:ext cx="399" cy="3"/>
            </a:xfrm>
            <a:custGeom>
              <a:avLst/>
              <a:gdLst>
                <a:gd name="T0" fmla="*/ 0 w 399"/>
                <a:gd name="T1" fmla="*/ 0 h 3"/>
                <a:gd name="T2" fmla="*/ 399 w 399"/>
                <a:gd name="T3" fmla="*/ 3 h 3"/>
                <a:gd name="T4" fmla="*/ 0 60000 65536"/>
                <a:gd name="T5" fmla="*/ 0 60000 65536"/>
                <a:gd name="T6" fmla="*/ 0 w 399"/>
                <a:gd name="T7" fmla="*/ 0 h 3"/>
                <a:gd name="T8" fmla="*/ 399 w 399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9" h="3">
                  <a:moveTo>
                    <a:pt x="0" y="0"/>
                  </a:moveTo>
                  <a:lnTo>
                    <a:pt x="399" y="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9" name="Line 143"/>
            <p:cNvSpPr>
              <a:spLocks noChangeShapeType="1"/>
            </p:cNvSpPr>
            <p:nvPr/>
          </p:nvSpPr>
          <p:spPr bwMode="auto">
            <a:xfrm>
              <a:off x="1536" y="1303"/>
              <a:ext cx="0" cy="76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0" name="Freeform 144"/>
            <p:cNvSpPr/>
            <p:nvPr/>
          </p:nvSpPr>
          <p:spPr bwMode="auto">
            <a:xfrm>
              <a:off x="1935" y="1321"/>
              <a:ext cx="1" cy="751"/>
            </a:xfrm>
            <a:custGeom>
              <a:avLst/>
              <a:gdLst>
                <a:gd name="T0" fmla="*/ 0 w 1"/>
                <a:gd name="T1" fmla="*/ 0 h 751"/>
                <a:gd name="T2" fmla="*/ 0 w 1"/>
                <a:gd name="T3" fmla="*/ 751 h 751"/>
                <a:gd name="T4" fmla="*/ 0 60000 65536"/>
                <a:gd name="T5" fmla="*/ 0 60000 65536"/>
                <a:gd name="T6" fmla="*/ 0 w 1"/>
                <a:gd name="T7" fmla="*/ 0 h 751"/>
                <a:gd name="T8" fmla="*/ 1 w 1"/>
                <a:gd name="T9" fmla="*/ 751 h 75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751">
                  <a:moveTo>
                    <a:pt x="0" y="0"/>
                  </a:moveTo>
                  <a:lnTo>
                    <a:pt x="0" y="75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" name="Line 145"/>
            <p:cNvSpPr>
              <a:spLocks noChangeShapeType="1"/>
            </p:cNvSpPr>
            <p:nvPr/>
          </p:nvSpPr>
          <p:spPr bwMode="auto">
            <a:xfrm>
              <a:off x="1440" y="1255"/>
              <a:ext cx="96" cy="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2" name="Line 146"/>
            <p:cNvSpPr>
              <a:spLocks noChangeShapeType="1"/>
            </p:cNvSpPr>
            <p:nvPr/>
          </p:nvSpPr>
          <p:spPr bwMode="auto">
            <a:xfrm flipH="1">
              <a:off x="1920" y="1255"/>
              <a:ext cx="96" cy="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63" name="Group 147"/>
            <p:cNvGrpSpPr/>
            <p:nvPr/>
          </p:nvGrpSpPr>
          <p:grpSpPr bwMode="auto">
            <a:xfrm>
              <a:off x="823" y="583"/>
              <a:ext cx="1810" cy="1488"/>
              <a:chOff x="823" y="583"/>
              <a:chExt cx="1810" cy="1488"/>
            </a:xfrm>
          </p:grpSpPr>
          <p:sp>
            <p:nvSpPr>
              <p:cNvPr id="84" name="Line 148"/>
              <p:cNvSpPr>
                <a:spLocks noChangeShapeType="1"/>
              </p:cNvSpPr>
              <p:nvPr/>
            </p:nvSpPr>
            <p:spPr bwMode="auto">
              <a:xfrm>
                <a:off x="823" y="1879"/>
                <a:ext cx="0" cy="19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5" name="Line 149"/>
              <p:cNvSpPr>
                <a:spLocks noChangeShapeType="1"/>
              </p:cNvSpPr>
              <p:nvPr/>
            </p:nvSpPr>
            <p:spPr bwMode="auto">
              <a:xfrm>
                <a:off x="988" y="1879"/>
                <a:ext cx="0" cy="19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6" name="Line 150"/>
              <p:cNvSpPr>
                <a:spLocks noChangeShapeType="1"/>
              </p:cNvSpPr>
              <p:nvPr/>
            </p:nvSpPr>
            <p:spPr bwMode="auto">
              <a:xfrm>
                <a:off x="2468" y="1879"/>
                <a:ext cx="0" cy="19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7" name="Line 151"/>
              <p:cNvSpPr>
                <a:spLocks noChangeShapeType="1"/>
              </p:cNvSpPr>
              <p:nvPr/>
            </p:nvSpPr>
            <p:spPr bwMode="auto">
              <a:xfrm>
                <a:off x="2633" y="1879"/>
                <a:ext cx="0" cy="19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8" name="Line 152"/>
              <p:cNvSpPr>
                <a:spLocks noChangeShapeType="1"/>
              </p:cNvSpPr>
              <p:nvPr/>
            </p:nvSpPr>
            <p:spPr bwMode="auto">
              <a:xfrm>
                <a:off x="1166" y="583"/>
                <a:ext cx="0" cy="19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9" name="Line 153"/>
              <p:cNvSpPr>
                <a:spLocks noChangeShapeType="1"/>
              </p:cNvSpPr>
              <p:nvPr/>
            </p:nvSpPr>
            <p:spPr bwMode="auto">
              <a:xfrm>
                <a:off x="1296" y="583"/>
                <a:ext cx="0" cy="19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0" name="Line 154"/>
              <p:cNvSpPr>
                <a:spLocks noChangeShapeType="1"/>
              </p:cNvSpPr>
              <p:nvPr/>
            </p:nvSpPr>
            <p:spPr bwMode="auto">
              <a:xfrm>
                <a:off x="2304" y="583"/>
                <a:ext cx="0" cy="19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1" name="Line 155"/>
              <p:cNvSpPr>
                <a:spLocks noChangeShapeType="1"/>
              </p:cNvSpPr>
              <p:nvPr/>
            </p:nvSpPr>
            <p:spPr bwMode="auto">
              <a:xfrm>
                <a:off x="2160" y="583"/>
                <a:ext cx="0" cy="19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4" name="Group 156"/>
            <p:cNvGrpSpPr/>
            <p:nvPr/>
          </p:nvGrpSpPr>
          <p:grpSpPr bwMode="auto">
            <a:xfrm>
              <a:off x="1713" y="578"/>
              <a:ext cx="1020" cy="1489"/>
              <a:chOff x="1713" y="578"/>
              <a:chExt cx="1020" cy="1489"/>
            </a:xfrm>
          </p:grpSpPr>
          <p:sp>
            <p:nvSpPr>
              <p:cNvPr id="75" name="Freeform 157"/>
              <p:cNvSpPr/>
              <p:nvPr/>
            </p:nvSpPr>
            <p:spPr bwMode="auto">
              <a:xfrm>
                <a:off x="1734" y="2064"/>
                <a:ext cx="999" cy="3"/>
              </a:xfrm>
              <a:custGeom>
                <a:avLst/>
                <a:gdLst>
                  <a:gd name="T0" fmla="*/ 999 w 999"/>
                  <a:gd name="T1" fmla="*/ 3 h 3"/>
                  <a:gd name="T2" fmla="*/ 0 w 999"/>
                  <a:gd name="T3" fmla="*/ 0 h 3"/>
                  <a:gd name="T4" fmla="*/ 0 60000 65536"/>
                  <a:gd name="T5" fmla="*/ 0 60000 65536"/>
                  <a:gd name="T6" fmla="*/ 0 w 999"/>
                  <a:gd name="T7" fmla="*/ 0 h 3"/>
                  <a:gd name="T8" fmla="*/ 999 w 999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99" h="3">
                    <a:moveTo>
                      <a:pt x="999" y="3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6" name="Freeform 158"/>
              <p:cNvSpPr/>
              <p:nvPr/>
            </p:nvSpPr>
            <p:spPr bwMode="auto">
              <a:xfrm>
                <a:off x="1734" y="1869"/>
                <a:ext cx="999" cy="3"/>
              </a:xfrm>
              <a:custGeom>
                <a:avLst/>
                <a:gdLst>
                  <a:gd name="T0" fmla="*/ 999 w 999"/>
                  <a:gd name="T1" fmla="*/ 3 h 3"/>
                  <a:gd name="T2" fmla="*/ 0 w 999"/>
                  <a:gd name="T3" fmla="*/ 0 h 3"/>
                  <a:gd name="T4" fmla="*/ 0 60000 65536"/>
                  <a:gd name="T5" fmla="*/ 0 60000 65536"/>
                  <a:gd name="T6" fmla="*/ 0 w 999"/>
                  <a:gd name="T7" fmla="*/ 0 h 3"/>
                  <a:gd name="T8" fmla="*/ 999 w 999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99" h="3">
                    <a:moveTo>
                      <a:pt x="999" y="3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7" name="Freeform 159"/>
              <p:cNvSpPr/>
              <p:nvPr/>
            </p:nvSpPr>
            <p:spPr bwMode="auto">
              <a:xfrm>
                <a:off x="1950" y="776"/>
                <a:ext cx="438" cy="4"/>
              </a:xfrm>
              <a:custGeom>
                <a:avLst/>
                <a:gdLst>
                  <a:gd name="T0" fmla="*/ 438 w 438"/>
                  <a:gd name="T1" fmla="*/ 0 h 4"/>
                  <a:gd name="T2" fmla="*/ 0 w 438"/>
                  <a:gd name="T3" fmla="*/ 4 h 4"/>
                  <a:gd name="T4" fmla="*/ 0 60000 65536"/>
                  <a:gd name="T5" fmla="*/ 0 60000 65536"/>
                  <a:gd name="T6" fmla="*/ 0 w 438"/>
                  <a:gd name="T7" fmla="*/ 0 h 4"/>
                  <a:gd name="T8" fmla="*/ 438 w 438"/>
                  <a:gd name="T9" fmla="*/ 4 h 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38" h="4">
                    <a:moveTo>
                      <a:pt x="438" y="0"/>
                    </a:moveTo>
                    <a:lnTo>
                      <a:pt x="0" y="4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8" name="Freeform 160"/>
              <p:cNvSpPr/>
              <p:nvPr/>
            </p:nvSpPr>
            <p:spPr bwMode="auto">
              <a:xfrm>
                <a:off x="2386" y="578"/>
                <a:ext cx="2" cy="213"/>
              </a:xfrm>
              <a:custGeom>
                <a:avLst/>
                <a:gdLst>
                  <a:gd name="T0" fmla="*/ 2 w 2"/>
                  <a:gd name="T1" fmla="*/ 213 h 213"/>
                  <a:gd name="T2" fmla="*/ 0 w 2"/>
                  <a:gd name="T3" fmla="*/ 0 h 213"/>
                  <a:gd name="T4" fmla="*/ 0 60000 65536"/>
                  <a:gd name="T5" fmla="*/ 0 60000 65536"/>
                  <a:gd name="T6" fmla="*/ 0 w 2"/>
                  <a:gd name="T7" fmla="*/ 0 h 213"/>
                  <a:gd name="T8" fmla="*/ 2 w 2"/>
                  <a:gd name="T9" fmla="*/ 213 h 21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" h="213">
                    <a:moveTo>
                      <a:pt x="2" y="213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9" name="Freeform 161"/>
              <p:cNvSpPr/>
              <p:nvPr/>
            </p:nvSpPr>
            <p:spPr bwMode="auto">
              <a:xfrm>
                <a:off x="1740" y="585"/>
                <a:ext cx="645" cy="1"/>
              </a:xfrm>
              <a:custGeom>
                <a:avLst/>
                <a:gdLst>
                  <a:gd name="T0" fmla="*/ 645 w 645"/>
                  <a:gd name="T1" fmla="*/ 0 h 1"/>
                  <a:gd name="T2" fmla="*/ 0 w 645"/>
                  <a:gd name="T3" fmla="*/ 0 h 1"/>
                  <a:gd name="T4" fmla="*/ 0 60000 65536"/>
                  <a:gd name="T5" fmla="*/ 0 60000 65536"/>
                  <a:gd name="T6" fmla="*/ 0 w 645"/>
                  <a:gd name="T7" fmla="*/ 0 h 1"/>
                  <a:gd name="T8" fmla="*/ 645 w 645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45" h="1">
                    <a:moveTo>
                      <a:pt x="645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0" name="Freeform 162"/>
              <p:cNvSpPr/>
              <p:nvPr/>
            </p:nvSpPr>
            <p:spPr bwMode="auto">
              <a:xfrm>
                <a:off x="2133" y="776"/>
                <a:ext cx="1" cy="1111"/>
              </a:xfrm>
              <a:custGeom>
                <a:avLst/>
                <a:gdLst>
                  <a:gd name="T0" fmla="*/ 0 w 1"/>
                  <a:gd name="T1" fmla="*/ 1111 h 1111"/>
                  <a:gd name="T2" fmla="*/ 0 w 1"/>
                  <a:gd name="T3" fmla="*/ 0 h 1111"/>
                  <a:gd name="T4" fmla="*/ 0 60000 65536"/>
                  <a:gd name="T5" fmla="*/ 0 60000 65536"/>
                  <a:gd name="T6" fmla="*/ 0 w 1"/>
                  <a:gd name="T7" fmla="*/ 0 h 1111"/>
                  <a:gd name="T8" fmla="*/ 1 w 1"/>
                  <a:gd name="T9" fmla="*/ 1111 h 111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111">
                    <a:moveTo>
                      <a:pt x="0" y="1111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1" name="Arc 163"/>
              <p:cNvSpPr/>
              <p:nvPr/>
            </p:nvSpPr>
            <p:spPr bwMode="auto">
              <a:xfrm flipV="1">
                <a:off x="1713" y="969"/>
                <a:ext cx="240" cy="192"/>
              </a:xfrm>
              <a:custGeom>
                <a:avLst/>
                <a:gdLst>
                  <a:gd name="T0" fmla="*/ 15 w 21600"/>
                  <a:gd name="T1" fmla="*/ 0 h 21558"/>
                  <a:gd name="T2" fmla="*/ 240 w 21600"/>
                  <a:gd name="T3" fmla="*/ 192 h 21558"/>
                  <a:gd name="T4" fmla="*/ 0 w 21600"/>
                  <a:gd name="T5" fmla="*/ 192 h 21558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558"/>
                  <a:gd name="T11" fmla="*/ 21600 w 21600"/>
                  <a:gd name="T12" fmla="*/ 21558 h 215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558" fill="none" extrusionOk="0">
                    <a:moveTo>
                      <a:pt x="1346" y="0"/>
                    </a:moveTo>
                    <a:cubicBezTo>
                      <a:pt x="12731" y="711"/>
                      <a:pt x="21600" y="10151"/>
                      <a:pt x="21600" y="21558"/>
                    </a:cubicBezTo>
                  </a:path>
                  <a:path w="21600" h="21558" stroke="0" extrusionOk="0">
                    <a:moveTo>
                      <a:pt x="1346" y="0"/>
                    </a:moveTo>
                    <a:cubicBezTo>
                      <a:pt x="12731" y="711"/>
                      <a:pt x="21600" y="10151"/>
                      <a:pt x="21600" y="21558"/>
                    </a:cubicBezTo>
                    <a:lnTo>
                      <a:pt x="0" y="21558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2" name="Freeform 164"/>
              <p:cNvSpPr/>
              <p:nvPr/>
            </p:nvSpPr>
            <p:spPr bwMode="auto">
              <a:xfrm>
                <a:off x="1950" y="780"/>
                <a:ext cx="1" cy="210"/>
              </a:xfrm>
              <a:custGeom>
                <a:avLst/>
                <a:gdLst>
                  <a:gd name="T0" fmla="*/ 0 w 1"/>
                  <a:gd name="T1" fmla="*/ 210 h 210"/>
                  <a:gd name="T2" fmla="*/ 0 w 1"/>
                  <a:gd name="T3" fmla="*/ 0 h 210"/>
                  <a:gd name="T4" fmla="*/ 0 60000 65536"/>
                  <a:gd name="T5" fmla="*/ 0 60000 65536"/>
                  <a:gd name="T6" fmla="*/ 0 w 1"/>
                  <a:gd name="T7" fmla="*/ 0 h 210"/>
                  <a:gd name="T8" fmla="*/ 1 w 1"/>
                  <a:gd name="T9" fmla="*/ 210 h 21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10">
                    <a:moveTo>
                      <a:pt x="0" y="21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3" name="Freeform 165"/>
              <p:cNvSpPr/>
              <p:nvPr/>
            </p:nvSpPr>
            <p:spPr bwMode="auto">
              <a:xfrm>
                <a:off x="2718" y="1887"/>
                <a:ext cx="1" cy="180"/>
              </a:xfrm>
              <a:custGeom>
                <a:avLst/>
                <a:gdLst>
                  <a:gd name="T0" fmla="*/ 0 w 1"/>
                  <a:gd name="T1" fmla="*/ 0 h 180"/>
                  <a:gd name="T2" fmla="*/ 0 w 1"/>
                  <a:gd name="T3" fmla="*/ 180 h 180"/>
                  <a:gd name="T4" fmla="*/ 0 60000 65536"/>
                  <a:gd name="T5" fmla="*/ 0 60000 65536"/>
                  <a:gd name="T6" fmla="*/ 0 w 1"/>
                  <a:gd name="T7" fmla="*/ 0 h 180"/>
                  <a:gd name="T8" fmla="*/ 1 w 1"/>
                  <a:gd name="T9" fmla="*/ 180 h 18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80">
                    <a:moveTo>
                      <a:pt x="0" y="0"/>
                    </a:moveTo>
                    <a:lnTo>
                      <a:pt x="0" y="18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5" name="Group 168"/>
            <p:cNvGrpSpPr/>
            <p:nvPr/>
          </p:nvGrpSpPr>
          <p:grpSpPr bwMode="auto">
            <a:xfrm>
              <a:off x="750" y="581"/>
              <a:ext cx="1011" cy="1486"/>
              <a:chOff x="750" y="581"/>
              <a:chExt cx="1011" cy="1486"/>
            </a:xfrm>
          </p:grpSpPr>
          <p:sp>
            <p:nvSpPr>
              <p:cNvPr id="66" name="Freeform 170"/>
              <p:cNvSpPr/>
              <p:nvPr/>
            </p:nvSpPr>
            <p:spPr bwMode="auto">
              <a:xfrm>
                <a:off x="750" y="2064"/>
                <a:ext cx="990" cy="3"/>
              </a:xfrm>
              <a:custGeom>
                <a:avLst/>
                <a:gdLst>
                  <a:gd name="T0" fmla="*/ 0 w 990"/>
                  <a:gd name="T1" fmla="*/ 3 h 3"/>
                  <a:gd name="T2" fmla="*/ 990 w 990"/>
                  <a:gd name="T3" fmla="*/ 0 h 3"/>
                  <a:gd name="T4" fmla="*/ 0 60000 65536"/>
                  <a:gd name="T5" fmla="*/ 0 60000 65536"/>
                  <a:gd name="T6" fmla="*/ 0 w 990"/>
                  <a:gd name="T7" fmla="*/ 0 h 3"/>
                  <a:gd name="T8" fmla="*/ 990 w 990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90" h="3">
                    <a:moveTo>
                      <a:pt x="0" y="3"/>
                    </a:moveTo>
                    <a:lnTo>
                      <a:pt x="99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7" name="Freeform 171"/>
              <p:cNvSpPr/>
              <p:nvPr/>
            </p:nvSpPr>
            <p:spPr bwMode="auto">
              <a:xfrm>
                <a:off x="750" y="1869"/>
                <a:ext cx="990" cy="3"/>
              </a:xfrm>
              <a:custGeom>
                <a:avLst/>
                <a:gdLst>
                  <a:gd name="T0" fmla="*/ 0 w 990"/>
                  <a:gd name="T1" fmla="*/ 3 h 3"/>
                  <a:gd name="T2" fmla="*/ 990 w 990"/>
                  <a:gd name="T3" fmla="*/ 0 h 3"/>
                  <a:gd name="T4" fmla="*/ 0 60000 65536"/>
                  <a:gd name="T5" fmla="*/ 0 60000 65536"/>
                  <a:gd name="T6" fmla="*/ 0 w 990"/>
                  <a:gd name="T7" fmla="*/ 0 h 3"/>
                  <a:gd name="T8" fmla="*/ 990 w 990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90" h="3">
                    <a:moveTo>
                      <a:pt x="0" y="3"/>
                    </a:moveTo>
                    <a:lnTo>
                      <a:pt x="99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8" name="Freeform 172"/>
              <p:cNvSpPr/>
              <p:nvPr/>
            </p:nvSpPr>
            <p:spPr bwMode="auto">
              <a:xfrm>
                <a:off x="1095" y="780"/>
                <a:ext cx="420" cy="1"/>
              </a:xfrm>
              <a:custGeom>
                <a:avLst/>
                <a:gdLst>
                  <a:gd name="T0" fmla="*/ 0 w 420"/>
                  <a:gd name="T1" fmla="*/ 0 h 1"/>
                  <a:gd name="T2" fmla="*/ 225 w 420"/>
                  <a:gd name="T3" fmla="*/ 0 h 1"/>
                  <a:gd name="T4" fmla="*/ 420 w 42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20"/>
                  <a:gd name="T10" fmla="*/ 0 h 1"/>
                  <a:gd name="T11" fmla="*/ 420 w 42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" h="1">
                    <a:moveTo>
                      <a:pt x="0" y="0"/>
                    </a:moveTo>
                    <a:lnTo>
                      <a:pt x="225" y="0"/>
                    </a:lnTo>
                    <a:lnTo>
                      <a:pt x="42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9" name="Freeform 173"/>
              <p:cNvSpPr/>
              <p:nvPr/>
            </p:nvSpPr>
            <p:spPr bwMode="auto">
              <a:xfrm>
                <a:off x="1095" y="585"/>
                <a:ext cx="1" cy="195"/>
              </a:xfrm>
              <a:custGeom>
                <a:avLst/>
                <a:gdLst>
                  <a:gd name="T0" fmla="*/ 0 w 1"/>
                  <a:gd name="T1" fmla="*/ 195 h 195"/>
                  <a:gd name="T2" fmla="*/ 0 w 1"/>
                  <a:gd name="T3" fmla="*/ 0 h 195"/>
                  <a:gd name="T4" fmla="*/ 0 60000 65536"/>
                  <a:gd name="T5" fmla="*/ 0 60000 65536"/>
                  <a:gd name="T6" fmla="*/ 0 w 1"/>
                  <a:gd name="T7" fmla="*/ 0 h 195"/>
                  <a:gd name="T8" fmla="*/ 1 w 1"/>
                  <a:gd name="T9" fmla="*/ 195 h 19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95">
                    <a:moveTo>
                      <a:pt x="0" y="195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0" name="Freeform 174"/>
              <p:cNvSpPr/>
              <p:nvPr/>
            </p:nvSpPr>
            <p:spPr bwMode="auto">
              <a:xfrm>
                <a:off x="1095" y="581"/>
                <a:ext cx="645" cy="4"/>
              </a:xfrm>
              <a:custGeom>
                <a:avLst/>
                <a:gdLst>
                  <a:gd name="T0" fmla="*/ 0 w 645"/>
                  <a:gd name="T1" fmla="*/ 4 h 4"/>
                  <a:gd name="T2" fmla="*/ 645 w 645"/>
                  <a:gd name="T3" fmla="*/ 0 h 4"/>
                  <a:gd name="T4" fmla="*/ 0 60000 65536"/>
                  <a:gd name="T5" fmla="*/ 0 60000 65536"/>
                  <a:gd name="T6" fmla="*/ 0 w 645"/>
                  <a:gd name="T7" fmla="*/ 0 h 4"/>
                  <a:gd name="T8" fmla="*/ 645 w 645"/>
                  <a:gd name="T9" fmla="*/ 4 h 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45" h="4">
                    <a:moveTo>
                      <a:pt x="0" y="4"/>
                    </a:moveTo>
                    <a:lnTo>
                      <a:pt x="645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1" name="Freeform 175"/>
              <p:cNvSpPr/>
              <p:nvPr/>
            </p:nvSpPr>
            <p:spPr bwMode="auto">
              <a:xfrm>
                <a:off x="1335" y="780"/>
                <a:ext cx="1" cy="1096"/>
              </a:xfrm>
              <a:custGeom>
                <a:avLst/>
                <a:gdLst>
                  <a:gd name="T0" fmla="*/ 0 w 1"/>
                  <a:gd name="T1" fmla="*/ 1096 h 1096"/>
                  <a:gd name="T2" fmla="*/ 0 w 1"/>
                  <a:gd name="T3" fmla="*/ 0 h 1096"/>
                  <a:gd name="T4" fmla="*/ 0 60000 65536"/>
                  <a:gd name="T5" fmla="*/ 0 60000 65536"/>
                  <a:gd name="T6" fmla="*/ 0 w 1"/>
                  <a:gd name="T7" fmla="*/ 0 h 1096"/>
                  <a:gd name="T8" fmla="*/ 1 w 1"/>
                  <a:gd name="T9" fmla="*/ 1096 h 109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096">
                    <a:moveTo>
                      <a:pt x="0" y="1096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2" name="Arc 176"/>
              <p:cNvSpPr/>
              <p:nvPr/>
            </p:nvSpPr>
            <p:spPr bwMode="auto">
              <a:xfrm flipH="1" flipV="1">
                <a:off x="1521" y="969"/>
                <a:ext cx="240" cy="192"/>
              </a:xfrm>
              <a:custGeom>
                <a:avLst/>
                <a:gdLst>
                  <a:gd name="T0" fmla="*/ 15 w 21600"/>
                  <a:gd name="T1" fmla="*/ 0 h 21558"/>
                  <a:gd name="T2" fmla="*/ 240 w 21600"/>
                  <a:gd name="T3" fmla="*/ 192 h 21558"/>
                  <a:gd name="T4" fmla="*/ 0 w 21600"/>
                  <a:gd name="T5" fmla="*/ 192 h 21558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558"/>
                  <a:gd name="T11" fmla="*/ 21600 w 21600"/>
                  <a:gd name="T12" fmla="*/ 21558 h 215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558" fill="none" extrusionOk="0">
                    <a:moveTo>
                      <a:pt x="1346" y="0"/>
                    </a:moveTo>
                    <a:cubicBezTo>
                      <a:pt x="12731" y="711"/>
                      <a:pt x="21600" y="10151"/>
                      <a:pt x="21600" y="21558"/>
                    </a:cubicBezTo>
                  </a:path>
                  <a:path w="21600" h="21558" stroke="0" extrusionOk="0">
                    <a:moveTo>
                      <a:pt x="1346" y="0"/>
                    </a:moveTo>
                    <a:cubicBezTo>
                      <a:pt x="12731" y="711"/>
                      <a:pt x="21600" y="10151"/>
                      <a:pt x="21600" y="21558"/>
                    </a:cubicBezTo>
                    <a:lnTo>
                      <a:pt x="0" y="21558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3" name="Freeform 177"/>
              <p:cNvSpPr/>
              <p:nvPr/>
            </p:nvSpPr>
            <p:spPr bwMode="auto">
              <a:xfrm>
                <a:off x="1515" y="780"/>
                <a:ext cx="1" cy="210"/>
              </a:xfrm>
              <a:custGeom>
                <a:avLst/>
                <a:gdLst>
                  <a:gd name="T0" fmla="*/ 0 w 1"/>
                  <a:gd name="T1" fmla="*/ 210 h 210"/>
                  <a:gd name="T2" fmla="*/ 0 w 1"/>
                  <a:gd name="T3" fmla="*/ 0 h 210"/>
                  <a:gd name="T4" fmla="*/ 0 60000 65536"/>
                  <a:gd name="T5" fmla="*/ 0 60000 65536"/>
                  <a:gd name="T6" fmla="*/ 0 w 1"/>
                  <a:gd name="T7" fmla="*/ 0 h 210"/>
                  <a:gd name="T8" fmla="*/ 1 w 1"/>
                  <a:gd name="T9" fmla="*/ 210 h 21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10">
                    <a:moveTo>
                      <a:pt x="0" y="21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" name="Line 178"/>
              <p:cNvSpPr>
                <a:spLocks noChangeShapeType="1"/>
              </p:cNvSpPr>
              <p:nvPr/>
            </p:nvSpPr>
            <p:spPr bwMode="auto">
              <a:xfrm>
                <a:off x="753" y="1874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92" name="Group 180"/>
          <p:cNvGrpSpPr/>
          <p:nvPr/>
        </p:nvGrpSpPr>
        <p:grpSpPr bwMode="auto">
          <a:xfrm>
            <a:off x="399022" y="3084085"/>
            <a:ext cx="3440112" cy="2665413"/>
            <a:chOff x="3289" y="2258"/>
            <a:chExt cx="2167" cy="1679"/>
          </a:xfrm>
        </p:grpSpPr>
        <p:grpSp>
          <p:nvGrpSpPr>
            <p:cNvPr id="93" name="Group 181"/>
            <p:cNvGrpSpPr/>
            <p:nvPr/>
          </p:nvGrpSpPr>
          <p:grpSpPr bwMode="auto">
            <a:xfrm>
              <a:off x="3289" y="2258"/>
              <a:ext cx="1166" cy="1094"/>
              <a:chOff x="3289" y="2258"/>
              <a:chExt cx="1166" cy="1094"/>
            </a:xfrm>
          </p:grpSpPr>
          <p:sp>
            <p:nvSpPr>
              <p:cNvPr id="106" name="Freeform 182"/>
              <p:cNvSpPr/>
              <p:nvPr/>
            </p:nvSpPr>
            <p:spPr bwMode="auto">
              <a:xfrm>
                <a:off x="3521" y="2413"/>
                <a:ext cx="144" cy="237"/>
              </a:xfrm>
              <a:custGeom>
                <a:avLst/>
                <a:gdLst>
                  <a:gd name="T0" fmla="*/ 3 w 275"/>
                  <a:gd name="T1" fmla="*/ 0 h 454"/>
                  <a:gd name="T2" fmla="*/ 0 w 275"/>
                  <a:gd name="T3" fmla="*/ 147 h 454"/>
                  <a:gd name="T4" fmla="*/ 0 w 275"/>
                  <a:gd name="T5" fmla="*/ 169 h 454"/>
                  <a:gd name="T6" fmla="*/ 9 w 275"/>
                  <a:gd name="T7" fmla="*/ 189 h 454"/>
                  <a:gd name="T8" fmla="*/ 25 w 275"/>
                  <a:gd name="T9" fmla="*/ 205 h 454"/>
                  <a:gd name="T10" fmla="*/ 275 w 275"/>
                  <a:gd name="T11" fmla="*/ 454 h 454"/>
                  <a:gd name="T12" fmla="*/ 275 w 275"/>
                  <a:gd name="T13" fmla="*/ 304 h 454"/>
                  <a:gd name="T14" fmla="*/ 3 w 275"/>
                  <a:gd name="T15" fmla="*/ 0 h 4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75"/>
                  <a:gd name="T25" fmla="*/ 0 h 454"/>
                  <a:gd name="T26" fmla="*/ 275 w 275"/>
                  <a:gd name="T27" fmla="*/ 454 h 45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75" h="454">
                    <a:moveTo>
                      <a:pt x="3" y="0"/>
                    </a:moveTo>
                    <a:lnTo>
                      <a:pt x="0" y="147"/>
                    </a:lnTo>
                    <a:lnTo>
                      <a:pt x="0" y="169"/>
                    </a:lnTo>
                    <a:lnTo>
                      <a:pt x="9" y="189"/>
                    </a:lnTo>
                    <a:lnTo>
                      <a:pt x="25" y="205"/>
                    </a:lnTo>
                    <a:lnTo>
                      <a:pt x="275" y="454"/>
                    </a:lnTo>
                    <a:lnTo>
                      <a:pt x="275" y="304"/>
                    </a:lnTo>
                    <a:lnTo>
                      <a:pt x="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A6A6A"/>
                  </a:gs>
                  <a:gs pos="100000">
                    <a:srgbClr val="969696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" name="Freeform 183"/>
              <p:cNvSpPr/>
              <p:nvPr/>
            </p:nvSpPr>
            <p:spPr bwMode="auto">
              <a:xfrm>
                <a:off x="4065" y="2419"/>
                <a:ext cx="385" cy="765"/>
              </a:xfrm>
              <a:custGeom>
                <a:avLst/>
                <a:gdLst>
                  <a:gd name="T0" fmla="*/ 96 w 735"/>
                  <a:gd name="T1" fmla="*/ 62 h 1459"/>
                  <a:gd name="T2" fmla="*/ 101 w 735"/>
                  <a:gd name="T3" fmla="*/ 811 h 1459"/>
                  <a:gd name="T4" fmla="*/ 0 w 735"/>
                  <a:gd name="T5" fmla="*/ 892 h 1459"/>
                  <a:gd name="T6" fmla="*/ 15 w 735"/>
                  <a:gd name="T7" fmla="*/ 1459 h 1459"/>
                  <a:gd name="T8" fmla="*/ 735 w 735"/>
                  <a:gd name="T9" fmla="*/ 1262 h 1459"/>
                  <a:gd name="T10" fmla="*/ 730 w 735"/>
                  <a:gd name="T11" fmla="*/ 1046 h 1459"/>
                  <a:gd name="T12" fmla="*/ 245 w 735"/>
                  <a:gd name="T13" fmla="*/ 1168 h 1459"/>
                  <a:gd name="T14" fmla="*/ 231 w 735"/>
                  <a:gd name="T15" fmla="*/ 172 h 1459"/>
                  <a:gd name="T16" fmla="*/ 351 w 735"/>
                  <a:gd name="T17" fmla="*/ 139 h 1459"/>
                  <a:gd name="T18" fmla="*/ 351 w 735"/>
                  <a:gd name="T19" fmla="*/ 0 h 1459"/>
                  <a:gd name="T20" fmla="*/ 96 w 735"/>
                  <a:gd name="T21" fmla="*/ 62 h 145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735"/>
                  <a:gd name="T34" fmla="*/ 0 h 1459"/>
                  <a:gd name="T35" fmla="*/ 735 w 735"/>
                  <a:gd name="T36" fmla="*/ 1459 h 145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735" h="1459">
                    <a:moveTo>
                      <a:pt x="96" y="62"/>
                    </a:moveTo>
                    <a:lnTo>
                      <a:pt x="101" y="811"/>
                    </a:lnTo>
                    <a:lnTo>
                      <a:pt x="0" y="892"/>
                    </a:lnTo>
                    <a:lnTo>
                      <a:pt x="15" y="1459"/>
                    </a:lnTo>
                    <a:lnTo>
                      <a:pt x="735" y="1262"/>
                    </a:lnTo>
                    <a:lnTo>
                      <a:pt x="730" y="1046"/>
                    </a:lnTo>
                    <a:lnTo>
                      <a:pt x="245" y="1168"/>
                    </a:lnTo>
                    <a:lnTo>
                      <a:pt x="231" y="172"/>
                    </a:lnTo>
                    <a:lnTo>
                      <a:pt x="351" y="139"/>
                    </a:lnTo>
                    <a:lnTo>
                      <a:pt x="351" y="0"/>
                    </a:lnTo>
                    <a:lnTo>
                      <a:pt x="96" y="62"/>
                    </a:lnTo>
                    <a:close/>
                  </a:path>
                </a:pathLst>
              </a:custGeom>
              <a:solidFill>
                <a:srgbClr val="CCCCFF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8" name="Freeform 184"/>
              <p:cNvSpPr/>
              <p:nvPr/>
            </p:nvSpPr>
            <p:spPr bwMode="auto">
              <a:xfrm>
                <a:off x="3682" y="2637"/>
                <a:ext cx="50" cy="526"/>
              </a:xfrm>
              <a:custGeom>
                <a:avLst/>
                <a:gdLst>
                  <a:gd name="T0" fmla="*/ 0 w 95"/>
                  <a:gd name="T1" fmla="*/ 7 h 1004"/>
                  <a:gd name="T2" fmla="*/ 0 w 95"/>
                  <a:gd name="T3" fmla="*/ 814 h 1004"/>
                  <a:gd name="T4" fmla="*/ 15 w 95"/>
                  <a:gd name="T5" fmla="*/ 887 h 1004"/>
                  <a:gd name="T6" fmla="*/ 51 w 95"/>
                  <a:gd name="T7" fmla="*/ 945 h 1004"/>
                  <a:gd name="T8" fmla="*/ 95 w 95"/>
                  <a:gd name="T9" fmla="*/ 1004 h 1004"/>
                  <a:gd name="T10" fmla="*/ 80 w 95"/>
                  <a:gd name="T11" fmla="*/ 0 h 1004"/>
                  <a:gd name="T12" fmla="*/ 0 w 95"/>
                  <a:gd name="T13" fmla="*/ 7 h 10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5"/>
                  <a:gd name="T22" fmla="*/ 0 h 1004"/>
                  <a:gd name="T23" fmla="*/ 95 w 95"/>
                  <a:gd name="T24" fmla="*/ 1004 h 10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5" h="1004">
                    <a:moveTo>
                      <a:pt x="0" y="7"/>
                    </a:moveTo>
                    <a:lnTo>
                      <a:pt x="0" y="814"/>
                    </a:lnTo>
                    <a:lnTo>
                      <a:pt x="15" y="887"/>
                    </a:lnTo>
                    <a:lnTo>
                      <a:pt x="51" y="945"/>
                    </a:lnTo>
                    <a:lnTo>
                      <a:pt x="95" y="1004"/>
                    </a:lnTo>
                    <a:lnTo>
                      <a:pt x="80" y="0"/>
                    </a:lnTo>
                    <a:lnTo>
                      <a:pt x="0" y="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D6D6D"/>
                  </a:gs>
                  <a:gs pos="100000">
                    <a:srgbClr val="969696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9" name="Freeform 185"/>
              <p:cNvSpPr/>
              <p:nvPr/>
            </p:nvSpPr>
            <p:spPr bwMode="auto">
              <a:xfrm>
                <a:off x="4190" y="2753"/>
                <a:ext cx="265" cy="278"/>
              </a:xfrm>
              <a:custGeom>
                <a:avLst/>
                <a:gdLst>
                  <a:gd name="T0" fmla="*/ 0 w 505"/>
                  <a:gd name="T1" fmla="*/ 532 h 532"/>
                  <a:gd name="T2" fmla="*/ 505 w 505"/>
                  <a:gd name="T3" fmla="*/ 400 h 532"/>
                  <a:gd name="T4" fmla="*/ 192 w 505"/>
                  <a:gd name="T5" fmla="*/ 87 h 532"/>
                  <a:gd name="T6" fmla="*/ 166 w 505"/>
                  <a:gd name="T7" fmla="*/ 71 h 532"/>
                  <a:gd name="T8" fmla="*/ 147 w 505"/>
                  <a:gd name="T9" fmla="*/ 55 h 532"/>
                  <a:gd name="T10" fmla="*/ 124 w 505"/>
                  <a:gd name="T11" fmla="*/ 39 h 532"/>
                  <a:gd name="T12" fmla="*/ 92 w 505"/>
                  <a:gd name="T13" fmla="*/ 23 h 532"/>
                  <a:gd name="T14" fmla="*/ 57 w 505"/>
                  <a:gd name="T15" fmla="*/ 13 h 532"/>
                  <a:gd name="T16" fmla="*/ 25 w 505"/>
                  <a:gd name="T17" fmla="*/ 4 h 532"/>
                  <a:gd name="T18" fmla="*/ 0 w 505"/>
                  <a:gd name="T19" fmla="*/ 0 h 532"/>
                  <a:gd name="T20" fmla="*/ 0 w 505"/>
                  <a:gd name="T21" fmla="*/ 532 h 53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05"/>
                  <a:gd name="T34" fmla="*/ 0 h 532"/>
                  <a:gd name="T35" fmla="*/ 505 w 505"/>
                  <a:gd name="T36" fmla="*/ 532 h 53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05" h="532">
                    <a:moveTo>
                      <a:pt x="0" y="532"/>
                    </a:moveTo>
                    <a:lnTo>
                      <a:pt x="505" y="400"/>
                    </a:lnTo>
                    <a:lnTo>
                      <a:pt x="192" y="87"/>
                    </a:lnTo>
                    <a:lnTo>
                      <a:pt x="166" y="71"/>
                    </a:lnTo>
                    <a:lnTo>
                      <a:pt x="147" y="55"/>
                    </a:lnTo>
                    <a:lnTo>
                      <a:pt x="124" y="39"/>
                    </a:lnTo>
                    <a:lnTo>
                      <a:pt x="92" y="23"/>
                    </a:lnTo>
                    <a:lnTo>
                      <a:pt x="57" y="13"/>
                    </a:lnTo>
                    <a:lnTo>
                      <a:pt x="25" y="4"/>
                    </a:lnTo>
                    <a:lnTo>
                      <a:pt x="0" y="0"/>
                    </a:lnTo>
                    <a:lnTo>
                      <a:pt x="0" y="5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D6D6D"/>
                  </a:gs>
                  <a:gs pos="100000">
                    <a:srgbClr val="B2B2B2"/>
                  </a:gs>
                </a:gsLst>
                <a:lin ang="54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0" name="Freeform 186"/>
              <p:cNvSpPr/>
              <p:nvPr/>
            </p:nvSpPr>
            <p:spPr bwMode="auto">
              <a:xfrm>
                <a:off x="3289" y="3029"/>
                <a:ext cx="181" cy="321"/>
              </a:xfrm>
              <a:custGeom>
                <a:avLst/>
                <a:gdLst>
                  <a:gd name="T0" fmla="*/ 0 w 181"/>
                  <a:gd name="T1" fmla="*/ 0 h 321"/>
                  <a:gd name="T2" fmla="*/ 0 w 181"/>
                  <a:gd name="T3" fmla="*/ 114 h 321"/>
                  <a:gd name="T4" fmla="*/ 2 w 181"/>
                  <a:gd name="T5" fmla="*/ 131 h 321"/>
                  <a:gd name="T6" fmla="*/ 5 w 181"/>
                  <a:gd name="T7" fmla="*/ 141 h 321"/>
                  <a:gd name="T8" fmla="*/ 10 w 181"/>
                  <a:gd name="T9" fmla="*/ 149 h 321"/>
                  <a:gd name="T10" fmla="*/ 20 w 181"/>
                  <a:gd name="T11" fmla="*/ 162 h 321"/>
                  <a:gd name="T12" fmla="*/ 177 w 181"/>
                  <a:gd name="T13" fmla="*/ 321 h 321"/>
                  <a:gd name="T14" fmla="*/ 181 w 181"/>
                  <a:gd name="T15" fmla="*/ 190 h 321"/>
                  <a:gd name="T16" fmla="*/ 0 w 181"/>
                  <a:gd name="T17" fmla="*/ 0 h 32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81"/>
                  <a:gd name="T28" fmla="*/ 0 h 321"/>
                  <a:gd name="T29" fmla="*/ 181 w 181"/>
                  <a:gd name="T30" fmla="*/ 321 h 32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81" h="321">
                    <a:moveTo>
                      <a:pt x="0" y="0"/>
                    </a:moveTo>
                    <a:lnTo>
                      <a:pt x="0" y="114"/>
                    </a:lnTo>
                    <a:lnTo>
                      <a:pt x="2" y="131"/>
                    </a:lnTo>
                    <a:lnTo>
                      <a:pt x="5" y="141"/>
                    </a:lnTo>
                    <a:lnTo>
                      <a:pt x="10" y="149"/>
                    </a:lnTo>
                    <a:lnTo>
                      <a:pt x="20" y="162"/>
                    </a:lnTo>
                    <a:lnTo>
                      <a:pt x="177" y="321"/>
                    </a:lnTo>
                    <a:lnTo>
                      <a:pt x="181" y="19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54545"/>
                  </a:gs>
                  <a:gs pos="100000">
                    <a:srgbClr val="969696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" name="Freeform 187"/>
              <p:cNvSpPr/>
              <p:nvPr/>
            </p:nvSpPr>
            <p:spPr bwMode="auto">
              <a:xfrm>
                <a:off x="3289" y="2875"/>
                <a:ext cx="441" cy="355"/>
              </a:xfrm>
              <a:custGeom>
                <a:avLst/>
                <a:gdLst>
                  <a:gd name="T0" fmla="*/ 752 w 842"/>
                  <a:gd name="T1" fmla="*/ 0 h 678"/>
                  <a:gd name="T2" fmla="*/ 80 w 842"/>
                  <a:gd name="T3" fmla="*/ 182 h 678"/>
                  <a:gd name="T4" fmla="*/ 55 w 842"/>
                  <a:gd name="T5" fmla="*/ 195 h 678"/>
                  <a:gd name="T6" fmla="*/ 35 w 842"/>
                  <a:gd name="T7" fmla="*/ 211 h 678"/>
                  <a:gd name="T8" fmla="*/ 16 w 842"/>
                  <a:gd name="T9" fmla="*/ 227 h 678"/>
                  <a:gd name="T10" fmla="*/ 7 w 842"/>
                  <a:gd name="T11" fmla="*/ 256 h 678"/>
                  <a:gd name="T12" fmla="*/ 0 w 842"/>
                  <a:gd name="T13" fmla="*/ 294 h 678"/>
                  <a:gd name="T14" fmla="*/ 10 w 842"/>
                  <a:gd name="T15" fmla="*/ 330 h 678"/>
                  <a:gd name="T16" fmla="*/ 23 w 842"/>
                  <a:gd name="T17" fmla="*/ 358 h 678"/>
                  <a:gd name="T18" fmla="*/ 342 w 842"/>
                  <a:gd name="T19" fmla="*/ 678 h 678"/>
                  <a:gd name="T20" fmla="*/ 842 w 842"/>
                  <a:gd name="T21" fmla="*/ 538 h 678"/>
                  <a:gd name="T22" fmla="*/ 826 w 842"/>
                  <a:gd name="T23" fmla="*/ 512 h 678"/>
                  <a:gd name="T24" fmla="*/ 791 w 842"/>
                  <a:gd name="T25" fmla="*/ 461 h 678"/>
                  <a:gd name="T26" fmla="*/ 768 w 842"/>
                  <a:gd name="T27" fmla="*/ 416 h 678"/>
                  <a:gd name="T28" fmla="*/ 755 w 842"/>
                  <a:gd name="T29" fmla="*/ 371 h 678"/>
                  <a:gd name="T30" fmla="*/ 752 w 842"/>
                  <a:gd name="T31" fmla="*/ 352 h 678"/>
                  <a:gd name="T32" fmla="*/ 752 w 842"/>
                  <a:gd name="T33" fmla="*/ 0 h 67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42"/>
                  <a:gd name="T52" fmla="*/ 0 h 678"/>
                  <a:gd name="T53" fmla="*/ 842 w 842"/>
                  <a:gd name="T54" fmla="*/ 678 h 67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42" h="678">
                    <a:moveTo>
                      <a:pt x="752" y="0"/>
                    </a:moveTo>
                    <a:lnTo>
                      <a:pt x="80" y="182"/>
                    </a:lnTo>
                    <a:lnTo>
                      <a:pt x="55" y="195"/>
                    </a:lnTo>
                    <a:lnTo>
                      <a:pt x="35" y="211"/>
                    </a:lnTo>
                    <a:lnTo>
                      <a:pt x="16" y="227"/>
                    </a:lnTo>
                    <a:lnTo>
                      <a:pt x="7" y="256"/>
                    </a:lnTo>
                    <a:lnTo>
                      <a:pt x="0" y="294"/>
                    </a:lnTo>
                    <a:lnTo>
                      <a:pt x="10" y="330"/>
                    </a:lnTo>
                    <a:lnTo>
                      <a:pt x="23" y="358"/>
                    </a:lnTo>
                    <a:lnTo>
                      <a:pt x="342" y="678"/>
                    </a:lnTo>
                    <a:lnTo>
                      <a:pt x="842" y="538"/>
                    </a:lnTo>
                    <a:lnTo>
                      <a:pt x="826" y="512"/>
                    </a:lnTo>
                    <a:lnTo>
                      <a:pt x="791" y="461"/>
                    </a:lnTo>
                    <a:lnTo>
                      <a:pt x="768" y="416"/>
                    </a:lnTo>
                    <a:lnTo>
                      <a:pt x="755" y="371"/>
                    </a:lnTo>
                    <a:lnTo>
                      <a:pt x="752" y="352"/>
                    </a:lnTo>
                    <a:lnTo>
                      <a:pt x="75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97979"/>
                  </a:gs>
                  <a:gs pos="100000">
                    <a:srgbClr val="B2B2B2"/>
                  </a:gs>
                </a:gsLst>
                <a:lin ang="54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2" name="Freeform 188"/>
              <p:cNvSpPr/>
              <p:nvPr/>
            </p:nvSpPr>
            <p:spPr bwMode="auto">
              <a:xfrm>
                <a:off x="3521" y="2258"/>
                <a:ext cx="731" cy="317"/>
              </a:xfrm>
              <a:custGeom>
                <a:avLst/>
                <a:gdLst>
                  <a:gd name="T0" fmla="*/ 141 w 731"/>
                  <a:gd name="T1" fmla="*/ 317 h 317"/>
                  <a:gd name="T2" fmla="*/ 277 w 731"/>
                  <a:gd name="T3" fmla="*/ 283 h 317"/>
                  <a:gd name="T4" fmla="*/ 275 w 731"/>
                  <a:gd name="T5" fmla="*/ 269 h 317"/>
                  <a:gd name="T6" fmla="*/ 262 w 731"/>
                  <a:gd name="T7" fmla="*/ 212 h 317"/>
                  <a:gd name="T8" fmla="*/ 360 w 731"/>
                  <a:gd name="T9" fmla="*/ 128 h 317"/>
                  <a:gd name="T10" fmla="*/ 516 w 731"/>
                  <a:gd name="T11" fmla="*/ 156 h 317"/>
                  <a:gd name="T12" fmla="*/ 591 w 731"/>
                  <a:gd name="T13" fmla="*/ 201 h 317"/>
                  <a:gd name="T14" fmla="*/ 731 w 731"/>
                  <a:gd name="T15" fmla="*/ 158 h 317"/>
                  <a:gd name="T16" fmla="*/ 597 w 731"/>
                  <a:gd name="T17" fmla="*/ 25 h 317"/>
                  <a:gd name="T18" fmla="*/ 574 w 731"/>
                  <a:gd name="T19" fmla="*/ 13 h 317"/>
                  <a:gd name="T20" fmla="*/ 556 w 731"/>
                  <a:gd name="T21" fmla="*/ 5 h 317"/>
                  <a:gd name="T22" fmla="*/ 538 w 731"/>
                  <a:gd name="T23" fmla="*/ 0 h 317"/>
                  <a:gd name="T24" fmla="*/ 521 w 731"/>
                  <a:gd name="T25" fmla="*/ 0 h 317"/>
                  <a:gd name="T26" fmla="*/ 501 w 731"/>
                  <a:gd name="T27" fmla="*/ 2 h 317"/>
                  <a:gd name="T28" fmla="*/ 36 w 731"/>
                  <a:gd name="T29" fmla="*/ 126 h 317"/>
                  <a:gd name="T30" fmla="*/ 16 w 731"/>
                  <a:gd name="T31" fmla="*/ 134 h 317"/>
                  <a:gd name="T32" fmla="*/ 0 w 731"/>
                  <a:gd name="T33" fmla="*/ 151 h 317"/>
                  <a:gd name="T34" fmla="*/ 1 w 731"/>
                  <a:gd name="T35" fmla="*/ 169 h 317"/>
                  <a:gd name="T36" fmla="*/ 5 w 731"/>
                  <a:gd name="T37" fmla="*/ 183 h 317"/>
                  <a:gd name="T38" fmla="*/ 141 w 731"/>
                  <a:gd name="T39" fmla="*/ 317 h 31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731"/>
                  <a:gd name="T61" fmla="*/ 0 h 317"/>
                  <a:gd name="T62" fmla="*/ 731 w 731"/>
                  <a:gd name="T63" fmla="*/ 317 h 31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731" h="317">
                    <a:moveTo>
                      <a:pt x="141" y="317"/>
                    </a:moveTo>
                    <a:lnTo>
                      <a:pt x="277" y="283"/>
                    </a:lnTo>
                    <a:lnTo>
                      <a:pt x="275" y="269"/>
                    </a:lnTo>
                    <a:lnTo>
                      <a:pt x="262" y="212"/>
                    </a:lnTo>
                    <a:lnTo>
                      <a:pt x="360" y="128"/>
                    </a:lnTo>
                    <a:lnTo>
                      <a:pt x="516" y="156"/>
                    </a:lnTo>
                    <a:lnTo>
                      <a:pt x="591" y="201"/>
                    </a:lnTo>
                    <a:lnTo>
                      <a:pt x="731" y="158"/>
                    </a:lnTo>
                    <a:lnTo>
                      <a:pt x="597" y="25"/>
                    </a:lnTo>
                    <a:lnTo>
                      <a:pt x="574" y="13"/>
                    </a:lnTo>
                    <a:lnTo>
                      <a:pt x="556" y="5"/>
                    </a:lnTo>
                    <a:lnTo>
                      <a:pt x="538" y="0"/>
                    </a:lnTo>
                    <a:lnTo>
                      <a:pt x="521" y="0"/>
                    </a:lnTo>
                    <a:lnTo>
                      <a:pt x="501" y="2"/>
                    </a:lnTo>
                    <a:lnTo>
                      <a:pt x="36" y="126"/>
                    </a:lnTo>
                    <a:lnTo>
                      <a:pt x="16" y="134"/>
                    </a:lnTo>
                    <a:lnTo>
                      <a:pt x="0" y="151"/>
                    </a:lnTo>
                    <a:lnTo>
                      <a:pt x="1" y="169"/>
                    </a:lnTo>
                    <a:lnTo>
                      <a:pt x="5" y="183"/>
                    </a:lnTo>
                    <a:lnTo>
                      <a:pt x="141" y="31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F9F9F"/>
                  </a:gs>
                  <a:gs pos="100000">
                    <a:srgbClr val="B2B2B2"/>
                  </a:gs>
                </a:gsLst>
                <a:lin ang="54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" name="Freeform 189"/>
              <p:cNvSpPr/>
              <p:nvPr/>
            </p:nvSpPr>
            <p:spPr bwMode="auto">
              <a:xfrm>
                <a:off x="3466" y="2540"/>
                <a:ext cx="382" cy="812"/>
              </a:xfrm>
              <a:custGeom>
                <a:avLst/>
                <a:gdLst>
                  <a:gd name="T0" fmla="*/ 374 w 729"/>
                  <a:gd name="T1" fmla="*/ 72 h 1550"/>
                  <a:gd name="T2" fmla="*/ 374 w 729"/>
                  <a:gd name="T3" fmla="*/ 206 h 1550"/>
                  <a:gd name="T4" fmla="*/ 504 w 729"/>
                  <a:gd name="T5" fmla="*/ 178 h 1550"/>
                  <a:gd name="T6" fmla="*/ 504 w 729"/>
                  <a:gd name="T7" fmla="*/ 1181 h 1550"/>
                  <a:gd name="T8" fmla="*/ 1 w 729"/>
                  <a:gd name="T9" fmla="*/ 1318 h 1550"/>
                  <a:gd name="T10" fmla="*/ 0 w 729"/>
                  <a:gd name="T11" fmla="*/ 1550 h 1550"/>
                  <a:gd name="T12" fmla="*/ 725 w 729"/>
                  <a:gd name="T13" fmla="*/ 1349 h 1550"/>
                  <a:gd name="T14" fmla="*/ 729 w 729"/>
                  <a:gd name="T15" fmla="*/ 782 h 1550"/>
                  <a:gd name="T16" fmla="*/ 638 w 729"/>
                  <a:gd name="T17" fmla="*/ 744 h 1550"/>
                  <a:gd name="T18" fmla="*/ 633 w 729"/>
                  <a:gd name="T19" fmla="*/ 0 h 1550"/>
                  <a:gd name="T20" fmla="*/ 374 w 729"/>
                  <a:gd name="T21" fmla="*/ 72 h 15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729"/>
                  <a:gd name="T34" fmla="*/ 0 h 1550"/>
                  <a:gd name="T35" fmla="*/ 729 w 729"/>
                  <a:gd name="T36" fmla="*/ 1550 h 155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729" h="1550">
                    <a:moveTo>
                      <a:pt x="374" y="72"/>
                    </a:moveTo>
                    <a:lnTo>
                      <a:pt x="374" y="206"/>
                    </a:lnTo>
                    <a:lnTo>
                      <a:pt x="504" y="178"/>
                    </a:lnTo>
                    <a:lnTo>
                      <a:pt x="504" y="1181"/>
                    </a:lnTo>
                    <a:lnTo>
                      <a:pt x="1" y="1318"/>
                    </a:lnTo>
                    <a:lnTo>
                      <a:pt x="0" y="1550"/>
                    </a:lnTo>
                    <a:lnTo>
                      <a:pt x="725" y="1349"/>
                    </a:lnTo>
                    <a:lnTo>
                      <a:pt x="729" y="782"/>
                    </a:lnTo>
                    <a:lnTo>
                      <a:pt x="638" y="744"/>
                    </a:lnTo>
                    <a:lnTo>
                      <a:pt x="633" y="0"/>
                    </a:lnTo>
                    <a:lnTo>
                      <a:pt x="374" y="72"/>
                    </a:lnTo>
                    <a:close/>
                  </a:path>
                </a:pathLst>
              </a:custGeom>
              <a:solidFill>
                <a:srgbClr val="CCCCFF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4" name="Freeform 190"/>
              <p:cNvSpPr/>
              <p:nvPr/>
            </p:nvSpPr>
            <p:spPr bwMode="auto">
              <a:xfrm>
                <a:off x="3819" y="2819"/>
                <a:ext cx="249" cy="365"/>
              </a:xfrm>
              <a:custGeom>
                <a:avLst/>
                <a:gdLst>
                  <a:gd name="T0" fmla="*/ 57 w 475"/>
                  <a:gd name="T1" fmla="*/ 249 h 696"/>
                  <a:gd name="T2" fmla="*/ 57 w 475"/>
                  <a:gd name="T3" fmla="*/ 633 h 696"/>
                  <a:gd name="T4" fmla="*/ 91 w 475"/>
                  <a:gd name="T5" fmla="*/ 614 h 696"/>
                  <a:gd name="T6" fmla="*/ 129 w 475"/>
                  <a:gd name="T7" fmla="*/ 600 h 696"/>
                  <a:gd name="T8" fmla="*/ 173 w 475"/>
                  <a:gd name="T9" fmla="*/ 585 h 696"/>
                  <a:gd name="T10" fmla="*/ 216 w 475"/>
                  <a:gd name="T11" fmla="*/ 585 h 696"/>
                  <a:gd name="T12" fmla="*/ 264 w 475"/>
                  <a:gd name="T13" fmla="*/ 590 h 696"/>
                  <a:gd name="T14" fmla="*/ 302 w 475"/>
                  <a:gd name="T15" fmla="*/ 600 h 696"/>
                  <a:gd name="T16" fmla="*/ 355 w 475"/>
                  <a:gd name="T17" fmla="*/ 614 h 696"/>
                  <a:gd name="T18" fmla="*/ 413 w 475"/>
                  <a:gd name="T19" fmla="*/ 643 h 696"/>
                  <a:gd name="T20" fmla="*/ 446 w 475"/>
                  <a:gd name="T21" fmla="*/ 667 h 696"/>
                  <a:gd name="T22" fmla="*/ 475 w 475"/>
                  <a:gd name="T23" fmla="*/ 696 h 696"/>
                  <a:gd name="T24" fmla="*/ 475 w 475"/>
                  <a:gd name="T25" fmla="*/ 96 h 696"/>
                  <a:gd name="T26" fmla="*/ 422 w 475"/>
                  <a:gd name="T27" fmla="*/ 57 h 696"/>
                  <a:gd name="T28" fmla="*/ 350 w 475"/>
                  <a:gd name="T29" fmla="*/ 24 h 696"/>
                  <a:gd name="T30" fmla="*/ 283 w 475"/>
                  <a:gd name="T31" fmla="*/ 0 h 696"/>
                  <a:gd name="T32" fmla="*/ 221 w 475"/>
                  <a:gd name="T33" fmla="*/ 0 h 696"/>
                  <a:gd name="T34" fmla="*/ 125 w 475"/>
                  <a:gd name="T35" fmla="*/ 0 h 696"/>
                  <a:gd name="T36" fmla="*/ 48 w 475"/>
                  <a:gd name="T37" fmla="*/ 38 h 696"/>
                  <a:gd name="T38" fmla="*/ 0 w 475"/>
                  <a:gd name="T39" fmla="*/ 129 h 696"/>
                  <a:gd name="T40" fmla="*/ 0 w 475"/>
                  <a:gd name="T41" fmla="*/ 211 h 696"/>
                  <a:gd name="T42" fmla="*/ 57 w 475"/>
                  <a:gd name="T43" fmla="*/ 249 h 69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475"/>
                  <a:gd name="T67" fmla="*/ 0 h 696"/>
                  <a:gd name="T68" fmla="*/ 475 w 475"/>
                  <a:gd name="T69" fmla="*/ 696 h 69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475" h="696">
                    <a:moveTo>
                      <a:pt x="57" y="249"/>
                    </a:moveTo>
                    <a:lnTo>
                      <a:pt x="57" y="633"/>
                    </a:lnTo>
                    <a:lnTo>
                      <a:pt x="91" y="614"/>
                    </a:lnTo>
                    <a:lnTo>
                      <a:pt x="129" y="600"/>
                    </a:lnTo>
                    <a:lnTo>
                      <a:pt x="173" y="585"/>
                    </a:lnTo>
                    <a:lnTo>
                      <a:pt x="216" y="585"/>
                    </a:lnTo>
                    <a:lnTo>
                      <a:pt x="264" y="590"/>
                    </a:lnTo>
                    <a:lnTo>
                      <a:pt x="302" y="600"/>
                    </a:lnTo>
                    <a:lnTo>
                      <a:pt x="355" y="614"/>
                    </a:lnTo>
                    <a:lnTo>
                      <a:pt x="413" y="643"/>
                    </a:lnTo>
                    <a:lnTo>
                      <a:pt x="446" y="667"/>
                    </a:lnTo>
                    <a:lnTo>
                      <a:pt x="475" y="696"/>
                    </a:lnTo>
                    <a:lnTo>
                      <a:pt x="475" y="96"/>
                    </a:lnTo>
                    <a:lnTo>
                      <a:pt x="422" y="57"/>
                    </a:lnTo>
                    <a:lnTo>
                      <a:pt x="350" y="24"/>
                    </a:lnTo>
                    <a:lnTo>
                      <a:pt x="283" y="0"/>
                    </a:lnTo>
                    <a:lnTo>
                      <a:pt x="221" y="0"/>
                    </a:lnTo>
                    <a:lnTo>
                      <a:pt x="125" y="0"/>
                    </a:lnTo>
                    <a:lnTo>
                      <a:pt x="48" y="38"/>
                    </a:lnTo>
                    <a:lnTo>
                      <a:pt x="0" y="129"/>
                    </a:lnTo>
                    <a:lnTo>
                      <a:pt x="0" y="211"/>
                    </a:lnTo>
                    <a:lnTo>
                      <a:pt x="57" y="249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57575"/>
                  </a:gs>
                  <a:gs pos="100000">
                    <a:srgbClr val="C0C0C0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5" name="Freeform 191"/>
              <p:cNvSpPr/>
              <p:nvPr/>
            </p:nvSpPr>
            <p:spPr bwMode="auto">
              <a:xfrm>
                <a:off x="3798" y="2754"/>
                <a:ext cx="321" cy="191"/>
              </a:xfrm>
              <a:custGeom>
                <a:avLst/>
                <a:gdLst>
                  <a:gd name="T0" fmla="*/ 53 w 321"/>
                  <a:gd name="T1" fmla="*/ 191 h 191"/>
                  <a:gd name="T2" fmla="*/ 3 w 321"/>
                  <a:gd name="T3" fmla="*/ 173 h 191"/>
                  <a:gd name="T4" fmla="*/ 0 w 321"/>
                  <a:gd name="T5" fmla="*/ 40 h 191"/>
                  <a:gd name="T6" fmla="*/ 19 w 321"/>
                  <a:gd name="T7" fmla="*/ 31 h 191"/>
                  <a:gd name="T8" fmla="*/ 36 w 321"/>
                  <a:gd name="T9" fmla="*/ 18 h 191"/>
                  <a:gd name="T10" fmla="*/ 60 w 321"/>
                  <a:gd name="T11" fmla="*/ 7 h 191"/>
                  <a:gd name="T12" fmla="*/ 103 w 321"/>
                  <a:gd name="T13" fmla="*/ 1 h 191"/>
                  <a:gd name="T14" fmla="*/ 153 w 321"/>
                  <a:gd name="T15" fmla="*/ 1 h 191"/>
                  <a:gd name="T16" fmla="*/ 200 w 321"/>
                  <a:gd name="T17" fmla="*/ 0 h 191"/>
                  <a:gd name="T18" fmla="*/ 241 w 321"/>
                  <a:gd name="T19" fmla="*/ 28 h 191"/>
                  <a:gd name="T20" fmla="*/ 278 w 321"/>
                  <a:gd name="T21" fmla="*/ 44 h 191"/>
                  <a:gd name="T22" fmla="*/ 301 w 321"/>
                  <a:gd name="T23" fmla="*/ 68 h 191"/>
                  <a:gd name="T24" fmla="*/ 321 w 321"/>
                  <a:gd name="T25" fmla="*/ 85 h 191"/>
                  <a:gd name="T26" fmla="*/ 268 w 321"/>
                  <a:gd name="T27" fmla="*/ 135 h 191"/>
                  <a:gd name="T28" fmla="*/ 254 w 321"/>
                  <a:gd name="T29" fmla="*/ 115 h 191"/>
                  <a:gd name="T30" fmla="*/ 227 w 321"/>
                  <a:gd name="T31" fmla="*/ 98 h 191"/>
                  <a:gd name="T32" fmla="*/ 201 w 321"/>
                  <a:gd name="T33" fmla="*/ 88 h 191"/>
                  <a:gd name="T34" fmla="*/ 179 w 321"/>
                  <a:gd name="T35" fmla="*/ 78 h 191"/>
                  <a:gd name="T36" fmla="*/ 153 w 321"/>
                  <a:gd name="T37" fmla="*/ 74 h 191"/>
                  <a:gd name="T38" fmla="*/ 134 w 321"/>
                  <a:gd name="T39" fmla="*/ 73 h 191"/>
                  <a:gd name="T40" fmla="*/ 107 w 321"/>
                  <a:gd name="T41" fmla="*/ 74 h 191"/>
                  <a:gd name="T42" fmla="*/ 80 w 321"/>
                  <a:gd name="T43" fmla="*/ 81 h 191"/>
                  <a:gd name="T44" fmla="*/ 61 w 321"/>
                  <a:gd name="T45" fmla="*/ 90 h 191"/>
                  <a:gd name="T46" fmla="*/ 40 w 321"/>
                  <a:gd name="T47" fmla="*/ 110 h 191"/>
                  <a:gd name="T48" fmla="*/ 29 w 321"/>
                  <a:gd name="T49" fmla="*/ 138 h 191"/>
                  <a:gd name="T50" fmla="*/ 36 w 321"/>
                  <a:gd name="T51" fmla="*/ 164 h 191"/>
                  <a:gd name="T52" fmla="*/ 53 w 321"/>
                  <a:gd name="T53" fmla="*/ 191 h 191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321"/>
                  <a:gd name="T82" fmla="*/ 0 h 191"/>
                  <a:gd name="T83" fmla="*/ 321 w 321"/>
                  <a:gd name="T84" fmla="*/ 191 h 191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321" h="191">
                    <a:moveTo>
                      <a:pt x="53" y="191"/>
                    </a:moveTo>
                    <a:lnTo>
                      <a:pt x="3" y="173"/>
                    </a:lnTo>
                    <a:lnTo>
                      <a:pt x="0" y="40"/>
                    </a:lnTo>
                    <a:lnTo>
                      <a:pt x="19" y="31"/>
                    </a:lnTo>
                    <a:lnTo>
                      <a:pt x="36" y="18"/>
                    </a:lnTo>
                    <a:lnTo>
                      <a:pt x="60" y="7"/>
                    </a:lnTo>
                    <a:lnTo>
                      <a:pt x="103" y="1"/>
                    </a:lnTo>
                    <a:lnTo>
                      <a:pt x="153" y="1"/>
                    </a:lnTo>
                    <a:lnTo>
                      <a:pt x="200" y="0"/>
                    </a:lnTo>
                    <a:lnTo>
                      <a:pt x="241" y="28"/>
                    </a:lnTo>
                    <a:lnTo>
                      <a:pt x="278" y="44"/>
                    </a:lnTo>
                    <a:lnTo>
                      <a:pt x="301" y="68"/>
                    </a:lnTo>
                    <a:lnTo>
                      <a:pt x="321" y="85"/>
                    </a:lnTo>
                    <a:lnTo>
                      <a:pt x="268" y="135"/>
                    </a:lnTo>
                    <a:lnTo>
                      <a:pt x="254" y="115"/>
                    </a:lnTo>
                    <a:lnTo>
                      <a:pt x="227" y="98"/>
                    </a:lnTo>
                    <a:lnTo>
                      <a:pt x="201" y="88"/>
                    </a:lnTo>
                    <a:lnTo>
                      <a:pt x="179" y="78"/>
                    </a:lnTo>
                    <a:lnTo>
                      <a:pt x="153" y="74"/>
                    </a:lnTo>
                    <a:lnTo>
                      <a:pt x="134" y="73"/>
                    </a:lnTo>
                    <a:lnTo>
                      <a:pt x="107" y="74"/>
                    </a:lnTo>
                    <a:lnTo>
                      <a:pt x="80" y="81"/>
                    </a:lnTo>
                    <a:lnTo>
                      <a:pt x="61" y="90"/>
                    </a:lnTo>
                    <a:lnTo>
                      <a:pt x="40" y="110"/>
                    </a:lnTo>
                    <a:lnTo>
                      <a:pt x="29" y="138"/>
                    </a:lnTo>
                    <a:lnTo>
                      <a:pt x="36" y="164"/>
                    </a:lnTo>
                    <a:lnTo>
                      <a:pt x="53" y="19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F7F7F"/>
                  </a:gs>
                  <a:gs pos="100000">
                    <a:srgbClr val="969696"/>
                  </a:gs>
                </a:gsLst>
                <a:lin ang="27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6" name="Freeform 192"/>
              <p:cNvSpPr/>
              <p:nvPr/>
            </p:nvSpPr>
            <p:spPr bwMode="auto">
              <a:xfrm>
                <a:off x="3770" y="2371"/>
                <a:ext cx="347" cy="472"/>
              </a:xfrm>
              <a:custGeom>
                <a:avLst/>
                <a:gdLst>
                  <a:gd name="T0" fmla="*/ 50 w 661"/>
                  <a:gd name="T1" fmla="*/ 333 h 901"/>
                  <a:gd name="T2" fmla="*/ 36 w 661"/>
                  <a:gd name="T3" fmla="*/ 290 h 901"/>
                  <a:gd name="T4" fmla="*/ 14 w 661"/>
                  <a:gd name="T5" fmla="*/ 239 h 901"/>
                  <a:gd name="T6" fmla="*/ 0 w 661"/>
                  <a:gd name="T7" fmla="*/ 195 h 901"/>
                  <a:gd name="T8" fmla="*/ 7 w 661"/>
                  <a:gd name="T9" fmla="*/ 144 h 901"/>
                  <a:gd name="T10" fmla="*/ 33 w 661"/>
                  <a:gd name="T11" fmla="*/ 93 h 901"/>
                  <a:gd name="T12" fmla="*/ 100 w 661"/>
                  <a:gd name="T13" fmla="*/ 38 h 901"/>
                  <a:gd name="T14" fmla="*/ 170 w 661"/>
                  <a:gd name="T15" fmla="*/ 13 h 901"/>
                  <a:gd name="T16" fmla="*/ 244 w 661"/>
                  <a:gd name="T17" fmla="*/ 3 h 901"/>
                  <a:gd name="T18" fmla="*/ 333 w 661"/>
                  <a:gd name="T19" fmla="*/ 0 h 901"/>
                  <a:gd name="T20" fmla="*/ 404 w 661"/>
                  <a:gd name="T21" fmla="*/ 16 h 901"/>
                  <a:gd name="T22" fmla="*/ 471 w 661"/>
                  <a:gd name="T23" fmla="*/ 38 h 901"/>
                  <a:gd name="T24" fmla="*/ 535 w 661"/>
                  <a:gd name="T25" fmla="*/ 64 h 901"/>
                  <a:gd name="T26" fmla="*/ 596 w 661"/>
                  <a:gd name="T27" fmla="*/ 100 h 901"/>
                  <a:gd name="T28" fmla="*/ 657 w 661"/>
                  <a:gd name="T29" fmla="*/ 163 h 901"/>
                  <a:gd name="T30" fmla="*/ 661 w 661"/>
                  <a:gd name="T31" fmla="*/ 901 h 901"/>
                  <a:gd name="T32" fmla="*/ 605 w 661"/>
                  <a:gd name="T33" fmla="*/ 851 h 901"/>
                  <a:gd name="T34" fmla="*/ 551 w 661"/>
                  <a:gd name="T35" fmla="*/ 809 h 901"/>
                  <a:gd name="T36" fmla="*/ 509 w 661"/>
                  <a:gd name="T37" fmla="*/ 791 h 901"/>
                  <a:gd name="T38" fmla="*/ 447 w 661"/>
                  <a:gd name="T39" fmla="*/ 765 h 901"/>
                  <a:gd name="T40" fmla="*/ 375 w 661"/>
                  <a:gd name="T41" fmla="*/ 745 h 901"/>
                  <a:gd name="T42" fmla="*/ 312 w 661"/>
                  <a:gd name="T43" fmla="*/ 741 h 901"/>
                  <a:gd name="T44" fmla="*/ 232 w 661"/>
                  <a:gd name="T45" fmla="*/ 748 h 901"/>
                  <a:gd name="T46" fmla="*/ 173 w 661"/>
                  <a:gd name="T47" fmla="*/ 758 h 901"/>
                  <a:gd name="T48" fmla="*/ 109 w 661"/>
                  <a:gd name="T49" fmla="*/ 777 h 901"/>
                  <a:gd name="T50" fmla="*/ 58 w 661"/>
                  <a:gd name="T51" fmla="*/ 816 h 901"/>
                  <a:gd name="T52" fmla="*/ 50 w 661"/>
                  <a:gd name="T53" fmla="*/ 333 h 901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661"/>
                  <a:gd name="T82" fmla="*/ 0 h 901"/>
                  <a:gd name="T83" fmla="*/ 661 w 661"/>
                  <a:gd name="T84" fmla="*/ 901 h 901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661" h="901">
                    <a:moveTo>
                      <a:pt x="50" y="333"/>
                    </a:moveTo>
                    <a:lnTo>
                      <a:pt x="36" y="290"/>
                    </a:lnTo>
                    <a:lnTo>
                      <a:pt x="14" y="239"/>
                    </a:lnTo>
                    <a:lnTo>
                      <a:pt x="0" y="195"/>
                    </a:lnTo>
                    <a:lnTo>
                      <a:pt x="7" y="144"/>
                    </a:lnTo>
                    <a:lnTo>
                      <a:pt x="33" y="93"/>
                    </a:lnTo>
                    <a:lnTo>
                      <a:pt x="100" y="38"/>
                    </a:lnTo>
                    <a:lnTo>
                      <a:pt x="170" y="13"/>
                    </a:lnTo>
                    <a:lnTo>
                      <a:pt x="244" y="3"/>
                    </a:lnTo>
                    <a:lnTo>
                      <a:pt x="333" y="0"/>
                    </a:lnTo>
                    <a:lnTo>
                      <a:pt x="404" y="16"/>
                    </a:lnTo>
                    <a:lnTo>
                      <a:pt x="471" y="38"/>
                    </a:lnTo>
                    <a:lnTo>
                      <a:pt x="535" y="64"/>
                    </a:lnTo>
                    <a:lnTo>
                      <a:pt x="596" y="100"/>
                    </a:lnTo>
                    <a:lnTo>
                      <a:pt x="657" y="163"/>
                    </a:lnTo>
                    <a:lnTo>
                      <a:pt x="661" y="901"/>
                    </a:lnTo>
                    <a:lnTo>
                      <a:pt x="605" y="851"/>
                    </a:lnTo>
                    <a:lnTo>
                      <a:pt x="551" y="809"/>
                    </a:lnTo>
                    <a:lnTo>
                      <a:pt x="509" y="791"/>
                    </a:lnTo>
                    <a:lnTo>
                      <a:pt x="447" y="765"/>
                    </a:lnTo>
                    <a:lnTo>
                      <a:pt x="375" y="745"/>
                    </a:lnTo>
                    <a:lnTo>
                      <a:pt x="312" y="741"/>
                    </a:lnTo>
                    <a:lnTo>
                      <a:pt x="232" y="748"/>
                    </a:lnTo>
                    <a:lnTo>
                      <a:pt x="173" y="758"/>
                    </a:lnTo>
                    <a:lnTo>
                      <a:pt x="109" y="777"/>
                    </a:lnTo>
                    <a:lnTo>
                      <a:pt x="58" y="816"/>
                    </a:lnTo>
                    <a:lnTo>
                      <a:pt x="50" y="33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86868"/>
                  </a:gs>
                  <a:gs pos="100000">
                    <a:srgbClr val="C0C0C0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7" name="Freeform 193"/>
              <p:cNvSpPr/>
              <p:nvPr/>
            </p:nvSpPr>
            <p:spPr bwMode="auto">
              <a:xfrm>
                <a:off x="3350" y="3003"/>
                <a:ext cx="115" cy="78"/>
              </a:xfrm>
              <a:custGeom>
                <a:avLst/>
                <a:gdLst>
                  <a:gd name="T0" fmla="*/ 6 w 878"/>
                  <a:gd name="T1" fmla="*/ 182 h 597"/>
                  <a:gd name="T2" fmla="*/ 0 w 878"/>
                  <a:gd name="T3" fmla="*/ 237 h 597"/>
                  <a:gd name="T4" fmla="*/ 9 w 878"/>
                  <a:gd name="T5" fmla="*/ 293 h 597"/>
                  <a:gd name="T6" fmla="*/ 35 w 878"/>
                  <a:gd name="T7" fmla="*/ 349 h 597"/>
                  <a:gd name="T8" fmla="*/ 74 w 878"/>
                  <a:gd name="T9" fmla="*/ 404 h 597"/>
                  <a:gd name="T10" fmla="*/ 128 w 878"/>
                  <a:gd name="T11" fmla="*/ 455 h 597"/>
                  <a:gd name="T12" fmla="*/ 192 w 878"/>
                  <a:gd name="T13" fmla="*/ 501 h 597"/>
                  <a:gd name="T14" fmla="*/ 266 w 878"/>
                  <a:gd name="T15" fmla="*/ 539 h 597"/>
                  <a:gd name="T16" fmla="*/ 346 w 878"/>
                  <a:gd name="T17" fmla="*/ 568 h 597"/>
                  <a:gd name="T18" fmla="*/ 428 w 878"/>
                  <a:gd name="T19" fmla="*/ 588 h 597"/>
                  <a:gd name="T20" fmla="*/ 511 w 878"/>
                  <a:gd name="T21" fmla="*/ 597 h 597"/>
                  <a:gd name="T22" fmla="*/ 593 w 878"/>
                  <a:gd name="T23" fmla="*/ 595 h 597"/>
                  <a:gd name="T24" fmla="*/ 667 w 878"/>
                  <a:gd name="T25" fmla="*/ 582 h 597"/>
                  <a:gd name="T26" fmla="*/ 735 w 878"/>
                  <a:gd name="T27" fmla="*/ 560 h 597"/>
                  <a:gd name="T28" fmla="*/ 791 w 878"/>
                  <a:gd name="T29" fmla="*/ 527 h 597"/>
                  <a:gd name="T30" fmla="*/ 835 w 878"/>
                  <a:gd name="T31" fmla="*/ 487 h 597"/>
                  <a:gd name="T32" fmla="*/ 864 w 878"/>
                  <a:gd name="T33" fmla="*/ 441 h 597"/>
                  <a:gd name="T34" fmla="*/ 878 w 878"/>
                  <a:gd name="T35" fmla="*/ 388 h 597"/>
                  <a:gd name="T36" fmla="*/ 877 w 878"/>
                  <a:gd name="T37" fmla="*/ 333 h 597"/>
                  <a:gd name="T38" fmla="*/ 859 w 878"/>
                  <a:gd name="T39" fmla="*/ 276 h 597"/>
                  <a:gd name="T40" fmla="*/ 826 w 878"/>
                  <a:gd name="T41" fmla="*/ 220 h 597"/>
                  <a:gd name="T42" fmla="*/ 779 w 878"/>
                  <a:gd name="T43" fmla="*/ 167 h 597"/>
                  <a:gd name="T44" fmla="*/ 720 w 878"/>
                  <a:gd name="T45" fmla="*/ 119 h 597"/>
                  <a:gd name="T46" fmla="*/ 651 w 878"/>
                  <a:gd name="T47" fmla="*/ 76 h 597"/>
                  <a:gd name="T48" fmla="*/ 574 w 878"/>
                  <a:gd name="T49" fmla="*/ 43 h 597"/>
                  <a:gd name="T50" fmla="*/ 493 w 878"/>
                  <a:gd name="T51" fmla="*/ 18 h 597"/>
                  <a:gd name="T52" fmla="*/ 409 w 878"/>
                  <a:gd name="T53" fmla="*/ 4 h 597"/>
                  <a:gd name="T54" fmla="*/ 326 w 878"/>
                  <a:gd name="T55" fmla="*/ 0 h 597"/>
                  <a:gd name="T56" fmla="*/ 248 w 878"/>
                  <a:gd name="T57" fmla="*/ 7 h 597"/>
                  <a:gd name="T58" fmla="*/ 177 w 878"/>
                  <a:gd name="T59" fmla="*/ 25 h 597"/>
                  <a:gd name="T60" fmla="*/ 115 w 878"/>
                  <a:gd name="T61" fmla="*/ 52 h 597"/>
                  <a:gd name="T62" fmla="*/ 64 w 878"/>
                  <a:gd name="T63" fmla="*/ 89 h 597"/>
                  <a:gd name="T64" fmla="*/ 28 w 878"/>
                  <a:gd name="T65" fmla="*/ 132 h 597"/>
                  <a:gd name="T66" fmla="*/ 6 w 878"/>
                  <a:gd name="T67" fmla="*/ 182 h 597"/>
                  <a:gd name="T68" fmla="*/ 7 w 878"/>
                  <a:gd name="T69" fmla="*/ 182 h 597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878"/>
                  <a:gd name="T106" fmla="*/ 0 h 597"/>
                  <a:gd name="T107" fmla="*/ 878 w 878"/>
                  <a:gd name="T108" fmla="*/ 597 h 597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878" h="597">
                    <a:moveTo>
                      <a:pt x="6" y="182"/>
                    </a:moveTo>
                    <a:lnTo>
                      <a:pt x="0" y="237"/>
                    </a:lnTo>
                    <a:lnTo>
                      <a:pt x="9" y="293"/>
                    </a:lnTo>
                    <a:lnTo>
                      <a:pt x="35" y="349"/>
                    </a:lnTo>
                    <a:lnTo>
                      <a:pt x="74" y="404"/>
                    </a:lnTo>
                    <a:lnTo>
                      <a:pt x="128" y="455"/>
                    </a:lnTo>
                    <a:lnTo>
                      <a:pt x="192" y="501"/>
                    </a:lnTo>
                    <a:lnTo>
                      <a:pt x="266" y="539"/>
                    </a:lnTo>
                    <a:lnTo>
                      <a:pt x="346" y="568"/>
                    </a:lnTo>
                    <a:lnTo>
                      <a:pt x="428" y="588"/>
                    </a:lnTo>
                    <a:lnTo>
                      <a:pt x="511" y="597"/>
                    </a:lnTo>
                    <a:lnTo>
                      <a:pt x="593" y="595"/>
                    </a:lnTo>
                    <a:lnTo>
                      <a:pt x="667" y="582"/>
                    </a:lnTo>
                    <a:lnTo>
                      <a:pt x="735" y="560"/>
                    </a:lnTo>
                    <a:lnTo>
                      <a:pt x="791" y="527"/>
                    </a:lnTo>
                    <a:lnTo>
                      <a:pt x="835" y="487"/>
                    </a:lnTo>
                    <a:lnTo>
                      <a:pt x="864" y="441"/>
                    </a:lnTo>
                    <a:lnTo>
                      <a:pt x="878" y="388"/>
                    </a:lnTo>
                    <a:lnTo>
                      <a:pt x="877" y="333"/>
                    </a:lnTo>
                    <a:lnTo>
                      <a:pt x="859" y="276"/>
                    </a:lnTo>
                    <a:lnTo>
                      <a:pt x="826" y="220"/>
                    </a:lnTo>
                    <a:lnTo>
                      <a:pt x="779" y="167"/>
                    </a:lnTo>
                    <a:lnTo>
                      <a:pt x="720" y="119"/>
                    </a:lnTo>
                    <a:lnTo>
                      <a:pt x="651" y="76"/>
                    </a:lnTo>
                    <a:lnTo>
                      <a:pt x="574" y="43"/>
                    </a:lnTo>
                    <a:lnTo>
                      <a:pt x="493" y="18"/>
                    </a:lnTo>
                    <a:lnTo>
                      <a:pt x="409" y="4"/>
                    </a:lnTo>
                    <a:lnTo>
                      <a:pt x="326" y="0"/>
                    </a:lnTo>
                    <a:lnTo>
                      <a:pt x="248" y="7"/>
                    </a:lnTo>
                    <a:lnTo>
                      <a:pt x="177" y="25"/>
                    </a:lnTo>
                    <a:lnTo>
                      <a:pt x="115" y="52"/>
                    </a:lnTo>
                    <a:lnTo>
                      <a:pt x="64" y="89"/>
                    </a:lnTo>
                    <a:lnTo>
                      <a:pt x="28" y="132"/>
                    </a:lnTo>
                    <a:lnTo>
                      <a:pt x="6" y="182"/>
                    </a:lnTo>
                    <a:lnTo>
                      <a:pt x="7" y="182"/>
                    </a:lnTo>
                  </a:path>
                </a:pathLst>
              </a:custGeom>
              <a:gradFill rotWithShape="0">
                <a:gsLst>
                  <a:gs pos="0">
                    <a:srgbClr val="454545"/>
                  </a:gs>
                  <a:gs pos="50000">
                    <a:srgbClr val="969696"/>
                  </a:gs>
                  <a:gs pos="100000">
                    <a:srgbClr val="454545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8" name="Freeform 194"/>
              <p:cNvSpPr/>
              <p:nvPr/>
            </p:nvSpPr>
            <p:spPr bwMode="auto">
              <a:xfrm>
                <a:off x="3590" y="2413"/>
                <a:ext cx="75" cy="50"/>
              </a:xfrm>
              <a:custGeom>
                <a:avLst/>
                <a:gdLst>
                  <a:gd name="T0" fmla="*/ 4 w 571"/>
                  <a:gd name="T1" fmla="*/ 119 h 388"/>
                  <a:gd name="T2" fmla="*/ 0 w 571"/>
                  <a:gd name="T3" fmla="*/ 154 h 388"/>
                  <a:gd name="T4" fmla="*/ 6 w 571"/>
                  <a:gd name="T5" fmla="*/ 190 h 388"/>
                  <a:gd name="T6" fmla="*/ 23 w 571"/>
                  <a:gd name="T7" fmla="*/ 227 h 388"/>
                  <a:gd name="T8" fmla="*/ 49 w 571"/>
                  <a:gd name="T9" fmla="*/ 262 h 388"/>
                  <a:gd name="T10" fmla="*/ 84 w 571"/>
                  <a:gd name="T11" fmla="*/ 296 h 388"/>
                  <a:gd name="T12" fmla="*/ 125 w 571"/>
                  <a:gd name="T13" fmla="*/ 326 h 388"/>
                  <a:gd name="T14" fmla="*/ 173 w 571"/>
                  <a:gd name="T15" fmla="*/ 350 h 388"/>
                  <a:gd name="T16" fmla="*/ 225 w 571"/>
                  <a:gd name="T17" fmla="*/ 369 h 388"/>
                  <a:gd name="T18" fmla="*/ 278 w 571"/>
                  <a:gd name="T19" fmla="*/ 382 h 388"/>
                  <a:gd name="T20" fmla="*/ 333 w 571"/>
                  <a:gd name="T21" fmla="*/ 388 h 388"/>
                  <a:gd name="T22" fmla="*/ 386 w 571"/>
                  <a:gd name="T23" fmla="*/ 387 h 388"/>
                  <a:gd name="T24" fmla="*/ 435 w 571"/>
                  <a:gd name="T25" fmla="*/ 378 h 388"/>
                  <a:gd name="T26" fmla="*/ 478 w 571"/>
                  <a:gd name="T27" fmla="*/ 364 h 388"/>
                  <a:gd name="T28" fmla="*/ 514 w 571"/>
                  <a:gd name="T29" fmla="*/ 343 h 388"/>
                  <a:gd name="T30" fmla="*/ 543 w 571"/>
                  <a:gd name="T31" fmla="*/ 317 h 388"/>
                  <a:gd name="T32" fmla="*/ 562 w 571"/>
                  <a:gd name="T33" fmla="*/ 286 h 388"/>
                  <a:gd name="T34" fmla="*/ 571 w 571"/>
                  <a:gd name="T35" fmla="*/ 252 h 388"/>
                  <a:gd name="T36" fmla="*/ 570 w 571"/>
                  <a:gd name="T37" fmla="*/ 216 h 388"/>
                  <a:gd name="T38" fmla="*/ 559 w 571"/>
                  <a:gd name="T39" fmla="*/ 180 h 388"/>
                  <a:gd name="T40" fmla="*/ 537 w 571"/>
                  <a:gd name="T41" fmla="*/ 143 h 388"/>
                  <a:gd name="T42" fmla="*/ 507 w 571"/>
                  <a:gd name="T43" fmla="*/ 108 h 388"/>
                  <a:gd name="T44" fmla="*/ 469 w 571"/>
                  <a:gd name="T45" fmla="*/ 77 h 388"/>
                  <a:gd name="T46" fmla="*/ 423 w 571"/>
                  <a:gd name="T47" fmla="*/ 50 h 388"/>
                  <a:gd name="T48" fmla="*/ 374 w 571"/>
                  <a:gd name="T49" fmla="*/ 28 h 388"/>
                  <a:gd name="T50" fmla="*/ 321 w 571"/>
                  <a:gd name="T51" fmla="*/ 12 h 388"/>
                  <a:gd name="T52" fmla="*/ 266 w 571"/>
                  <a:gd name="T53" fmla="*/ 3 h 388"/>
                  <a:gd name="T54" fmla="*/ 212 w 571"/>
                  <a:gd name="T55" fmla="*/ 0 h 388"/>
                  <a:gd name="T56" fmla="*/ 161 w 571"/>
                  <a:gd name="T57" fmla="*/ 5 h 388"/>
                  <a:gd name="T58" fmla="*/ 115 w 571"/>
                  <a:gd name="T59" fmla="*/ 16 h 388"/>
                  <a:gd name="T60" fmla="*/ 75 w 571"/>
                  <a:gd name="T61" fmla="*/ 34 h 388"/>
                  <a:gd name="T62" fmla="*/ 42 w 571"/>
                  <a:gd name="T63" fmla="*/ 58 h 388"/>
                  <a:gd name="T64" fmla="*/ 19 w 571"/>
                  <a:gd name="T65" fmla="*/ 87 h 388"/>
                  <a:gd name="T66" fmla="*/ 4 w 571"/>
                  <a:gd name="T67" fmla="*/ 119 h 388"/>
                  <a:gd name="T68" fmla="*/ 5 w 571"/>
                  <a:gd name="T69" fmla="*/ 119 h 388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571"/>
                  <a:gd name="T106" fmla="*/ 0 h 388"/>
                  <a:gd name="T107" fmla="*/ 571 w 571"/>
                  <a:gd name="T108" fmla="*/ 388 h 388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571" h="388">
                    <a:moveTo>
                      <a:pt x="4" y="119"/>
                    </a:moveTo>
                    <a:lnTo>
                      <a:pt x="0" y="154"/>
                    </a:lnTo>
                    <a:lnTo>
                      <a:pt x="6" y="190"/>
                    </a:lnTo>
                    <a:lnTo>
                      <a:pt x="23" y="227"/>
                    </a:lnTo>
                    <a:lnTo>
                      <a:pt x="49" y="262"/>
                    </a:lnTo>
                    <a:lnTo>
                      <a:pt x="84" y="296"/>
                    </a:lnTo>
                    <a:lnTo>
                      <a:pt x="125" y="326"/>
                    </a:lnTo>
                    <a:lnTo>
                      <a:pt x="173" y="350"/>
                    </a:lnTo>
                    <a:lnTo>
                      <a:pt x="225" y="369"/>
                    </a:lnTo>
                    <a:lnTo>
                      <a:pt x="278" y="382"/>
                    </a:lnTo>
                    <a:lnTo>
                      <a:pt x="333" y="388"/>
                    </a:lnTo>
                    <a:lnTo>
                      <a:pt x="386" y="387"/>
                    </a:lnTo>
                    <a:lnTo>
                      <a:pt x="435" y="378"/>
                    </a:lnTo>
                    <a:lnTo>
                      <a:pt x="478" y="364"/>
                    </a:lnTo>
                    <a:lnTo>
                      <a:pt x="514" y="343"/>
                    </a:lnTo>
                    <a:lnTo>
                      <a:pt x="543" y="317"/>
                    </a:lnTo>
                    <a:lnTo>
                      <a:pt x="562" y="286"/>
                    </a:lnTo>
                    <a:lnTo>
                      <a:pt x="571" y="252"/>
                    </a:lnTo>
                    <a:lnTo>
                      <a:pt x="570" y="216"/>
                    </a:lnTo>
                    <a:lnTo>
                      <a:pt x="559" y="180"/>
                    </a:lnTo>
                    <a:lnTo>
                      <a:pt x="537" y="143"/>
                    </a:lnTo>
                    <a:lnTo>
                      <a:pt x="507" y="108"/>
                    </a:lnTo>
                    <a:lnTo>
                      <a:pt x="469" y="77"/>
                    </a:lnTo>
                    <a:lnTo>
                      <a:pt x="423" y="50"/>
                    </a:lnTo>
                    <a:lnTo>
                      <a:pt x="374" y="28"/>
                    </a:lnTo>
                    <a:lnTo>
                      <a:pt x="321" y="12"/>
                    </a:lnTo>
                    <a:lnTo>
                      <a:pt x="266" y="3"/>
                    </a:lnTo>
                    <a:lnTo>
                      <a:pt x="212" y="0"/>
                    </a:lnTo>
                    <a:lnTo>
                      <a:pt x="161" y="5"/>
                    </a:lnTo>
                    <a:lnTo>
                      <a:pt x="115" y="16"/>
                    </a:lnTo>
                    <a:lnTo>
                      <a:pt x="75" y="34"/>
                    </a:lnTo>
                    <a:lnTo>
                      <a:pt x="42" y="58"/>
                    </a:lnTo>
                    <a:lnTo>
                      <a:pt x="19" y="87"/>
                    </a:lnTo>
                    <a:lnTo>
                      <a:pt x="4" y="119"/>
                    </a:lnTo>
                    <a:lnTo>
                      <a:pt x="5" y="119"/>
                    </a:lnTo>
                  </a:path>
                </a:pathLst>
              </a:custGeom>
              <a:gradFill rotWithShape="0">
                <a:gsLst>
                  <a:gs pos="0">
                    <a:srgbClr val="525252"/>
                  </a:gs>
                  <a:gs pos="50000">
                    <a:srgbClr val="B2B2B2"/>
                  </a:gs>
                  <a:gs pos="100000">
                    <a:srgbClr val="525252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9" name="Freeform 195"/>
              <p:cNvSpPr/>
              <p:nvPr/>
            </p:nvSpPr>
            <p:spPr bwMode="auto">
              <a:xfrm>
                <a:off x="3800" y="2485"/>
                <a:ext cx="73" cy="81"/>
              </a:xfrm>
              <a:custGeom>
                <a:avLst/>
                <a:gdLst>
                  <a:gd name="T0" fmla="*/ 4 w 552"/>
                  <a:gd name="T1" fmla="*/ 472 h 615"/>
                  <a:gd name="T2" fmla="*/ 17 w 552"/>
                  <a:gd name="T3" fmla="*/ 520 h 615"/>
                  <a:gd name="T4" fmla="*/ 41 w 552"/>
                  <a:gd name="T5" fmla="*/ 559 h 615"/>
                  <a:gd name="T6" fmla="*/ 74 w 552"/>
                  <a:gd name="T7" fmla="*/ 588 h 615"/>
                  <a:gd name="T8" fmla="*/ 114 w 552"/>
                  <a:gd name="T9" fmla="*/ 608 h 615"/>
                  <a:gd name="T10" fmla="*/ 161 w 552"/>
                  <a:gd name="T11" fmla="*/ 615 h 615"/>
                  <a:gd name="T12" fmla="*/ 213 w 552"/>
                  <a:gd name="T13" fmla="*/ 610 h 615"/>
                  <a:gd name="T14" fmla="*/ 265 w 552"/>
                  <a:gd name="T15" fmla="*/ 594 h 615"/>
                  <a:gd name="T16" fmla="*/ 319 w 552"/>
                  <a:gd name="T17" fmla="*/ 567 h 615"/>
                  <a:gd name="T18" fmla="*/ 372 w 552"/>
                  <a:gd name="T19" fmla="*/ 530 h 615"/>
                  <a:gd name="T20" fmla="*/ 421 w 552"/>
                  <a:gd name="T21" fmla="*/ 485 h 615"/>
                  <a:gd name="T22" fmla="*/ 464 w 552"/>
                  <a:gd name="T23" fmla="*/ 432 h 615"/>
                  <a:gd name="T24" fmla="*/ 499 w 552"/>
                  <a:gd name="T25" fmla="*/ 375 h 615"/>
                  <a:gd name="T26" fmla="*/ 527 w 552"/>
                  <a:gd name="T27" fmla="*/ 315 h 615"/>
                  <a:gd name="T28" fmla="*/ 545 w 552"/>
                  <a:gd name="T29" fmla="*/ 255 h 615"/>
                  <a:gd name="T30" fmla="*/ 552 w 552"/>
                  <a:gd name="T31" fmla="*/ 197 h 615"/>
                  <a:gd name="T32" fmla="*/ 549 w 552"/>
                  <a:gd name="T33" fmla="*/ 143 h 615"/>
                  <a:gd name="T34" fmla="*/ 536 w 552"/>
                  <a:gd name="T35" fmla="*/ 96 h 615"/>
                  <a:gd name="T36" fmla="*/ 512 w 552"/>
                  <a:gd name="T37" fmla="*/ 56 h 615"/>
                  <a:gd name="T38" fmla="*/ 480 w 552"/>
                  <a:gd name="T39" fmla="*/ 27 h 615"/>
                  <a:gd name="T40" fmla="*/ 439 w 552"/>
                  <a:gd name="T41" fmla="*/ 8 h 615"/>
                  <a:gd name="T42" fmla="*/ 393 w 552"/>
                  <a:gd name="T43" fmla="*/ 0 h 615"/>
                  <a:gd name="T44" fmla="*/ 341 w 552"/>
                  <a:gd name="T45" fmla="*/ 4 h 615"/>
                  <a:gd name="T46" fmla="*/ 287 w 552"/>
                  <a:gd name="T47" fmla="*/ 21 h 615"/>
                  <a:gd name="T48" fmla="*/ 233 w 552"/>
                  <a:gd name="T49" fmla="*/ 48 h 615"/>
                  <a:gd name="T50" fmla="*/ 182 w 552"/>
                  <a:gd name="T51" fmla="*/ 84 h 615"/>
                  <a:gd name="T52" fmla="*/ 133 w 552"/>
                  <a:gd name="T53" fmla="*/ 130 h 615"/>
                  <a:gd name="T54" fmla="*/ 89 w 552"/>
                  <a:gd name="T55" fmla="*/ 182 h 615"/>
                  <a:gd name="T56" fmla="*/ 53 w 552"/>
                  <a:gd name="T57" fmla="*/ 239 h 615"/>
                  <a:gd name="T58" fmla="*/ 26 w 552"/>
                  <a:gd name="T59" fmla="*/ 299 h 615"/>
                  <a:gd name="T60" fmla="*/ 8 w 552"/>
                  <a:gd name="T61" fmla="*/ 359 h 615"/>
                  <a:gd name="T62" fmla="*/ 0 w 552"/>
                  <a:gd name="T63" fmla="*/ 417 h 615"/>
                  <a:gd name="T64" fmla="*/ 1 w 552"/>
                  <a:gd name="T65" fmla="*/ 417 h 615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552"/>
                  <a:gd name="T100" fmla="*/ 0 h 615"/>
                  <a:gd name="T101" fmla="*/ 552 w 552"/>
                  <a:gd name="T102" fmla="*/ 615 h 615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552" h="615">
                    <a:moveTo>
                      <a:pt x="4" y="472"/>
                    </a:moveTo>
                    <a:lnTo>
                      <a:pt x="17" y="520"/>
                    </a:lnTo>
                    <a:lnTo>
                      <a:pt x="41" y="559"/>
                    </a:lnTo>
                    <a:lnTo>
                      <a:pt x="74" y="588"/>
                    </a:lnTo>
                    <a:lnTo>
                      <a:pt x="114" y="608"/>
                    </a:lnTo>
                    <a:lnTo>
                      <a:pt x="161" y="615"/>
                    </a:lnTo>
                    <a:lnTo>
                      <a:pt x="213" y="610"/>
                    </a:lnTo>
                    <a:lnTo>
                      <a:pt x="265" y="594"/>
                    </a:lnTo>
                    <a:lnTo>
                      <a:pt x="319" y="567"/>
                    </a:lnTo>
                    <a:lnTo>
                      <a:pt x="372" y="530"/>
                    </a:lnTo>
                    <a:lnTo>
                      <a:pt x="421" y="485"/>
                    </a:lnTo>
                    <a:lnTo>
                      <a:pt x="464" y="432"/>
                    </a:lnTo>
                    <a:lnTo>
                      <a:pt x="499" y="375"/>
                    </a:lnTo>
                    <a:lnTo>
                      <a:pt x="527" y="315"/>
                    </a:lnTo>
                    <a:lnTo>
                      <a:pt x="545" y="255"/>
                    </a:lnTo>
                    <a:lnTo>
                      <a:pt x="552" y="197"/>
                    </a:lnTo>
                    <a:lnTo>
                      <a:pt x="549" y="143"/>
                    </a:lnTo>
                    <a:lnTo>
                      <a:pt x="536" y="96"/>
                    </a:lnTo>
                    <a:lnTo>
                      <a:pt x="512" y="56"/>
                    </a:lnTo>
                    <a:lnTo>
                      <a:pt x="480" y="27"/>
                    </a:lnTo>
                    <a:lnTo>
                      <a:pt x="439" y="8"/>
                    </a:lnTo>
                    <a:lnTo>
                      <a:pt x="393" y="0"/>
                    </a:lnTo>
                    <a:lnTo>
                      <a:pt x="341" y="4"/>
                    </a:lnTo>
                    <a:lnTo>
                      <a:pt x="287" y="21"/>
                    </a:lnTo>
                    <a:lnTo>
                      <a:pt x="233" y="48"/>
                    </a:lnTo>
                    <a:lnTo>
                      <a:pt x="182" y="84"/>
                    </a:lnTo>
                    <a:lnTo>
                      <a:pt x="133" y="130"/>
                    </a:lnTo>
                    <a:lnTo>
                      <a:pt x="89" y="182"/>
                    </a:lnTo>
                    <a:lnTo>
                      <a:pt x="53" y="239"/>
                    </a:lnTo>
                    <a:lnTo>
                      <a:pt x="26" y="299"/>
                    </a:lnTo>
                    <a:lnTo>
                      <a:pt x="8" y="359"/>
                    </a:lnTo>
                    <a:lnTo>
                      <a:pt x="0" y="417"/>
                    </a:lnTo>
                    <a:lnTo>
                      <a:pt x="1" y="417"/>
                    </a:lnTo>
                  </a:path>
                </a:pathLst>
              </a:custGeom>
              <a:gradFill rotWithShape="0">
                <a:gsLst>
                  <a:gs pos="0">
                    <a:srgbClr val="454545"/>
                  </a:gs>
                  <a:gs pos="50000">
                    <a:srgbClr val="969696"/>
                  </a:gs>
                  <a:gs pos="100000">
                    <a:srgbClr val="454545"/>
                  </a:gs>
                </a:gsLst>
                <a:lin ang="18900000" scaled="1"/>
              </a:gradFill>
              <a:ln>
                <a:noFill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0" name="Freeform 196"/>
              <p:cNvSpPr/>
              <p:nvPr/>
            </p:nvSpPr>
            <p:spPr bwMode="auto">
              <a:xfrm>
                <a:off x="4188" y="2793"/>
                <a:ext cx="59" cy="78"/>
              </a:xfrm>
              <a:custGeom>
                <a:avLst/>
                <a:gdLst>
                  <a:gd name="T0" fmla="*/ 0 w 449"/>
                  <a:gd name="T1" fmla="*/ 582 h 590"/>
                  <a:gd name="T2" fmla="*/ 83 w 449"/>
                  <a:gd name="T3" fmla="*/ 590 h 590"/>
                  <a:gd name="T4" fmla="*/ 163 w 449"/>
                  <a:gd name="T5" fmla="*/ 589 h 590"/>
                  <a:gd name="T6" fmla="*/ 237 w 449"/>
                  <a:gd name="T7" fmla="*/ 577 h 590"/>
                  <a:gd name="T8" fmla="*/ 303 w 449"/>
                  <a:gd name="T9" fmla="*/ 556 h 590"/>
                  <a:gd name="T10" fmla="*/ 359 w 449"/>
                  <a:gd name="T11" fmla="*/ 525 h 590"/>
                  <a:gd name="T12" fmla="*/ 404 w 449"/>
                  <a:gd name="T13" fmla="*/ 485 h 590"/>
                  <a:gd name="T14" fmla="*/ 434 w 449"/>
                  <a:gd name="T15" fmla="*/ 439 h 590"/>
                  <a:gd name="T16" fmla="*/ 449 w 449"/>
                  <a:gd name="T17" fmla="*/ 388 h 590"/>
                  <a:gd name="T18" fmla="*/ 449 w 449"/>
                  <a:gd name="T19" fmla="*/ 333 h 590"/>
                  <a:gd name="T20" fmla="*/ 434 w 449"/>
                  <a:gd name="T21" fmla="*/ 277 h 590"/>
                  <a:gd name="T22" fmla="*/ 404 w 449"/>
                  <a:gd name="T23" fmla="*/ 222 h 590"/>
                  <a:gd name="T24" fmla="*/ 359 w 449"/>
                  <a:gd name="T25" fmla="*/ 169 h 590"/>
                  <a:gd name="T26" fmla="*/ 303 w 449"/>
                  <a:gd name="T27" fmla="*/ 120 h 590"/>
                  <a:gd name="T28" fmla="*/ 237 w 449"/>
                  <a:gd name="T29" fmla="*/ 77 h 590"/>
                  <a:gd name="T30" fmla="*/ 163 w 449"/>
                  <a:gd name="T31" fmla="*/ 42 h 590"/>
                  <a:gd name="T32" fmla="*/ 83 w 449"/>
                  <a:gd name="T33" fmla="*/ 16 h 590"/>
                  <a:gd name="T34" fmla="*/ 0 w 449"/>
                  <a:gd name="T35" fmla="*/ 0 h 590"/>
                  <a:gd name="T36" fmla="*/ 1 w 449"/>
                  <a:gd name="T37" fmla="*/ 0 h 59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49"/>
                  <a:gd name="T58" fmla="*/ 0 h 590"/>
                  <a:gd name="T59" fmla="*/ 449 w 449"/>
                  <a:gd name="T60" fmla="*/ 590 h 59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49" h="590">
                    <a:moveTo>
                      <a:pt x="0" y="582"/>
                    </a:moveTo>
                    <a:lnTo>
                      <a:pt x="83" y="590"/>
                    </a:lnTo>
                    <a:lnTo>
                      <a:pt x="163" y="589"/>
                    </a:lnTo>
                    <a:lnTo>
                      <a:pt x="237" y="577"/>
                    </a:lnTo>
                    <a:lnTo>
                      <a:pt x="303" y="556"/>
                    </a:lnTo>
                    <a:lnTo>
                      <a:pt x="359" y="525"/>
                    </a:lnTo>
                    <a:lnTo>
                      <a:pt x="404" y="485"/>
                    </a:lnTo>
                    <a:lnTo>
                      <a:pt x="434" y="439"/>
                    </a:lnTo>
                    <a:lnTo>
                      <a:pt x="449" y="388"/>
                    </a:lnTo>
                    <a:lnTo>
                      <a:pt x="449" y="333"/>
                    </a:lnTo>
                    <a:lnTo>
                      <a:pt x="434" y="277"/>
                    </a:lnTo>
                    <a:lnTo>
                      <a:pt x="404" y="222"/>
                    </a:lnTo>
                    <a:lnTo>
                      <a:pt x="359" y="169"/>
                    </a:lnTo>
                    <a:lnTo>
                      <a:pt x="303" y="120"/>
                    </a:lnTo>
                    <a:lnTo>
                      <a:pt x="237" y="77"/>
                    </a:lnTo>
                    <a:lnTo>
                      <a:pt x="163" y="42"/>
                    </a:lnTo>
                    <a:lnTo>
                      <a:pt x="83" y="16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gradFill rotWithShape="0">
                <a:gsLst>
                  <a:gs pos="0">
                    <a:srgbClr val="B2B2B2"/>
                  </a:gs>
                  <a:gs pos="100000">
                    <a:srgbClr val="525252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121" name="Group 197"/>
              <p:cNvGrpSpPr/>
              <p:nvPr/>
            </p:nvGrpSpPr>
            <p:grpSpPr bwMode="auto">
              <a:xfrm>
                <a:off x="3467" y="2425"/>
                <a:ext cx="982" cy="908"/>
                <a:chOff x="1495" y="549"/>
                <a:chExt cx="1873" cy="1732"/>
              </a:xfrm>
            </p:grpSpPr>
            <p:sp>
              <p:nvSpPr>
                <p:cNvPr id="144" name="Freeform 198"/>
                <p:cNvSpPr/>
                <p:nvPr/>
              </p:nvSpPr>
              <p:spPr bwMode="auto">
                <a:xfrm>
                  <a:off x="1596" y="1993"/>
                  <a:ext cx="227" cy="288"/>
                </a:xfrm>
                <a:custGeom>
                  <a:avLst/>
                  <a:gdLst>
                    <a:gd name="T0" fmla="*/ 0 w 903"/>
                    <a:gd name="T1" fmla="*/ 1155 h 1155"/>
                    <a:gd name="T2" fmla="*/ 902 w 903"/>
                    <a:gd name="T3" fmla="*/ 0 h 1155"/>
                    <a:gd name="T4" fmla="*/ 903 w 903"/>
                    <a:gd name="T5" fmla="*/ 0 h 1155"/>
                    <a:gd name="T6" fmla="*/ 0 60000 65536"/>
                    <a:gd name="T7" fmla="*/ 0 60000 65536"/>
                    <a:gd name="T8" fmla="*/ 0 60000 65536"/>
                    <a:gd name="T9" fmla="*/ 0 w 903"/>
                    <a:gd name="T10" fmla="*/ 0 h 1155"/>
                    <a:gd name="T11" fmla="*/ 903 w 903"/>
                    <a:gd name="T12" fmla="*/ 1155 h 11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03" h="1155">
                      <a:moveTo>
                        <a:pt x="0" y="1155"/>
                      </a:moveTo>
                      <a:lnTo>
                        <a:pt x="902" y="0"/>
                      </a:lnTo>
                      <a:lnTo>
                        <a:pt x="903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5" name="Freeform 199"/>
                <p:cNvSpPr/>
                <p:nvPr/>
              </p:nvSpPr>
              <p:spPr bwMode="auto">
                <a:xfrm>
                  <a:off x="1495" y="2046"/>
                  <a:ext cx="126" cy="160"/>
                </a:xfrm>
                <a:custGeom>
                  <a:avLst/>
                  <a:gdLst>
                    <a:gd name="T0" fmla="*/ 0 w 498"/>
                    <a:gd name="T1" fmla="*/ 637 h 637"/>
                    <a:gd name="T2" fmla="*/ 497 w 498"/>
                    <a:gd name="T3" fmla="*/ 0 h 637"/>
                    <a:gd name="T4" fmla="*/ 498 w 498"/>
                    <a:gd name="T5" fmla="*/ 0 h 637"/>
                    <a:gd name="T6" fmla="*/ 0 60000 65536"/>
                    <a:gd name="T7" fmla="*/ 0 60000 65536"/>
                    <a:gd name="T8" fmla="*/ 0 60000 65536"/>
                    <a:gd name="T9" fmla="*/ 0 w 498"/>
                    <a:gd name="T10" fmla="*/ 0 h 637"/>
                    <a:gd name="T11" fmla="*/ 498 w 498"/>
                    <a:gd name="T12" fmla="*/ 637 h 6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98" h="637">
                      <a:moveTo>
                        <a:pt x="0" y="637"/>
                      </a:moveTo>
                      <a:lnTo>
                        <a:pt x="497" y="0"/>
                      </a:lnTo>
                      <a:lnTo>
                        <a:pt x="498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6" name="Freeform 200"/>
                <p:cNvSpPr/>
                <p:nvPr/>
              </p:nvSpPr>
              <p:spPr bwMode="auto">
                <a:xfrm>
                  <a:off x="2641" y="1474"/>
                  <a:ext cx="229" cy="294"/>
                </a:xfrm>
                <a:custGeom>
                  <a:avLst/>
                  <a:gdLst>
                    <a:gd name="T0" fmla="*/ 0 w 914"/>
                    <a:gd name="T1" fmla="*/ 1169 h 1169"/>
                    <a:gd name="T2" fmla="*/ 913 w 914"/>
                    <a:gd name="T3" fmla="*/ 0 h 1169"/>
                    <a:gd name="T4" fmla="*/ 914 w 914"/>
                    <a:gd name="T5" fmla="*/ 0 h 1169"/>
                    <a:gd name="T6" fmla="*/ 0 60000 65536"/>
                    <a:gd name="T7" fmla="*/ 0 60000 65536"/>
                    <a:gd name="T8" fmla="*/ 0 60000 65536"/>
                    <a:gd name="T9" fmla="*/ 0 w 914"/>
                    <a:gd name="T10" fmla="*/ 0 h 1169"/>
                    <a:gd name="T11" fmla="*/ 914 w 914"/>
                    <a:gd name="T12" fmla="*/ 1169 h 116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4" h="1169">
                      <a:moveTo>
                        <a:pt x="0" y="1169"/>
                      </a:moveTo>
                      <a:lnTo>
                        <a:pt x="913" y="0"/>
                      </a:lnTo>
                      <a:lnTo>
                        <a:pt x="914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7" name="Freeform 201"/>
                <p:cNvSpPr/>
                <p:nvPr/>
              </p:nvSpPr>
              <p:spPr bwMode="auto">
                <a:xfrm>
                  <a:off x="2819" y="1665"/>
                  <a:ext cx="225" cy="290"/>
                </a:xfrm>
                <a:custGeom>
                  <a:avLst/>
                  <a:gdLst>
                    <a:gd name="T0" fmla="*/ 0 w 903"/>
                    <a:gd name="T1" fmla="*/ 1155 h 1155"/>
                    <a:gd name="T2" fmla="*/ 902 w 903"/>
                    <a:gd name="T3" fmla="*/ 0 h 1155"/>
                    <a:gd name="T4" fmla="*/ 903 w 903"/>
                    <a:gd name="T5" fmla="*/ 0 h 1155"/>
                    <a:gd name="T6" fmla="*/ 0 60000 65536"/>
                    <a:gd name="T7" fmla="*/ 0 60000 65536"/>
                    <a:gd name="T8" fmla="*/ 0 60000 65536"/>
                    <a:gd name="T9" fmla="*/ 0 w 903"/>
                    <a:gd name="T10" fmla="*/ 0 h 1155"/>
                    <a:gd name="T11" fmla="*/ 903 w 903"/>
                    <a:gd name="T12" fmla="*/ 1155 h 11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03" h="1155">
                      <a:moveTo>
                        <a:pt x="0" y="1155"/>
                      </a:moveTo>
                      <a:lnTo>
                        <a:pt x="902" y="0"/>
                      </a:lnTo>
                      <a:lnTo>
                        <a:pt x="903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8" name="Freeform 202"/>
                <p:cNvSpPr/>
                <p:nvPr/>
              </p:nvSpPr>
              <p:spPr bwMode="auto">
                <a:xfrm>
                  <a:off x="1993" y="1529"/>
                  <a:ext cx="191" cy="246"/>
                </a:xfrm>
                <a:custGeom>
                  <a:avLst/>
                  <a:gdLst>
                    <a:gd name="T0" fmla="*/ 0 w 767"/>
                    <a:gd name="T1" fmla="*/ 981 h 981"/>
                    <a:gd name="T2" fmla="*/ 766 w 767"/>
                    <a:gd name="T3" fmla="*/ 0 h 981"/>
                    <a:gd name="T4" fmla="*/ 767 w 767"/>
                    <a:gd name="T5" fmla="*/ 0 h 981"/>
                    <a:gd name="T6" fmla="*/ 0 60000 65536"/>
                    <a:gd name="T7" fmla="*/ 0 60000 65536"/>
                    <a:gd name="T8" fmla="*/ 0 60000 65536"/>
                    <a:gd name="T9" fmla="*/ 0 w 767"/>
                    <a:gd name="T10" fmla="*/ 0 h 981"/>
                    <a:gd name="T11" fmla="*/ 767 w 767"/>
                    <a:gd name="T12" fmla="*/ 981 h 9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67" h="981">
                      <a:moveTo>
                        <a:pt x="0" y="981"/>
                      </a:moveTo>
                      <a:lnTo>
                        <a:pt x="766" y="0"/>
                      </a:lnTo>
                      <a:lnTo>
                        <a:pt x="767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9" name="Freeform 203"/>
                <p:cNvSpPr/>
                <p:nvPr/>
              </p:nvSpPr>
              <p:spPr bwMode="auto">
                <a:xfrm>
                  <a:off x="1800" y="1690"/>
                  <a:ext cx="422" cy="538"/>
                </a:xfrm>
                <a:custGeom>
                  <a:avLst/>
                  <a:gdLst>
                    <a:gd name="T0" fmla="*/ 0 w 1681"/>
                    <a:gd name="T1" fmla="*/ 2152 h 2152"/>
                    <a:gd name="T2" fmla="*/ 1680 w 1681"/>
                    <a:gd name="T3" fmla="*/ 0 h 2152"/>
                    <a:gd name="T4" fmla="*/ 1681 w 1681"/>
                    <a:gd name="T5" fmla="*/ 0 h 2152"/>
                    <a:gd name="T6" fmla="*/ 0 60000 65536"/>
                    <a:gd name="T7" fmla="*/ 0 60000 65536"/>
                    <a:gd name="T8" fmla="*/ 0 60000 65536"/>
                    <a:gd name="T9" fmla="*/ 0 w 1681"/>
                    <a:gd name="T10" fmla="*/ 0 h 2152"/>
                    <a:gd name="T11" fmla="*/ 1681 w 1681"/>
                    <a:gd name="T12" fmla="*/ 2152 h 215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681" h="2152">
                      <a:moveTo>
                        <a:pt x="0" y="2152"/>
                      </a:moveTo>
                      <a:lnTo>
                        <a:pt x="1680" y="0"/>
                      </a:lnTo>
                      <a:lnTo>
                        <a:pt x="1681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0" name="Freeform 204"/>
                <p:cNvSpPr/>
                <p:nvPr/>
              </p:nvSpPr>
              <p:spPr bwMode="auto">
                <a:xfrm>
                  <a:off x="2004" y="1896"/>
                  <a:ext cx="217" cy="277"/>
                </a:xfrm>
                <a:custGeom>
                  <a:avLst/>
                  <a:gdLst>
                    <a:gd name="T0" fmla="*/ 0 w 868"/>
                    <a:gd name="T1" fmla="*/ 1109 h 1109"/>
                    <a:gd name="T2" fmla="*/ 867 w 868"/>
                    <a:gd name="T3" fmla="*/ 0 h 1109"/>
                    <a:gd name="T4" fmla="*/ 868 w 868"/>
                    <a:gd name="T5" fmla="*/ 0 h 1109"/>
                    <a:gd name="T6" fmla="*/ 0 60000 65536"/>
                    <a:gd name="T7" fmla="*/ 0 60000 65536"/>
                    <a:gd name="T8" fmla="*/ 0 60000 65536"/>
                    <a:gd name="T9" fmla="*/ 0 w 868"/>
                    <a:gd name="T10" fmla="*/ 0 h 1109"/>
                    <a:gd name="T11" fmla="*/ 868 w 868"/>
                    <a:gd name="T12" fmla="*/ 1109 h 1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68" h="1109">
                      <a:moveTo>
                        <a:pt x="0" y="1109"/>
                      </a:moveTo>
                      <a:lnTo>
                        <a:pt x="867" y="0"/>
                      </a:lnTo>
                      <a:lnTo>
                        <a:pt x="868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1" name="Freeform 205"/>
                <p:cNvSpPr/>
                <p:nvPr/>
              </p:nvSpPr>
              <p:spPr bwMode="auto">
                <a:xfrm>
                  <a:off x="2733" y="549"/>
                  <a:ext cx="217" cy="278"/>
                </a:xfrm>
                <a:custGeom>
                  <a:avLst/>
                  <a:gdLst>
                    <a:gd name="T0" fmla="*/ 0 w 871"/>
                    <a:gd name="T1" fmla="*/ 1113 h 1113"/>
                    <a:gd name="T2" fmla="*/ 870 w 871"/>
                    <a:gd name="T3" fmla="*/ 0 h 1113"/>
                    <a:gd name="T4" fmla="*/ 871 w 871"/>
                    <a:gd name="T5" fmla="*/ 0 h 1113"/>
                    <a:gd name="T6" fmla="*/ 0 60000 65536"/>
                    <a:gd name="T7" fmla="*/ 0 60000 65536"/>
                    <a:gd name="T8" fmla="*/ 0 60000 65536"/>
                    <a:gd name="T9" fmla="*/ 0 w 871"/>
                    <a:gd name="T10" fmla="*/ 0 h 1113"/>
                    <a:gd name="T11" fmla="*/ 871 w 871"/>
                    <a:gd name="T12" fmla="*/ 1113 h 111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71" h="1113">
                      <a:moveTo>
                        <a:pt x="0" y="1113"/>
                      </a:moveTo>
                      <a:lnTo>
                        <a:pt x="870" y="0"/>
                      </a:lnTo>
                      <a:lnTo>
                        <a:pt x="871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2" name="Freeform 206"/>
                <p:cNvSpPr/>
                <p:nvPr/>
              </p:nvSpPr>
              <p:spPr bwMode="auto">
                <a:xfrm>
                  <a:off x="3021" y="1611"/>
                  <a:ext cx="227" cy="288"/>
                </a:xfrm>
                <a:custGeom>
                  <a:avLst/>
                  <a:gdLst>
                    <a:gd name="T0" fmla="*/ 0 w 902"/>
                    <a:gd name="T1" fmla="*/ 1154 h 1154"/>
                    <a:gd name="T2" fmla="*/ 901 w 902"/>
                    <a:gd name="T3" fmla="*/ 0 h 1154"/>
                    <a:gd name="T4" fmla="*/ 902 w 902"/>
                    <a:gd name="T5" fmla="*/ 0 h 1154"/>
                    <a:gd name="T6" fmla="*/ 0 60000 65536"/>
                    <a:gd name="T7" fmla="*/ 0 60000 65536"/>
                    <a:gd name="T8" fmla="*/ 0 60000 65536"/>
                    <a:gd name="T9" fmla="*/ 0 w 902"/>
                    <a:gd name="T10" fmla="*/ 0 h 1154"/>
                    <a:gd name="T11" fmla="*/ 902 w 902"/>
                    <a:gd name="T12" fmla="*/ 1154 h 11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02" h="1154">
                      <a:moveTo>
                        <a:pt x="0" y="1154"/>
                      </a:moveTo>
                      <a:lnTo>
                        <a:pt x="901" y="0"/>
                      </a:lnTo>
                      <a:lnTo>
                        <a:pt x="902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3" name="Freeform 207"/>
                <p:cNvSpPr/>
                <p:nvPr/>
              </p:nvSpPr>
              <p:spPr bwMode="auto">
                <a:xfrm>
                  <a:off x="3225" y="1661"/>
                  <a:ext cx="143" cy="183"/>
                </a:xfrm>
                <a:custGeom>
                  <a:avLst/>
                  <a:gdLst>
                    <a:gd name="T0" fmla="*/ 0 w 574"/>
                    <a:gd name="T1" fmla="*/ 733 h 733"/>
                    <a:gd name="T2" fmla="*/ 573 w 574"/>
                    <a:gd name="T3" fmla="*/ 0 h 733"/>
                    <a:gd name="T4" fmla="*/ 574 w 574"/>
                    <a:gd name="T5" fmla="*/ 0 h 733"/>
                    <a:gd name="T6" fmla="*/ 0 60000 65536"/>
                    <a:gd name="T7" fmla="*/ 0 60000 65536"/>
                    <a:gd name="T8" fmla="*/ 0 60000 65536"/>
                    <a:gd name="T9" fmla="*/ 0 w 574"/>
                    <a:gd name="T10" fmla="*/ 0 h 733"/>
                    <a:gd name="T11" fmla="*/ 574 w 574"/>
                    <a:gd name="T12" fmla="*/ 733 h 73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74" h="733">
                      <a:moveTo>
                        <a:pt x="0" y="733"/>
                      </a:moveTo>
                      <a:lnTo>
                        <a:pt x="573" y="0"/>
                      </a:lnTo>
                      <a:lnTo>
                        <a:pt x="574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4" name="Freeform 208"/>
                <p:cNvSpPr/>
                <p:nvPr/>
              </p:nvSpPr>
              <p:spPr bwMode="auto">
                <a:xfrm>
                  <a:off x="2641" y="1680"/>
                  <a:ext cx="229" cy="294"/>
                </a:xfrm>
                <a:custGeom>
                  <a:avLst/>
                  <a:gdLst>
                    <a:gd name="T0" fmla="*/ 0 w 914"/>
                    <a:gd name="T1" fmla="*/ 1169 h 1169"/>
                    <a:gd name="T2" fmla="*/ 913 w 914"/>
                    <a:gd name="T3" fmla="*/ 0 h 1169"/>
                    <a:gd name="T4" fmla="*/ 914 w 914"/>
                    <a:gd name="T5" fmla="*/ 0 h 1169"/>
                    <a:gd name="T6" fmla="*/ 0 60000 65536"/>
                    <a:gd name="T7" fmla="*/ 0 60000 65536"/>
                    <a:gd name="T8" fmla="*/ 0 60000 65536"/>
                    <a:gd name="T9" fmla="*/ 0 w 914"/>
                    <a:gd name="T10" fmla="*/ 0 h 1169"/>
                    <a:gd name="T11" fmla="*/ 914 w 914"/>
                    <a:gd name="T12" fmla="*/ 1169 h 116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4" h="1169">
                      <a:moveTo>
                        <a:pt x="0" y="1169"/>
                      </a:moveTo>
                      <a:lnTo>
                        <a:pt x="913" y="0"/>
                      </a:lnTo>
                      <a:lnTo>
                        <a:pt x="914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5" name="Freeform 209"/>
                <p:cNvSpPr/>
                <p:nvPr/>
              </p:nvSpPr>
              <p:spPr bwMode="auto">
                <a:xfrm>
                  <a:off x="1993" y="980"/>
                  <a:ext cx="137" cy="177"/>
                </a:xfrm>
                <a:custGeom>
                  <a:avLst/>
                  <a:gdLst>
                    <a:gd name="T0" fmla="*/ 0 w 553"/>
                    <a:gd name="T1" fmla="*/ 706 h 706"/>
                    <a:gd name="T2" fmla="*/ 552 w 553"/>
                    <a:gd name="T3" fmla="*/ 0 h 706"/>
                    <a:gd name="T4" fmla="*/ 553 w 553"/>
                    <a:gd name="T5" fmla="*/ 0 h 706"/>
                    <a:gd name="T6" fmla="*/ 0 60000 65536"/>
                    <a:gd name="T7" fmla="*/ 0 60000 65536"/>
                    <a:gd name="T8" fmla="*/ 0 60000 65536"/>
                    <a:gd name="T9" fmla="*/ 0 w 553"/>
                    <a:gd name="T10" fmla="*/ 0 h 706"/>
                    <a:gd name="T11" fmla="*/ 553 w 553"/>
                    <a:gd name="T12" fmla="*/ 706 h 70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3" h="706">
                      <a:moveTo>
                        <a:pt x="0" y="706"/>
                      </a:moveTo>
                      <a:lnTo>
                        <a:pt x="552" y="0"/>
                      </a:lnTo>
                      <a:lnTo>
                        <a:pt x="553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6" name="Freeform 210"/>
                <p:cNvSpPr/>
                <p:nvPr/>
              </p:nvSpPr>
              <p:spPr bwMode="auto">
                <a:xfrm>
                  <a:off x="1993" y="1392"/>
                  <a:ext cx="137" cy="177"/>
                </a:xfrm>
                <a:custGeom>
                  <a:avLst/>
                  <a:gdLst>
                    <a:gd name="T0" fmla="*/ 0 w 553"/>
                    <a:gd name="T1" fmla="*/ 707 h 707"/>
                    <a:gd name="T2" fmla="*/ 552 w 553"/>
                    <a:gd name="T3" fmla="*/ 0 h 707"/>
                    <a:gd name="T4" fmla="*/ 553 w 553"/>
                    <a:gd name="T5" fmla="*/ 0 h 707"/>
                    <a:gd name="T6" fmla="*/ 0 60000 65536"/>
                    <a:gd name="T7" fmla="*/ 0 60000 65536"/>
                    <a:gd name="T8" fmla="*/ 0 60000 65536"/>
                    <a:gd name="T9" fmla="*/ 0 w 553"/>
                    <a:gd name="T10" fmla="*/ 0 h 707"/>
                    <a:gd name="T11" fmla="*/ 553 w 553"/>
                    <a:gd name="T12" fmla="*/ 707 h 70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3" h="707">
                      <a:moveTo>
                        <a:pt x="0" y="707"/>
                      </a:moveTo>
                      <a:lnTo>
                        <a:pt x="552" y="0"/>
                      </a:lnTo>
                      <a:lnTo>
                        <a:pt x="553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7" name="Freeform 211"/>
                <p:cNvSpPr/>
                <p:nvPr/>
              </p:nvSpPr>
              <p:spPr bwMode="auto">
                <a:xfrm>
                  <a:off x="1993" y="1186"/>
                  <a:ext cx="137" cy="177"/>
                </a:xfrm>
                <a:custGeom>
                  <a:avLst/>
                  <a:gdLst>
                    <a:gd name="T0" fmla="*/ 0 w 553"/>
                    <a:gd name="T1" fmla="*/ 707 h 707"/>
                    <a:gd name="T2" fmla="*/ 552 w 553"/>
                    <a:gd name="T3" fmla="*/ 0 h 707"/>
                    <a:gd name="T4" fmla="*/ 553 w 553"/>
                    <a:gd name="T5" fmla="*/ 0 h 707"/>
                    <a:gd name="T6" fmla="*/ 0 60000 65536"/>
                    <a:gd name="T7" fmla="*/ 0 60000 65536"/>
                    <a:gd name="T8" fmla="*/ 0 60000 65536"/>
                    <a:gd name="T9" fmla="*/ 0 w 553"/>
                    <a:gd name="T10" fmla="*/ 0 h 707"/>
                    <a:gd name="T11" fmla="*/ 553 w 553"/>
                    <a:gd name="T12" fmla="*/ 707 h 70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3" h="707">
                      <a:moveTo>
                        <a:pt x="0" y="707"/>
                      </a:moveTo>
                      <a:lnTo>
                        <a:pt x="552" y="0"/>
                      </a:lnTo>
                      <a:lnTo>
                        <a:pt x="553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8" name="Freeform 212"/>
                <p:cNvSpPr/>
                <p:nvPr/>
              </p:nvSpPr>
              <p:spPr bwMode="auto">
                <a:xfrm>
                  <a:off x="1993" y="774"/>
                  <a:ext cx="137" cy="177"/>
                </a:xfrm>
                <a:custGeom>
                  <a:avLst/>
                  <a:gdLst>
                    <a:gd name="T0" fmla="*/ 0 w 553"/>
                    <a:gd name="T1" fmla="*/ 707 h 707"/>
                    <a:gd name="T2" fmla="*/ 552 w 553"/>
                    <a:gd name="T3" fmla="*/ 0 h 707"/>
                    <a:gd name="T4" fmla="*/ 553 w 553"/>
                    <a:gd name="T5" fmla="*/ 0 h 707"/>
                    <a:gd name="T6" fmla="*/ 0 60000 65536"/>
                    <a:gd name="T7" fmla="*/ 0 60000 65536"/>
                    <a:gd name="T8" fmla="*/ 0 60000 65536"/>
                    <a:gd name="T9" fmla="*/ 0 w 553"/>
                    <a:gd name="T10" fmla="*/ 0 h 707"/>
                    <a:gd name="T11" fmla="*/ 553 w 553"/>
                    <a:gd name="T12" fmla="*/ 707 h 70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3" h="707">
                      <a:moveTo>
                        <a:pt x="0" y="707"/>
                      </a:moveTo>
                      <a:lnTo>
                        <a:pt x="552" y="0"/>
                      </a:lnTo>
                      <a:lnTo>
                        <a:pt x="553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9" name="Freeform 213"/>
                <p:cNvSpPr/>
                <p:nvPr/>
              </p:nvSpPr>
              <p:spPr bwMode="auto">
                <a:xfrm>
                  <a:off x="1873" y="822"/>
                  <a:ext cx="61" cy="78"/>
                </a:xfrm>
                <a:custGeom>
                  <a:avLst/>
                  <a:gdLst>
                    <a:gd name="T0" fmla="*/ 0 w 246"/>
                    <a:gd name="T1" fmla="*/ 312 h 312"/>
                    <a:gd name="T2" fmla="*/ 245 w 246"/>
                    <a:gd name="T3" fmla="*/ 0 h 312"/>
                    <a:gd name="T4" fmla="*/ 246 w 246"/>
                    <a:gd name="T5" fmla="*/ 0 h 312"/>
                    <a:gd name="T6" fmla="*/ 0 60000 65536"/>
                    <a:gd name="T7" fmla="*/ 0 60000 65536"/>
                    <a:gd name="T8" fmla="*/ 0 60000 65536"/>
                    <a:gd name="T9" fmla="*/ 0 w 246"/>
                    <a:gd name="T10" fmla="*/ 0 h 312"/>
                    <a:gd name="T11" fmla="*/ 246 w 246"/>
                    <a:gd name="T12" fmla="*/ 312 h 31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6" h="312">
                      <a:moveTo>
                        <a:pt x="0" y="312"/>
                      </a:moveTo>
                      <a:lnTo>
                        <a:pt x="245" y="0"/>
                      </a:lnTo>
                      <a:lnTo>
                        <a:pt x="246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0" name="Freeform 214"/>
                <p:cNvSpPr/>
                <p:nvPr/>
              </p:nvSpPr>
              <p:spPr bwMode="auto">
                <a:xfrm>
                  <a:off x="2733" y="1062"/>
                  <a:ext cx="137" cy="177"/>
                </a:xfrm>
                <a:custGeom>
                  <a:avLst/>
                  <a:gdLst>
                    <a:gd name="T0" fmla="*/ 0 w 553"/>
                    <a:gd name="T1" fmla="*/ 707 h 707"/>
                    <a:gd name="T2" fmla="*/ 552 w 553"/>
                    <a:gd name="T3" fmla="*/ 0 h 707"/>
                    <a:gd name="T4" fmla="*/ 553 w 553"/>
                    <a:gd name="T5" fmla="*/ 0 h 707"/>
                    <a:gd name="T6" fmla="*/ 0 60000 65536"/>
                    <a:gd name="T7" fmla="*/ 0 60000 65536"/>
                    <a:gd name="T8" fmla="*/ 0 60000 65536"/>
                    <a:gd name="T9" fmla="*/ 0 w 553"/>
                    <a:gd name="T10" fmla="*/ 0 h 707"/>
                    <a:gd name="T11" fmla="*/ 553 w 553"/>
                    <a:gd name="T12" fmla="*/ 707 h 70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3" h="707">
                      <a:moveTo>
                        <a:pt x="0" y="707"/>
                      </a:moveTo>
                      <a:lnTo>
                        <a:pt x="552" y="0"/>
                      </a:lnTo>
                      <a:lnTo>
                        <a:pt x="553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1" name="Freeform 215"/>
                <p:cNvSpPr/>
                <p:nvPr/>
              </p:nvSpPr>
              <p:spPr bwMode="auto">
                <a:xfrm>
                  <a:off x="2641" y="1268"/>
                  <a:ext cx="229" cy="294"/>
                </a:xfrm>
                <a:custGeom>
                  <a:avLst/>
                  <a:gdLst>
                    <a:gd name="T0" fmla="*/ 0 w 914"/>
                    <a:gd name="T1" fmla="*/ 1170 h 1170"/>
                    <a:gd name="T2" fmla="*/ 913 w 914"/>
                    <a:gd name="T3" fmla="*/ 0 h 1170"/>
                    <a:gd name="T4" fmla="*/ 914 w 914"/>
                    <a:gd name="T5" fmla="*/ 0 h 1170"/>
                    <a:gd name="T6" fmla="*/ 0 60000 65536"/>
                    <a:gd name="T7" fmla="*/ 0 60000 65536"/>
                    <a:gd name="T8" fmla="*/ 0 60000 65536"/>
                    <a:gd name="T9" fmla="*/ 0 w 914"/>
                    <a:gd name="T10" fmla="*/ 0 h 1170"/>
                    <a:gd name="T11" fmla="*/ 914 w 914"/>
                    <a:gd name="T12" fmla="*/ 1170 h 117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4" h="1170">
                      <a:moveTo>
                        <a:pt x="0" y="1170"/>
                      </a:moveTo>
                      <a:lnTo>
                        <a:pt x="913" y="0"/>
                      </a:lnTo>
                      <a:lnTo>
                        <a:pt x="914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2" name="Freeform 216"/>
                <p:cNvSpPr/>
                <p:nvPr/>
              </p:nvSpPr>
              <p:spPr bwMode="auto">
                <a:xfrm>
                  <a:off x="2733" y="856"/>
                  <a:ext cx="137" cy="177"/>
                </a:xfrm>
                <a:custGeom>
                  <a:avLst/>
                  <a:gdLst>
                    <a:gd name="T0" fmla="*/ 0 w 553"/>
                    <a:gd name="T1" fmla="*/ 707 h 707"/>
                    <a:gd name="T2" fmla="*/ 552 w 553"/>
                    <a:gd name="T3" fmla="*/ 0 h 707"/>
                    <a:gd name="T4" fmla="*/ 553 w 553"/>
                    <a:gd name="T5" fmla="*/ 0 h 707"/>
                    <a:gd name="T6" fmla="*/ 0 60000 65536"/>
                    <a:gd name="T7" fmla="*/ 0 60000 65536"/>
                    <a:gd name="T8" fmla="*/ 0 60000 65536"/>
                    <a:gd name="T9" fmla="*/ 0 w 553"/>
                    <a:gd name="T10" fmla="*/ 0 h 707"/>
                    <a:gd name="T11" fmla="*/ 553 w 553"/>
                    <a:gd name="T12" fmla="*/ 707 h 70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3" h="707">
                      <a:moveTo>
                        <a:pt x="0" y="707"/>
                      </a:moveTo>
                      <a:lnTo>
                        <a:pt x="552" y="0"/>
                      </a:lnTo>
                      <a:lnTo>
                        <a:pt x="553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22" name="Freeform 217"/>
              <p:cNvSpPr/>
              <p:nvPr/>
            </p:nvSpPr>
            <p:spPr bwMode="auto">
              <a:xfrm>
                <a:off x="4017" y="2298"/>
                <a:ext cx="75" cy="51"/>
              </a:xfrm>
              <a:custGeom>
                <a:avLst/>
                <a:gdLst>
                  <a:gd name="T0" fmla="*/ 4 w 571"/>
                  <a:gd name="T1" fmla="*/ 118 h 388"/>
                  <a:gd name="T2" fmla="*/ 0 w 571"/>
                  <a:gd name="T3" fmla="*/ 153 h 388"/>
                  <a:gd name="T4" fmla="*/ 6 w 571"/>
                  <a:gd name="T5" fmla="*/ 191 h 388"/>
                  <a:gd name="T6" fmla="*/ 22 w 571"/>
                  <a:gd name="T7" fmla="*/ 227 h 388"/>
                  <a:gd name="T8" fmla="*/ 48 w 571"/>
                  <a:gd name="T9" fmla="*/ 263 h 388"/>
                  <a:gd name="T10" fmla="*/ 84 w 571"/>
                  <a:gd name="T11" fmla="*/ 296 h 388"/>
                  <a:gd name="T12" fmla="*/ 125 w 571"/>
                  <a:gd name="T13" fmla="*/ 325 h 388"/>
                  <a:gd name="T14" fmla="*/ 173 w 571"/>
                  <a:gd name="T15" fmla="*/ 350 h 388"/>
                  <a:gd name="T16" fmla="*/ 224 w 571"/>
                  <a:gd name="T17" fmla="*/ 369 h 388"/>
                  <a:gd name="T18" fmla="*/ 278 w 571"/>
                  <a:gd name="T19" fmla="*/ 382 h 388"/>
                  <a:gd name="T20" fmla="*/ 333 w 571"/>
                  <a:gd name="T21" fmla="*/ 388 h 388"/>
                  <a:gd name="T22" fmla="*/ 386 w 571"/>
                  <a:gd name="T23" fmla="*/ 387 h 388"/>
                  <a:gd name="T24" fmla="*/ 434 w 571"/>
                  <a:gd name="T25" fmla="*/ 379 h 388"/>
                  <a:gd name="T26" fmla="*/ 478 w 571"/>
                  <a:gd name="T27" fmla="*/ 364 h 388"/>
                  <a:gd name="T28" fmla="*/ 514 w 571"/>
                  <a:gd name="T29" fmla="*/ 343 h 388"/>
                  <a:gd name="T30" fmla="*/ 543 w 571"/>
                  <a:gd name="T31" fmla="*/ 317 h 388"/>
                  <a:gd name="T32" fmla="*/ 562 w 571"/>
                  <a:gd name="T33" fmla="*/ 286 h 388"/>
                  <a:gd name="T34" fmla="*/ 571 w 571"/>
                  <a:gd name="T35" fmla="*/ 253 h 388"/>
                  <a:gd name="T36" fmla="*/ 570 w 571"/>
                  <a:gd name="T37" fmla="*/ 216 h 388"/>
                  <a:gd name="T38" fmla="*/ 559 w 571"/>
                  <a:gd name="T39" fmla="*/ 179 h 388"/>
                  <a:gd name="T40" fmla="*/ 537 w 571"/>
                  <a:gd name="T41" fmla="*/ 143 h 388"/>
                  <a:gd name="T42" fmla="*/ 507 w 571"/>
                  <a:gd name="T43" fmla="*/ 108 h 388"/>
                  <a:gd name="T44" fmla="*/ 469 w 571"/>
                  <a:gd name="T45" fmla="*/ 77 h 388"/>
                  <a:gd name="T46" fmla="*/ 423 w 571"/>
                  <a:gd name="T47" fmla="*/ 50 h 388"/>
                  <a:gd name="T48" fmla="*/ 373 w 571"/>
                  <a:gd name="T49" fmla="*/ 28 h 388"/>
                  <a:gd name="T50" fmla="*/ 321 w 571"/>
                  <a:gd name="T51" fmla="*/ 12 h 388"/>
                  <a:gd name="T52" fmla="*/ 266 w 571"/>
                  <a:gd name="T53" fmla="*/ 2 h 388"/>
                  <a:gd name="T54" fmla="*/ 212 w 571"/>
                  <a:gd name="T55" fmla="*/ 0 h 388"/>
                  <a:gd name="T56" fmla="*/ 161 w 571"/>
                  <a:gd name="T57" fmla="*/ 4 h 388"/>
                  <a:gd name="T58" fmla="*/ 115 w 571"/>
                  <a:gd name="T59" fmla="*/ 16 h 388"/>
                  <a:gd name="T60" fmla="*/ 74 w 571"/>
                  <a:gd name="T61" fmla="*/ 33 h 388"/>
                  <a:gd name="T62" fmla="*/ 42 w 571"/>
                  <a:gd name="T63" fmla="*/ 57 h 388"/>
                  <a:gd name="T64" fmla="*/ 18 w 571"/>
                  <a:gd name="T65" fmla="*/ 86 h 388"/>
                  <a:gd name="T66" fmla="*/ 4 w 571"/>
                  <a:gd name="T67" fmla="*/ 118 h 388"/>
                  <a:gd name="T68" fmla="*/ 5 w 571"/>
                  <a:gd name="T69" fmla="*/ 118 h 388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571"/>
                  <a:gd name="T106" fmla="*/ 0 h 388"/>
                  <a:gd name="T107" fmla="*/ 571 w 571"/>
                  <a:gd name="T108" fmla="*/ 388 h 388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571" h="388">
                    <a:moveTo>
                      <a:pt x="4" y="118"/>
                    </a:moveTo>
                    <a:lnTo>
                      <a:pt x="0" y="153"/>
                    </a:lnTo>
                    <a:lnTo>
                      <a:pt x="6" y="191"/>
                    </a:lnTo>
                    <a:lnTo>
                      <a:pt x="22" y="227"/>
                    </a:lnTo>
                    <a:lnTo>
                      <a:pt x="48" y="263"/>
                    </a:lnTo>
                    <a:lnTo>
                      <a:pt x="84" y="296"/>
                    </a:lnTo>
                    <a:lnTo>
                      <a:pt x="125" y="325"/>
                    </a:lnTo>
                    <a:lnTo>
                      <a:pt x="173" y="350"/>
                    </a:lnTo>
                    <a:lnTo>
                      <a:pt x="224" y="369"/>
                    </a:lnTo>
                    <a:lnTo>
                      <a:pt x="278" y="382"/>
                    </a:lnTo>
                    <a:lnTo>
                      <a:pt x="333" y="388"/>
                    </a:lnTo>
                    <a:lnTo>
                      <a:pt x="386" y="387"/>
                    </a:lnTo>
                    <a:lnTo>
                      <a:pt x="434" y="379"/>
                    </a:lnTo>
                    <a:lnTo>
                      <a:pt x="478" y="364"/>
                    </a:lnTo>
                    <a:lnTo>
                      <a:pt x="514" y="343"/>
                    </a:lnTo>
                    <a:lnTo>
                      <a:pt x="543" y="317"/>
                    </a:lnTo>
                    <a:lnTo>
                      <a:pt x="562" y="286"/>
                    </a:lnTo>
                    <a:lnTo>
                      <a:pt x="571" y="253"/>
                    </a:lnTo>
                    <a:lnTo>
                      <a:pt x="570" y="216"/>
                    </a:lnTo>
                    <a:lnTo>
                      <a:pt x="559" y="179"/>
                    </a:lnTo>
                    <a:lnTo>
                      <a:pt x="537" y="143"/>
                    </a:lnTo>
                    <a:lnTo>
                      <a:pt x="507" y="108"/>
                    </a:lnTo>
                    <a:lnTo>
                      <a:pt x="469" y="77"/>
                    </a:lnTo>
                    <a:lnTo>
                      <a:pt x="423" y="50"/>
                    </a:lnTo>
                    <a:lnTo>
                      <a:pt x="373" y="28"/>
                    </a:lnTo>
                    <a:lnTo>
                      <a:pt x="321" y="12"/>
                    </a:lnTo>
                    <a:lnTo>
                      <a:pt x="266" y="2"/>
                    </a:lnTo>
                    <a:lnTo>
                      <a:pt x="212" y="0"/>
                    </a:lnTo>
                    <a:lnTo>
                      <a:pt x="161" y="4"/>
                    </a:lnTo>
                    <a:lnTo>
                      <a:pt x="115" y="16"/>
                    </a:lnTo>
                    <a:lnTo>
                      <a:pt x="74" y="33"/>
                    </a:lnTo>
                    <a:lnTo>
                      <a:pt x="42" y="57"/>
                    </a:lnTo>
                    <a:lnTo>
                      <a:pt x="18" y="86"/>
                    </a:lnTo>
                    <a:lnTo>
                      <a:pt x="4" y="118"/>
                    </a:lnTo>
                    <a:lnTo>
                      <a:pt x="5" y="118"/>
                    </a:lnTo>
                  </a:path>
                </a:pathLst>
              </a:custGeom>
              <a:gradFill rotWithShape="0">
                <a:gsLst>
                  <a:gs pos="0">
                    <a:srgbClr val="525252"/>
                  </a:gs>
                  <a:gs pos="50000">
                    <a:srgbClr val="B2B2B2"/>
                  </a:gs>
                  <a:gs pos="100000">
                    <a:srgbClr val="525252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123" name="Group 218"/>
              <p:cNvGrpSpPr/>
              <p:nvPr/>
            </p:nvGrpSpPr>
            <p:grpSpPr bwMode="auto">
              <a:xfrm>
                <a:off x="3467" y="2420"/>
                <a:ext cx="983" cy="927"/>
                <a:chOff x="3467" y="2420"/>
                <a:chExt cx="983" cy="927"/>
              </a:xfrm>
            </p:grpSpPr>
            <p:sp>
              <p:nvSpPr>
                <p:cNvPr id="124" name="Freeform 219"/>
                <p:cNvSpPr/>
                <p:nvPr/>
              </p:nvSpPr>
              <p:spPr bwMode="auto">
                <a:xfrm>
                  <a:off x="3467" y="3157"/>
                  <a:ext cx="261" cy="71"/>
                </a:xfrm>
                <a:custGeom>
                  <a:avLst/>
                  <a:gdLst>
                    <a:gd name="T0" fmla="*/ 1990 w 1990"/>
                    <a:gd name="T1" fmla="*/ 0 h 534"/>
                    <a:gd name="T2" fmla="*/ 0 w 1990"/>
                    <a:gd name="T3" fmla="*/ 534 h 534"/>
                    <a:gd name="T4" fmla="*/ 1 w 1990"/>
                    <a:gd name="T5" fmla="*/ 534 h 534"/>
                    <a:gd name="T6" fmla="*/ 0 60000 65536"/>
                    <a:gd name="T7" fmla="*/ 0 60000 65536"/>
                    <a:gd name="T8" fmla="*/ 0 60000 65536"/>
                    <a:gd name="T9" fmla="*/ 0 w 1990"/>
                    <a:gd name="T10" fmla="*/ 0 h 534"/>
                    <a:gd name="T11" fmla="*/ 1990 w 1990"/>
                    <a:gd name="T12" fmla="*/ 534 h 53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90" h="534">
                      <a:moveTo>
                        <a:pt x="1990" y="0"/>
                      </a:moveTo>
                      <a:lnTo>
                        <a:pt x="0" y="534"/>
                      </a:lnTo>
                      <a:lnTo>
                        <a:pt x="1" y="534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5" name="Freeform 220"/>
                <p:cNvSpPr/>
                <p:nvPr/>
              </p:nvSpPr>
              <p:spPr bwMode="auto">
                <a:xfrm>
                  <a:off x="3467" y="3245"/>
                  <a:ext cx="381" cy="102"/>
                </a:xfrm>
                <a:custGeom>
                  <a:avLst/>
                  <a:gdLst>
                    <a:gd name="T0" fmla="*/ 2903 w 2903"/>
                    <a:gd name="T1" fmla="*/ 0 h 779"/>
                    <a:gd name="T2" fmla="*/ 0 w 2903"/>
                    <a:gd name="T3" fmla="*/ 779 h 779"/>
                    <a:gd name="T4" fmla="*/ 1 w 2903"/>
                    <a:gd name="T5" fmla="*/ 779 h 779"/>
                    <a:gd name="T6" fmla="*/ 0 60000 65536"/>
                    <a:gd name="T7" fmla="*/ 0 60000 65536"/>
                    <a:gd name="T8" fmla="*/ 0 60000 65536"/>
                    <a:gd name="T9" fmla="*/ 0 w 2903"/>
                    <a:gd name="T10" fmla="*/ 0 h 779"/>
                    <a:gd name="T11" fmla="*/ 2903 w 2903"/>
                    <a:gd name="T12" fmla="*/ 779 h 77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903" h="779">
                      <a:moveTo>
                        <a:pt x="2903" y="0"/>
                      </a:moveTo>
                      <a:lnTo>
                        <a:pt x="0" y="779"/>
                      </a:lnTo>
                      <a:lnTo>
                        <a:pt x="1" y="779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6" name="Freeform 221"/>
                <p:cNvSpPr/>
                <p:nvPr/>
              </p:nvSpPr>
              <p:spPr bwMode="auto">
                <a:xfrm>
                  <a:off x="3467" y="3228"/>
                  <a:ext cx="1" cy="119"/>
                </a:xfrm>
                <a:custGeom>
                  <a:avLst/>
                  <a:gdLst>
                    <a:gd name="T0" fmla="*/ 0 w 1"/>
                    <a:gd name="T1" fmla="*/ 0 h 913"/>
                    <a:gd name="T2" fmla="*/ 0 w 1"/>
                    <a:gd name="T3" fmla="*/ 913 h 913"/>
                    <a:gd name="T4" fmla="*/ 1 w 1"/>
                    <a:gd name="T5" fmla="*/ 913 h 913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913"/>
                    <a:gd name="T11" fmla="*/ 1 w 1"/>
                    <a:gd name="T12" fmla="*/ 913 h 91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913">
                      <a:moveTo>
                        <a:pt x="0" y="0"/>
                      </a:moveTo>
                      <a:lnTo>
                        <a:pt x="0" y="913"/>
                      </a:lnTo>
                      <a:lnTo>
                        <a:pt x="1" y="913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7" name="Freeform 222"/>
                <p:cNvSpPr/>
                <p:nvPr/>
              </p:nvSpPr>
              <p:spPr bwMode="auto">
                <a:xfrm>
                  <a:off x="3848" y="2944"/>
                  <a:ext cx="0" cy="307"/>
                </a:xfrm>
                <a:custGeom>
                  <a:avLst/>
                  <a:gdLst>
                    <a:gd name="T0" fmla="*/ 0 w 1"/>
                    <a:gd name="T1" fmla="*/ 0 h 587"/>
                    <a:gd name="T2" fmla="*/ 1 w 1"/>
                    <a:gd name="T3" fmla="*/ 587 h 587"/>
                    <a:gd name="T4" fmla="*/ 1 w 1"/>
                    <a:gd name="T5" fmla="*/ 568 h 587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587"/>
                    <a:gd name="T11" fmla="*/ 0 w 1"/>
                    <a:gd name="T12" fmla="*/ 587 h 58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587">
                      <a:moveTo>
                        <a:pt x="0" y="0"/>
                      </a:moveTo>
                      <a:lnTo>
                        <a:pt x="1" y="587"/>
                      </a:lnTo>
                      <a:lnTo>
                        <a:pt x="1" y="568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8" name="Freeform 223"/>
                <p:cNvSpPr/>
                <p:nvPr/>
              </p:nvSpPr>
              <p:spPr bwMode="auto">
                <a:xfrm>
                  <a:off x="4068" y="2887"/>
                  <a:ext cx="1" cy="299"/>
                </a:xfrm>
                <a:custGeom>
                  <a:avLst/>
                  <a:gdLst>
                    <a:gd name="T0" fmla="*/ 0 w 1"/>
                    <a:gd name="T1" fmla="*/ 0 h 2282"/>
                    <a:gd name="T2" fmla="*/ 0 w 1"/>
                    <a:gd name="T3" fmla="*/ 2282 h 2282"/>
                    <a:gd name="T4" fmla="*/ 1 w 1"/>
                    <a:gd name="T5" fmla="*/ 2282 h 2282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2282"/>
                    <a:gd name="T11" fmla="*/ 1 w 1"/>
                    <a:gd name="T12" fmla="*/ 2282 h 22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2282">
                      <a:moveTo>
                        <a:pt x="0" y="0"/>
                      </a:moveTo>
                      <a:lnTo>
                        <a:pt x="0" y="2282"/>
                      </a:lnTo>
                      <a:lnTo>
                        <a:pt x="1" y="2282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9" name="Freeform 224"/>
                <p:cNvSpPr/>
                <p:nvPr/>
              </p:nvSpPr>
              <p:spPr bwMode="auto">
                <a:xfrm>
                  <a:off x="4188" y="2508"/>
                  <a:ext cx="0" cy="526"/>
                </a:xfrm>
                <a:custGeom>
                  <a:avLst/>
                  <a:gdLst>
                    <a:gd name="T0" fmla="*/ 0 w 1"/>
                    <a:gd name="T1" fmla="*/ 4018 h 4018"/>
                    <a:gd name="T2" fmla="*/ 0 w 1"/>
                    <a:gd name="T3" fmla="*/ 0 h 4018"/>
                    <a:gd name="T4" fmla="*/ 1 w 1"/>
                    <a:gd name="T5" fmla="*/ 0 h 4018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4018"/>
                    <a:gd name="T11" fmla="*/ 0 w 1"/>
                    <a:gd name="T12" fmla="*/ 4018 h 40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4018">
                      <a:moveTo>
                        <a:pt x="0" y="4018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0" name="Freeform 225"/>
                <p:cNvSpPr/>
                <p:nvPr/>
              </p:nvSpPr>
              <p:spPr bwMode="auto">
                <a:xfrm>
                  <a:off x="3728" y="2631"/>
                  <a:ext cx="0" cy="526"/>
                </a:xfrm>
                <a:custGeom>
                  <a:avLst/>
                  <a:gdLst>
                    <a:gd name="T0" fmla="*/ 0 w 1"/>
                    <a:gd name="T1" fmla="*/ 4017 h 4017"/>
                    <a:gd name="T2" fmla="*/ 0 w 1"/>
                    <a:gd name="T3" fmla="*/ 0 h 4017"/>
                    <a:gd name="T4" fmla="*/ 1 w 1"/>
                    <a:gd name="T5" fmla="*/ 0 h 4017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4017"/>
                    <a:gd name="T11" fmla="*/ 0 w 1"/>
                    <a:gd name="T12" fmla="*/ 4017 h 40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4017">
                      <a:moveTo>
                        <a:pt x="0" y="4017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1" name="Freeform 226"/>
                <p:cNvSpPr/>
                <p:nvPr/>
              </p:nvSpPr>
              <p:spPr bwMode="auto">
                <a:xfrm>
                  <a:off x="4240" y="2420"/>
                  <a:ext cx="1" cy="76"/>
                </a:xfrm>
                <a:custGeom>
                  <a:avLst/>
                  <a:gdLst>
                    <a:gd name="T0" fmla="*/ 0 w 1"/>
                    <a:gd name="T1" fmla="*/ 0 h 76"/>
                    <a:gd name="T2" fmla="*/ 0 w 1"/>
                    <a:gd name="T3" fmla="*/ 76 h 76"/>
                    <a:gd name="T4" fmla="*/ 0 60000 65536"/>
                    <a:gd name="T5" fmla="*/ 0 60000 65536"/>
                    <a:gd name="T6" fmla="*/ 0 w 1"/>
                    <a:gd name="T7" fmla="*/ 0 h 76"/>
                    <a:gd name="T8" fmla="*/ 1 w 1"/>
                    <a:gd name="T9" fmla="*/ 76 h 7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76">
                      <a:moveTo>
                        <a:pt x="0" y="0"/>
                      </a:moveTo>
                      <a:lnTo>
                        <a:pt x="0" y="76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2" name="Freeform 227"/>
                <p:cNvSpPr/>
                <p:nvPr/>
              </p:nvSpPr>
              <p:spPr bwMode="auto">
                <a:xfrm>
                  <a:off x="4116" y="2424"/>
                  <a:ext cx="124" cy="32"/>
                </a:xfrm>
                <a:custGeom>
                  <a:avLst/>
                  <a:gdLst>
                    <a:gd name="T0" fmla="*/ 124 w 124"/>
                    <a:gd name="T1" fmla="*/ 0 h 32"/>
                    <a:gd name="T2" fmla="*/ 0 w 124"/>
                    <a:gd name="T3" fmla="*/ 32 h 32"/>
                    <a:gd name="T4" fmla="*/ 0 w 124"/>
                    <a:gd name="T5" fmla="*/ 32 h 32"/>
                    <a:gd name="T6" fmla="*/ 0 60000 65536"/>
                    <a:gd name="T7" fmla="*/ 0 60000 65536"/>
                    <a:gd name="T8" fmla="*/ 0 60000 65536"/>
                    <a:gd name="T9" fmla="*/ 0 w 124"/>
                    <a:gd name="T10" fmla="*/ 0 h 32"/>
                    <a:gd name="T11" fmla="*/ 124 w 124"/>
                    <a:gd name="T12" fmla="*/ 32 h 3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4" h="32">
                      <a:moveTo>
                        <a:pt x="124" y="0"/>
                      </a:moveTo>
                      <a:lnTo>
                        <a:pt x="0" y="32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3" name="Freeform 228"/>
                <p:cNvSpPr/>
                <p:nvPr/>
              </p:nvSpPr>
              <p:spPr bwMode="auto">
                <a:xfrm>
                  <a:off x="4188" y="2964"/>
                  <a:ext cx="261" cy="70"/>
                </a:xfrm>
                <a:custGeom>
                  <a:avLst/>
                  <a:gdLst>
                    <a:gd name="T0" fmla="*/ 1991 w 1991"/>
                    <a:gd name="T1" fmla="*/ 0 h 534"/>
                    <a:gd name="T2" fmla="*/ 0 w 1991"/>
                    <a:gd name="T3" fmla="*/ 534 h 534"/>
                    <a:gd name="T4" fmla="*/ 1 w 1991"/>
                    <a:gd name="T5" fmla="*/ 534 h 534"/>
                    <a:gd name="T6" fmla="*/ 0 60000 65536"/>
                    <a:gd name="T7" fmla="*/ 0 60000 65536"/>
                    <a:gd name="T8" fmla="*/ 0 60000 65536"/>
                    <a:gd name="T9" fmla="*/ 0 w 1991"/>
                    <a:gd name="T10" fmla="*/ 0 h 534"/>
                    <a:gd name="T11" fmla="*/ 1991 w 1991"/>
                    <a:gd name="T12" fmla="*/ 534 h 53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91" h="534">
                      <a:moveTo>
                        <a:pt x="1991" y="0"/>
                      </a:moveTo>
                      <a:lnTo>
                        <a:pt x="0" y="534"/>
                      </a:lnTo>
                      <a:lnTo>
                        <a:pt x="1" y="534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4" name="Freeform 229"/>
                <p:cNvSpPr/>
                <p:nvPr/>
              </p:nvSpPr>
              <p:spPr bwMode="auto">
                <a:xfrm>
                  <a:off x="4068" y="3084"/>
                  <a:ext cx="381" cy="102"/>
                </a:xfrm>
                <a:custGeom>
                  <a:avLst/>
                  <a:gdLst>
                    <a:gd name="T0" fmla="*/ 2904 w 2904"/>
                    <a:gd name="T1" fmla="*/ 0 h 778"/>
                    <a:gd name="T2" fmla="*/ 0 w 2904"/>
                    <a:gd name="T3" fmla="*/ 778 h 778"/>
                    <a:gd name="T4" fmla="*/ 1 w 2904"/>
                    <a:gd name="T5" fmla="*/ 778 h 778"/>
                    <a:gd name="T6" fmla="*/ 0 60000 65536"/>
                    <a:gd name="T7" fmla="*/ 0 60000 65536"/>
                    <a:gd name="T8" fmla="*/ 0 60000 65536"/>
                    <a:gd name="T9" fmla="*/ 0 w 2904"/>
                    <a:gd name="T10" fmla="*/ 0 h 778"/>
                    <a:gd name="T11" fmla="*/ 2904 w 2904"/>
                    <a:gd name="T12" fmla="*/ 778 h 77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904" h="778">
                      <a:moveTo>
                        <a:pt x="2904" y="0"/>
                      </a:moveTo>
                      <a:lnTo>
                        <a:pt x="0" y="778"/>
                      </a:lnTo>
                      <a:lnTo>
                        <a:pt x="1" y="778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5" name="Freeform 230"/>
                <p:cNvSpPr/>
                <p:nvPr/>
              </p:nvSpPr>
              <p:spPr bwMode="auto">
                <a:xfrm>
                  <a:off x="3800" y="2540"/>
                  <a:ext cx="0" cy="395"/>
                </a:xfrm>
                <a:custGeom>
                  <a:avLst/>
                  <a:gdLst>
                    <a:gd name="T0" fmla="*/ 0 w 1"/>
                    <a:gd name="T1" fmla="*/ 0 h 753"/>
                    <a:gd name="T2" fmla="*/ 1 w 1"/>
                    <a:gd name="T3" fmla="*/ 753 h 753"/>
                    <a:gd name="T4" fmla="*/ 1 w 1"/>
                    <a:gd name="T5" fmla="*/ 742 h 753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753"/>
                    <a:gd name="T11" fmla="*/ 0 w 1"/>
                    <a:gd name="T12" fmla="*/ 753 h 75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753">
                      <a:moveTo>
                        <a:pt x="0" y="0"/>
                      </a:moveTo>
                      <a:lnTo>
                        <a:pt x="1" y="753"/>
                      </a:lnTo>
                      <a:lnTo>
                        <a:pt x="1" y="742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6" name="Freeform 231"/>
                <p:cNvSpPr/>
                <p:nvPr/>
              </p:nvSpPr>
              <p:spPr bwMode="auto">
                <a:xfrm>
                  <a:off x="3665" y="2540"/>
                  <a:ext cx="135" cy="36"/>
                </a:xfrm>
                <a:custGeom>
                  <a:avLst/>
                  <a:gdLst>
                    <a:gd name="T0" fmla="*/ 1036 w 1036"/>
                    <a:gd name="T1" fmla="*/ 0 h 278"/>
                    <a:gd name="T2" fmla="*/ 0 w 1036"/>
                    <a:gd name="T3" fmla="*/ 278 h 278"/>
                    <a:gd name="T4" fmla="*/ 1 w 1036"/>
                    <a:gd name="T5" fmla="*/ 278 h 278"/>
                    <a:gd name="T6" fmla="*/ 0 60000 65536"/>
                    <a:gd name="T7" fmla="*/ 0 60000 65536"/>
                    <a:gd name="T8" fmla="*/ 0 60000 65536"/>
                    <a:gd name="T9" fmla="*/ 0 w 1036"/>
                    <a:gd name="T10" fmla="*/ 0 h 278"/>
                    <a:gd name="T11" fmla="*/ 1036 w 1036"/>
                    <a:gd name="T12" fmla="*/ 278 h 27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36" h="278">
                      <a:moveTo>
                        <a:pt x="1036" y="0"/>
                      </a:moveTo>
                      <a:lnTo>
                        <a:pt x="0" y="278"/>
                      </a:lnTo>
                      <a:lnTo>
                        <a:pt x="1" y="278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7" name="Freeform 232"/>
                <p:cNvSpPr/>
                <p:nvPr/>
              </p:nvSpPr>
              <p:spPr bwMode="auto">
                <a:xfrm>
                  <a:off x="3665" y="2576"/>
                  <a:ext cx="0" cy="72"/>
                </a:xfrm>
                <a:custGeom>
                  <a:avLst/>
                  <a:gdLst>
                    <a:gd name="T0" fmla="*/ 0 w 1"/>
                    <a:gd name="T1" fmla="*/ 0 h 547"/>
                    <a:gd name="T2" fmla="*/ 0 w 1"/>
                    <a:gd name="T3" fmla="*/ 547 h 547"/>
                    <a:gd name="T4" fmla="*/ 1 w 1"/>
                    <a:gd name="T5" fmla="*/ 547 h 547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547"/>
                    <a:gd name="T11" fmla="*/ 0 w 1"/>
                    <a:gd name="T12" fmla="*/ 547 h 54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547">
                      <a:moveTo>
                        <a:pt x="0" y="0"/>
                      </a:moveTo>
                      <a:lnTo>
                        <a:pt x="0" y="547"/>
                      </a:lnTo>
                      <a:lnTo>
                        <a:pt x="1" y="547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8" name="Freeform 233"/>
                <p:cNvSpPr/>
                <p:nvPr/>
              </p:nvSpPr>
              <p:spPr bwMode="auto">
                <a:xfrm>
                  <a:off x="3665" y="2631"/>
                  <a:ext cx="63" cy="17"/>
                </a:xfrm>
                <a:custGeom>
                  <a:avLst/>
                  <a:gdLst>
                    <a:gd name="T0" fmla="*/ 484 w 484"/>
                    <a:gd name="T1" fmla="*/ 0 h 129"/>
                    <a:gd name="T2" fmla="*/ 0 w 484"/>
                    <a:gd name="T3" fmla="*/ 129 h 129"/>
                    <a:gd name="T4" fmla="*/ 1 w 484"/>
                    <a:gd name="T5" fmla="*/ 129 h 129"/>
                    <a:gd name="T6" fmla="*/ 0 60000 65536"/>
                    <a:gd name="T7" fmla="*/ 0 60000 65536"/>
                    <a:gd name="T8" fmla="*/ 0 60000 65536"/>
                    <a:gd name="T9" fmla="*/ 0 w 484"/>
                    <a:gd name="T10" fmla="*/ 0 h 129"/>
                    <a:gd name="T11" fmla="*/ 484 w 484"/>
                    <a:gd name="T12" fmla="*/ 129 h 12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84" h="129">
                      <a:moveTo>
                        <a:pt x="484" y="0"/>
                      </a:moveTo>
                      <a:lnTo>
                        <a:pt x="0" y="129"/>
                      </a:lnTo>
                      <a:lnTo>
                        <a:pt x="1" y="129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9" name="Freeform 234"/>
                <p:cNvSpPr/>
                <p:nvPr/>
              </p:nvSpPr>
              <p:spPr bwMode="auto">
                <a:xfrm>
                  <a:off x="4116" y="2456"/>
                  <a:ext cx="0" cy="388"/>
                </a:xfrm>
                <a:custGeom>
                  <a:avLst/>
                  <a:gdLst>
                    <a:gd name="T0" fmla="*/ 0 w 1"/>
                    <a:gd name="T1" fmla="*/ 0 h 2967"/>
                    <a:gd name="T2" fmla="*/ 0 w 1"/>
                    <a:gd name="T3" fmla="*/ 2967 h 2967"/>
                    <a:gd name="T4" fmla="*/ 1 w 1"/>
                    <a:gd name="T5" fmla="*/ 2967 h 2967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2967"/>
                    <a:gd name="T11" fmla="*/ 0 w 1"/>
                    <a:gd name="T12" fmla="*/ 2967 h 296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2967">
                      <a:moveTo>
                        <a:pt x="0" y="0"/>
                      </a:moveTo>
                      <a:lnTo>
                        <a:pt x="0" y="2967"/>
                      </a:lnTo>
                      <a:lnTo>
                        <a:pt x="1" y="2967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0" name="Freeform 235"/>
                <p:cNvSpPr/>
                <p:nvPr/>
              </p:nvSpPr>
              <p:spPr bwMode="auto">
                <a:xfrm>
                  <a:off x="4069" y="2844"/>
                  <a:ext cx="47" cy="42"/>
                </a:xfrm>
                <a:custGeom>
                  <a:avLst/>
                  <a:gdLst>
                    <a:gd name="T0" fmla="*/ 352 w 352"/>
                    <a:gd name="T1" fmla="*/ 0 h 323"/>
                    <a:gd name="T2" fmla="*/ 0 w 352"/>
                    <a:gd name="T3" fmla="*/ 323 h 323"/>
                    <a:gd name="T4" fmla="*/ 1 w 352"/>
                    <a:gd name="T5" fmla="*/ 323 h 323"/>
                    <a:gd name="T6" fmla="*/ 0 60000 65536"/>
                    <a:gd name="T7" fmla="*/ 0 60000 65536"/>
                    <a:gd name="T8" fmla="*/ 0 60000 65536"/>
                    <a:gd name="T9" fmla="*/ 0 w 352"/>
                    <a:gd name="T10" fmla="*/ 0 h 323"/>
                    <a:gd name="T11" fmla="*/ 352 w 352"/>
                    <a:gd name="T12" fmla="*/ 323 h 32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52" h="323">
                      <a:moveTo>
                        <a:pt x="352" y="0"/>
                      </a:moveTo>
                      <a:lnTo>
                        <a:pt x="0" y="323"/>
                      </a:lnTo>
                      <a:lnTo>
                        <a:pt x="1" y="323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1" name="Freeform 236"/>
                <p:cNvSpPr/>
                <p:nvPr/>
              </p:nvSpPr>
              <p:spPr bwMode="auto">
                <a:xfrm>
                  <a:off x="4188" y="2492"/>
                  <a:ext cx="52" cy="16"/>
                </a:xfrm>
                <a:custGeom>
                  <a:avLst/>
                  <a:gdLst>
                    <a:gd name="T0" fmla="*/ 52 w 52"/>
                    <a:gd name="T1" fmla="*/ 0 h 16"/>
                    <a:gd name="T2" fmla="*/ 0 w 52"/>
                    <a:gd name="T3" fmla="*/ 16 h 16"/>
                    <a:gd name="T4" fmla="*/ 0 w 52"/>
                    <a:gd name="T5" fmla="*/ 16 h 16"/>
                    <a:gd name="T6" fmla="*/ 0 60000 65536"/>
                    <a:gd name="T7" fmla="*/ 0 60000 65536"/>
                    <a:gd name="T8" fmla="*/ 0 60000 65536"/>
                    <a:gd name="T9" fmla="*/ 0 w 52"/>
                    <a:gd name="T10" fmla="*/ 0 h 16"/>
                    <a:gd name="T11" fmla="*/ 52 w 52"/>
                    <a:gd name="T12" fmla="*/ 16 h 1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2" h="16">
                      <a:moveTo>
                        <a:pt x="52" y="0"/>
                      </a:moveTo>
                      <a:lnTo>
                        <a:pt x="0" y="16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2" name="Freeform 237"/>
                <p:cNvSpPr/>
                <p:nvPr/>
              </p:nvSpPr>
              <p:spPr bwMode="auto">
                <a:xfrm>
                  <a:off x="4449" y="2962"/>
                  <a:ext cx="1" cy="126"/>
                </a:xfrm>
                <a:custGeom>
                  <a:avLst/>
                  <a:gdLst>
                    <a:gd name="T0" fmla="*/ 1 w 1"/>
                    <a:gd name="T1" fmla="*/ 0 h 240"/>
                    <a:gd name="T2" fmla="*/ 1 w 1"/>
                    <a:gd name="T3" fmla="*/ 240 h 240"/>
                    <a:gd name="T4" fmla="*/ 0 w 1"/>
                    <a:gd name="T5" fmla="*/ 233 h 240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240"/>
                    <a:gd name="T11" fmla="*/ 1 w 1"/>
                    <a:gd name="T12" fmla="*/ 240 h 24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240">
                      <a:moveTo>
                        <a:pt x="1" y="0"/>
                      </a:moveTo>
                      <a:lnTo>
                        <a:pt x="1" y="240"/>
                      </a:lnTo>
                      <a:lnTo>
                        <a:pt x="0" y="233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3" name="Freeform 238"/>
                <p:cNvSpPr/>
                <p:nvPr/>
              </p:nvSpPr>
              <p:spPr bwMode="auto">
                <a:xfrm>
                  <a:off x="3800" y="2929"/>
                  <a:ext cx="48" cy="17"/>
                </a:xfrm>
                <a:custGeom>
                  <a:avLst/>
                  <a:gdLst>
                    <a:gd name="T0" fmla="*/ 0 w 362"/>
                    <a:gd name="T1" fmla="*/ 0 h 131"/>
                    <a:gd name="T2" fmla="*/ 361 w 362"/>
                    <a:gd name="T3" fmla="*/ 131 h 131"/>
                    <a:gd name="T4" fmla="*/ 362 w 362"/>
                    <a:gd name="T5" fmla="*/ 131 h 131"/>
                    <a:gd name="T6" fmla="*/ 0 60000 65536"/>
                    <a:gd name="T7" fmla="*/ 0 60000 65536"/>
                    <a:gd name="T8" fmla="*/ 0 60000 65536"/>
                    <a:gd name="T9" fmla="*/ 0 w 362"/>
                    <a:gd name="T10" fmla="*/ 0 h 131"/>
                    <a:gd name="T11" fmla="*/ 362 w 362"/>
                    <a:gd name="T12" fmla="*/ 131 h 13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2" h="131">
                      <a:moveTo>
                        <a:pt x="0" y="0"/>
                      </a:moveTo>
                      <a:lnTo>
                        <a:pt x="361" y="131"/>
                      </a:lnTo>
                      <a:lnTo>
                        <a:pt x="362" y="131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94" name="Group 239"/>
            <p:cNvGrpSpPr/>
            <p:nvPr/>
          </p:nvGrpSpPr>
          <p:grpSpPr bwMode="auto">
            <a:xfrm>
              <a:off x="4297" y="2797"/>
              <a:ext cx="1159" cy="1140"/>
              <a:chOff x="2867" y="1815"/>
              <a:chExt cx="1159" cy="1140"/>
            </a:xfrm>
          </p:grpSpPr>
          <p:sp>
            <p:nvSpPr>
              <p:cNvPr id="95" name="Freeform 240"/>
              <p:cNvSpPr/>
              <p:nvPr/>
            </p:nvSpPr>
            <p:spPr bwMode="auto">
              <a:xfrm>
                <a:off x="2867" y="2561"/>
                <a:ext cx="1159" cy="394"/>
              </a:xfrm>
              <a:custGeom>
                <a:avLst/>
                <a:gdLst>
                  <a:gd name="T0" fmla="*/ 0 w 2211"/>
                  <a:gd name="T1" fmla="*/ 115 h 752"/>
                  <a:gd name="T2" fmla="*/ 0 w 2211"/>
                  <a:gd name="T3" fmla="*/ 355 h 752"/>
                  <a:gd name="T4" fmla="*/ 298 w 2211"/>
                  <a:gd name="T5" fmla="*/ 653 h 752"/>
                  <a:gd name="T6" fmla="*/ 336 w 2211"/>
                  <a:gd name="T7" fmla="*/ 681 h 752"/>
                  <a:gd name="T8" fmla="*/ 364 w 2211"/>
                  <a:gd name="T9" fmla="*/ 704 h 752"/>
                  <a:gd name="T10" fmla="*/ 412 w 2211"/>
                  <a:gd name="T11" fmla="*/ 726 h 752"/>
                  <a:gd name="T12" fmla="*/ 454 w 2211"/>
                  <a:gd name="T13" fmla="*/ 742 h 752"/>
                  <a:gd name="T14" fmla="*/ 518 w 2211"/>
                  <a:gd name="T15" fmla="*/ 752 h 752"/>
                  <a:gd name="T16" fmla="*/ 569 w 2211"/>
                  <a:gd name="T17" fmla="*/ 752 h 752"/>
                  <a:gd name="T18" fmla="*/ 614 w 2211"/>
                  <a:gd name="T19" fmla="*/ 745 h 752"/>
                  <a:gd name="T20" fmla="*/ 646 w 2211"/>
                  <a:gd name="T21" fmla="*/ 739 h 752"/>
                  <a:gd name="T22" fmla="*/ 2112 w 2211"/>
                  <a:gd name="T23" fmla="*/ 349 h 752"/>
                  <a:gd name="T24" fmla="*/ 2144 w 2211"/>
                  <a:gd name="T25" fmla="*/ 336 h 752"/>
                  <a:gd name="T26" fmla="*/ 2169 w 2211"/>
                  <a:gd name="T27" fmla="*/ 323 h 752"/>
                  <a:gd name="T28" fmla="*/ 2188 w 2211"/>
                  <a:gd name="T29" fmla="*/ 301 h 752"/>
                  <a:gd name="T30" fmla="*/ 2208 w 2211"/>
                  <a:gd name="T31" fmla="*/ 269 h 752"/>
                  <a:gd name="T32" fmla="*/ 2211 w 2211"/>
                  <a:gd name="T33" fmla="*/ 240 h 752"/>
                  <a:gd name="T34" fmla="*/ 2211 w 2211"/>
                  <a:gd name="T35" fmla="*/ 0 h 752"/>
                  <a:gd name="T36" fmla="*/ 2003 w 2211"/>
                  <a:gd name="T37" fmla="*/ 102 h 752"/>
                  <a:gd name="T38" fmla="*/ 540 w 2211"/>
                  <a:gd name="T39" fmla="*/ 502 h 752"/>
                  <a:gd name="T40" fmla="*/ 361 w 2211"/>
                  <a:gd name="T41" fmla="*/ 441 h 752"/>
                  <a:gd name="T42" fmla="*/ 0 w 2211"/>
                  <a:gd name="T43" fmla="*/ 115 h 75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211"/>
                  <a:gd name="T67" fmla="*/ 0 h 752"/>
                  <a:gd name="T68" fmla="*/ 2211 w 2211"/>
                  <a:gd name="T69" fmla="*/ 752 h 752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211" h="752">
                    <a:moveTo>
                      <a:pt x="0" y="115"/>
                    </a:moveTo>
                    <a:lnTo>
                      <a:pt x="0" y="355"/>
                    </a:lnTo>
                    <a:lnTo>
                      <a:pt x="298" y="653"/>
                    </a:lnTo>
                    <a:lnTo>
                      <a:pt x="336" y="681"/>
                    </a:lnTo>
                    <a:lnTo>
                      <a:pt x="364" y="704"/>
                    </a:lnTo>
                    <a:lnTo>
                      <a:pt x="412" y="726"/>
                    </a:lnTo>
                    <a:lnTo>
                      <a:pt x="454" y="742"/>
                    </a:lnTo>
                    <a:lnTo>
                      <a:pt x="518" y="752"/>
                    </a:lnTo>
                    <a:lnTo>
                      <a:pt x="569" y="752"/>
                    </a:lnTo>
                    <a:lnTo>
                      <a:pt x="614" y="745"/>
                    </a:lnTo>
                    <a:lnTo>
                      <a:pt x="646" y="739"/>
                    </a:lnTo>
                    <a:lnTo>
                      <a:pt x="2112" y="349"/>
                    </a:lnTo>
                    <a:lnTo>
                      <a:pt x="2144" y="336"/>
                    </a:lnTo>
                    <a:lnTo>
                      <a:pt x="2169" y="323"/>
                    </a:lnTo>
                    <a:lnTo>
                      <a:pt x="2188" y="301"/>
                    </a:lnTo>
                    <a:lnTo>
                      <a:pt x="2208" y="269"/>
                    </a:lnTo>
                    <a:lnTo>
                      <a:pt x="2211" y="240"/>
                    </a:lnTo>
                    <a:lnTo>
                      <a:pt x="2211" y="0"/>
                    </a:lnTo>
                    <a:lnTo>
                      <a:pt x="2003" y="102"/>
                    </a:lnTo>
                    <a:lnTo>
                      <a:pt x="540" y="502"/>
                    </a:lnTo>
                    <a:lnTo>
                      <a:pt x="361" y="441"/>
                    </a:lnTo>
                    <a:lnTo>
                      <a:pt x="0" y="11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87878"/>
                  </a:gs>
                  <a:gs pos="50000">
                    <a:srgbClr val="969696"/>
                  </a:gs>
                  <a:gs pos="100000">
                    <a:srgbClr val="787878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6" name="Freeform 241"/>
              <p:cNvSpPr/>
              <p:nvPr/>
            </p:nvSpPr>
            <p:spPr bwMode="auto">
              <a:xfrm>
                <a:off x="2869" y="2361"/>
                <a:ext cx="1155" cy="477"/>
              </a:xfrm>
              <a:custGeom>
                <a:avLst/>
                <a:gdLst>
                  <a:gd name="T0" fmla="*/ 0 w 2205"/>
                  <a:gd name="T1" fmla="*/ 502 h 909"/>
                  <a:gd name="T2" fmla="*/ 1872 w 2205"/>
                  <a:gd name="T3" fmla="*/ 0 h 909"/>
                  <a:gd name="T4" fmla="*/ 2182 w 2205"/>
                  <a:gd name="T5" fmla="*/ 314 h 909"/>
                  <a:gd name="T6" fmla="*/ 2195 w 2205"/>
                  <a:gd name="T7" fmla="*/ 336 h 909"/>
                  <a:gd name="T8" fmla="*/ 2201 w 2205"/>
                  <a:gd name="T9" fmla="*/ 355 h 909"/>
                  <a:gd name="T10" fmla="*/ 2205 w 2205"/>
                  <a:gd name="T11" fmla="*/ 384 h 909"/>
                  <a:gd name="T12" fmla="*/ 2195 w 2205"/>
                  <a:gd name="T13" fmla="*/ 416 h 909"/>
                  <a:gd name="T14" fmla="*/ 2185 w 2205"/>
                  <a:gd name="T15" fmla="*/ 445 h 909"/>
                  <a:gd name="T16" fmla="*/ 2163 w 2205"/>
                  <a:gd name="T17" fmla="*/ 474 h 909"/>
                  <a:gd name="T18" fmla="*/ 2134 w 2205"/>
                  <a:gd name="T19" fmla="*/ 490 h 909"/>
                  <a:gd name="T20" fmla="*/ 2109 w 2205"/>
                  <a:gd name="T21" fmla="*/ 499 h 909"/>
                  <a:gd name="T22" fmla="*/ 630 w 2205"/>
                  <a:gd name="T23" fmla="*/ 899 h 909"/>
                  <a:gd name="T24" fmla="*/ 579 w 2205"/>
                  <a:gd name="T25" fmla="*/ 906 h 909"/>
                  <a:gd name="T26" fmla="*/ 521 w 2205"/>
                  <a:gd name="T27" fmla="*/ 909 h 909"/>
                  <a:gd name="T28" fmla="*/ 464 w 2205"/>
                  <a:gd name="T29" fmla="*/ 899 h 909"/>
                  <a:gd name="T30" fmla="*/ 429 w 2205"/>
                  <a:gd name="T31" fmla="*/ 890 h 909"/>
                  <a:gd name="T32" fmla="*/ 384 w 2205"/>
                  <a:gd name="T33" fmla="*/ 870 h 909"/>
                  <a:gd name="T34" fmla="*/ 349 w 2205"/>
                  <a:gd name="T35" fmla="*/ 848 h 909"/>
                  <a:gd name="T36" fmla="*/ 320 w 2205"/>
                  <a:gd name="T37" fmla="*/ 822 h 909"/>
                  <a:gd name="T38" fmla="*/ 297 w 2205"/>
                  <a:gd name="T39" fmla="*/ 803 h 909"/>
                  <a:gd name="T40" fmla="*/ 0 w 2205"/>
                  <a:gd name="T41" fmla="*/ 502 h 90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205"/>
                  <a:gd name="T64" fmla="*/ 0 h 909"/>
                  <a:gd name="T65" fmla="*/ 2205 w 2205"/>
                  <a:gd name="T66" fmla="*/ 909 h 90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205" h="909">
                    <a:moveTo>
                      <a:pt x="0" y="502"/>
                    </a:moveTo>
                    <a:lnTo>
                      <a:pt x="1872" y="0"/>
                    </a:lnTo>
                    <a:lnTo>
                      <a:pt x="2182" y="314"/>
                    </a:lnTo>
                    <a:lnTo>
                      <a:pt x="2195" y="336"/>
                    </a:lnTo>
                    <a:lnTo>
                      <a:pt x="2201" y="355"/>
                    </a:lnTo>
                    <a:lnTo>
                      <a:pt x="2205" y="384"/>
                    </a:lnTo>
                    <a:lnTo>
                      <a:pt x="2195" y="416"/>
                    </a:lnTo>
                    <a:lnTo>
                      <a:pt x="2185" y="445"/>
                    </a:lnTo>
                    <a:lnTo>
                      <a:pt x="2163" y="474"/>
                    </a:lnTo>
                    <a:lnTo>
                      <a:pt x="2134" y="490"/>
                    </a:lnTo>
                    <a:lnTo>
                      <a:pt x="2109" y="499"/>
                    </a:lnTo>
                    <a:lnTo>
                      <a:pt x="630" y="899"/>
                    </a:lnTo>
                    <a:lnTo>
                      <a:pt x="579" y="906"/>
                    </a:lnTo>
                    <a:lnTo>
                      <a:pt x="521" y="909"/>
                    </a:lnTo>
                    <a:lnTo>
                      <a:pt x="464" y="899"/>
                    </a:lnTo>
                    <a:lnTo>
                      <a:pt x="429" y="890"/>
                    </a:lnTo>
                    <a:lnTo>
                      <a:pt x="384" y="870"/>
                    </a:lnTo>
                    <a:lnTo>
                      <a:pt x="349" y="848"/>
                    </a:lnTo>
                    <a:lnTo>
                      <a:pt x="320" y="822"/>
                    </a:lnTo>
                    <a:lnTo>
                      <a:pt x="297" y="803"/>
                    </a:lnTo>
                    <a:lnTo>
                      <a:pt x="0" y="50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B9B9B"/>
                  </a:gs>
                  <a:gs pos="100000">
                    <a:srgbClr val="B2B2B2"/>
                  </a:gs>
                </a:gsLst>
                <a:lin ang="54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7" name="Freeform 242"/>
              <p:cNvSpPr/>
              <p:nvPr/>
            </p:nvSpPr>
            <p:spPr bwMode="auto">
              <a:xfrm>
                <a:off x="3127" y="2103"/>
                <a:ext cx="503" cy="568"/>
              </a:xfrm>
              <a:custGeom>
                <a:avLst/>
                <a:gdLst>
                  <a:gd name="T0" fmla="*/ 0 w 960"/>
                  <a:gd name="T1" fmla="*/ 3 h 1085"/>
                  <a:gd name="T2" fmla="*/ 0 w 960"/>
                  <a:gd name="T3" fmla="*/ 867 h 1085"/>
                  <a:gd name="T4" fmla="*/ 22 w 960"/>
                  <a:gd name="T5" fmla="*/ 893 h 1085"/>
                  <a:gd name="T6" fmla="*/ 51 w 960"/>
                  <a:gd name="T7" fmla="*/ 915 h 1085"/>
                  <a:gd name="T8" fmla="*/ 83 w 960"/>
                  <a:gd name="T9" fmla="*/ 935 h 1085"/>
                  <a:gd name="T10" fmla="*/ 108 w 960"/>
                  <a:gd name="T11" fmla="*/ 954 h 1085"/>
                  <a:gd name="T12" fmla="*/ 150 w 960"/>
                  <a:gd name="T13" fmla="*/ 976 h 1085"/>
                  <a:gd name="T14" fmla="*/ 198 w 960"/>
                  <a:gd name="T15" fmla="*/ 999 h 1085"/>
                  <a:gd name="T16" fmla="*/ 252 w 960"/>
                  <a:gd name="T17" fmla="*/ 1024 h 1085"/>
                  <a:gd name="T18" fmla="*/ 294 w 960"/>
                  <a:gd name="T19" fmla="*/ 1043 h 1085"/>
                  <a:gd name="T20" fmla="*/ 358 w 960"/>
                  <a:gd name="T21" fmla="*/ 1063 h 1085"/>
                  <a:gd name="T22" fmla="*/ 422 w 960"/>
                  <a:gd name="T23" fmla="*/ 1075 h 1085"/>
                  <a:gd name="T24" fmla="*/ 470 w 960"/>
                  <a:gd name="T25" fmla="*/ 1082 h 1085"/>
                  <a:gd name="T26" fmla="*/ 531 w 960"/>
                  <a:gd name="T27" fmla="*/ 1085 h 1085"/>
                  <a:gd name="T28" fmla="*/ 585 w 960"/>
                  <a:gd name="T29" fmla="*/ 1082 h 1085"/>
                  <a:gd name="T30" fmla="*/ 640 w 960"/>
                  <a:gd name="T31" fmla="*/ 1079 h 1085"/>
                  <a:gd name="T32" fmla="*/ 707 w 960"/>
                  <a:gd name="T33" fmla="*/ 1069 h 1085"/>
                  <a:gd name="T34" fmla="*/ 752 w 960"/>
                  <a:gd name="T35" fmla="*/ 1056 h 1085"/>
                  <a:gd name="T36" fmla="*/ 793 w 960"/>
                  <a:gd name="T37" fmla="*/ 1043 h 1085"/>
                  <a:gd name="T38" fmla="*/ 841 w 960"/>
                  <a:gd name="T39" fmla="*/ 1024 h 1085"/>
                  <a:gd name="T40" fmla="*/ 870 w 960"/>
                  <a:gd name="T41" fmla="*/ 999 h 1085"/>
                  <a:gd name="T42" fmla="*/ 889 w 960"/>
                  <a:gd name="T43" fmla="*/ 976 h 1085"/>
                  <a:gd name="T44" fmla="*/ 912 w 960"/>
                  <a:gd name="T45" fmla="*/ 941 h 1085"/>
                  <a:gd name="T46" fmla="*/ 931 w 960"/>
                  <a:gd name="T47" fmla="*/ 903 h 1085"/>
                  <a:gd name="T48" fmla="*/ 947 w 960"/>
                  <a:gd name="T49" fmla="*/ 864 h 1085"/>
                  <a:gd name="T50" fmla="*/ 960 w 960"/>
                  <a:gd name="T51" fmla="*/ 800 h 1085"/>
                  <a:gd name="T52" fmla="*/ 960 w 960"/>
                  <a:gd name="T53" fmla="*/ 0 h 1085"/>
                  <a:gd name="T54" fmla="*/ 217 w 960"/>
                  <a:gd name="T55" fmla="*/ 119 h 1085"/>
                  <a:gd name="T56" fmla="*/ 0 w 960"/>
                  <a:gd name="T57" fmla="*/ 3 h 108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960"/>
                  <a:gd name="T88" fmla="*/ 0 h 1085"/>
                  <a:gd name="T89" fmla="*/ 960 w 960"/>
                  <a:gd name="T90" fmla="*/ 1085 h 1085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960" h="1085">
                    <a:moveTo>
                      <a:pt x="0" y="3"/>
                    </a:moveTo>
                    <a:lnTo>
                      <a:pt x="0" y="867"/>
                    </a:lnTo>
                    <a:lnTo>
                      <a:pt x="22" y="893"/>
                    </a:lnTo>
                    <a:lnTo>
                      <a:pt x="51" y="915"/>
                    </a:lnTo>
                    <a:lnTo>
                      <a:pt x="83" y="935"/>
                    </a:lnTo>
                    <a:lnTo>
                      <a:pt x="108" y="954"/>
                    </a:lnTo>
                    <a:lnTo>
                      <a:pt x="150" y="976"/>
                    </a:lnTo>
                    <a:lnTo>
                      <a:pt x="198" y="999"/>
                    </a:lnTo>
                    <a:lnTo>
                      <a:pt x="252" y="1024"/>
                    </a:lnTo>
                    <a:lnTo>
                      <a:pt x="294" y="1043"/>
                    </a:lnTo>
                    <a:lnTo>
                      <a:pt x="358" y="1063"/>
                    </a:lnTo>
                    <a:lnTo>
                      <a:pt x="422" y="1075"/>
                    </a:lnTo>
                    <a:lnTo>
                      <a:pt x="470" y="1082"/>
                    </a:lnTo>
                    <a:lnTo>
                      <a:pt x="531" y="1085"/>
                    </a:lnTo>
                    <a:lnTo>
                      <a:pt x="585" y="1082"/>
                    </a:lnTo>
                    <a:lnTo>
                      <a:pt x="640" y="1079"/>
                    </a:lnTo>
                    <a:lnTo>
                      <a:pt x="707" y="1069"/>
                    </a:lnTo>
                    <a:lnTo>
                      <a:pt x="752" y="1056"/>
                    </a:lnTo>
                    <a:lnTo>
                      <a:pt x="793" y="1043"/>
                    </a:lnTo>
                    <a:lnTo>
                      <a:pt x="841" y="1024"/>
                    </a:lnTo>
                    <a:lnTo>
                      <a:pt x="870" y="999"/>
                    </a:lnTo>
                    <a:lnTo>
                      <a:pt x="889" y="976"/>
                    </a:lnTo>
                    <a:lnTo>
                      <a:pt x="912" y="941"/>
                    </a:lnTo>
                    <a:lnTo>
                      <a:pt x="931" y="903"/>
                    </a:lnTo>
                    <a:lnTo>
                      <a:pt x="947" y="864"/>
                    </a:lnTo>
                    <a:lnTo>
                      <a:pt x="960" y="800"/>
                    </a:lnTo>
                    <a:lnTo>
                      <a:pt x="960" y="0"/>
                    </a:lnTo>
                    <a:lnTo>
                      <a:pt x="217" y="119"/>
                    </a:lnTo>
                    <a:lnTo>
                      <a:pt x="0" y="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25252"/>
                  </a:gs>
                  <a:gs pos="50000">
                    <a:srgbClr val="B2B2B2"/>
                  </a:gs>
                  <a:gs pos="100000">
                    <a:srgbClr val="525252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8" name="Freeform 243"/>
              <p:cNvSpPr/>
              <p:nvPr/>
            </p:nvSpPr>
            <p:spPr bwMode="auto">
              <a:xfrm>
                <a:off x="3422" y="2151"/>
                <a:ext cx="50" cy="138"/>
              </a:xfrm>
              <a:custGeom>
                <a:avLst/>
                <a:gdLst>
                  <a:gd name="T0" fmla="*/ 0 w 96"/>
                  <a:gd name="T1" fmla="*/ 22 h 262"/>
                  <a:gd name="T2" fmla="*/ 29 w 96"/>
                  <a:gd name="T3" fmla="*/ 42 h 262"/>
                  <a:gd name="T4" fmla="*/ 29 w 96"/>
                  <a:gd name="T5" fmla="*/ 173 h 262"/>
                  <a:gd name="T6" fmla="*/ 35 w 96"/>
                  <a:gd name="T7" fmla="*/ 195 h 262"/>
                  <a:gd name="T8" fmla="*/ 96 w 96"/>
                  <a:gd name="T9" fmla="*/ 262 h 262"/>
                  <a:gd name="T10" fmla="*/ 80 w 96"/>
                  <a:gd name="T11" fmla="*/ 0 h 262"/>
                  <a:gd name="T12" fmla="*/ 0 w 96"/>
                  <a:gd name="T13" fmla="*/ 22 h 2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6"/>
                  <a:gd name="T22" fmla="*/ 0 h 262"/>
                  <a:gd name="T23" fmla="*/ 96 w 96"/>
                  <a:gd name="T24" fmla="*/ 262 h 26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6" h="262">
                    <a:moveTo>
                      <a:pt x="0" y="22"/>
                    </a:moveTo>
                    <a:lnTo>
                      <a:pt x="29" y="42"/>
                    </a:lnTo>
                    <a:lnTo>
                      <a:pt x="29" y="173"/>
                    </a:lnTo>
                    <a:lnTo>
                      <a:pt x="35" y="195"/>
                    </a:lnTo>
                    <a:lnTo>
                      <a:pt x="96" y="262"/>
                    </a:lnTo>
                    <a:lnTo>
                      <a:pt x="80" y="0"/>
                    </a:lnTo>
                    <a:lnTo>
                      <a:pt x="0" y="2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69696"/>
                  </a:gs>
                  <a:gs pos="100000">
                    <a:srgbClr val="454545"/>
                  </a:gs>
                </a:gsLst>
                <a:lin ang="189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9" name="Freeform 244"/>
              <p:cNvSpPr/>
              <p:nvPr/>
            </p:nvSpPr>
            <p:spPr bwMode="auto">
              <a:xfrm>
                <a:off x="3065" y="1975"/>
                <a:ext cx="731" cy="326"/>
              </a:xfrm>
              <a:custGeom>
                <a:avLst/>
                <a:gdLst>
                  <a:gd name="T0" fmla="*/ 0 w 1395"/>
                  <a:gd name="T1" fmla="*/ 0 h 622"/>
                  <a:gd name="T2" fmla="*/ 263 w 1395"/>
                  <a:gd name="T3" fmla="*/ 241 h 622"/>
                  <a:gd name="T4" fmla="*/ 303 w 1395"/>
                  <a:gd name="T5" fmla="*/ 271 h 622"/>
                  <a:gd name="T6" fmla="*/ 375 w 1395"/>
                  <a:gd name="T7" fmla="*/ 291 h 622"/>
                  <a:gd name="T8" fmla="*/ 451 w 1395"/>
                  <a:gd name="T9" fmla="*/ 291 h 622"/>
                  <a:gd name="T10" fmla="*/ 1392 w 1395"/>
                  <a:gd name="T11" fmla="*/ 3 h 622"/>
                  <a:gd name="T12" fmla="*/ 1395 w 1395"/>
                  <a:gd name="T13" fmla="*/ 129 h 622"/>
                  <a:gd name="T14" fmla="*/ 1383 w 1395"/>
                  <a:gd name="T15" fmla="*/ 174 h 622"/>
                  <a:gd name="T16" fmla="*/ 1349 w 1395"/>
                  <a:gd name="T17" fmla="*/ 199 h 622"/>
                  <a:gd name="T18" fmla="*/ 1031 w 1395"/>
                  <a:gd name="T19" fmla="*/ 286 h 622"/>
                  <a:gd name="T20" fmla="*/ 1031 w 1395"/>
                  <a:gd name="T21" fmla="*/ 439 h 622"/>
                  <a:gd name="T22" fmla="*/ 1021 w 1395"/>
                  <a:gd name="T23" fmla="*/ 478 h 622"/>
                  <a:gd name="T24" fmla="*/ 1008 w 1395"/>
                  <a:gd name="T25" fmla="*/ 507 h 622"/>
                  <a:gd name="T26" fmla="*/ 989 w 1395"/>
                  <a:gd name="T27" fmla="*/ 539 h 622"/>
                  <a:gd name="T28" fmla="*/ 963 w 1395"/>
                  <a:gd name="T29" fmla="*/ 567 h 622"/>
                  <a:gd name="T30" fmla="*/ 938 w 1395"/>
                  <a:gd name="T31" fmla="*/ 590 h 622"/>
                  <a:gd name="T32" fmla="*/ 912 w 1395"/>
                  <a:gd name="T33" fmla="*/ 609 h 622"/>
                  <a:gd name="T34" fmla="*/ 869 w 1395"/>
                  <a:gd name="T35" fmla="*/ 622 h 622"/>
                  <a:gd name="T36" fmla="*/ 835 w 1395"/>
                  <a:gd name="T37" fmla="*/ 622 h 622"/>
                  <a:gd name="T38" fmla="*/ 803 w 1395"/>
                  <a:gd name="T39" fmla="*/ 615 h 622"/>
                  <a:gd name="T40" fmla="*/ 778 w 1395"/>
                  <a:gd name="T41" fmla="*/ 593 h 622"/>
                  <a:gd name="T42" fmla="*/ 759 w 1395"/>
                  <a:gd name="T43" fmla="*/ 559 h 622"/>
                  <a:gd name="T44" fmla="*/ 759 w 1395"/>
                  <a:gd name="T45" fmla="*/ 507 h 622"/>
                  <a:gd name="T46" fmla="*/ 759 w 1395"/>
                  <a:gd name="T47" fmla="*/ 395 h 622"/>
                  <a:gd name="T48" fmla="*/ 746 w 1395"/>
                  <a:gd name="T49" fmla="*/ 379 h 622"/>
                  <a:gd name="T50" fmla="*/ 720 w 1395"/>
                  <a:gd name="T51" fmla="*/ 366 h 622"/>
                  <a:gd name="T52" fmla="*/ 447 w 1395"/>
                  <a:gd name="T53" fmla="*/ 435 h 622"/>
                  <a:gd name="T54" fmla="*/ 403 w 1395"/>
                  <a:gd name="T55" fmla="*/ 446 h 622"/>
                  <a:gd name="T56" fmla="*/ 362 w 1395"/>
                  <a:gd name="T57" fmla="*/ 439 h 622"/>
                  <a:gd name="T58" fmla="*/ 327 w 1395"/>
                  <a:gd name="T59" fmla="*/ 430 h 622"/>
                  <a:gd name="T60" fmla="*/ 295 w 1395"/>
                  <a:gd name="T61" fmla="*/ 417 h 622"/>
                  <a:gd name="T62" fmla="*/ 263 w 1395"/>
                  <a:gd name="T63" fmla="*/ 398 h 622"/>
                  <a:gd name="T64" fmla="*/ 0 w 1395"/>
                  <a:gd name="T65" fmla="*/ 135 h 622"/>
                  <a:gd name="T66" fmla="*/ 0 w 1395"/>
                  <a:gd name="T67" fmla="*/ 0 h 622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395"/>
                  <a:gd name="T103" fmla="*/ 0 h 622"/>
                  <a:gd name="T104" fmla="*/ 1395 w 1395"/>
                  <a:gd name="T105" fmla="*/ 622 h 622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395" h="622">
                    <a:moveTo>
                      <a:pt x="0" y="0"/>
                    </a:moveTo>
                    <a:lnTo>
                      <a:pt x="263" y="241"/>
                    </a:lnTo>
                    <a:lnTo>
                      <a:pt x="303" y="271"/>
                    </a:lnTo>
                    <a:lnTo>
                      <a:pt x="375" y="291"/>
                    </a:lnTo>
                    <a:lnTo>
                      <a:pt x="451" y="291"/>
                    </a:lnTo>
                    <a:lnTo>
                      <a:pt x="1392" y="3"/>
                    </a:lnTo>
                    <a:lnTo>
                      <a:pt x="1395" y="129"/>
                    </a:lnTo>
                    <a:lnTo>
                      <a:pt x="1383" y="174"/>
                    </a:lnTo>
                    <a:lnTo>
                      <a:pt x="1349" y="199"/>
                    </a:lnTo>
                    <a:lnTo>
                      <a:pt x="1031" y="286"/>
                    </a:lnTo>
                    <a:lnTo>
                      <a:pt x="1031" y="439"/>
                    </a:lnTo>
                    <a:lnTo>
                      <a:pt x="1021" y="478"/>
                    </a:lnTo>
                    <a:lnTo>
                      <a:pt x="1008" y="507"/>
                    </a:lnTo>
                    <a:lnTo>
                      <a:pt x="989" y="539"/>
                    </a:lnTo>
                    <a:lnTo>
                      <a:pt x="963" y="567"/>
                    </a:lnTo>
                    <a:lnTo>
                      <a:pt x="938" y="590"/>
                    </a:lnTo>
                    <a:lnTo>
                      <a:pt x="912" y="609"/>
                    </a:lnTo>
                    <a:lnTo>
                      <a:pt x="869" y="622"/>
                    </a:lnTo>
                    <a:lnTo>
                      <a:pt x="835" y="622"/>
                    </a:lnTo>
                    <a:lnTo>
                      <a:pt x="803" y="615"/>
                    </a:lnTo>
                    <a:lnTo>
                      <a:pt x="778" y="593"/>
                    </a:lnTo>
                    <a:lnTo>
                      <a:pt x="759" y="559"/>
                    </a:lnTo>
                    <a:lnTo>
                      <a:pt x="759" y="507"/>
                    </a:lnTo>
                    <a:lnTo>
                      <a:pt x="759" y="395"/>
                    </a:lnTo>
                    <a:lnTo>
                      <a:pt x="746" y="379"/>
                    </a:lnTo>
                    <a:lnTo>
                      <a:pt x="720" y="366"/>
                    </a:lnTo>
                    <a:lnTo>
                      <a:pt x="447" y="435"/>
                    </a:lnTo>
                    <a:lnTo>
                      <a:pt x="403" y="446"/>
                    </a:lnTo>
                    <a:lnTo>
                      <a:pt x="362" y="439"/>
                    </a:lnTo>
                    <a:lnTo>
                      <a:pt x="327" y="430"/>
                    </a:lnTo>
                    <a:lnTo>
                      <a:pt x="295" y="417"/>
                    </a:lnTo>
                    <a:lnTo>
                      <a:pt x="263" y="398"/>
                    </a:lnTo>
                    <a:lnTo>
                      <a:pt x="0" y="135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A7A7A"/>
                  </a:gs>
                  <a:gs pos="50000">
                    <a:srgbClr val="C0C0C0"/>
                  </a:gs>
                  <a:gs pos="100000">
                    <a:srgbClr val="7A7A7A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0" name="Freeform 245"/>
              <p:cNvSpPr/>
              <p:nvPr/>
            </p:nvSpPr>
            <p:spPr bwMode="auto">
              <a:xfrm>
                <a:off x="3062" y="1815"/>
                <a:ext cx="732" cy="329"/>
              </a:xfrm>
              <a:custGeom>
                <a:avLst/>
                <a:gdLst>
                  <a:gd name="T0" fmla="*/ 0 w 1397"/>
                  <a:gd name="T1" fmla="*/ 305 h 627"/>
                  <a:gd name="T2" fmla="*/ 260 w 1397"/>
                  <a:gd name="T3" fmla="*/ 235 h 627"/>
                  <a:gd name="T4" fmla="*/ 293 w 1397"/>
                  <a:gd name="T5" fmla="*/ 260 h 627"/>
                  <a:gd name="T6" fmla="*/ 346 w 1397"/>
                  <a:gd name="T7" fmla="*/ 308 h 627"/>
                  <a:gd name="T8" fmla="*/ 389 w 1397"/>
                  <a:gd name="T9" fmla="*/ 332 h 627"/>
                  <a:gd name="T10" fmla="*/ 447 w 1397"/>
                  <a:gd name="T11" fmla="*/ 356 h 627"/>
                  <a:gd name="T12" fmla="*/ 528 w 1397"/>
                  <a:gd name="T13" fmla="*/ 380 h 627"/>
                  <a:gd name="T14" fmla="*/ 610 w 1397"/>
                  <a:gd name="T15" fmla="*/ 399 h 627"/>
                  <a:gd name="T16" fmla="*/ 692 w 1397"/>
                  <a:gd name="T17" fmla="*/ 394 h 627"/>
                  <a:gd name="T18" fmla="*/ 768 w 1397"/>
                  <a:gd name="T19" fmla="*/ 380 h 627"/>
                  <a:gd name="T20" fmla="*/ 812 w 1397"/>
                  <a:gd name="T21" fmla="*/ 360 h 627"/>
                  <a:gd name="T22" fmla="*/ 855 w 1397"/>
                  <a:gd name="T23" fmla="*/ 327 h 627"/>
                  <a:gd name="T24" fmla="*/ 898 w 1397"/>
                  <a:gd name="T25" fmla="*/ 288 h 627"/>
                  <a:gd name="T26" fmla="*/ 922 w 1397"/>
                  <a:gd name="T27" fmla="*/ 245 h 627"/>
                  <a:gd name="T28" fmla="*/ 922 w 1397"/>
                  <a:gd name="T29" fmla="*/ 192 h 627"/>
                  <a:gd name="T30" fmla="*/ 908 w 1397"/>
                  <a:gd name="T31" fmla="*/ 149 h 627"/>
                  <a:gd name="T32" fmla="*/ 893 w 1397"/>
                  <a:gd name="T33" fmla="*/ 116 h 627"/>
                  <a:gd name="T34" fmla="*/ 860 w 1397"/>
                  <a:gd name="T35" fmla="*/ 77 h 627"/>
                  <a:gd name="T36" fmla="*/ 1128 w 1397"/>
                  <a:gd name="T37" fmla="*/ 0 h 627"/>
                  <a:gd name="T38" fmla="*/ 1378 w 1397"/>
                  <a:gd name="T39" fmla="*/ 255 h 627"/>
                  <a:gd name="T40" fmla="*/ 1397 w 1397"/>
                  <a:gd name="T41" fmla="*/ 287 h 627"/>
                  <a:gd name="T42" fmla="*/ 1397 w 1397"/>
                  <a:gd name="T43" fmla="*/ 319 h 627"/>
                  <a:gd name="T44" fmla="*/ 1375 w 1397"/>
                  <a:gd name="T45" fmla="*/ 344 h 627"/>
                  <a:gd name="T46" fmla="*/ 1330 w 1397"/>
                  <a:gd name="T47" fmla="*/ 375 h 627"/>
                  <a:gd name="T48" fmla="*/ 466 w 1397"/>
                  <a:gd name="T49" fmla="*/ 605 h 627"/>
                  <a:gd name="T50" fmla="*/ 418 w 1397"/>
                  <a:gd name="T51" fmla="*/ 617 h 627"/>
                  <a:gd name="T52" fmla="*/ 370 w 1397"/>
                  <a:gd name="T53" fmla="*/ 627 h 627"/>
                  <a:gd name="T54" fmla="*/ 322 w 1397"/>
                  <a:gd name="T55" fmla="*/ 603 h 627"/>
                  <a:gd name="T56" fmla="*/ 293 w 1397"/>
                  <a:gd name="T57" fmla="*/ 579 h 627"/>
                  <a:gd name="T58" fmla="*/ 260 w 1397"/>
                  <a:gd name="T59" fmla="*/ 552 h 627"/>
                  <a:gd name="T60" fmla="*/ 0 w 1397"/>
                  <a:gd name="T61" fmla="*/ 305 h 627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397"/>
                  <a:gd name="T94" fmla="*/ 0 h 627"/>
                  <a:gd name="T95" fmla="*/ 1397 w 1397"/>
                  <a:gd name="T96" fmla="*/ 627 h 627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397" h="627">
                    <a:moveTo>
                      <a:pt x="0" y="305"/>
                    </a:moveTo>
                    <a:lnTo>
                      <a:pt x="260" y="235"/>
                    </a:lnTo>
                    <a:lnTo>
                      <a:pt x="293" y="260"/>
                    </a:lnTo>
                    <a:lnTo>
                      <a:pt x="346" y="308"/>
                    </a:lnTo>
                    <a:lnTo>
                      <a:pt x="389" y="332"/>
                    </a:lnTo>
                    <a:lnTo>
                      <a:pt x="447" y="356"/>
                    </a:lnTo>
                    <a:lnTo>
                      <a:pt x="528" y="380"/>
                    </a:lnTo>
                    <a:lnTo>
                      <a:pt x="610" y="399"/>
                    </a:lnTo>
                    <a:lnTo>
                      <a:pt x="692" y="394"/>
                    </a:lnTo>
                    <a:lnTo>
                      <a:pt x="768" y="380"/>
                    </a:lnTo>
                    <a:lnTo>
                      <a:pt x="812" y="360"/>
                    </a:lnTo>
                    <a:lnTo>
                      <a:pt x="855" y="327"/>
                    </a:lnTo>
                    <a:lnTo>
                      <a:pt x="898" y="288"/>
                    </a:lnTo>
                    <a:lnTo>
                      <a:pt x="922" y="245"/>
                    </a:lnTo>
                    <a:lnTo>
                      <a:pt x="922" y="192"/>
                    </a:lnTo>
                    <a:lnTo>
                      <a:pt x="908" y="149"/>
                    </a:lnTo>
                    <a:lnTo>
                      <a:pt x="893" y="116"/>
                    </a:lnTo>
                    <a:lnTo>
                      <a:pt x="860" y="77"/>
                    </a:lnTo>
                    <a:lnTo>
                      <a:pt x="1128" y="0"/>
                    </a:lnTo>
                    <a:lnTo>
                      <a:pt x="1378" y="255"/>
                    </a:lnTo>
                    <a:lnTo>
                      <a:pt x="1397" y="287"/>
                    </a:lnTo>
                    <a:lnTo>
                      <a:pt x="1397" y="319"/>
                    </a:lnTo>
                    <a:lnTo>
                      <a:pt x="1375" y="344"/>
                    </a:lnTo>
                    <a:lnTo>
                      <a:pt x="1330" y="375"/>
                    </a:lnTo>
                    <a:lnTo>
                      <a:pt x="466" y="605"/>
                    </a:lnTo>
                    <a:lnTo>
                      <a:pt x="418" y="617"/>
                    </a:lnTo>
                    <a:lnTo>
                      <a:pt x="370" y="627"/>
                    </a:lnTo>
                    <a:lnTo>
                      <a:pt x="322" y="603"/>
                    </a:lnTo>
                    <a:lnTo>
                      <a:pt x="293" y="579"/>
                    </a:lnTo>
                    <a:lnTo>
                      <a:pt x="260" y="552"/>
                    </a:lnTo>
                    <a:lnTo>
                      <a:pt x="0" y="30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A3A3A3"/>
                  </a:gs>
                  <a:gs pos="100000">
                    <a:srgbClr val="C0C0C0"/>
                  </a:gs>
                </a:gsLst>
                <a:lin ang="54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1" name="Freeform 246"/>
              <p:cNvSpPr/>
              <p:nvPr/>
            </p:nvSpPr>
            <p:spPr bwMode="auto">
              <a:xfrm>
                <a:off x="3068" y="2718"/>
                <a:ext cx="115" cy="78"/>
              </a:xfrm>
              <a:custGeom>
                <a:avLst/>
                <a:gdLst>
                  <a:gd name="T0" fmla="*/ 6 w 878"/>
                  <a:gd name="T1" fmla="*/ 183 h 597"/>
                  <a:gd name="T2" fmla="*/ 0 w 878"/>
                  <a:gd name="T3" fmla="*/ 237 h 597"/>
                  <a:gd name="T4" fmla="*/ 10 w 878"/>
                  <a:gd name="T5" fmla="*/ 292 h 597"/>
                  <a:gd name="T6" fmla="*/ 35 w 878"/>
                  <a:gd name="T7" fmla="*/ 349 h 597"/>
                  <a:gd name="T8" fmla="*/ 75 w 878"/>
                  <a:gd name="T9" fmla="*/ 404 h 597"/>
                  <a:gd name="T10" fmla="*/ 128 w 878"/>
                  <a:gd name="T11" fmla="*/ 455 h 597"/>
                  <a:gd name="T12" fmla="*/ 192 w 878"/>
                  <a:gd name="T13" fmla="*/ 500 h 597"/>
                  <a:gd name="T14" fmla="*/ 266 w 878"/>
                  <a:gd name="T15" fmla="*/ 539 h 597"/>
                  <a:gd name="T16" fmla="*/ 345 w 878"/>
                  <a:gd name="T17" fmla="*/ 568 h 597"/>
                  <a:gd name="T18" fmla="*/ 428 w 878"/>
                  <a:gd name="T19" fmla="*/ 587 h 597"/>
                  <a:gd name="T20" fmla="*/ 512 w 878"/>
                  <a:gd name="T21" fmla="*/ 597 h 597"/>
                  <a:gd name="T22" fmla="*/ 593 w 878"/>
                  <a:gd name="T23" fmla="*/ 595 h 597"/>
                  <a:gd name="T24" fmla="*/ 668 w 878"/>
                  <a:gd name="T25" fmla="*/ 582 h 597"/>
                  <a:gd name="T26" fmla="*/ 735 w 878"/>
                  <a:gd name="T27" fmla="*/ 559 h 597"/>
                  <a:gd name="T28" fmla="*/ 791 w 878"/>
                  <a:gd name="T29" fmla="*/ 528 h 597"/>
                  <a:gd name="T30" fmla="*/ 835 w 878"/>
                  <a:gd name="T31" fmla="*/ 488 h 597"/>
                  <a:gd name="T32" fmla="*/ 864 w 878"/>
                  <a:gd name="T33" fmla="*/ 440 h 597"/>
                  <a:gd name="T34" fmla="*/ 878 w 878"/>
                  <a:gd name="T35" fmla="*/ 388 h 597"/>
                  <a:gd name="T36" fmla="*/ 876 w 878"/>
                  <a:gd name="T37" fmla="*/ 333 h 597"/>
                  <a:gd name="T38" fmla="*/ 859 w 878"/>
                  <a:gd name="T39" fmla="*/ 276 h 597"/>
                  <a:gd name="T40" fmla="*/ 826 w 878"/>
                  <a:gd name="T41" fmla="*/ 220 h 597"/>
                  <a:gd name="T42" fmla="*/ 779 w 878"/>
                  <a:gd name="T43" fmla="*/ 167 h 597"/>
                  <a:gd name="T44" fmla="*/ 720 w 878"/>
                  <a:gd name="T45" fmla="*/ 119 h 597"/>
                  <a:gd name="T46" fmla="*/ 651 w 878"/>
                  <a:gd name="T47" fmla="*/ 76 h 597"/>
                  <a:gd name="T48" fmla="*/ 574 w 878"/>
                  <a:gd name="T49" fmla="*/ 43 h 597"/>
                  <a:gd name="T50" fmla="*/ 492 w 878"/>
                  <a:gd name="T51" fmla="*/ 18 h 597"/>
                  <a:gd name="T52" fmla="*/ 410 w 878"/>
                  <a:gd name="T53" fmla="*/ 4 h 597"/>
                  <a:gd name="T54" fmla="*/ 327 w 878"/>
                  <a:gd name="T55" fmla="*/ 0 h 597"/>
                  <a:gd name="T56" fmla="*/ 248 w 878"/>
                  <a:gd name="T57" fmla="*/ 7 h 597"/>
                  <a:gd name="T58" fmla="*/ 177 w 878"/>
                  <a:gd name="T59" fmla="*/ 24 h 597"/>
                  <a:gd name="T60" fmla="*/ 114 w 878"/>
                  <a:gd name="T61" fmla="*/ 52 h 597"/>
                  <a:gd name="T62" fmla="*/ 65 w 878"/>
                  <a:gd name="T63" fmla="*/ 89 h 597"/>
                  <a:gd name="T64" fmla="*/ 28 w 878"/>
                  <a:gd name="T65" fmla="*/ 132 h 597"/>
                  <a:gd name="T66" fmla="*/ 6 w 878"/>
                  <a:gd name="T67" fmla="*/ 183 h 597"/>
                  <a:gd name="T68" fmla="*/ 7 w 878"/>
                  <a:gd name="T69" fmla="*/ 183 h 597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878"/>
                  <a:gd name="T106" fmla="*/ 0 h 597"/>
                  <a:gd name="T107" fmla="*/ 878 w 878"/>
                  <a:gd name="T108" fmla="*/ 597 h 597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878" h="597">
                    <a:moveTo>
                      <a:pt x="6" y="183"/>
                    </a:moveTo>
                    <a:lnTo>
                      <a:pt x="0" y="237"/>
                    </a:lnTo>
                    <a:lnTo>
                      <a:pt x="10" y="292"/>
                    </a:lnTo>
                    <a:lnTo>
                      <a:pt x="35" y="349"/>
                    </a:lnTo>
                    <a:lnTo>
                      <a:pt x="75" y="404"/>
                    </a:lnTo>
                    <a:lnTo>
                      <a:pt x="128" y="455"/>
                    </a:lnTo>
                    <a:lnTo>
                      <a:pt x="192" y="500"/>
                    </a:lnTo>
                    <a:lnTo>
                      <a:pt x="266" y="539"/>
                    </a:lnTo>
                    <a:lnTo>
                      <a:pt x="345" y="568"/>
                    </a:lnTo>
                    <a:lnTo>
                      <a:pt x="428" y="587"/>
                    </a:lnTo>
                    <a:lnTo>
                      <a:pt x="512" y="597"/>
                    </a:lnTo>
                    <a:lnTo>
                      <a:pt x="593" y="595"/>
                    </a:lnTo>
                    <a:lnTo>
                      <a:pt x="668" y="582"/>
                    </a:lnTo>
                    <a:lnTo>
                      <a:pt x="735" y="559"/>
                    </a:lnTo>
                    <a:lnTo>
                      <a:pt x="791" y="528"/>
                    </a:lnTo>
                    <a:lnTo>
                      <a:pt x="835" y="488"/>
                    </a:lnTo>
                    <a:lnTo>
                      <a:pt x="864" y="440"/>
                    </a:lnTo>
                    <a:lnTo>
                      <a:pt x="878" y="388"/>
                    </a:lnTo>
                    <a:lnTo>
                      <a:pt x="876" y="333"/>
                    </a:lnTo>
                    <a:lnTo>
                      <a:pt x="859" y="276"/>
                    </a:lnTo>
                    <a:lnTo>
                      <a:pt x="826" y="220"/>
                    </a:lnTo>
                    <a:lnTo>
                      <a:pt x="779" y="167"/>
                    </a:lnTo>
                    <a:lnTo>
                      <a:pt x="720" y="119"/>
                    </a:lnTo>
                    <a:lnTo>
                      <a:pt x="651" y="76"/>
                    </a:lnTo>
                    <a:lnTo>
                      <a:pt x="574" y="43"/>
                    </a:lnTo>
                    <a:lnTo>
                      <a:pt x="492" y="18"/>
                    </a:lnTo>
                    <a:lnTo>
                      <a:pt x="410" y="4"/>
                    </a:lnTo>
                    <a:lnTo>
                      <a:pt x="327" y="0"/>
                    </a:lnTo>
                    <a:lnTo>
                      <a:pt x="248" y="7"/>
                    </a:lnTo>
                    <a:lnTo>
                      <a:pt x="177" y="24"/>
                    </a:lnTo>
                    <a:lnTo>
                      <a:pt x="114" y="52"/>
                    </a:lnTo>
                    <a:lnTo>
                      <a:pt x="65" y="89"/>
                    </a:lnTo>
                    <a:lnTo>
                      <a:pt x="28" y="132"/>
                    </a:lnTo>
                    <a:lnTo>
                      <a:pt x="6" y="183"/>
                    </a:lnTo>
                    <a:lnTo>
                      <a:pt x="7" y="183"/>
                    </a:lnTo>
                  </a:path>
                </a:pathLst>
              </a:custGeom>
              <a:gradFill rotWithShape="0">
                <a:gsLst>
                  <a:gs pos="0">
                    <a:srgbClr val="5C5C5C"/>
                  </a:gs>
                  <a:gs pos="50000">
                    <a:srgbClr val="969696"/>
                  </a:gs>
                  <a:gs pos="100000">
                    <a:srgbClr val="5C5C5C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" name="Freeform 247"/>
              <p:cNvSpPr/>
              <p:nvPr/>
            </p:nvSpPr>
            <p:spPr bwMode="auto">
              <a:xfrm>
                <a:off x="3223" y="2044"/>
                <a:ext cx="75" cy="50"/>
              </a:xfrm>
              <a:custGeom>
                <a:avLst/>
                <a:gdLst/>
                <a:ahLst/>
                <a:cxnLst>
                  <a:cxn ang="0">
                    <a:pos x="4" y="118"/>
                  </a:cxn>
                  <a:cxn ang="0">
                    <a:pos x="0" y="153"/>
                  </a:cxn>
                  <a:cxn ang="0">
                    <a:pos x="7" y="190"/>
                  </a:cxn>
                  <a:cxn ang="0">
                    <a:pos x="24" y="226"/>
                  </a:cxn>
                  <a:cxn ang="0">
                    <a:pos x="50" y="263"/>
                  </a:cxn>
                  <a:cxn ang="0">
                    <a:pos x="84" y="296"/>
                  </a:cxn>
                  <a:cxn ang="0">
                    <a:pos x="125" y="325"/>
                  </a:cxn>
                  <a:cxn ang="0">
                    <a:pos x="174" y="350"/>
                  </a:cxn>
                  <a:cxn ang="0">
                    <a:pos x="226" y="368"/>
                  </a:cxn>
                  <a:cxn ang="0">
                    <a:pos x="279" y="382"/>
                  </a:cxn>
                  <a:cxn ang="0">
                    <a:pos x="333" y="388"/>
                  </a:cxn>
                  <a:cxn ang="0">
                    <a:pos x="386" y="387"/>
                  </a:cxn>
                  <a:cxn ang="0">
                    <a:pos x="435" y="379"/>
                  </a:cxn>
                  <a:cxn ang="0">
                    <a:pos x="478" y="364"/>
                  </a:cxn>
                  <a:cxn ang="0">
                    <a:pos x="515" y="342"/>
                  </a:cxn>
                  <a:cxn ang="0">
                    <a:pos x="543" y="316"/>
                  </a:cxn>
                  <a:cxn ang="0">
                    <a:pos x="563" y="285"/>
                  </a:cxn>
                  <a:cxn ang="0">
                    <a:pos x="571" y="252"/>
                  </a:cxn>
                  <a:cxn ang="0">
                    <a:pos x="570" y="216"/>
                  </a:cxn>
                  <a:cxn ang="0">
                    <a:pos x="559" y="179"/>
                  </a:cxn>
                  <a:cxn ang="0">
                    <a:pos x="538" y="143"/>
                  </a:cxn>
                  <a:cxn ang="0">
                    <a:pos x="507" y="107"/>
                  </a:cxn>
                  <a:cxn ang="0">
                    <a:pos x="469" y="76"/>
                  </a:cxn>
                  <a:cxn ang="0">
                    <a:pos x="424" y="49"/>
                  </a:cxn>
                  <a:cxn ang="0">
                    <a:pos x="374" y="28"/>
                  </a:cxn>
                  <a:cxn ang="0">
                    <a:pos x="321" y="11"/>
                  </a:cxn>
                  <a:cxn ang="0">
                    <a:pos x="266" y="2"/>
                  </a:cxn>
                  <a:cxn ang="0">
                    <a:pos x="213" y="0"/>
                  </a:cxn>
                  <a:cxn ang="0">
                    <a:pos x="161" y="4"/>
                  </a:cxn>
                  <a:cxn ang="0">
                    <a:pos x="116" y="15"/>
                  </a:cxn>
                  <a:cxn ang="0">
                    <a:pos x="75" y="33"/>
                  </a:cxn>
                  <a:cxn ang="0">
                    <a:pos x="42" y="57"/>
                  </a:cxn>
                  <a:cxn ang="0">
                    <a:pos x="19" y="86"/>
                  </a:cxn>
                  <a:cxn ang="0">
                    <a:pos x="4" y="118"/>
                  </a:cxn>
                  <a:cxn ang="0">
                    <a:pos x="5" y="118"/>
                  </a:cxn>
                </a:cxnLst>
                <a:rect l="0" t="0" r="r" b="b"/>
                <a:pathLst>
                  <a:path w="571" h="388">
                    <a:moveTo>
                      <a:pt x="4" y="118"/>
                    </a:moveTo>
                    <a:lnTo>
                      <a:pt x="0" y="153"/>
                    </a:lnTo>
                    <a:lnTo>
                      <a:pt x="7" y="190"/>
                    </a:lnTo>
                    <a:lnTo>
                      <a:pt x="24" y="226"/>
                    </a:lnTo>
                    <a:lnTo>
                      <a:pt x="50" y="263"/>
                    </a:lnTo>
                    <a:lnTo>
                      <a:pt x="84" y="296"/>
                    </a:lnTo>
                    <a:lnTo>
                      <a:pt x="125" y="325"/>
                    </a:lnTo>
                    <a:lnTo>
                      <a:pt x="174" y="350"/>
                    </a:lnTo>
                    <a:lnTo>
                      <a:pt x="226" y="368"/>
                    </a:lnTo>
                    <a:lnTo>
                      <a:pt x="279" y="382"/>
                    </a:lnTo>
                    <a:lnTo>
                      <a:pt x="333" y="388"/>
                    </a:lnTo>
                    <a:lnTo>
                      <a:pt x="386" y="387"/>
                    </a:lnTo>
                    <a:lnTo>
                      <a:pt x="435" y="379"/>
                    </a:lnTo>
                    <a:lnTo>
                      <a:pt x="478" y="364"/>
                    </a:lnTo>
                    <a:lnTo>
                      <a:pt x="515" y="342"/>
                    </a:lnTo>
                    <a:lnTo>
                      <a:pt x="543" y="316"/>
                    </a:lnTo>
                    <a:lnTo>
                      <a:pt x="563" y="285"/>
                    </a:lnTo>
                    <a:lnTo>
                      <a:pt x="571" y="252"/>
                    </a:lnTo>
                    <a:lnTo>
                      <a:pt x="570" y="216"/>
                    </a:lnTo>
                    <a:lnTo>
                      <a:pt x="559" y="179"/>
                    </a:lnTo>
                    <a:lnTo>
                      <a:pt x="538" y="143"/>
                    </a:lnTo>
                    <a:lnTo>
                      <a:pt x="507" y="107"/>
                    </a:lnTo>
                    <a:lnTo>
                      <a:pt x="469" y="76"/>
                    </a:lnTo>
                    <a:lnTo>
                      <a:pt x="424" y="49"/>
                    </a:lnTo>
                    <a:lnTo>
                      <a:pt x="374" y="28"/>
                    </a:lnTo>
                    <a:lnTo>
                      <a:pt x="321" y="11"/>
                    </a:lnTo>
                    <a:lnTo>
                      <a:pt x="266" y="2"/>
                    </a:lnTo>
                    <a:lnTo>
                      <a:pt x="213" y="0"/>
                    </a:lnTo>
                    <a:lnTo>
                      <a:pt x="161" y="4"/>
                    </a:lnTo>
                    <a:lnTo>
                      <a:pt x="116" y="15"/>
                    </a:lnTo>
                    <a:lnTo>
                      <a:pt x="75" y="33"/>
                    </a:lnTo>
                    <a:lnTo>
                      <a:pt x="42" y="57"/>
                    </a:lnTo>
                    <a:lnTo>
                      <a:pt x="19" y="86"/>
                    </a:lnTo>
                    <a:lnTo>
                      <a:pt x="4" y="118"/>
                    </a:lnTo>
                    <a:lnTo>
                      <a:pt x="5" y="118"/>
                    </a:lnTo>
                  </a:path>
                </a:pathLst>
              </a:custGeom>
              <a:gradFill rotWithShape="0">
                <a:gsLst>
                  <a:gs pos="0">
                    <a:srgbClr val="B2B2B2">
                      <a:gamma/>
                      <a:shade val="46275"/>
                      <a:invGamma/>
                    </a:srgbClr>
                  </a:gs>
                  <a:gs pos="50000">
                    <a:srgbClr val="B2B2B2"/>
                  </a:gs>
                  <a:gs pos="100000">
                    <a:srgbClr val="B2B2B2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0">
                <a:noFill/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3" name="Freeform 248"/>
              <p:cNvSpPr/>
              <p:nvPr/>
            </p:nvSpPr>
            <p:spPr bwMode="auto">
              <a:xfrm>
                <a:off x="3849" y="2508"/>
                <a:ext cx="116" cy="79"/>
              </a:xfrm>
              <a:custGeom>
                <a:avLst/>
                <a:gdLst>
                  <a:gd name="T0" fmla="*/ 7 w 878"/>
                  <a:gd name="T1" fmla="*/ 182 h 596"/>
                  <a:gd name="T2" fmla="*/ 0 w 878"/>
                  <a:gd name="T3" fmla="*/ 237 h 596"/>
                  <a:gd name="T4" fmla="*/ 10 w 878"/>
                  <a:gd name="T5" fmla="*/ 292 h 596"/>
                  <a:gd name="T6" fmla="*/ 36 w 878"/>
                  <a:gd name="T7" fmla="*/ 349 h 596"/>
                  <a:gd name="T8" fmla="*/ 75 w 878"/>
                  <a:gd name="T9" fmla="*/ 404 h 596"/>
                  <a:gd name="T10" fmla="*/ 129 w 878"/>
                  <a:gd name="T11" fmla="*/ 455 h 596"/>
                  <a:gd name="T12" fmla="*/ 193 w 878"/>
                  <a:gd name="T13" fmla="*/ 500 h 596"/>
                  <a:gd name="T14" fmla="*/ 266 w 878"/>
                  <a:gd name="T15" fmla="*/ 538 h 596"/>
                  <a:gd name="T16" fmla="*/ 346 w 878"/>
                  <a:gd name="T17" fmla="*/ 568 h 596"/>
                  <a:gd name="T18" fmla="*/ 429 w 878"/>
                  <a:gd name="T19" fmla="*/ 587 h 596"/>
                  <a:gd name="T20" fmla="*/ 512 w 878"/>
                  <a:gd name="T21" fmla="*/ 596 h 596"/>
                  <a:gd name="T22" fmla="*/ 593 w 878"/>
                  <a:gd name="T23" fmla="*/ 595 h 596"/>
                  <a:gd name="T24" fmla="*/ 668 w 878"/>
                  <a:gd name="T25" fmla="*/ 582 h 596"/>
                  <a:gd name="T26" fmla="*/ 735 w 878"/>
                  <a:gd name="T27" fmla="*/ 559 h 596"/>
                  <a:gd name="T28" fmla="*/ 791 w 878"/>
                  <a:gd name="T29" fmla="*/ 527 h 596"/>
                  <a:gd name="T30" fmla="*/ 835 w 878"/>
                  <a:gd name="T31" fmla="*/ 487 h 596"/>
                  <a:gd name="T32" fmla="*/ 865 w 878"/>
                  <a:gd name="T33" fmla="*/ 440 h 596"/>
                  <a:gd name="T34" fmla="*/ 878 w 878"/>
                  <a:gd name="T35" fmla="*/ 388 h 596"/>
                  <a:gd name="T36" fmla="*/ 876 w 878"/>
                  <a:gd name="T37" fmla="*/ 332 h 596"/>
                  <a:gd name="T38" fmla="*/ 859 w 878"/>
                  <a:gd name="T39" fmla="*/ 276 h 596"/>
                  <a:gd name="T40" fmla="*/ 826 w 878"/>
                  <a:gd name="T41" fmla="*/ 220 h 596"/>
                  <a:gd name="T42" fmla="*/ 780 w 878"/>
                  <a:gd name="T43" fmla="*/ 166 h 596"/>
                  <a:gd name="T44" fmla="*/ 721 w 878"/>
                  <a:gd name="T45" fmla="*/ 119 h 596"/>
                  <a:gd name="T46" fmla="*/ 652 w 878"/>
                  <a:gd name="T47" fmla="*/ 76 h 596"/>
                  <a:gd name="T48" fmla="*/ 575 w 878"/>
                  <a:gd name="T49" fmla="*/ 42 h 596"/>
                  <a:gd name="T50" fmla="*/ 493 w 878"/>
                  <a:gd name="T51" fmla="*/ 18 h 596"/>
                  <a:gd name="T52" fmla="*/ 409 w 878"/>
                  <a:gd name="T53" fmla="*/ 4 h 596"/>
                  <a:gd name="T54" fmla="*/ 326 w 878"/>
                  <a:gd name="T55" fmla="*/ 0 h 596"/>
                  <a:gd name="T56" fmla="*/ 248 w 878"/>
                  <a:gd name="T57" fmla="*/ 7 h 596"/>
                  <a:gd name="T58" fmla="*/ 176 w 878"/>
                  <a:gd name="T59" fmla="*/ 24 h 596"/>
                  <a:gd name="T60" fmla="*/ 115 w 878"/>
                  <a:gd name="T61" fmla="*/ 51 h 596"/>
                  <a:gd name="T62" fmla="*/ 65 w 878"/>
                  <a:gd name="T63" fmla="*/ 89 h 596"/>
                  <a:gd name="T64" fmla="*/ 28 w 878"/>
                  <a:gd name="T65" fmla="*/ 132 h 596"/>
                  <a:gd name="T66" fmla="*/ 7 w 878"/>
                  <a:gd name="T67" fmla="*/ 182 h 596"/>
                  <a:gd name="T68" fmla="*/ 8 w 878"/>
                  <a:gd name="T69" fmla="*/ 182 h 59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878"/>
                  <a:gd name="T106" fmla="*/ 0 h 596"/>
                  <a:gd name="T107" fmla="*/ 878 w 878"/>
                  <a:gd name="T108" fmla="*/ 596 h 59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878" h="596">
                    <a:moveTo>
                      <a:pt x="7" y="182"/>
                    </a:moveTo>
                    <a:lnTo>
                      <a:pt x="0" y="237"/>
                    </a:lnTo>
                    <a:lnTo>
                      <a:pt x="10" y="292"/>
                    </a:lnTo>
                    <a:lnTo>
                      <a:pt x="36" y="349"/>
                    </a:lnTo>
                    <a:lnTo>
                      <a:pt x="75" y="404"/>
                    </a:lnTo>
                    <a:lnTo>
                      <a:pt x="129" y="455"/>
                    </a:lnTo>
                    <a:lnTo>
                      <a:pt x="193" y="500"/>
                    </a:lnTo>
                    <a:lnTo>
                      <a:pt x="266" y="538"/>
                    </a:lnTo>
                    <a:lnTo>
                      <a:pt x="346" y="568"/>
                    </a:lnTo>
                    <a:lnTo>
                      <a:pt x="429" y="587"/>
                    </a:lnTo>
                    <a:lnTo>
                      <a:pt x="512" y="596"/>
                    </a:lnTo>
                    <a:lnTo>
                      <a:pt x="593" y="595"/>
                    </a:lnTo>
                    <a:lnTo>
                      <a:pt x="668" y="582"/>
                    </a:lnTo>
                    <a:lnTo>
                      <a:pt x="735" y="559"/>
                    </a:lnTo>
                    <a:lnTo>
                      <a:pt x="791" y="527"/>
                    </a:lnTo>
                    <a:lnTo>
                      <a:pt x="835" y="487"/>
                    </a:lnTo>
                    <a:lnTo>
                      <a:pt x="865" y="440"/>
                    </a:lnTo>
                    <a:lnTo>
                      <a:pt x="878" y="388"/>
                    </a:lnTo>
                    <a:lnTo>
                      <a:pt x="876" y="332"/>
                    </a:lnTo>
                    <a:lnTo>
                      <a:pt x="859" y="276"/>
                    </a:lnTo>
                    <a:lnTo>
                      <a:pt x="826" y="220"/>
                    </a:lnTo>
                    <a:lnTo>
                      <a:pt x="780" y="166"/>
                    </a:lnTo>
                    <a:lnTo>
                      <a:pt x="721" y="119"/>
                    </a:lnTo>
                    <a:lnTo>
                      <a:pt x="652" y="76"/>
                    </a:lnTo>
                    <a:lnTo>
                      <a:pt x="575" y="42"/>
                    </a:lnTo>
                    <a:lnTo>
                      <a:pt x="493" y="18"/>
                    </a:lnTo>
                    <a:lnTo>
                      <a:pt x="409" y="4"/>
                    </a:lnTo>
                    <a:lnTo>
                      <a:pt x="326" y="0"/>
                    </a:lnTo>
                    <a:lnTo>
                      <a:pt x="248" y="7"/>
                    </a:lnTo>
                    <a:lnTo>
                      <a:pt x="176" y="24"/>
                    </a:lnTo>
                    <a:lnTo>
                      <a:pt x="115" y="51"/>
                    </a:lnTo>
                    <a:lnTo>
                      <a:pt x="65" y="89"/>
                    </a:lnTo>
                    <a:lnTo>
                      <a:pt x="28" y="132"/>
                    </a:lnTo>
                    <a:lnTo>
                      <a:pt x="7" y="182"/>
                    </a:lnTo>
                    <a:lnTo>
                      <a:pt x="8" y="182"/>
                    </a:lnTo>
                  </a:path>
                </a:pathLst>
              </a:custGeom>
              <a:gradFill rotWithShape="0">
                <a:gsLst>
                  <a:gs pos="0">
                    <a:srgbClr val="5C5C5C"/>
                  </a:gs>
                  <a:gs pos="50000">
                    <a:srgbClr val="969696"/>
                  </a:gs>
                  <a:gs pos="100000">
                    <a:srgbClr val="5C5C5C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4" name="Freeform 249"/>
              <p:cNvSpPr/>
              <p:nvPr/>
            </p:nvSpPr>
            <p:spPr bwMode="auto">
              <a:xfrm>
                <a:off x="3497" y="2180"/>
                <a:ext cx="72" cy="80"/>
              </a:xfrm>
              <a:custGeom>
                <a:avLst/>
                <a:gdLst>
                  <a:gd name="T0" fmla="*/ 65 w 552"/>
                  <a:gd name="T1" fmla="*/ 582 h 613"/>
                  <a:gd name="T2" fmla="*/ 102 w 552"/>
                  <a:gd name="T3" fmla="*/ 602 h 613"/>
                  <a:gd name="T4" fmla="*/ 146 w 552"/>
                  <a:gd name="T5" fmla="*/ 613 h 613"/>
                  <a:gd name="T6" fmla="*/ 194 w 552"/>
                  <a:gd name="T7" fmla="*/ 612 h 613"/>
                  <a:gd name="T8" fmla="*/ 246 w 552"/>
                  <a:gd name="T9" fmla="*/ 600 h 613"/>
                  <a:gd name="T10" fmla="*/ 299 w 552"/>
                  <a:gd name="T11" fmla="*/ 577 h 613"/>
                  <a:gd name="T12" fmla="*/ 351 w 552"/>
                  <a:gd name="T13" fmla="*/ 545 h 613"/>
                  <a:gd name="T14" fmla="*/ 399 w 552"/>
                  <a:gd name="T15" fmla="*/ 505 h 613"/>
                  <a:gd name="T16" fmla="*/ 444 w 552"/>
                  <a:gd name="T17" fmla="*/ 456 h 613"/>
                  <a:gd name="T18" fmla="*/ 482 w 552"/>
                  <a:gd name="T19" fmla="*/ 402 h 613"/>
                  <a:gd name="T20" fmla="*/ 513 w 552"/>
                  <a:gd name="T21" fmla="*/ 346 h 613"/>
                  <a:gd name="T22" fmla="*/ 536 w 552"/>
                  <a:gd name="T23" fmla="*/ 288 h 613"/>
                  <a:gd name="T24" fmla="*/ 548 w 552"/>
                  <a:gd name="T25" fmla="*/ 230 h 613"/>
                  <a:gd name="T26" fmla="*/ 552 w 552"/>
                  <a:gd name="T27" fmla="*/ 175 h 613"/>
                  <a:gd name="T28" fmla="*/ 545 w 552"/>
                  <a:gd name="T29" fmla="*/ 125 h 613"/>
                  <a:gd name="T30" fmla="*/ 529 w 552"/>
                  <a:gd name="T31" fmla="*/ 82 h 613"/>
                  <a:gd name="T32" fmla="*/ 503 w 552"/>
                  <a:gd name="T33" fmla="*/ 45 h 613"/>
                  <a:gd name="T34" fmla="*/ 469 w 552"/>
                  <a:gd name="T35" fmla="*/ 20 h 613"/>
                  <a:gd name="T36" fmla="*/ 428 w 552"/>
                  <a:gd name="T37" fmla="*/ 4 h 613"/>
                  <a:gd name="T38" fmla="*/ 382 w 552"/>
                  <a:gd name="T39" fmla="*/ 0 h 613"/>
                  <a:gd name="T40" fmla="*/ 331 w 552"/>
                  <a:gd name="T41" fmla="*/ 6 h 613"/>
                  <a:gd name="T42" fmla="*/ 279 w 552"/>
                  <a:gd name="T43" fmla="*/ 23 h 613"/>
                  <a:gd name="T44" fmla="*/ 227 w 552"/>
                  <a:gd name="T45" fmla="*/ 51 h 613"/>
                  <a:gd name="T46" fmla="*/ 176 w 552"/>
                  <a:gd name="T47" fmla="*/ 87 h 613"/>
                  <a:gd name="T48" fmla="*/ 129 w 552"/>
                  <a:gd name="T49" fmla="*/ 132 h 613"/>
                  <a:gd name="T50" fmla="*/ 88 w 552"/>
                  <a:gd name="T51" fmla="*/ 183 h 613"/>
                  <a:gd name="T52" fmla="*/ 53 w 552"/>
                  <a:gd name="T53" fmla="*/ 238 h 613"/>
                  <a:gd name="T54" fmla="*/ 26 w 552"/>
                  <a:gd name="T55" fmla="*/ 296 h 613"/>
                  <a:gd name="T56" fmla="*/ 8 w 552"/>
                  <a:gd name="T57" fmla="*/ 355 h 613"/>
                  <a:gd name="T58" fmla="*/ 0 w 552"/>
                  <a:gd name="T59" fmla="*/ 411 h 613"/>
                  <a:gd name="T60" fmla="*/ 2 w 552"/>
                  <a:gd name="T61" fmla="*/ 464 h 613"/>
                  <a:gd name="T62" fmla="*/ 13 w 552"/>
                  <a:gd name="T63" fmla="*/ 511 h 613"/>
                  <a:gd name="T64" fmla="*/ 35 w 552"/>
                  <a:gd name="T65" fmla="*/ 550 h 613"/>
                  <a:gd name="T66" fmla="*/ 65 w 552"/>
                  <a:gd name="T67" fmla="*/ 582 h 613"/>
                  <a:gd name="T68" fmla="*/ 66 w 552"/>
                  <a:gd name="T69" fmla="*/ 582 h 613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552"/>
                  <a:gd name="T106" fmla="*/ 0 h 613"/>
                  <a:gd name="T107" fmla="*/ 552 w 552"/>
                  <a:gd name="T108" fmla="*/ 613 h 613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552" h="613">
                    <a:moveTo>
                      <a:pt x="65" y="582"/>
                    </a:moveTo>
                    <a:lnTo>
                      <a:pt x="102" y="602"/>
                    </a:lnTo>
                    <a:lnTo>
                      <a:pt x="146" y="613"/>
                    </a:lnTo>
                    <a:lnTo>
                      <a:pt x="194" y="612"/>
                    </a:lnTo>
                    <a:lnTo>
                      <a:pt x="246" y="600"/>
                    </a:lnTo>
                    <a:lnTo>
                      <a:pt x="299" y="577"/>
                    </a:lnTo>
                    <a:lnTo>
                      <a:pt x="351" y="545"/>
                    </a:lnTo>
                    <a:lnTo>
                      <a:pt x="399" y="505"/>
                    </a:lnTo>
                    <a:lnTo>
                      <a:pt x="444" y="456"/>
                    </a:lnTo>
                    <a:lnTo>
                      <a:pt x="482" y="402"/>
                    </a:lnTo>
                    <a:lnTo>
                      <a:pt x="513" y="346"/>
                    </a:lnTo>
                    <a:lnTo>
                      <a:pt x="536" y="288"/>
                    </a:lnTo>
                    <a:lnTo>
                      <a:pt x="548" y="230"/>
                    </a:lnTo>
                    <a:lnTo>
                      <a:pt x="552" y="175"/>
                    </a:lnTo>
                    <a:lnTo>
                      <a:pt x="545" y="125"/>
                    </a:lnTo>
                    <a:lnTo>
                      <a:pt x="529" y="82"/>
                    </a:lnTo>
                    <a:lnTo>
                      <a:pt x="503" y="45"/>
                    </a:lnTo>
                    <a:lnTo>
                      <a:pt x="469" y="20"/>
                    </a:lnTo>
                    <a:lnTo>
                      <a:pt x="428" y="4"/>
                    </a:lnTo>
                    <a:lnTo>
                      <a:pt x="382" y="0"/>
                    </a:lnTo>
                    <a:lnTo>
                      <a:pt x="331" y="6"/>
                    </a:lnTo>
                    <a:lnTo>
                      <a:pt x="279" y="23"/>
                    </a:lnTo>
                    <a:lnTo>
                      <a:pt x="227" y="51"/>
                    </a:lnTo>
                    <a:lnTo>
                      <a:pt x="176" y="87"/>
                    </a:lnTo>
                    <a:lnTo>
                      <a:pt x="129" y="132"/>
                    </a:lnTo>
                    <a:lnTo>
                      <a:pt x="88" y="183"/>
                    </a:lnTo>
                    <a:lnTo>
                      <a:pt x="53" y="238"/>
                    </a:lnTo>
                    <a:lnTo>
                      <a:pt x="26" y="296"/>
                    </a:lnTo>
                    <a:lnTo>
                      <a:pt x="8" y="355"/>
                    </a:lnTo>
                    <a:lnTo>
                      <a:pt x="0" y="411"/>
                    </a:lnTo>
                    <a:lnTo>
                      <a:pt x="2" y="464"/>
                    </a:lnTo>
                    <a:lnTo>
                      <a:pt x="13" y="511"/>
                    </a:lnTo>
                    <a:lnTo>
                      <a:pt x="35" y="550"/>
                    </a:lnTo>
                    <a:lnTo>
                      <a:pt x="65" y="582"/>
                    </a:lnTo>
                    <a:lnTo>
                      <a:pt x="66" y="582"/>
                    </a:lnTo>
                  </a:path>
                </a:pathLst>
              </a:custGeom>
              <a:gradFill rotWithShape="0">
                <a:gsLst>
                  <a:gs pos="0">
                    <a:srgbClr val="454545"/>
                  </a:gs>
                  <a:gs pos="50000">
                    <a:srgbClr val="969696"/>
                  </a:gs>
                  <a:gs pos="100000">
                    <a:srgbClr val="454545"/>
                  </a:gs>
                </a:gsLst>
                <a:lin ang="18900000" scaled="1"/>
              </a:gradFill>
              <a:ln>
                <a:noFill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" name="Freeform 250"/>
              <p:cNvSpPr/>
              <p:nvPr/>
            </p:nvSpPr>
            <p:spPr bwMode="auto">
              <a:xfrm>
                <a:off x="3650" y="1929"/>
                <a:ext cx="75" cy="51"/>
              </a:xfrm>
              <a:custGeom>
                <a:avLst/>
                <a:gdLst/>
                <a:ahLst/>
                <a:cxnLst>
                  <a:cxn ang="0">
                    <a:pos x="4" y="119"/>
                  </a:cxn>
                  <a:cxn ang="0">
                    <a:pos x="0" y="154"/>
                  </a:cxn>
                  <a:cxn ang="0">
                    <a:pos x="7" y="191"/>
                  </a:cxn>
                  <a:cxn ang="0">
                    <a:pos x="23" y="228"/>
                  </a:cxn>
                  <a:cxn ang="0">
                    <a:pos x="49" y="263"/>
                  </a:cxn>
                  <a:cxn ang="0">
                    <a:pos x="83" y="296"/>
                  </a:cxn>
                  <a:cxn ang="0">
                    <a:pos x="125" y="326"/>
                  </a:cxn>
                  <a:cxn ang="0">
                    <a:pos x="174" y="350"/>
                  </a:cxn>
                  <a:cxn ang="0">
                    <a:pos x="225" y="370"/>
                  </a:cxn>
                  <a:cxn ang="0">
                    <a:pos x="279" y="382"/>
                  </a:cxn>
                  <a:cxn ang="0">
                    <a:pos x="333" y="388"/>
                  </a:cxn>
                  <a:cxn ang="0">
                    <a:pos x="386" y="387"/>
                  </a:cxn>
                  <a:cxn ang="0">
                    <a:pos x="434" y="379"/>
                  </a:cxn>
                  <a:cxn ang="0">
                    <a:pos x="478" y="365"/>
                  </a:cxn>
                  <a:cxn ang="0">
                    <a:pos x="515" y="344"/>
                  </a:cxn>
                  <a:cxn ang="0">
                    <a:pos x="543" y="317"/>
                  </a:cxn>
                  <a:cxn ang="0">
                    <a:pos x="563" y="287"/>
                  </a:cxn>
                  <a:cxn ang="0">
                    <a:pos x="571" y="253"/>
                  </a:cxn>
                  <a:cxn ang="0">
                    <a:pos x="570" y="217"/>
                  </a:cxn>
                  <a:cxn ang="0">
                    <a:pos x="559" y="179"/>
                  </a:cxn>
                  <a:cxn ang="0">
                    <a:pos x="538" y="143"/>
                  </a:cxn>
                  <a:cxn ang="0">
                    <a:pos x="507" y="109"/>
                  </a:cxn>
                  <a:cxn ang="0">
                    <a:pos x="469" y="77"/>
                  </a:cxn>
                  <a:cxn ang="0">
                    <a:pos x="424" y="50"/>
                  </a:cxn>
                  <a:cxn ang="0">
                    <a:pos x="373" y="28"/>
                  </a:cxn>
                  <a:cxn ang="0">
                    <a:pos x="321" y="12"/>
                  </a:cxn>
                  <a:cxn ang="0">
                    <a:pos x="267" y="2"/>
                  </a:cxn>
                  <a:cxn ang="0">
                    <a:pos x="213" y="0"/>
                  </a:cxn>
                  <a:cxn ang="0">
                    <a:pos x="161" y="4"/>
                  </a:cxn>
                  <a:cxn ang="0">
                    <a:pos x="116" y="16"/>
                  </a:cxn>
                  <a:cxn ang="0">
                    <a:pos x="75" y="34"/>
                  </a:cxn>
                  <a:cxn ang="0">
                    <a:pos x="42" y="58"/>
                  </a:cxn>
                  <a:cxn ang="0">
                    <a:pos x="18" y="86"/>
                  </a:cxn>
                  <a:cxn ang="0">
                    <a:pos x="4" y="119"/>
                  </a:cxn>
                  <a:cxn ang="0">
                    <a:pos x="5" y="119"/>
                  </a:cxn>
                </a:cxnLst>
                <a:rect l="0" t="0" r="r" b="b"/>
                <a:pathLst>
                  <a:path w="571" h="388">
                    <a:moveTo>
                      <a:pt x="4" y="119"/>
                    </a:moveTo>
                    <a:lnTo>
                      <a:pt x="0" y="154"/>
                    </a:lnTo>
                    <a:lnTo>
                      <a:pt x="7" y="191"/>
                    </a:lnTo>
                    <a:lnTo>
                      <a:pt x="23" y="228"/>
                    </a:lnTo>
                    <a:lnTo>
                      <a:pt x="49" y="263"/>
                    </a:lnTo>
                    <a:lnTo>
                      <a:pt x="83" y="296"/>
                    </a:lnTo>
                    <a:lnTo>
                      <a:pt x="125" y="326"/>
                    </a:lnTo>
                    <a:lnTo>
                      <a:pt x="174" y="350"/>
                    </a:lnTo>
                    <a:lnTo>
                      <a:pt x="225" y="370"/>
                    </a:lnTo>
                    <a:lnTo>
                      <a:pt x="279" y="382"/>
                    </a:lnTo>
                    <a:lnTo>
                      <a:pt x="333" y="388"/>
                    </a:lnTo>
                    <a:lnTo>
                      <a:pt x="386" y="387"/>
                    </a:lnTo>
                    <a:lnTo>
                      <a:pt x="434" y="379"/>
                    </a:lnTo>
                    <a:lnTo>
                      <a:pt x="478" y="365"/>
                    </a:lnTo>
                    <a:lnTo>
                      <a:pt x="515" y="344"/>
                    </a:lnTo>
                    <a:lnTo>
                      <a:pt x="543" y="317"/>
                    </a:lnTo>
                    <a:lnTo>
                      <a:pt x="563" y="287"/>
                    </a:lnTo>
                    <a:lnTo>
                      <a:pt x="571" y="253"/>
                    </a:lnTo>
                    <a:lnTo>
                      <a:pt x="570" y="217"/>
                    </a:lnTo>
                    <a:lnTo>
                      <a:pt x="559" y="179"/>
                    </a:lnTo>
                    <a:lnTo>
                      <a:pt x="538" y="143"/>
                    </a:lnTo>
                    <a:lnTo>
                      <a:pt x="507" y="109"/>
                    </a:lnTo>
                    <a:lnTo>
                      <a:pt x="469" y="77"/>
                    </a:lnTo>
                    <a:lnTo>
                      <a:pt x="424" y="50"/>
                    </a:lnTo>
                    <a:lnTo>
                      <a:pt x="373" y="28"/>
                    </a:lnTo>
                    <a:lnTo>
                      <a:pt x="321" y="12"/>
                    </a:lnTo>
                    <a:lnTo>
                      <a:pt x="267" y="2"/>
                    </a:lnTo>
                    <a:lnTo>
                      <a:pt x="213" y="0"/>
                    </a:lnTo>
                    <a:lnTo>
                      <a:pt x="161" y="4"/>
                    </a:lnTo>
                    <a:lnTo>
                      <a:pt x="116" y="16"/>
                    </a:lnTo>
                    <a:lnTo>
                      <a:pt x="75" y="34"/>
                    </a:lnTo>
                    <a:lnTo>
                      <a:pt x="42" y="58"/>
                    </a:lnTo>
                    <a:lnTo>
                      <a:pt x="18" y="86"/>
                    </a:lnTo>
                    <a:lnTo>
                      <a:pt x="4" y="119"/>
                    </a:lnTo>
                    <a:lnTo>
                      <a:pt x="5" y="119"/>
                    </a:lnTo>
                  </a:path>
                </a:pathLst>
              </a:custGeom>
              <a:gradFill rotWithShape="0">
                <a:gsLst>
                  <a:gs pos="0">
                    <a:srgbClr val="B2B2B2">
                      <a:gamma/>
                      <a:shade val="46275"/>
                      <a:invGamma/>
                    </a:srgbClr>
                  </a:gs>
                  <a:gs pos="50000">
                    <a:srgbClr val="B2B2B2"/>
                  </a:gs>
                  <a:gs pos="100000">
                    <a:srgbClr val="B2B2B2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0">
                <a:noFill/>
                <a:prstDash val="solid"/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</p:grpSp>
      <p:pic>
        <p:nvPicPr>
          <p:cNvPr id="163" name="图片 16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06" t="25997" r="42467" b="-6617"/>
          <a:stretch>
            <a:fillRect/>
          </a:stretch>
        </p:blipFill>
        <p:spPr>
          <a:xfrm rot="10800000">
            <a:off x="4794905" y="5036639"/>
            <a:ext cx="3289299" cy="272584"/>
          </a:xfrm>
          <a:prstGeom prst="rect">
            <a:avLst/>
          </a:prstGeom>
        </p:spPr>
      </p:pic>
      <p:pic>
        <p:nvPicPr>
          <p:cNvPr id="164" name="图片 16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05" t="31224" r="50324" b="31498"/>
          <a:stretch>
            <a:fillRect/>
          </a:stretch>
        </p:blipFill>
        <p:spPr>
          <a:xfrm rot="16200000">
            <a:off x="5392284" y="5119203"/>
            <a:ext cx="2032001" cy="126040"/>
          </a:xfrm>
          <a:prstGeom prst="rect">
            <a:avLst/>
          </a:prstGeom>
        </p:spPr>
      </p:pic>
      <p:grpSp>
        <p:nvGrpSpPr>
          <p:cNvPr id="165" name="组合 164"/>
          <p:cNvGrpSpPr/>
          <p:nvPr/>
        </p:nvGrpSpPr>
        <p:grpSpPr>
          <a:xfrm>
            <a:off x="5037368" y="1474470"/>
            <a:ext cx="2762080" cy="2571103"/>
            <a:chOff x="3119013" y="934097"/>
            <a:chExt cx="2762080" cy="2571103"/>
          </a:xfrm>
        </p:grpSpPr>
        <p:pic>
          <p:nvPicPr>
            <p:cNvPr id="166" name="图片 165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41" t="31227" r="47820" b="20227"/>
            <a:stretch>
              <a:fillRect/>
            </a:stretch>
          </p:blipFill>
          <p:spPr>
            <a:xfrm rot="16200000">
              <a:off x="3242159" y="2156305"/>
              <a:ext cx="2533650" cy="164140"/>
            </a:xfrm>
            <a:prstGeom prst="rect">
              <a:avLst/>
            </a:prstGeom>
          </p:spPr>
        </p:pic>
        <p:pic>
          <p:nvPicPr>
            <p:cNvPr id="167" name="图片 166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287" t="12928" r="56894" b="13826"/>
            <a:stretch>
              <a:fillRect/>
            </a:stretch>
          </p:blipFill>
          <p:spPr>
            <a:xfrm rot="10800000">
              <a:off x="4089400" y="1555749"/>
              <a:ext cx="825500" cy="247647"/>
            </a:xfrm>
            <a:prstGeom prst="rect">
              <a:avLst/>
            </a:prstGeom>
          </p:spPr>
        </p:pic>
        <p:pic>
          <p:nvPicPr>
            <p:cNvPr id="168" name="图片 167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55" t="31226" r="73351" b="24048"/>
            <a:stretch>
              <a:fillRect/>
            </a:stretch>
          </p:blipFill>
          <p:spPr>
            <a:xfrm rot="16200000">
              <a:off x="2934274" y="3167908"/>
              <a:ext cx="520700" cy="151221"/>
            </a:xfrm>
            <a:prstGeom prst="rect">
              <a:avLst/>
            </a:prstGeom>
          </p:spPr>
        </p:pic>
        <p:pic>
          <p:nvPicPr>
            <p:cNvPr id="169" name="图片 16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55" t="31226" r="73351" b="24048"/>
            <a:stretch>
              <a:fillRect/>
            </a:stretch>
          </p:blipFill>
          <p:spPr>
            <a:xfrm rot="16200000">
              <a:off x="5545133" y="3167909"/>
              <a:ext cx="520700" cy="151221"/>
            </a:xfrm>
            <a:prstGeom prst="rect">
              <a:avLst/>
            </a:prstGeom>
          </p:spPr>
        </p:pic>
        <p:pic>
          <p:nvPicPr>
            <p:cNvPr id="170" name="图片 169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55" t="31226" r="73351" b="24048"/>
            <a:stretch>
              <a:fillRect/>
            </a:stretch>
          </p:blipFill>
          <p:spPr>
            <a:xfrm rot="16200000">
              <a:off x="5033948" y="1118836"/>
              <a:ext cx="520700" cy="151221"/>
            </a:xfrm>
            <a:prstGeom prst="rect">
              <a:avLst/>
            </a:prstGeom>
          </p:spPr>
        </p:pic>
        <p:pic>
          <p:nvPicPr>
            <p:cNvPr id="171" name="图片 170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55" t="31226" r="73351" b="24048"/>
            <a:stretch>
              <a:fillRect/>
            </a:stretch>
          </p:blipFill>
          <p:spPr>
            <a:xfrm rot="16200000">
              <a:off x="3440107" y="1118836"/>
              <a:ext cx="520700" cy="151221"/>
            </a:xfrm>
            <a:prstGeom prst="rect">
              <a:avLst/>
            </a:prstGeom>
          </p:spPr>
        </p:pic>
      </p:grpSp>
      <p:grpSp>
        <p:nvGrpSpPr>
          <p:cNvPr id="172" name="组合 171"/>
          <p:cNvGrpSpPr/>
          <p:nvPr/>
        </p:nvGrpSpPr>
        <p:grpSpPr>
          <a:xfrm>
            <a:off x="8545572" y="1122319"/>
            <a:ext cx="3154363" cy="2923254"/>
            <a:chOff x="6627217" y="581946"/>
            <a:chExt cx="3154363" cy="2923254"/>
          </a:xfrm>
        </p:grpSpPr>
        <p:grpSp>
          <p:nvGrpSpPr>
            <p:cNvPr id="173" name="Group 11"/>
            <p:cNvGrpSpPr/>
            <p:nvPr/>
          </p:nvGrpSpPr>
          <p:grpSpPr bwMode="auto">
            <a:xfrm>
              <a:off x="6627217" y="581946"/>
              <a:ext cx="3154363" cy="2863850"/>
              <a:chOff x="3072" y="282"/>
              <a:chExt cx="1987" cy="1804"/>
            </a:xfrm>
          </p:grpSpPr>
          <p:sp>
            <p:nvSpPr>
              <p:cNvPr id="181" name="Text Box 12"/>
              <p:cNvSpPr txBox="1">
                <a:spLocks noChangeArrowheads="1"/>
              </p:cNvSpPr>
              <p:nvPr/>
            </p:nvSpPr>
            <p:spPr bwMode="auto">
              <a:xfrm>
                <a:off x="3795" y="282"/>
                <a:ext cx="536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>
                <a:spAutoFit/>
              </a:bodyPr>
              <a:lstStyle>
                <a:lvl1pPr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sz="2400" i="1" kern="0" dirty="0">
                    <a:solidFill>
                      <a:srgbClr val="000000"/>
                    </a:solidFill>
                  </a:rPr>
                  <a:t>A</a:t>
                </a:r>
                <a:r>
                  <a:rPr kumimoji="1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—</a:t>
                </a:r>
                <a:r>
                  <a:rPr kumimoji="1" lang="en-US" altLang="zh-CN" sz="2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82" name="Group 13"/>
              <p:cNvGrpSpPr/>
              <p:nvPr/>
            </p:nvGrpSpPr>
            <p:grpSpPr bwMode="auto">
              <a:xfrm>
                <a:off x="3072" y="577"/>
                <a:ext cx="1987" cy="1509"/>
                <a:chOff x="3072" y="577"/>
                <a:chExt cx="1987" cy="1509"/>
              </a:xfrm>
            </p:grpSpPr>
            <p:grpSp>
              <p:nvGrpSpPr>
                <p:cNvPr id="183" name="Group 17"/>
                <p:cNvGrpSpPr/>
                <p:nvPr/>
              </p:nvGrpSpPr>
              <p:grpSpPr bwMode="auto">
                <a:xfrm>
                  <a:off x="3072" y="585"/>
                  <a:ext cx="1014" cy="1492"/>
                  <a:chOff x="3441" y="1200"/>
                  <a:chExt cx="1014" cy="1492"/>
                </a:xfrm>
              </p:grpSpPr>
              <p:sp>
                <p:nvSpPr>
                  <p:cNvPr id="235" name="Freeform 18"/>
                  <p:cNvSpPr/>
                  <p:nvPr/>
                </p:nvSpPr>
                <p:spPr bwMode="auto">
                  <a:xfrm>
                    <a:off x="3441" y="2689"/>
                    <a:ext cx="990" cy="3"/>
                  </a:xfrm>
                  <a:custGeom>
                    <a:avLst/>
                    <a:gdLst>
                      <a:gd name="T0" fmla="*/ 0 w 990"/>
                      <a:gd name="T1" fmla="*/ 3 h 3"/>
                      <a:gd name="T2" fmla="*/ 990 w 990"/>
                      <a:gd name="T3" fmla="*/ 0 h 3"/>
                      <a:gd name="T4" fmla="*/ 0 60000 65536"/>
                      <a:gd name="T5" fmla="*/ 0 60000 65536"/>
                      <a:gd name="T6" fmla="*/ 0 w 990"/>
                      <a:gd name="T7" fmla="*/ 0 h 3"/>
                      <a:gd name="T8" fmla="*/ 990 w 990"/>
                      <a:gd name="T9" fmla="*/ 3 h 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90" h="3">
                        <a:moveTo>
                          <a:pt x="0" y="3"/>
                        </a:moveTo>
                        <a:lnTo>
                          <a:pt x="990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36" name="Freeform 19"/>
                  <p:cNvSpPr/>
                  <p:nvPr/>
                </p:nvSpPr>
                <p:spPr bwMode="auto">
                  <a:xfrm>
                    <a:off x="3441" y="2491"/>
                    <a:ext cx="594" cy="6"/>
                  </a:xfrm>
                  <a:custGeom>
                    <a:avLst/>
                    <a:gdLst>
                      <a:gd name="T0" fmla="*/ 0 w 594"/>
                      <a:gd name="T1" fmla="*/ 6 h 6"/>
                      <a:gd name="T2" fmla="*/ 594 w 594"/>
                      <a:gd name="T3" fmla="*/ 0 h 6"/>
                      <a:gd name="T4" fmla="*/ 0 60000 65536"/>
                      <a:gd name="T5" fmla="*/ 0 60000 65536"/>
                      <a:gd name="T6" fmla="*/ 0 w 594"/>
                      <a:gd name="T7" fmla="*/ 0 h 6"/>
                      <a:gd name="T8" fmla="*/ 594 w 594"/>
                      <a:gd name="T9" fmla="*/ 6 h 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94" h="6">
                        <a:moveTo>
                          <a:pt x="0" y="6"/>
                        </a:moveTo>
                        <a:lnTo>
                          <a:pt x="594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37" name="Freeform 20"/>
                  <p:cNvSpPr/>
                  <p:nvPr/>
                </p:nvSpPr>
                <p:spPr bwMode="auto">
                  <a:xfrm>
                    <a:off x="3771" y="1395"/>
                    <a:ext cx="249" cy="6"/>
                  </a:xfrm>
                  <a:custGeom>
                    <a:avLst/>
                    <a:gdLst>
                      <a:gd name="T0" fmla="*/ 0 w 249"/>
                      <a:gd name="T1" fmla="*/ 6 h 6"/>
                      <a:gd name="T2" fmla="*/ 249 w 249"/>
                      <a:gd name="T3" fmla="*/ 0 h 6"/>
                      <a:gd name="T4" fmla="*/ 0 60000 65536"/>
                      <a:gd name="T5" fmla="*/ 0 60000 65536"/>
                      <a:gd name="T6" fmla="*/ 0 w 249"/>
                      <a:gd name="T7" fmla="*/ 0 h 6"/>
                      <a:gd name="T8" fmla="*/ 249 w 249"/>
                      <a:gd name="T9" fmla="*/ 6 h 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249" h="6">
                        <a:moveTo>
                          <a:pt x="0" y="6"/>
                        </a:moveTo>
                        <a:lnTo>
                          <a:pt x="249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38" name="Line 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780" y="1203"/>
                    <a:ext cx="0" cy="192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39" name="Freeform 22"/>
                  <p:cNvSpPr/>
                  <p:nvPr/>
                </p:nvSpPr>
                <p:spPr bwMode="auto">
                  <a:xfrm>
                    <a:off x="3771" y="1206"/>
                    <a:ext cx="660" cy="1"/>
                  </a:xfrm>
                  <a:custGeom>
                    <a:avLst/>
                    <a:gdLst>
                      <a:gd name="T0" fmla="*/ 0 w 660"/>
                      <a:gd name="T1" fmla="*/ 0 h 1"/>
                      <a:gd name="T2" fmla="*/ 660 w 660"/>
                      <a:gd name="T3" fmla="*/ 0 h 1"/>
                      <a:gd name="T4" fmla="*/ 0 60000 65536"/>
                      <a:gd name="T5" fmla="*/ 0 60000 65536"/>
                      <a:gd name="T6" fmla="*/ 0 w 660"/>
                      <a:gd name="T7" fmla="*/ 0 h 1"/>
                      <a:gd name="T8" fmla="*/ 660 w 660"/>
                      <a:gd name="T9" fmla="*/ 1 h 1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660" h="1">
                        <a:moveTo>
                          <a:pt x="0" y="0"/>
                        </a:moveTo>
                        <a:lnTo>
                          <a:pt x="660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40" name="Freeform 23"/>
                  <p:cNvSpPr/>
                  <p:nvPr/>
                </p:nvSpPr>
                <p:spPr bwMode="auto">
                  <a:xfrm>
                    <a:off x="4026" y="1390"/>
                    <a:ext cx="1" cy="1111"/>
                  </a:xfrm>
                  <a:custGeom>
                    <a:avLst/>
                    <a:gdLst>
                      <a:gd name="T0" fmla="*/ 0 w 1"/>
                      <a:gd name="T1" fmla="*/ 1111 h 1111"/>
                      <a:gd name="T2" fmla="*/ 0 w 1"/>
                      <a:gd name="T3" fmla="*/ 0 h 1111"/>
                      <a:gd name="T4" fmla="*/ 0 60000 65536"/>
                      <a:gd name="T5" fmla="*/ 0 60000 65536"/>
                      <a:gd name="T6" fmla="*/ 0 w 1"/>
                      <a:gd name="T7" fmla="*/ 0 h 1111"/>
                      <a:gd name="T8" fmla="*/ 1 w 1"/>
                      <a:gd name="T9" fmla="*/ 1111 h 1111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" h="1111">
                        <a:moveTo>
                          <a:pt x="0" y="1111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41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3444" y="2499"/>
                    <a:ext cx="0" cy="192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42" name="Freeform 25"/>
                  <p:cNvSpPr/>
                  <p:nvPr/>
                </p:nvSpPr>
                <p:spPr bwMode="auto">
                  <a:xfrm>
                    <a:off x="4140" y="1200"/>
                    <a:ext cx="1" cy="676"/>
                  </a:xfrm>
                  <a:custGeom>
                    <a:avLst/>
                    <a:gdLst>
                      <a:gd name="T0" fmla="*/ 0 w 1"/>
                      <a:gd name="T1" fmla="*/ 676 h 676"/>
                      <a:gd name="T2" fmla="*/ 0 w 1"/>
                      <a:gd name="T3" fmla="*/ 0 h 676"/>
                      <a:gd name="T4" fmla="*/ 0 60000 65536"/>
                      <a:gd name="T5" fmla="*/ 0 60000 65536"/>
                      <a:gd name="T6" fmla="*/ 0 w 1"/>
                      <a:gd name="T7" fmla="*/ 0 h 676"/>
                      <a:gd name="T8" fmla="*/ 1 w 1"/>
                      <a:gd name="T9" fmla="*/ 676 h 67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" h="676">
                        <a:moveTo>
                          <a:pt x="0" y="676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43" name="Freeform 26"/>
                  <p:cNvSpPr/>
                  <p:nvPr/>
                </p:nvSpPr>
                <p:spPr bwMode="auto">
                  <a:xfrm>
                    <a:off x="4215" y="1936"/>
                    <a:ext cx="1" cy="750"/>
                  </a:xfrm>
                  <a:custGeom>
                    <a:avLst/>
                    <a:gdLst>
                      <a:gd name="T0" fmla="*/ 0 w 1"/>
                      <a:gd name="T1" fmla="*/ 750 h 750"/>
                      <a:gd name="T2" fmla="*/ 0 w 1"/>
                      <a:gd name="T3" fmla="*/ 0 h 750"/>
                      <a:gd name="T4" fmla="*/ 0 60000 65536"/>
                      <a:gd name="T5" fmla="*/ 0 60000 65536"/>
                      <a:gd name="T6" fmla="*/ 0 w 1"/>
                      <a:gd name="T7" fmla="*/ 0 h 750"/>
                      <a:gd name="T8" fmla="*/ 1 w 1"/>
                      <a:gd name="T9" fmla="*/ 750 h 75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" h="750">
                        <a:moveTo>
                          <a:pt x="0" y="75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44" name="Freeform 27"/>
                  <p:cNvSpPr/>
                  <p:nvPr/>
                </p:nvSpPr>
                <p:spPr bwMode="auto">
                  <a:xfrm>
                    <a:off x="4220" y="1936"/>
                    <a:ext cx="196" cy="1"/>
                  </a:xfrm>
                  <a:custGeom>
                    <a:avLst/>
                    <a:gdLst>
                      <a:gd name="T0" fmla="*/ 196 w 196"/>
                      <a:gd name="T1" fmla="*/ 0 h 1"/>
                      <a:gd name="T2" fmla="*/ 0 w 196"/>
                      <a:gd name="T3" fmla="*/ 0 h 1"/>
                      <a:gd name="T4" fmla="*/ 0 60000 65536"/>
                      <a:gd name="T5" fmla="*/ 0 60000 65536"/>
                      <a:gd name="T6" fmla="*/ 0 w 196"/>
                      <a:gd name="T7" fmla="*/ 0 h 1"/>
                      <a:gd name="T8" fmla="*/ 196 w 196"/>
                      <a:gd name="T9" fmla="*/ 1 h 1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96" h="1">
                        <a:moveTo>
                          <a:pt x="196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45" name="Freeform 28"/>
                  <p:cNvSpPr/>
                  <p:nvPr/>
                </p:nvSpPr>
                <p:spPr bwMode="auto">
                  <a:xfrm>
                    <a:off x="4140" y="1876"/>
                    <a:ext cx="90" cy="75"/>
                  </a:xfrm>
                  <a:custGeom>
                    <a:avLst/>
                    <a:gdLst>
                      <a:gd name="T0" fmla="*/ 0 w 90"/>
                      <a:gd name="T1" fmla="*/ 0 h 75"/>
                      <a:gd name="T2" fmla="*/ 90 w 90"/>
                      <a:gd name="T3" fmla="*/ 75 h 75"/>
                      <a:gd name="T4" fmla="*/ 0 60000 65536"/>
                      <a:gd name="T5" fmla="*/ 0 60000 65536"/>
                      <a:gd name="T6" fmla="*/ 0 w 90"/>
                      <a:gd name="T7" fmla="*/ 0 h 75"/>
                      <a:gd name="T8" fmla="*/ 90 w 90"/>
                      <a:gd name="T9" fmla="*/ 75 h 75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0" h="75">
                        <a:moveTo>
                          <a:pt x="0" y="0"/>
                        </a:moveTo>
                        <a:lnTo>
                          <a:pt x="90" y="75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46" name="Freeform 29"/>
                  <p:cNvSpPr/>
                  <p:nvPr/>
                </p:nvSpPr>
                <p:spPr bwMode="auto">
                  <a:xfrm>
                    <a:off x="4140" y="1876"/>
                    <a:ext cx="315" cy="1"/>
                  </a:xfrm>
                  <a:custGeom>
                    <a:avLst/>
                    <a:gdLst>
                      <a:gd name="T0" fmla="*/ 0 w 315"/>
                      <a:gd name="T1" fmla="*/ 0 h 1"/>
                      <a:gd name="T2" fmla="*/ 315 w 315"/>
                      <a:gd name="T3" fmla="*/ 0 h 1"/>
                      <a:gd name="T4" fmla="*/ 0 60000 65536"/>
                      <a:gd name="T5" fmla="*/ 0 60000 65536"/>
                      <a:gd name="T6" fmla="*/ 0 w 315"/>
                      <a:gd name="T7" fmla="*/ 0 h 1"/>
                      <a:gd name="T8" fmla="*/ 315 w 315"/>
                      <a:gd name="T9" fmla="*/ 1 h 1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315" h="1">
                        <a:moveTo>
                          <a:pt x="0" y="0"/>
                        </a:moveTo>
                        <a:lnTo>
                          <a:pt x="315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84" name="Group 30"/>
                <p:cNvGrpSpPr/>
                <p:nvPr/>
              </p:nvGrpSpPr>
              <p:grpSpPr bwMode="auto">
                <a:xfrm>
                  <a:off x="3072" y="585"/>
                  <a:ext cx="780" cy="1496"/>
                  <a:chOff x="3072" y="674"/>
                  <a:chExt cx="780" cy="1496"/>
                </a:xfrm>
              </p:grpSpPr>
              <p:sp>
                <p:nvSpPr>
                  <p:cNvPr id="218" name="Line 3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1" y="1369"/>
                    <a:ext cx="121" cy="121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9" name="Line 3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558" y="674"/>
                    <a:ext cx="192" cy="192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0" name="Line 3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414" y="674"/>
                    <a:ext cx="192" cy="192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1" name="Freeform 34"/>
                  <p:cNvSpPr/>
                  <p:nvPr/>
                </p:nvSpPr>
                <p:spPr bwMode="auto">
                  <a:xfrm>
                    <a:off x="3414" y="682"/>
                    <a:ext cx="32" cy="40"/>
                  </a:xfrm>
                  <a:custGeom>
                    <a:avLst/>
                    <a:gdLst>
                      <a:gd name="T0" fmla="*/ 0 w 32"/>
                      <a:gd name="T1" fmla="*/ 40 h 40"/>
                      <a:gd name="T2" fmla="*/ 32 w 32"/>
                      <a:gd name="T3" fmla="*/ 0 h 40"/>
                      <a:gd name="T4" fmla="*/ 0 60000 65536"/>
                      <a:gd name="T5" fmla="*/ 0 60000 65536"/>
                      <a:gd name="T6" fmla="*/ 0 w 32"/>
                      <a:gd name="T7" fmla="*/ 0 h 40"/>
                      <a:gd name="T8" fmla="*/ 32 w 3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32" h="40">
                        <a:moveTo>
                          <a:pt x="0" y="40"/>
                        </a:moveTo>
                        <a:lnTo>
                          <a:pt x="32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2" name="Line 3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1" y="938"/>
                    <a:ext cx="120" cy="12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3" name="Line 3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1" y="1058"/>
                    <a:ext cx="135" cy="135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4" name="Freeform 37"/>
                  <p:cNvSpPr/>
                  <p:nvPr/>
                </p:nvSpPr>
                <p:spPr bwMode="auto">
                  <a:xfrm>
                    <a:off x="3658" y="797"/>
                    <a:ext cx="115" cy="115"/>
                  </a:xfrm>
                  <a:custGeom>
                    <a:avLst/>
                    <a:gdLst>
                      <a:gd name="T0" fmla="*/ 0 w 115"/>
                      <a:gd name="T1" fmla="*/ 115 h 115"/>
                      <a:gd name="T2" fmla="*/ 115 w 115"/>
                      <a:gd name="T3" fmla="*/ 0 h 115"/>
                      <a:gd name="T4" fmla="*/ 0 60000 65536"/>
                      <a:gd name="T5" fmla="*/ 0 60000 65536"/>
                      <a:gd name="T6" fmla="*/ 0 w 115"/>
                      <a:gd name="T7" fmla="*/ 0 h 115"/>
                      <a:gd name="T8" fmla="*/ 115 w 115"/>
                      <a:gd name="T9" fmla="*/ 115 h 115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15" h="115">
                        <a:moveTo>
                          <a:pt x="0" y="115"/>
                        </a:moveTo>
                        <a:lnTo>
                          <a:pt x="115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5" name="Line 3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1" y="1226"/>
                    <a:ext cx="120" cy="12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6" name="Line 3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4" y="1442"/>
                    <a:ext cx="192" cy="192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7" name="Line 4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4" y="1586"/>
                    <a:ext cx="192" cy="192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8" name="Line 4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26" y="1973"/>
                    <a:ext cx="180" cy="18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9" name="Line 4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57" y="1730"/>
                    <a:ext cx="194" cy="194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30" name="Line 4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14" y="1965"/>
                    <a:ext cx="192" cy="192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31" name="Freeform 44"/>
                  <p:cNvSpPr/>
                  <p:nvPr/>
                </p:nvSpPr>
                <p:spPr bwMode="auto">
                  <a:xfrm>
                    <a:off x="3267" y="1965"/>
                    <a:ext cx="195" cy="195"/>
                  </a:xfrm>
                  <a:custGeom>
                    <a:avLst/>
                    <a:gdLst>
                      <a:gd name="T0" fmla="*/ 195 w 195"/>
                      <a:gd name="T1" fmla="*/ 0 h 195"/>
                      <a:gd name="T2" fmla="*/ 0 w 195"/>
                      <a:gd name="T3" fmla="*/ 195 h 195"/>
                      <a:gd name="T4" fmla="*/ 0 60000 65536"/>
                      <a:gd name="T5" fmla="*/ 0 60000 65536"/>
                      <a:gd name="T6" fmla="*/ 0 w 195"/>
                      <a:gd name="T7" fmla="*/ 0 h 195"/>
                      <a:gd name="T8" fmla="*/ 195 w 195"/>
                      <a:gd name="T9" fmla="*/ 195 h 195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95" h="195">
                        <a:moveTo>
                          <a:pt x="195" y="0"/>
                        </a:moveTo>
                        <a:lnTo>
                          <a:pt x="0" y="195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32" name="Freeform 45"/>
                  <p:cNvSpPr/>
                  <p:nvPr/>
                </p:nvSpPr>
                <p:spPr bwMode="auto">
                  <a:xfrm>
                    <a:off x="3072" y="1959"/>
                    <a:ext cx="105" cy="96"/>
                  </a:xfrm>
                  <a:custGeom>
                    <a:avLst/>
                    <a:gdLst>
                      <a:gd name="T0" fmla="*/ 0 w 105"/>
                      <a:gd name="T1" fmla="*/ 96 h 96"/>
                      <a:gd name="T2" fmla="*/ 105 w 105"/>
                      <a:gd name="T3" fmla="*/ 0 h 96"/>
                      <a:gd name="T4" fmla="*/ 0 60000 65536"/>
                      <a:gd name="T5" fmla="*/ 0 60000 65536"/>
                      <a:gd name="T6" fmla="*/ 0 w 105"/>
                      <a:gd name="T7" fmla="*/ 0 h 96"/>
                      <a:gd name="T8" fmla="*/ 105 w 105"/>
                      <a:gd name="T9" fmla="*/ 96 h 9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05" h="96">
                        <a:moveTo>
                          <a:pt x="0" y="96"/>
                        </a:moveTo>
                        <a:lnTo>
                          <a:pt x="105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33" name="Freeform 46"/>
                  <p:cNvSpPr/>
                  <p:nvPr/>
                </p:nvSpPr>
                <p:spPr bwMode="auto">
                  <a:xfrm>
                    <a:off x="3562" y="1883"/>
                    <a:ext cx="284" cy="287"/>
                  </a:xfrm>
                  <a:custGeom>
                    <a:avLst/>
                    <a:gdLst>
                      <a:gd name="T0" fmla="*/ 0 w 284"/>
                      <a:gd name="T1" fmla="*/ 287 h 287"/>
                      <a:gd name="T2" fmla="*/ 284 w 284"/>
                      <a:gd name="T3" fmla="*/ 0 h 287"/>
                      <a:gd name="T4" fmla="*/ 0 60000 65536"/>
                      <a:gd name="T5" fmla="*/ 0 60000 65536"/>
                      <a:gd name="T6" fmla="*/ 0 w 284"/>
                      <a:gd name="T7" fmla="*/ 0 h 287"/>
                      <a:gd name="T8" fmla="*/ 284 w 284"/>
                      <a:gd name="T9" fmla="*/ 287 h 287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284" h="287">
                        <a:moveTo>
                          <a:pt x="0" y="287"/>
                        </a:moveTo>
                        <a:lnTo>
                          <a:pt x="284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34" name="Freeform 47"/>
                  <p:cNvSpPr/>
                  <p:nvPr/>
                </p:nvSpPr>
                <p:spPr bwMode="auto">
                  <a:xfrm>
                    <a:off x="3717" y="2025"/>
                    <a:ext cx="135" cy="135"/>
                  </a:xfrm>
                  <a:custGeom>
                    <a:avLst/>
                    <a:gdLst>
                      <a:gd name="T0" fmla="*/ 0 w 135"/>
                      <a:gd name="T1" fmla="*/ 135 h 135"/>
                      <a:gd name="T2" fmla="*/ 135 w 135"/>
                      <a:gd name="T3" fmla="*/ 0 h 135"/>
                      <a:gd name="T4" fmla="*/ 0 60000 65536"/>
                      <a:gd name="T5" fmla="*/ 0 60000 65536"/>
                      <a:gd name="T6" fmla="*/ 0 w 135"/>
                      <a:gd name="T7" fmla="*/ 0 h 135"/>
                      <a:gd name="T8" fmla="*/ 135 w 135"/>
                      <a:gd name="T9" fmla="*/ 135 h 135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35" h="135">
                        <a:moveTo>
                          <a:pt x="0" y="135"/>
                        </a:moveTo>
                        <a:lnTo>
                          <a:pt x="135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85" name="Oval 49"/>
                <p:cNvSpPr>
                  <a:spLocks noChangeArrowheads="1"/>
                </p:cNvSpPr>
                <p:nvPr/>
              </p:nvSpPr>
              <p:spPr bwMode="auto">
                <a:xfrm>
                  <a:off x="3946" y="849"/>
                  <a:ext cx="224" cy="219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86" name="Group 52"/>
                <p:cNvGrpSpPr/>
                <p:nvPr/>
              </p:nvGrpSpPr>
              <p:grpSpPr bwMode="auto">
                <a:xfrm>
                  <a:off x="4054" y="585"/>
                  <a:ext cx="1005" cy="1501"/>
                  <a:chOff x="4054" y="674"/>
                  <a:chExt cx="1005" cy="1501"/>
                </a:xfrm>
              </p:grpSpPr>
              <p:sp>
                <p:nvSpPr>
                  <p:cNvPr id="206" name="Freeform 53"/>
                  <p:cNvSpPr/>
                  <p:nvPr/>
                </p:nvSpPr>
                <p:spPr bwMode="auto">
                  <a:xfrm>
                    <a:off x="4061" y="2170"/>
                    <a:ext cx="998" cy="1"/>
                  </a:xfrm>
                  <a:custGeom>
                    <a:avLst/>
                    <a:gdLst>
                      <a:gd name="T0" fmla="*/ 998 w 998"/>
                      <a:gd name="T1" fmla="*/ 0 h 1"/>
                      <a:gd name="T2" fmla="*/ 0 w 998"/>
                      <a:gd name="T3" fmla="*/ 0 h 1"/>
                      <a:gd name="T4" fmla="*/ 0 60000 65536"/>
                      <a:gd name="T5" fmla="*/ 0 60000 65536"/>
                      <a:gd name="T6" fmla="*/ 0 w 998"/>
                      <a:gd name="T7" fmla="*/ 0 h 1"/>
                      <a:gd name="T8" fmla="*/ 998 w 998"/>
                      <a:gd name="T9" fmla="*/ 1 h 1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98" h="1">
                        <a:moveTo>
                          <a:pt x="998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7" name="Freeform 54"/>
                  <p:cNvSpPr/>
                  <p:nvPr/>
                </p:nvSpPr>
                <p:spPr bwMode="auto">
                  <a:xfrm>
                    <a:off x="4460" y="1965"/>
                    <a:ext cx="585" cy="1"/>
                  </a:xfrm>
                  <a:custGeom>
                    <a:avLst/>
                    <a:gdLst>
                      <a:gd name="T0" fmla="*/ 585 w 585"/>
                      <a:gd name="T1" fmla="*/ 0 h 1"/>
                      <a:gd name="T2" fmla="*/ 0 w 585"/>
                      <a:gd name="T3" fmla="*/ 0 h 1"/>
                      <a:gd name="T4" fmla="*/ 0 60000 65536"/>
                      <a:gd name="T5" fmla="*/ 0 60000 65536"/>
                      <a:gd name="T6" fmla="*/ 0 w 585"/>
                      <a:gd name="T7" fmla="*/ 0 h 1"/>
                      <a:gd name="T8" fmla="*/ 585 w 585"/>
                      <a:gd name="T9" fmla="*/ 1 h 1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85" h="1">
                        <a:moveTo>
                          <a:pt x="585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8" name="Freeform 55"/>
                  <p:cNvSpPr/>
                  <p:nvPr/>
                </p:nvSpPr>
                <p:spPr bwMode="auto">
                  <a:xfrm>
                    <a:off x="4460" y="869"/>
                    <a:ext cx="248" cy="6"/>
                  </a:xfrm>
                  <a:custGeom>
                    <a:avLst/>
                    <a:gdLst>
                      <a:gd name="T0" fmla="*/ 248 w 248"/>
                      <a:gd name="T1" fmla="*/ 6 h 6"/>
                      <a:gd name="T2" fmla="*/ 0 w 248"/>
                      <a:gd name="T3" fmla="*/ 0 h 6"/>
                      <a:gd name="T4" fmla="*/ 0 60000 65536"/>
                      <a:gd name="T5" fmla="*/ 0 60000 65536"/>
                      <a:gd name="T6" fmla="*/ 0 w 248"/>
                      <a:gd name="T7" fmla="*/ 0 h 6"/>
                      <a:gd name="T8" fmla="*/ 248 w 248"/>
                      <a:gd name="T9" fmla="*/ 6 h 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248" h="6">
                        <a:moveTo>
                          <a:pt x="248" y="6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9" name="Freeform 56"/>
                  <p:cNvSpPr/>
                  <p:nvPr/>
                </p:nvSpPr>
                <p:spPr bwMode="auto">
                  <a:xfrm>
                    <a:off x="4700" y="674"/>
                    <a:ext cx="1" cy="195"/>
                  </a:xfrm>
                  <a:custGeom>
                    <a:avLst/>
                    <a:gdLst>
                      <a:gd name="T0" fmla="*/ 0 w 1"/>
                      <a:gd name="T1" fmla="*/ 195 h 195"/>
                      <a:gd name="T2" fmla="*/ 0 w 1"/>
                      <a:gd name="T3" fmla="*/ 0 h 195"/>
                      <a:gd name="T4" fmla="*/ 0 60000 65536"/>
                      <a:gd name="T5" fmla="*/ 0 60000 65536"/>
                      <a:gd name="T6" fmla="*/ 0 w 1"/>
                      <a:gd name="T7" fmla="*/ 0 h 195"/>
                      <a:gd name="T8" fmla="*/ 1 w 1"/>
                      <a:gd name="T9" fmla="*/ 195 h 195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" h="195">
                        <a:moveTo>
                          <a:pt x="0" y="195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0" name="Freeform 57"/>
                  <p:cNvSpPr/>
                  <p:nvPr/>
                </p:nvSpPr>
                <p:spPr bwMode="auto">
                  <a:xfrm flipH="1">
                    <a:off x="4054" y="680"/>
                    <a:ext cx="660" cy="1"/>
                  </a:xfrm>
                  <a:custGeom>
                    <a:avLst/>
                    <a:gdLst>
                      <a:gd name="T0" fmla="*/ 0 w 660"/>
                      <a:gd name="T1" fmla="*/ 0 h 1"/>
                      <a:gd name="T2" fmla="*/ 660 w 660"/>
                      <a:gd name="T3" fmla="*/ 0 h 1"/>
                      <a:gd name="T4" fmla="*/ 0 60000 65536"/>
                      <a:gd name="T5" fmla="*/ 0 60000 65536"/>
                      <a:gd name="T6" fmla="*/ 0 w 660"/>
                      <a:gd name="T7" fmla="*/ 0 h 1"/>
                      <a:gd name="T8" fmla="*/ 660 w 660"/>
                      <a:gd name="T9" fmla="*/ 1 h 1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660" h="1">
                        <a:moveTo>
                          <a:pt x="0" y="0"/>
                        </a:moveTo>
                        <a:lnTo>
                          <a:pt x="660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1" name="Freeform 58"/>
                  <p:cNvSpPr/>
                  <p:nvPr/>
                </p:nvSpPr>
                <p:spPr bwMode="auto">
                  <a:xfrm>
                    <a:off x="4460" y="869"/>
                    <a:ext cx="1" cy="1096"/>
                  </a:xfrm>
                  <a:custGeom>
                    <a:avLst/>
                    <a:gdLst>
                      <a:gd name="T0" fmla="*/ 0 w 1"/>
                      <a:gd name="T1" fmla="*/ 1096 h 1096"/>
                      <a:gd name="T2" fmla="*/ 0 w 1"/>
                      <a:gd name="T3" fmla="*/ 0 h 1096"/>
                      <a:gd name="T4" fmla="*/ 0 60000 65536"/>
                      <a:gd name="T5" fmla="*/ 0 60000 65536"/>
                      <a:gd name="T6" fmla="*/ 0 w 1"/>
                      <a:gd name="T7" fmla="*/ 0 h 1096"/>
                      <a:gd name="T8" fmla="*/ 1 w 1"/>
                      <a:gd name="T9" fmla="*/ 1096 h 1096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" h="1096">
                        <a:moveTo>
                          <a:pt x="0" y="1096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2" name="Freeform 59"/>
                  <p:cNvSpPr/>
                  <p:nvPr/>
                </p:nvSpPr>
                <p:spPr bwMode="auto">
                  <a:xfrm>
                    <a:off x="5045" y="1965"/>
                    <a:ext cx="1" cy="210"/>
                  </a:xfrm>
                  <a:custGeom>
                    <a:avLst/>
                    <a:gdLst>
                      <a:gd name="T0" fmla="*/ 0 w 1"/>
                      <a:gd name="T1" fmla="*/ 0 h 210"/>
                      <a:gd name="T2" fmla="*/ 0 w 1"/>
                      <a:gd name="T3" fmla="*/ 210 h 210"/>
                      <a:gd name="T4" fmla="*/ 0 60000 65536"/>
                      <a:gd name="T5" fmla="*/ 0 60000 65536"/>
                      <a:gd name="T6" fmla="*/ 0 w 1"/>
                      <a:gd name="T7" fmla="*/ 0 h 210"/>
                      <a:gd name="T8" fmla="*/ 1 w 1"/>
                      <a:gd name="T9" fmla="*/ 210 h 21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" h="210">
                        <a:moveTo>
                          <a:pt x="0" y="0"/>
                        </a:moveTo>
                        <a:lnTo>
                          <a:pt x="0" y="21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3" name="Line 6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333" y="674"/>
                    <a:ext cx="0" cy="672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4" name="Freeform 61"/>
                  <p:cNvSpPr/>
                  <p:nvPr/>
                </p:nvSpPr>
                <p:spPr bwMode="auto">
                  <a:xfrm>
                    <a:off x="4054" y="1350"/>
                    <a:ext cx="286" cy="1"/>
                  </a:xfrm>
                  <a:custGeom>
                    <a:avLst/>
                    <a:gdLst>
                      <a:gd name="T0" fmla="*/ 0 w 286"/>
                      <a:gd name="T1" fmla="*/ 0 h 1"/>
                      <a:gd name="T2" fmla="*/ 286 w 286"/>
                      <a:gd name="T3" fmla="*/ 0 h 1"/>
                      <a:gd name="T4" fmla="*/ 0 60000 65536"/>
                      <a:gd name="T5" fmla="*/ 0 60000 65536"/>
                      <a:gd name="T6" fmla="*/ 0 w 286"/>
                      <a:gd name="T7" fmla="*/ 0 h 1"/>
                      <a:gd name="T8" fmla="*/ 286 w 286"/>
                      <a:gd name="T9" fmla="*/ 1 h 1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286" h="1">
                        <a:moveTo>
                          <a:pt x="0" y="0"/>
                        </a:moveTo>
                        <a:lnTo>
                          <a:pt x="286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5" name="Freeform 62"/>
                  <p:cNvSpPr/>
                  <p:nvPr/>
                </p:nvSpPr>
                <p:spPr bwMode="auto">
                  <a:xfrm>
                    <a:off x="4265" y="1410"/>
                    <a:ext cx="1" cy="750"/>
                  </a:xfrm>
                  <a:custGeom>
                    <a:avLst/>
                    <a:gdLst>
                      <a:gd name="T0" fmla="*/ 0 w 1"/>
                      <a:gd name="T1" fmla="*/ 750 h 750"/>
                      <a:gd name="T2" fmla="*/ 0 w 1"/>
                      <a:gd name="T3" fmla="*/ 0 h 750"/>
                      <a:gd name="T4" fmla="*/ 0 60000 65536"/>
                      <a:gd name="T5" fmla="*/ 0 60000 65536"/>
                      <a:gd name="T6" fmla="*/ 0 w 1"/>
                      <a:gd name="T7" fmla="*/ 0 h 750"/>
                      <a:gd name="T8" fmla="*/ 1 w 1"/>
                      <a:gd name="T9" fmla="*/ 750 h 75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" h="750">
                        <a:moveTo>
                          <a:pt x="0" y="75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6" name="Freeform 63"/>
                  <p:cNvSpPr/>
                  <p:nvPr/>
                </p:nvSpPr>
                <p:spPr bwMode="auto">
                  <a:xfrm>
                    <a:off x="4265" y="1350"/>
                    <a:ext cx="60" cy="60"/>
                  </a:xfrm>
                  <a:custGeom>
                    <a:avLst/>
                    <a:gdLst>
                      <a:gd name="T0" fmla="*/ 60 w 60"/>
                      <a:gd name="T1" fmla="*/ 0 h 60"/>
                      <a:gd name="T2" fmla="*/ 0 w 60"/>
                      <a:gd name="T3" fmla="*/ 60 h 60"/>
                      <a:gd name="T4" fmla="*/ 0 60000 65536"/>
                      <a:gd name="T5" fmla="*/ 0 60000 65536"/>
                      <a:gd name="T6" fmla="*/ 0 w 60"/>
                      <a:gd name="T7" fmla="*/ 0 h 60"/>
                      <a:gd name="T8" fmla="*/ 60 w 60"/>
                      <a:gd name="T9" fmla="*/ 60 h 6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60" h="60">
                        <a:moveTo>
                          <a:pt x="60" y="0"/>
                        </a:moveTo>
                        <a:lnTo>
                          <a:pt x="0" y="6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7" name="Freeform 64"/>
                  <p:cNvSpPr/>
                  <p:nvPr/>
                </p:nvSpPr>
                <p:spPr bwMode="auto">
                  <a:xfrm>
                    <a:off x="4054" y="1410"/>
                    <a:ext cx="211" cy="1"/>
                  </a:xfrm>
                  <a:custGeom>
                    <a:avLst/>
                    <a:gdLst>
                      <a:gd name="T0" fmla="*/ 211 w 211"/>
                      <a:gd name="T1" fmla="*/ 0 h 1"/>
                      <a:gd name="T2" fmla="*/ 0 w 211"/>
                      <a:gd name="T3" fmla="*/ 0 h 1"/>
                      <a:gd name="T4" fmla="*/ 0 60000 65536"/>
                      <a:gd name="T5" fmla="*/ 0 60000 65536"/>
                      <a:gd name="T6" fmla="*/ 0 w 211"/>
                      <a:gd name="T7" fmla="*/ 0 h 1"/>
                      <a:gd name="T8" fmla="*/ 211 w 211"/>
                      <a:gd name="T9" fmla="*/ 1 h 1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211" h="1">
                        <a:moveTo>
                          <a:pt x="211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87" name="Group 65"/>
                <p:cNvGrpSpPr/>
                <p:nvPr/>
              </p:nvGrpSpPr>
              <p:grpSpPr bwMode="auto">
                <a:xfrm>
                  <a:off x="4256" y="577"/>
                  <a:ext cx="782" cy="1504"/>
                  <a:chOff x="4256" y="666"/>
                  <a:chExt cx="782" cy="1504"/>
                </a:xfrm>
              </p:grpSpPr>
              <p:sp>
                <p:nvSpPr>
                  <p:cNvPr id="188" name="Line 6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65" y="1316"/>
                    <a:ext cx="195" cy="195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89" name="Line 6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65" y="1454"/>
                    <a:ext cx="195" cy="195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0" name="Freeform 68"/>
                  <p:cNvSpPr/>
                  <p:nvPr/>
                </p:nvSpPr>
                <p:spPr bwMode="auto">
                  <a:xfrm>
                    <a:off x="4258" y="1590"/>
                    <a:ext cx="195" cy="195"/>
                  </a:xfrm>
                  <a:custGeom>
                    <a:avLst/>
                    <a:gdLst>
                      <a:gd name="T0" fmla="*/ 0 w 195"/>
                      <a:gd name="T1" fmla="*/ 195 h 195"/>
                      <a:gd name="T2" fmla="*/ 195 w 195"/>
                      <a:gd name="T3" fmla="*/ 0 h 195"/>
                      <a:gd name="T4" fmla="*/ 0 60000 65536"/>
                      <a:gd name="T5" fmla="*/ 0 60000 65536"/>
                      <a:gd name="T6" fmla="*/ 0 w 195"/>
                      <a:gd name="T7" fmla="*/ 0 h 195"/>
                      <a:gd name="T8" fmla="*/ 195 w 195"/>
                      <a:gd name="T9" fmla="*/ 195 h 195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95" h="195">
                        <a:moveTo>
                          <a:pt x="0" y="195"/>
                        </a:moveTo>
                        <a:lnTo>
                          <a:pt x="195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1" name="Line 6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56" y="1730"/>
                    <a:ext cx="195" cy="195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2" name="Line 7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56" y="1877"/>
                    <a:ext cx="195" cy="195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3" name="Freeform 71"/>
                  <p:cNvSpPr/>
                  <p:nvPr/>
                </p:nvSpPr>
                <p:spPr bwMode="auto">
                  <a:xfrm>
                    <a:off x="4301" y="1968"/>
                    <a:ext cx="201" cy="198"/>
                  </a:xfrm>
                  <a:custGeom>
                    <a:avLst/>
                    <a:gdLst>
                      <a:gd name="T0" fmla="*/ 0 w 201"/>
                      <a:gd name="T1" fmla="*/ 198 h 198"/>
                      <a:gd name="T2" fmla="*/ 201 w 201"/>
                      <a:gd name="T3" fmla="*/ 0 h 198"/>
                      <a:gd name="T4" fmla="*/ 0 60000 65536"/>
                      <a:gd name="T5" fmla="*/ 0 60000 65536"/>
                      <a:gd name="T6" fmla="*/ 0 w 201"/>
                      <a:gd name="T7" fmla="*/ 0 h 198"/>
                      <a:gd name="T8" fmla="*/ 201 w 201"/>
                      <a:gd name="T9" fmla="*/ 198 h 198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201" h="198">
                        <a:moveTo>
                          <a:pt x="0" y="198"/>
                        </a:moveTo>
                        <a:lnTo>
                          <a:pt x="201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4" name="Freeform 72"/>
                  <p:cNvSpPr/>
                  <p:nvPr/>
                </p:nvSpPr>
                <p:spPr bwMode="auto">
                  <a:xfrm>
                    <a:off x="4426" y="1968"/>
                    <a:ext cx="201" cy="202"/>
                  </a:xfrm>
                  <a:custGeom>
                    <a:avLst/>
                    <a:gdLst>
                      <a:gd name="T0" fmla="*/ 0 w 201"/>
                      <a:gd name="T1" fmla="*/ 202 h 202"/>
                      <a:gd name="T2" fmla="*/ 201 w 201"/>
                      <a:gd name="T3" fmla="*/ 0 h 202"/>
                      <a:gd name="T4" fmla="*/ 0 60000 65536"/>
                      <a:gd name="T5" fmla="*/ 0 60000 65536"/>
                      <a:gd name="T6" fmla="*/ 0 w 201"/>
                      <a:gd name="T7" fmla="*/ 0 h 202"/>
                      <a:gd name="T8" fmla="*/ 201 w 201"/>
                      <a:gd name="T9" fmla="*/ 202 h 202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201" h="202">
                        <a:moveTo>
                          <a:pt x="0" y="202"/>
                        </a:moveTo>
                        <a:lnTo>
                          <a:pt x="201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5" name="Freeform 73"/>
                  <p:cNvSpPr/>
                  <p:nvPr/>
                </p:nvSpPr>
                <p:spPr bwMode="auto">
                  <a:xfrm>
                    <a:off x="4560" y="1958"/>
                    <a:ext cx="202" cy="202"/>
                  </a:xfrm>
                  <a:custGeom>
                    <a:avLst/>
                    <a:gdLst>
                      <a:gd name="T0" fmla="*/ 0 w 202"/>
                      <a:gd name="T1" fmla="*/ 202 h 202"/>
                      <a:gd name="T2" fmla="*/ 202 w 202"/>
                      <a:gd name="T3" fmla="*/ 0 h 202"/>
                      <a:gd name="T4" fmla="*/ 0 60000 65536"/>
                      <a:gd name="T5" fmla="*/ 0 60000 65536"/>
                      <a:gd name="T6" fmla="*/ 0 w 202"/>
                      <a:gd name="T7" fmla="*/ 0 h 202"/>
                      <a:gd name="T8" fmla="*/ 202 w 202"/>
                      <a:gd name="T9" fmla="*/ 202 h 202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202" h="202">
                        <a:moveTo>
                          <a:pt x="0" y="202"/>
                        </a:moveTo>
                        <a:lnTo>
                          <a:pt x="202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6" name="Freeform 74"/>
                  <p:cNvSpPr/>
                  <p:nvPr/>
                </p:nvSpPr>
                <p:spPr bwMode="auto">
                  <a:xfrm>
                    <a:off x="4690" y="1962"/>
                    <a:ext cx="195" cy="195"/>
                  </a:xfrm>
                  <a:custGeom>
                    <a:avLst/>
                    <a:gdLst>
                      <a:gd name="T0" fmla="*/ 0 w 195"/>
                      <a:gd name="T1" fmla="*/ 195 h 195"/>
                      <a:gd name="T2" fmla="*/ 195 w 195"/>
                      <a:gd name="T3" fmla="*/ 0 h 195"/>
                      <a:gd name="T4" fmla="*/ 0 60000 65536"/>
                      <a:gd name="T5" fmla="*/ 0 60000 65536"/>
                      <a:gd name="T6" fmla="*/ 0 w 195"/>
                      <a:gd name="T7" fmla="*/ 0 h 195"/>
                      <a:gd name="T8" fmla="*/ 195 w 195"/>
                      <a:gd name="T9" fmla="*/ 195 h 195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95" h="195">
                        <a:moveTo>
                          <a:pt x="0" y="195"/>
                        </a:moveTo>
                        <a:lnTo>
                          <a:pt x="195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7" name="Freeform 75"/>
                  <p:cNvSpPr/>
                  <p:nvPr/>
                </p:nvSpPr>
                <p:spPr bwMode="auto">
                  <a:xfrm>
                    <a:off x="4819" y="1958"/>
                    <a:ext cx="202" cy="202"/>
                  </a:xfrm>
                  <a:custGeom>
                    <a:avLst/>
                    <a:gdLst>
                      <a:gd name="T0" fmla="*/ 0 w 202"/>
                      <a:gd name="T1" fmla="*/ 202 h 202"/>
                      <a:gd name="T2" fmla="*/ 202 w 202"/>
                      <a:gd name="T3" fmla="*/ 0 h 202"/>
                      <a:gd name="T4" fmla="*/ 0 60000 65536"/>
                      <a:gd name="T5" fmla="*/ 0 60000 65536"/>
                      <a:gd name="T6" fmla="*/ 0 w 202"/>
                      <a:gd name="T7" fmla="*/ 0 h 202"/>
                      <a:gd name="T8" fmla="*/ 202 w 202"/>
                      <a:gd name="T9" fmla="*/ 202 h 202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202" h="202">
                        <a:moveTo>
                          <a:pt x="0" y="202"/>
                        </a:moveTo>
                        <a:lnTo>
                          <a:pt x="202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8" name="Freeform 76"/>
                  <p:cNvSpPr/>
                  <p:nvPr/>
                </p:nvSpPr>
                <p:spPr bwMode="auto">
                  <a:xfrm>
                    <a:off x="4949" y="2070"/>
                    <a:ext cx="89" cy="91"/>
                  </a:xfrm>
                  <a:custGeom>
                    <a:avLst/>
                    <a:gdLst>
                      <a:gd name="T0" fmla="*/ 0 w 89"/>
                      <a:gd name="T1" fmla="*/ 91 h 91"/>
                      <a:gd name="T2" fmla="*/ 89 w 89"/>
                      <a:gd name="T3" fmla="*/ 0 h 91"/>
                      <a:gd name="T4" fmla="*/ 0 60000 65536"/>
                      <a:gd name="T5" fmla="*/ 0 60000 65536"/>
                      <a:gd name="T6" fmla="*/ 0 w 89"/>
                      <a:gd name="T7" fmla="*/ 0 h 91"/>
                      <a:gd name="T8" fmla="*/ 89 w 89"/>
                      <a:gd name="T9" fmla="*/ 91 h 91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89" h="91">
                        <a:moveTo>
                          <a:pt x="0" y="91"/>
                        </a:moveTo>
                        <a:lnTo>
                          <a:pt x="89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9" name="Freeform 77"/>
                  <p:cNvSpPr/>
                  <p:nvPr/>
                </p:nvSpPr>
                <p:spPr bwMode="auto">
                  <a:xfrm>
                    <a:off x="4333" y="1184"/>
                    <a:ext cx="120" cy="117"/>
                  </a:xfrm>
                  <a:custGeom>
                    <a:avLst/>
                    <a:gdLst>
                      <a:gd name="T0" fmla="*/ 0 w 120"/>
                      <a:gd name="T1" fmla="*/ 117 h 117"/>
                      <a:gd name="T2" fmla="*/ 120 w 120"/>
                      <a:gd name="T3" fmla="*/ 0 h 117"/>
                      <a:gd name="T4" fmla="*/ 0 60000 65536"/>
                      <a:gd name="T5" fmla="*/ 0 60000 65536"/>
                      <a:gd name="T6" fmla="*/ 0 w 120"/>
                      <a:gd name="T7" fmla="*/ 0 h 117"/>
                      <a:gd name="T8" fmla="*/ 120 w 120"/>
                      <a:gd name="T9" fmla="*/ 117 h 117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20" h="117">
                        <a:moveTo>
                          <a:pt x="0" y="117"/>
                        </a:moveTo>
                        <a:lnTo>
                          <a:pt x="120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0" name="Freeform 78"/>
                  <p:cNvSpPr/>
                  <p:nvPr/>
                </p:nvSpPr>
                <p:spPr bwMode="auto">
                  <a:xfrm>
                    <a:off x="4330" y="1037"/>
                    <a:ext cx="134" cy="134"/>
                  </a:xfrm>
                  <a:custGeom>
                    <a:avLst/>
                    <a:gdLst>
                      <a:gd name="T0" fmla="*/ 0 w 134"/>
                      <a:gd name="T1" fmla="*/ 134 h 134"/>
                      <a:gd name="T2" fmla="*/ 134 w 134"/>
                      <a:gd name="T3" fmla="*/ 0 h 134"/>
                      <a:gd name="T4" fmla="*/ 0 60000 65536"/>
                      <a:gd name="T5" fmla="*/ 0 60000 65536"/>
                      <a:gd name="T6" fmla="*/ 0 w 134"/>
                      <a:gd name="T7" fmla="*/ 0 h 134"/>
                      <a:gd name="T8" fmla="*/ 134 w 134"/>
                      <a:gd name="T9" fmla="*/ 134 h 134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34" h="134">
                        <a:moveTo>
                          <a:pt x="0" y="134"/>
                        </a:moveTo>
                        <a:lnTo>
                          <a:pt x="134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1" name="Freeform 79"/>
                  <p:cNvSpPr/>
                  <p:nvPr/>
                </p:nvSpPr>
                <p:spPr bwMode="auto">
                  <a:xfrm>
                    <a:off x="4345" y="896"/>
                    <a:ext cx="120" cy="117"/>
                  </a:xfrm>
                  <a:custGeom>
                    <a:avLst/>
                    <a:gdLst>
                      <a:gd name="T0" fmla="*/ 0 w 120"/>
                      <a:gd name="T1" fmla="*/ 117 h 117"/>
                      <a:gd name="T2" fmla="*/ 120 w 120"/>
                      <a:gd name="T3" fmla="*/ 0 h 117"/>
                      <a:gd name="T4" fmla="*/ 0 60000 65536"/>
                      <a:gd name="T5" fmla="*/ 0 60000 65536"/>
                      <a:gd name="T6" fmla="*/ 0 w 120"/>
                      <a:gd name="T7" fmla="*/ 0 h 117"/>
                      <a:gd name="T8" fmla="*/ 120 w 120"/>
                      <a:gd name="T9" fmla="*/ 117 h 117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20" h="117">
                        <a:moveTo>
                          <a:pt x="0" y="117"/>
                        </a:moveTo>
                        <a:lnTo>
                          <a:pt x="120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2" name="Line 8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325" y="680"/>
                    <a:ext cx="234" cy="234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3" name="Line 8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325" y="666"/>
                    <a:ext cx="128" cy="128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4" name="Line 8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96" y="670"/>
                    <a:ext cx="194" cy="194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5" name="Freeform 83"/>
                  <p:cNvSpPr/>
                  <p:nvPr/>
                </p:nvSpPr>
                <p:spPr bwMode="auto">
                  <a:xfrm>
                    <a:off x="4618" y="797"/>
                    <a:ext cx="76" cy="72"/>
                  </a:xfrm>
                  <a:custGeom>
                    <a:avLst/>
                    <a:gdLst>
                      <a:gd name="T0" fmla="*/ 0 w 76"/>
                      <a:gd name="T1" fmla="*/ 72 h 72"/>
                      <a:gd name="T2" fmla="*/ 76 w 76"/>
                      <a:gd name="T3" fmla="*/ 0 h 72"/>
                      <a:gd name="T4" fmla="*/ 0 60000 65536"/>
                      <a:gd name="T5" fmla="*/ 0 60000 65536"/>
                      <a:gd name="T6" fmla="*/ 0 w 76"/>
                      <a:gd name="T7" fmla="*/ 0 h 72"/>
                      <a:gd name="T8" fmla="*/ 76 w 76"/>
                      <a:gd name="T9" fmla="*/ 72 h 72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6" h="72">
                        <a:moveTo>
                          <a:pt x="0" y="72"/>
                        </a:moveTo>
                        <a:lnTo>
                          <a:pt x="76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grpSp>
          <p:nvGrpSpPr>
            <p:cNvPr id="174" name="组合 173"/>
            <p:cNvGrpSpPr/>
            <p:nvPr/>
          </p:nvGrpSpPr>
          <p:grpSpPr>
            <a:xfrm>
              <a:off x="6795528" y="934097"/>
              <a:ext cx="2762080" cy="2571103"/>
              <a:chOff x="3119013" y="934097"/>
              <a:chExt cx="2762080" cy="2571103"/>
            </a:xfrm>
          </p:grpSpPr>
          <p:pic>
            <p:nvPicPr>
              <p:cNvPr id="175" name="图片 174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41" t="31227" r="47820" b="20227"/>
              <a:stretch>
                <a:fillRect/>
              </a:stretch>
            </p:blipFill>
            <p:spPr>
              <a:xfrm rot="16200000">
                <a:off x="3242159" y="2156305"/>
                <a:ext cx="2533650" cy="164140"/>
              </a:xfrm>
              <a:prstGeom prst="rect">
                <a:avLst/>
              </a:prstGeom>
            </p:spPr>
          </p:pic>
          <p:pic>
            <p:nvPicPr>
              <p:cNvPr id="176" name="图片 175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287" t="12928" r="56894" b="13826"/>
              <a:stretch>
                <a:fillRect/>
              </a:stretch>
            </p:blipFill>
            <p:spPr>
              <a:xfrm rot="10800000">
                <a:off x="4089400" y="1555749"/>
                <a:ext cx="825500" cy="247647"/>
              </a:xfrm>
              <a:prstGeom prst="rect">
                <a:avLst/>
              </a:prstGeom>
            </p:spPr>
          </p:pic>
          <p:pic>
            <p:nvPicPr>
              <p:cNvPr id="177" name="图片 176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455" t="31226" r="73351" b="24048"/>
              <a:stretch>
                <a:fillRect/>
              </a:stretch>
            </p:blipFill>
            <p:spPr>
              <a:xfrm rot="16200000">
                <a:off x="2934274" y="3167908"/>
                <a:ext cx="520700" cy="151221"/>
              </a:xfrm>
              <a:prstGeom prst="rect">
                <a:avLst/>
              </a:prstGeom>
            </p:spPr>
          </p:pic>
          <p:pic>
            <p:nvPicPr>
              <p:cNvPr id="178" name="图片 177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455" t="31226" r="73351" b="24048"/>
              <a:stretch>
                <a:fillRect/>
              </a:stretch>
            </p:blipFill>
            <p:spPr>
              <a:xfrm rot="16200000">
                <a:off x="5545133" y="3167909"/>
                <a:ext cx="520700" cy="151221"/>
              </a:xfrm>
              <a:prstGeom prst="rect">
                <a:avLst/>
              </a:prstGeom>
            </p:spPr>
          </p:pic>
          <p:pic>
            <p:nvPicPr>
              <p:cNvPr id="179" name="图片 178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455" t="31226" r="73351" b="24048"/>
              <a:stretch>
                <a:fillRect/>
              </a:stretch>
            </p:blipFill>
            <p:spPr>
              <a:xfrm rot="16200000">
                <a:off x="5033948" y="1118836"/>
                <a:ext cx="520700" cy="151221"/>
              </a:xfrm>
              <a:prstGeom prst="rect">
                <a:avLst/>
              </a:prstGeom>
            </p:spPr>
          </p:pic>
          <p:pic>
            <p:nvPicPr>
              <p:cNvPr id="180" name="图片 179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455" t="31226" r="73351" b="24048"/>
              <a:stretch>
                <a:fillRect/>
              </a:stretch>
            </p:blipFill>
            <p:spPr>
              <a:xfrm rot="16200000">
                <a:off x="3440107" y="1118836"/>
                <a:ext cx="520700" cy="151221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矩形 350"/>
          <p:cNvSpPr/>
          <p:nvPr/>
        </p:nvSpPr>
        <p:spPr>
          <a:xfrm>
            <a:off x="4461142" y="0"/>
            <a:ext cx="7730857" cy="6957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剖视图种类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Line 9"/>
          <p:cNvSpPr>
            <a:spLocks noChangeShapeType="1"/>
          </p:cNvSpPr>
          <p:nvPr/>
        </p:nvSpPr>
        <p:spPr bwMode="auto">
          <a:xfrm flipH="1" flipV="1">
            <a:off x="8119097" y="4728375"/>
            <a:ext cx="1543050" cy="617538"/>
          </a:xfrm>
          <a:prstGeom prst="line">
            <a:avLst/>
          </a:prstGeom>
          <a:noFill/>
          <a:ln w="57150">
            <a:solidFill>
              <a:srgbClr val="00CC99"/>
            </a:solidFill>
            <a:round/>
            <a:tailEnd type="triangle" w="sm" len="lg"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Group 10"/>
          <p:cNvGrpSpPr/>
          <p:nvPr/>
        </p:nvGrpSpPr>
        <p:grpSpPr bwMode="auto">
          <a:xfrm>
            <a:off x="5786903" y="664848"/>
            <a:ext cx="342900" cy="1541463"/>
            <a:chOff x="875" y="1801"/>
            <a:chExt cx="216" cy="971"/>
          </a:xfrm>
        </p:grpSpPr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875" y="1974"/>
              <a:ext cx="0" cy="79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Line 12"/>
            <p:cNvSpPr>
              <a:spLocks noChangeShapeType="1"/>
            </p:cNvSpPr>
            <p:nvPr/>
          </p:nvSpPr>
          <p:spPr bwMode="auto">
            <a:xfrm>
              <a:off x="879" y="1977"/>
              <a:ext cx="21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13"/>
            <p:cNvSpPr>
              <a:spLocks noChangeShapeType="1"/>
            </p:cNvSpPr>
            <p:nvPr/>
          </p:nvSpPr>
          <p:spPr bwMode="auto">
            <a:xfrm>
              <a:off x="967" y="1801"/>
              <a:ext cx="0" cy="1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Group 14"/>
          <p:cNvGrpSpPr/>
          <p:nvPr/>
        </p:nvGrpSpPr>
        <p:grpSpPr bwMode="auto">
          <a:xfrm>
            <a:off x="4916953" y="1874523"/>
            <a:ext cx="228600" cy="330200"/>
            <a:chOff x="868" y="2428"/>
            <a:chExt cx="144" cy="208"/>
          </a:xfrm>
        </p:grpSpPr>
        <p:sp>
          <p:nvSpPr>
            <p:cNvPr id="10" name="Line 15"/>
            <p:cNvSpPr>
              <a:spLocks noChangeShapeType="1"/>
            </p:cNvSpPr>
            <p:nvPr/>
          </p:nvSpPr>
          <p:spPr bwMode="auto">
            <a:xfrm>
              <a:off x="868" y="2428"/>
              <a:ext cx="0" cy="2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16"/>
            <p:cNvSpPr>
              <a:spLocks noChangeShapeType="1"/>
            </p:cNvSpPr>
            <p:nvPr/>
          </p:nvSpPr>
          <p:spPr bwMode="auto">
            <a:xfrm>
              <a:off x="1012" y="2428"/>
              <a:ext cx="0" cy="2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6647485" y="3220250"/>
            <a:ext cx="1471612" cy="1828800"/>
          </a:xfrm>
          <a:prstGeom prst="rect">
            <a:avLst/>
          </a:prstGeom>
          <a:solidFill>
            <a:sysClr val="window" lastClr="FFFFFF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Group 18"/>
          <p:cNvGrpSpPr/>
          <p:nvPr/>
        </p:nvGrpSpPr>
        <p:grpSpPr bwMode="auto">
          <a:xfrm>
            <a:off x="5029666" y="1820548"/>
            <a:ext cx="3175" cy="438150"/>
            <a:chOff x="273" y="1044"/>
            <a:chExt cx="2" cy="276"/>
          </a:xfrm>
        </p:grpSpPr>
        <p:sp>
          <p:nvSpPr>
            <p:cNvPr id="14" name="Line 19"/>
            <p:cNvSpPr>
              <a:spLocks noChangeShapeType="1"/>
            </p:cNvSpPr>
            <p:nvPr/>
          </p:nvSpPr>
          <p:spPr bwMode="auto">
            <a:xfrm>
              <a:off x="275" y="1044"/>
              <a:ext cx="0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20"/>
            <p:cNvSpPr>
              <a:spLocks noChangeShapeType="1"/>
            </p:cNvSpPr>
            <p:nvPr/>
          </p:nvSpPr>
          <p:spPr bwMode="auto">
            <a:xfrm>
              <a:off x="275" y="1161"/>
              <a:ext cx="0" cy="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21"/>
            <p:cNvSpPr>
              <a:spLocks noChangeShapeType="1"/>
            </p:cNvSpPr>
            <p:nvPr/>
          </p:nvSpPr>
          <p:spPr bwMode="auto">
            <a:xfrm>
              <a:off x="273" y="1206"/>
              <a:ext cx="0" cy="1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Group 22"/>
          <p:cNvGrpSpPr/>
          <p:nvPr/>
        </p:nvGrpSpPr>
        <p:grpSpPr bwMode="auto">
          <a:xfrm>
            <a:off x="7771435" y="5671350"/>
            <a:ext cx="666750" cy="876300"/>
            <a:chOff x="2583" y="3490"/>
            <a:chExt cx="420" cy="552"/>
          </a:xfrm>
        </p:grpSpPr>
        <p:sp>
          <p:nvSpPr>
            <p:cNvPr id="19" name="Oval 23"/>
            <p:cNvSpPr>
              <a:spLocks noChangeArrowheads="1"/>
            </p:cNvSpPr>
            <p:nvPr/>
          </p:nvSpPr>
          <p:spPr bwMode="auto">
            <a:xfrm>
              <a:off x="2583" y="3490"/>
              <a:ext cx="420" cy="4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24"/>
            <p:cNvSpPr>
              <a:spLocks noChangeShapeType="1"/>
            </p:cNvSpPr>
            <p:nvPr/>
          </p:nvSpPr>
          <p:spPr bwMode="auto">
            <a:xfrm flipH="1">
              <a:off x="2719" y="3898"/>
              <a:ext cx="0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25"/>
            <p:cNvSpPr>
              <a:spLocks noChangeShapeType="1"/>
            </p:cNvSpPr>
            <p:nvPr/>
          </p:nvSpPr>
          <p:spPr bwMode="auto">
            <a:xfrm flipH="1">
              <a:off x="2871" y="3894"/>
              <a:ext cx="0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Rectangle 26"/>
          <p:cNvSpPr>
            <a:spLocks noChangeArrowheads="1"/>
          </p:cNvSpPr>
          <p:nvPr/>
        </p:nvSpPr>
        <p:spPr bwMode="auto">
          <a:xfrm>
            <a:off x="7734922" y="5604675"/>
            <a:ext cx="415925" cy="984250"/>
          </a:xfrm>
          <a:prstGeom prst="rect">
            <a:avLst/>
          </a:prstGeom>
          <a:solidFill>
            <a:sysClr val="window" lastClr="FFFFFF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Arc 27"/>
          <p:cNvSpPr/>
          <p:nvPr/>
        </p:nvSpPr>
        <p:spPr bwMode="auto">
          <a:xfrm>
            <a:off x="8098460" y="5809463"/>
            <a:ext cx="190500" cy="374650"/>
          </a:xfrm>
          <a:custGeom>
            <a:avLst/>
            <a:gdLst>
              <a:gd name="T0" fmla="*/ 2147483647 w 21961"/>
              <a:gd name="T1" fmla="*/ 0 h 43200"/>
              <a:gd name="T2" fmla="*/ 0 w 21961"/>
              <a:gd name="T3" fmla="*/ 2147483647 h 43200"/>
              <a:gd name="T4" fmla="*/ 2147483647 w 21961"/>
              <a:gd name="T5" fmla="*/ 2147483647 h 43200"/>
              <a:gd name="T6" fmla="*/ 0 60000 65536"/>
              <a:gd name="T7" fmla="*/ 0 60000 65536"/>
              <a:gd name="T8" fmla="*/ 0 60000 65536"/>
              <a:gd name="T9" fmla="*/ 0 w 21961"/>
              <a:gd name="T10" fmla="*/ 0 h 43200"/>
              <a:gd name="T11" fmla="*/ 21961 w 21961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961" h="43200" fill="none" extrusionOk="0">
                <a:moveTo>
                  <a:pt x="360" y="0"/>
                </a:moveTo>
                <a:cubicBezTo>
                  <a:pt x="12290" y="0"/>
                  <a:pt x="21961" y="9670"/>
                  <a:pt x="21961" y="21600"/>
                </a:cubicBezTo>
                <a:cubicBezTo>
                  <a:pt x="21961" y="33529"/>
                  <a:pt x="12290" y="43200"/>
                  <a:pt x="361" y="43200"/>
                </a:cubicBezTo>
                <a:cubicBezTo>
                  <a:pt x="240" y="43200"/>
                  <a:pt x="120" y="43198"/>
                  <a:pt x="0" y="43196"/>
                </a:cubicBezTo>
              </a:path>
              <a:path w="21961" h="43200" stroke="0" extrusionOk="0">
                <a:moveTo>
                  <a:pt x="360" y="0"/>
                </a:moveTo>
                <a:cubicBezTo>
                  <a:pt x="12290" y="0"/>
                  <a:pt x="21961" y="9670"/>
                  <a:pt x="21961" y="21600"/>
                </a:cubicBezTo>
                <a:cubicBezTo>
                  <a:pt x="21961" y="33529"/>
                  <a:pt x="12290" y="43200"/>
                  <a:pt x="361" y="43200"/>
                </a:cubicBezTo>
                <a:cubicBezTo>
                  <a:pt x="240" y="43200"/>
                  <a:pt x="120" y="43198"/>
                  <a:pt x="0" y="43196"/>
                </a:cubicBezTo>
                <a:lnTo>
                  <a:pt x="361" y="21600"/>
                </a:lnTo>
                <a:lnTo>
                  <a:pt x="360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Oval 28"/>
          <p:cNvSpPr>
            <a:spLocks noChangeArrowheads="1"/>
          </p:cNvSpPr>
          <p:nvPr/>
        </p:nvSpPr>
        <p:spPr bwMode="auto">
          <a:xfrm>
            <a:off x="7874622" y="5763425"/>
            <a:ext cx="460375" cy="460375"/>
          </a:xfrm>
          <a:prstGeom prst="ellipse">
            <a:avLst/>
          </a:prstGeom>
          <a:solidFill>
            <a:sysClr val="window" lastClr="FFFFFF"/>
          </a:solidFill>
          <a:ln w="9525">
            <a:noFill/>
            <a:rou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Line 29"/>
          <p:cNvSpPr>
            <a:spLocks noChangeShapeType="1"/>
          </p:cNvSpPr>
          <p:nvPr/>
        </p:nvSpPr>
        <p:spPr bwMode="auto">
          <a:xfrm flipH="1">
            <a:off x="8119097" y="5360200"/>
            <a:ext cx="1543050" cy="573088"/>
          </a:xfrm>
          <a:prstGeom prst="line">
            <a:avLst/>
          </a:prstGeom>
          <a:noFill/>
          <a:ln w="57150">
            <a:solidFill>
              <a:srgbClr val="00CC99"/>
            </a:solidFill>
            <a:round/>
            <a:tailEnd type="triangle" w="sm" len="lg"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Line 30"/>
          <p:cNvSpPr>
            <a:spLocks noChangeShapeType="1"/>
          </p:cNvSpPr>
          <p:nvPr/>
        </p:nvSpPr>
        <p:spPr bwMode="auto">
          <a:xfrm flipV="1">
            <a:off x="8230222" y="6301588"/>
            <a:ext cx="0" cy="23653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Group 31"/>
          <p:cNvGrpSpPr/>
          <p:nvPr/>
        </p:nvGrpSpPr>
        <p:grpSpPr bwMode="auto">
          <a:xfrm>
            <a:off x="6661772" y="5388775"/>
            <a:ext cx="2873375" cy="1244600"/>
            <a:chOff x="1886" y="3312"/>
            <a:chExt cx="1810" cy="784"/>
          </a:xfrm>
        </p:grpSpPr>
        <p:sp>
          <p:nvSpPr>
            <p:cNvPr id="28" name="Oval 32"/>
            <p:cNvSpPr>
              <a:spLocks noChangeArrowheads="1"/>
            </p:cNvSpPr>
            <p:nvPr/>
          </p:nvSpPr>
          <p:spPr bwMode="auto">
            <a:xfrm>
              <a:off x="2448" y="3361"/>
              <a:ext cx="692" cy="687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33"/>
            <p:cNvSpPr>
              <a:spLocks noChangeShapeType="1"/>
            </p:cNvSpPr>
            <p:nvPr/>
          </p:nvSpPr>
          <p:spPr bwMode="auto">
            <a:xfrm>
              <a:off x="2107" y="3492"/>
              <a:ext cx="0" cy="4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34"/>
            <p:cNvSpPr>
              <a:spLocks noChangeShapeType="1"/>
            </p:cNvSpPr>
            <p:nvPr/>
          </p:nvSpPr>
          <p:spPr bwMode="auto">
            <a:xfrm>
              <a:off x="3476" y="3471"/>
              <a:ext cx="0" cy="4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35"/>
            <p:cNvSpPr>
              <a:spLocks noChangeShapeType="1"/>
            </p:cNvSpPr>
            <p:nvPr/>
          </p:nvSpPr>
          <p:spPr bwMode="auto">
            <a:xfrm flipV="1">
              <a:off x="2065" y="3370"/>
              <a:ext cx="650" cy="1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36"/>
            <p:cNvSpPr>
              <a:spLocks noChangeShapeType="1"/>
            </p:cNvSpPr>
            <p:nvPr/>
          </p:nvSpPr>
          <p:spPr bwMode="auto">
            <a:xfrm>
              <a:off x="2073" y="3870"/>
              <a:ext cx="640" cy="17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37"/>
            <p:cNvSpPr>
              <a:spLocks noChangeShapeType="1"/>
            </p:cNvSpPr>
            <p:nvPr/>
          </p:nvSpPr>
          <p:spPr bwMode="auto">
            <a:xfrm>
              <a:off x="2869" y="3370"/>
              <a:ext cx="648" cy="15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38"/>
            <p:cNvSpPr>
              <a:spLocks noChangeShapeType="1"/>
            </p:cNvSpPr>
            <p:nvPr/>
          </p:nvSpPr>
          <p:spPr bwMode="auto">
            <a:xfrm flipH="1">
              <a:off x="2873" y="3852"/>
              <a:ext cx="636" cy="1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Oval 39"/>
            <p:cNvSpPr>
              <a:spLocks noChangeArrowheads="1"/>
            </p:cNvSpPr>
            <p:nvPr/>
          </p:nvSpPr>
          <p:spPr bwMode="auto">
            <a:xfrm>
              <a:off x="2039" y="3626"/>
              <a:ext cx="144" cy="14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Oval 40"/>
            <p:cNvSpPr>
              <a:spLocks noChangeArrowheads="1"/>
            </p:cNvSpPr>
            <p:nvPr/>
          </p:nvSpPr>
          <p:spPr bwMode="auto">
            <a:xfrm>
              <a:off x="3403" y="3626"/>
              <a:ext cx="144" cy="14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Arc 41"/>
            <p:cNvSpPr/>
            <p:nvPr/>
          </p:nvSpPr>
          <p:spPr bwMode="auto">
            <a:xfrm>
              <a:off x="1944" y="3541"/>
              <a:ext cx="170" cy="329"/>
            </a:xfrm>
            <a:custGeom>
              <a:avLst/>
              <a:gdLst>
                <a:gd name="T0" fmla="*/ 0 w 21600"/>
                <a:gd name="T1" fmla="*/ 0 h 41864"/>
                <a:gd name="T2" fmla="*/ 0 w 21600"/>
                <a:gd name="T3" fmla="*/ 0 h 41864"/>
                <a:gd name="T4" fmla="*/ 0 w 21600"/>
                <a:gd name="T5" fmla="*/ 0 h 418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1864"/>
                <a:gd name="T11" fmla="*/ 21600 w 21600"/>
                <a:gd name="T12" fmla="*/ 41864 h 41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1864" fill="none" extrusionOk="0">
                  <a:moveTo>
                    <a:pt x="16463" y="41864"/>
                  </a:moveTo>
                  <a:cubicBezTo>
                    <a:pt x="6798" y="39498"/>
                    <a:pt x="0" y="30834"/>
                    <a:pt x="0" y="20884"/>
                  </a:cubicBezTo>
                  <a:cubicBezTo>
                    <a:pt x="-1" y="11079"/>
                    <a:pt x="6604" y="2504"/>
                    <a:pt x="16084" y="0"/>
                  </a:cubicBezTo>
                </a:path>
                <a:path w="21600" h="41864" stroke="0" extrusionOk="0">
                  <a:moveTo>
                    <a:pt x="16463" y="41864"/>
                  </a:moveTo>
                  <a:cubicBezTo>
                    <a:pt x="6798" y="39498"/>
                    <a:pt x="0" y="30834"/>
                    <a:pt x="0" y="20884"/>
                  </a:cubicBezTo>
                  <a:cubicBezTo>
                    <a:pt x="-1" y="11079"/>
                    <a:pt x="6604" y="2504"/>
                    <a:pt x="16084" y="0"/>
                  </a:cubicBezTo>
                  <a:lnTo>
                    <a:pt x="21600" y="20884"/>
                  </a:lnTo>
                  <a:lnTo>
                    <a:pt x="16463" y="41864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Arc 42"/>
            <p:cNvSpPr/>
            <p:nvPr/>
          </p:nvSpPr>
          <p:spPr bwMode="auto">
            <a:xfrm flipH="1">
              <a:off x="3468" y="3523"/>
              <a:ext cx="170" cy="329"/>
            </a:xfrm>
            <a:custGeom>
              <a:avLst/>
              <a:gdLst>
                <a:gd name="T0" fmla="*/ 0 w 21600"/>
                <a:gd name="T1" fmla="*/ 0 h 41864"/>
                <a:gd name="T2" fmla="*/ 0 w 21600"/>
                <a:gd name="T3" fmla="*/ 0 h 41864"/>
                <a:gd name="T4" fmla="*/ 0 w 21600"/>
                <a:gd name="T5" fmla="*/ 0 h 418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1864"/>
                <a:gd name="T11" fmla="*/ 21600 w 21600"/>
                <a:gd name="T12" fmla="*/ 41864 h 41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1864" fill="none" extrusionOk="0">
                  <a:moveTo>
                    <a:pt x="16463" y="41864"/>
                  </a:moveTo>
                  <a:cubicBezTo>
                    <a:pt x="6798" y="39498"/>
                    <a:pt x="0" y="30834"/>
                    <a:pt x="0" y="20884"/>
                  </a:cubicBezTo>
                  <a:cubicBezTo>
                    <a:pt x="-1" y="11079"/>
                    <a:pt x="6604" y="2504"/>
                    <a:pt x="16084" y="0"/>
                  </a:cubicBezTo>
                </a:path>
                <a:path w="21600" h="41864" stroke="0" extrusionOk="0">
                  <a:moveTo>
                    <a:pt x="16463" y="41864"/>
                  </a:moveTo>
                  <a:cubicBezTo>
                    <a:pt x="6798" y="39498"/>
                    <a:pt x="0" y="30834"/>
                    <a:pt x="0" y="20884"/>
                  </a:cubicBezTo>
                  <a:cubicBezTo>
                    <a:pt x="-1" y="11079"/>
                    <a:pt x="6604" y="2504"/>
                    <a:pt x="16084" y="0"/>
                  </a:cubicBezTo>
                  <a:lnTo>
                    <a:pt x="21600" y="20884"/>
                  </a:lnTo>
                  <a:lnTo>
                    <a:pt x="16463" y="41864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Line 43"/>
            <p:cNvSpPr>
              <a:spLocks noChangeShapeType="1"/>
            </p:cNvSpPr>
            <p:nvPr/>
          </p:nvSpPr>
          <p:spPr bwMode="auto">
            <a:xfrm rot="5400000">
              <a:off x="2849" y="3506"/>
              <a:ext cx="0" cy="3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Line 44"/>
            <p:cNvSpPr>
              <a:spLocks noChangeShapeType="1"/>
            </p:cNvSpPr>
            <p:nvPr/>
          </p:nvSpPr>
          <p:spPr bwMode="auto">
            <a:xfrm rot="5400000">
              <a:off x="2629" y="3686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Line 45"/>
            <p:cNvSpPr>
              <a:spLocks noChangeShapeType="1"/>
            </p:cNvSpPr>
            <p:nvPr/>
          </p:nvSpPr>
          <p:spPr bwMode="auto">
            <a:xfrm rot="5400000">
              <a:off x="2437" y="3536"/>
              <a:ext cx="0" cy="3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Line 46"/>
            <p:cNvSpPr>
              <a:spLocks noChangeShapeType="1"/>
            </p:cNvSpPr>
            <p:nvPr/>
          </p:nvSpPr>
          <p:spPr bwMode="auto">
            <a:xfrm rot="5400000">
              <a:off x="2251" y="3686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Line 47"/>
            <p:cNvSpPr>
              <a:spLocks noChangeShapeType="1"/>
            </p:cNvSpPr>
            <p:nvPr/>
          </p:nvSpPr>
          <p:spPr bwMode="auto">
            <a:xfrm rot="5400000">
              <a:off x="2054" y="3529"/>
              <a:ext cx="0" cy="33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Line 48"/>
            <p:cNvSpPr>
              <a:spLocks noChangeShapeType="1"/>
            </p:cNvSpPr>
            <p:nvPr/>
          </p:nvSpPr>
          <p:spPr bwMode="auto">
            <a:xfrm>
              <a:off x="2797" y="3312"/>
              <a:ext cx="0" cy="1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Line 49"/>
            <p:cNvSpPr>
              <a:spLocks noChangeShapeType="1"/>
            </p:cNvSpPr>
            <p:nvPr/>
          </p:nvSpPr>
          <p:spPr bwMode="auto">
            <a:xfrm>
              <a:off x="2797" y="3518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Line 50"/>
            <p:cNvSpPr>
              <a:spLocks noChangeShapeType="1"/>
            </p:cNvSpPr>
            <p:nvPr/>
          </p:nvSpPr>
          <p:spPr bwMode="auto">
            <a:xfrm>
              <a:off x="2797" y="3552"/>
              <a:ext cx="0" cy="2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Line 51"/>
            <p:cNvSpPr>
              <a:spLocks noChangeShapeType="1"/>
            </p:cNvSpPr>
            <p:nvPr/>
          </p:nvSpPr>
          <p:spPr bwMode="auto">
            <a:xfrm>
              <a:off x="2797" y="3848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Line 52"/>
            <p:cNvSpPr>
              <a:spLocks noChangeShapeType="1"/>
            </p:cNvSpPr>
            <p:nvPr/>
          </p:nvSpPr>
          <p:spPr bwMode="auto">
            <a:xfrm>
              <a:off x="2797" y="3888"/>
              <a:ext cx="0" cy="2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Line 53"/>
            <p:cNvSpPr>
              <a:spLocks noChangeShapeType="1"/>
            </p:cNvSpPr>
            <p:nvPr/>
          </p:nvSpPr>
          <p:spPr bwMode="auto">
            <a:xfrm rot="5400000">
              <a:off x="3535" y="3536"/>
              <a:ext cx="0" cy="3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Line 54"/>
            <p:cNvSpPr>
              <a:spLocks noChangeShapeType="1"/>
            </p:cNvSpPr>
            <p:nvPr/>
          </p:nvSpPr>
          <p:spPr bwMode="auto">
            <a:xfrm rot="5400000">
              <a:off x="3341" y="3686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Line 55"/>
            <p:cNvSpPr>
              <a:spLocks noChangeShapeType="1"/>
            </p:cNvSpPr>
            <p:nvPr/>
          </p:nvSpPr>
          <p:spPr bwMode="auto">
            <a:xfrm rot="5400000">
              <a:off x="3205" y="3596"/>
              <a:ext cx="0" cy="2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Line 56"/>
            <p:cNvSpPr>
              <a:spLocks noChangeShapeType="1"/>
            </p:cNvSpPr>
            <p:nvPr/>
          </p:nvSpPr>
          <p:spPr bwMode="auto">
            <a:xfrm rot="5400000">
              <a:off x="3071" y="3686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4" name="Group 57"/>
          <p:cNvGrpSpPr/>
          <p:nvPr/>
        </p:nvGrpSpPr>
        <p:grpSpPr bwMode="auto">
          <a:xfrm>
            <a:off x="9068931" y="1786553"/>
            <a:ext cx="227013" cy="438150"/>
            <a:chOff x="3778" y="1122"/>
            <a:chExt cx="143" cy="276"/>
          </a:xfrm>
        </p:grpSpPr>
        <p:grpSp>
          <p:nvGrpSpPr>
            <p:cNvPr id="55" name="Group 58"/>
            <p:cNvGrpSpPr/>
            <p:nvPr/>
          </p:nvGrpSpPr>
          <p:grpSpPr bwMode="auto">
            <a:xfrm>
              <a:off x="3778" y="1153"/>
              <a:ext cx="143" cy="204"/>
              <a:chOff x="2266" y="2428"/>
              <a:chExt cx="83" cy="204"/>
            </a:xfrm>
          </p:grpSpPr>
          <p:sp>
            <p:nvSpPr>
              <p:cNvPr id="60" name="Line 59"/>
              <p:cNvSpPr>
                <a:spLocks noChangeShapeType="1"/>
              </p:cNvSpPr>
              <p:nvPr/>
            </p:nvSpPr>
            <p:spPr bwMode="auto">
              <a:xfrm>
                <a:off x="2266" y="2428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Line 60"/>
              <p:cNvSpPr>
                <a:spLocks noChangeShapeType="1"/>
              </p:cNvSpPr>
              <p:nvPr/>
            </p:nvSpPr>
            <p:spPr bwMode="auto">
              <a:xfrm>
                <a:off x="2349" y="2428"/>
                <a:ext cx="0" cy="20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6" name="Group 61"/>
            <p:cNvGrpSpPr/>
            <p:nvPr/>
          </p:nvGrpSpPr>
          <p:grpSpPr bwMode="auto">
            <a:xfrm>
              <a:off x="3848" y="1122"/>
              <a:ext cx="1" cy="276"/>
              <a:chOff x="400" y="2529"/>
              <a:chExt cx="1" cy="276"/>
            </a:xfrm>
          </p:grpSpPr>
          <p:sp>
            <p:nvSpPr>
              <p:cNvPr id="57" name="Line 62"/>
              <p:cNvSpPr>
                <a:spLocks noChangeShapeType="1"/>
              </p:cNvSpPr>
              <p:nvPr/>
            </p:nvSpPr>
            <p:spPr bwMode="auto">
              <a:xfrm>
                <a:off x="400" y="2529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Line 63"/>
              <p:cNvSpPr>
                <a:spLocks noChangeShapeType="1"/>
              </p:cNvSpPr>
              <p:nvPr/>
            </p:nvSpPr>
            <p:spPr bwMode="auto">
              <a:xfrm>
                <a:off x="400" y="2646"/>
                <a:ext cx="0" cy="2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" name="Line 64"/>
              <p:cNvSpPr>
                <a:spLocks noChangeShapeType="1"/>
              </p:cNvSpPr>
              <p:nvPr/>
            </p:nvSpPr>
            <p:spPr bwMode="auto">
              <a:xfrm>
                <a:off x="401" y="2691"/>
                <a:ext cx="0" cy="11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62" name="Freeform 65"/>
          <p:cNvSpPr/>
          <p:nvPr/>
        </p:nvSpPr>
        <p:spPr bwMode="auto">
          <a:xfrm>
            <a:off x="8937169" y="624503"/>
            <a:ext cx="1338262" cy="1539875"/>
          </a:xfrm>
          <a:custGeom>
            <a:avLst/>
            <a:gdLst>
              <a:gd name="T0" fmla="*/ 2147483647 w 844"/>
              <a:gd name="T1" fmla="*/ 0 h 970"/>
              <a:gd name="T2" fmla="*/ 2147483647 w 844"/>
              <a:gd name="T3" fmla="*/ 0 h 970"/>
              <a:gd name="T4" fmla="*/ 2147483647 w 844"/>
              <a:gd name="T5" fmla="*/ 2147483647 h 970"/>
              <a:gd name="T6" fmla="*/ 0 w 844"/>
              <a:gd name="T7" fmla="*/ 2147483647 h 970"/>
              <a:gd name="T8" fmla="*/ 0 w 844"/>
              <a:gd name="T9" fmla="*/ 2147483647 h 970"/>
              <a:gd name="T10" fmla="*/ 2147483647 w 844"/>
              <a:gd name="T11" fmla="*/ 2147483647 h 9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44"/>
              <a:gd name="T19" fmla="*/ 0 h 970"/>
              <a:gd name="T20" fmla="*/ 844 w 844"/>
              <a:gd name="T21" fmla="*/ 970 h 9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44" h="970">
                <a:moveTo>
                  <a:pt x="840" y="0"/>
                </a:moveTo>
                <a:lnTo>
                  <a:pt x="488" y="0"/>
                </a:lnTo>
                <a:lnTo>
                  <a:pt x="488" y="768"/>
                </a:lnTo>
                <a:lnTo>
                  <a:pt x="0" y="768"/>
                </a:lnTo>
                <a:lnTo>
                  <a:pt x="0" y="970"/>
                </a:lnTo>
                <a:lnTo>
                  <a:pt x="844" y="970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3" name="Group 66"/>
          <p:cNvGrpSpPr/>
          <p:nvPr/>
        </p:nvGrpSpPr>
        <p:grpSpPr bwMode="auto">
          <a:xfrm>
            <a:off x="8937169" y="626090"/>
            <a:ext cx="1149350" cy="1531938"/>
            <a:chOff x="3882" y="1800"/>
            <a:chExt cx="724" cy="965"/>
          </a:xfrm>
        </p:grpSpPr>
        <p:sp>
          <p:nvSpPr>
            <p:cNvPr id="64" name="Line 67"/>
            <p:cNvSpPr>
              <a:spLocks noChangeShapeType="1"/>
            </p:cNvSpPr>
            <p:nvPr/>
          </p:nvSpPr>
          <p:spPr bwMode="auto">
            <a:xfrm flipV="1">
              <a:off x="4374" y="1800"/>
              <a:ext cx="136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Line 68"/>
            <p:cNvSpPr>
              <a:spLocks noChangeShapeType="1"/>
            </p:cNvSpPr>
            <p:nvPr/>
          </p:nvSpPr>
          <p:spPr bwMode="auto">
            <a:xfrm flipV="1">
              <a:off x="4377" y="1836"/>
              <a:ext cx="229" cy="22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Line 69"/>
            <p:cNvSpPr>
              <a:spLocks noChangeShapeType="1"/>
            </p:cNvSpPr>
            <p:nvPr/>
          </p:nvSpPr>
          <p:spPr bwMode="auto">
            <a:xfrm flipV="1">
              <a:off x="4375" y="2065"/>
              <a:ext cx="136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Line 70"/>
            <p:cNvSpPr>
              <a:spLocks noChangeShapeType="1"/>
            </p:cNvSpPr>
            <p:nvPr/>
          </p:nvSpPr>
          <p:spPr bwMode="auto">
            <a:xfrm flipV="1">
              <a:off x="4375" y="2193"/>
              <a:ext cx="136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Line 71"/>
            <p:cNvSpPr>
              <a:spLocks noChangeShapeType="1"/>
            </p:cNvSpPr>
            <p:nvPr/>
          </p:nvSpPr>
          <p:spPr bwMode="auto">
            <a:xfrm flipV="1">
              <a:off x="4375" y="2313"/>
              <a:ext cx="136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Line 72"/>
            <p:cNvSpPr>
              <a:spLocks noChangeShapeType="1"/>
            </p:cNvSpPr>
            <p:nvPr/>
          </p:nvSpPr>
          <p:spPr bwMode="auto">
            <a:xfrm flipV="1">
              <a:off x="4312" y="2562"/>
              <a:ext cx="202" cy="2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Line 73"/>
            <p:cNvSpPr>
              <a:spLocks noChangeShapeType="1"/>
            </p:cNvSpPr>
            <p:nvPr/>
          </p:nvSpPr>
          <p:spPr bwMode="auto">
            <a:xfrm flipV="1">
              <a:off x="4183" y="2437"/>
              <a:ext cx="328" cy="3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Line 74"/>
            <p:cNvSpPr>
              <a:spLocks noChangeShapeType="1"/>
            </p:cNvSpPr>
            <p:nvPr/>
          </p:nvSpPr>
          <p:spPr bwMode="auto">
            <a:xfrm flipV="1">
              <a:off x="4429" y="2682"/>
              <a:ext cx="82" cy="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Line 75"/>
            <p:cNvSpPr>
              <a:spLocks noChangeShapeType="1"/>
            </p:cNvSpPr>
            <p:nvPr/>
          </p:nvSpPr>
          <p:spPr bwMode="auto">
            <a:xfrm flipV="1">
              <a:off x="3882" y="2592"/>
              <a:ext cx="79" cy="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Line 76"/>
            <p:cNvSpPr>
              <a:spLocks noChangeShapeType="1"/>
            </p:cNvSpPr>
            <p:nvPr/>
          </p:nvSpPr>
          <p:spPr bwMode="auto">
            <a:xfrm flipV="1">
              <a:off x="3922" y="2722"/>
              <a:ext cx="37" cy="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Line 77"/>
            <p:cNvSpPr>
              <a:spLocks noChangeShapeType="1"/>
            </p:cNvSpPr>
            <p:nvPr/>
          </p:nvSpPr>
          <p:spPr bwMode="auto">
            <a:xfrm flipV="1">
              <a:off x="4105" y="2565"/>
              <a:ext cx="154" cy="1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5" name="Group 78"/>
          <p:cNvGrpSpPr/>
          <p:nvPr/>
        </p:nvGrpSpPr>
        <p:grpSpPr bwMode="auto">
          <a:xfrm>
            <a:off x="9942056" y="630853"/>
            <a:ext cx="342900" cy="1541462"/>
            <a:chOff x="875" y="1801"/>
            <a:chExt cx="216" cy="971"/>
          </a:xfrm>
        </p:grpSpPr>
        <p:sp>
          <p:nvSpPr>
            <p:cNvPr id="76" name="Line 79"/>
            <p:cNvSpPr>
              <a:spLocks noChangeShapeType="1"/>
            </p:cNvSpPr>
            <p:nvPr/>
          </p:nvSpPr>
          <p:spPr bwMode="auto">
            <a:xfrm>
              <a:off x="875" y="1974"/>
              <a:ext cx="0" cy="79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Line 80"/>
            <p:cNvSpPr>
              <a:spLocks noChangeShapeType="1"/>
            </p:cNvSpPr>
            <p:nvPr/>
          </p:nvSpPr>
          <p:spPr bwMode="auto">
            <a:xfrm>
              <a:off x="879" y="1977"/>
              <a:ext cx="21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Line 81"/>
            <p:cNvSpPr>
              <a:spLocks noChangeShapeType="1"/>
            </p:cNvSpPr>
            <p:nvPr/>
          </p:nvSpPr>
          <p:spPr bwMode="auto">
            <a:xfrm>
              <a:off x="967" y="1801"/>
              <a:ext cx="0" cy="17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9" name="Rectangle 82"/>
          <p:cNvSpPr>
            <a:spLocks noChangeArrowheads="1"/>
          </p:cNvSpPr>
          <p:nvPr/>
        </p:nvSpPr>
        <p:spPr bwMode="auto">
          <a:xfrm>
            <a:off x="8773941" y="323746"/>
            <a:ext cx="1477962" cy="1862137"/>
          </a:xfrm>
          <a:prstGeom prst="rect">
            <a:avLst/>
          </a:prstGeom>
          <a:solidFill>
            <a:sysClr val="window" lastClr="FFFFFF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Arc 83"/>
          <p:cNvSpPr/>
          <p:nvPr/>
        </p:nvSpPr>
        <p:spPr bwMode="auto">
          <a:xfrm>
            <a:off x="6125041" y="1225236"/>
            <a:ext cx="128587" cy="257175"/>
          </a:xfrm>
          <a:custGeom>
            <a:avLst/>
            <a:gdLst>
              <a:gd name="T0" fmla="*/ 0 w 21600"/>
              <a:gd name="T1" fmla="*/ 0 h 43186"/>
              <a:gd name="T2" fmla="*/ 2147483647 w 21600"/>
              <a:gd name="T3" fmla="*/ 2147483647 h 43186"/>
              <a:gd name="T4" fmla="*/ 0 w 21600"/>
              <a:gd name="T5" fmla="*/ 2147483647 h 43186"/>
              <a:gd name="T6" fmla="*/ 0 60000 65536"/>
              <a:gd name="T7" fmla="*/ 0 60000 65536"/>
              <a:gd name="T8" fmla="*/ 0 60000 65536"/>
              <a:gd name="T9" fmla="*/ 0 w 21600"/>
              <a:gd name="T10" fmla="*/ 0 h 43186"/>
              <a:gd name="T11" fmla="*/ 21600 w 21600"/>
              <a:gd name="T12" fmla="*/ 43186 h 431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186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229"/>
                  <a:pt x="12392" y="42771"/>
                  <a:pt x="771" y="43186"/>
                </a:cubicBezTo>
              </a:path>
              <a:path w="21600" h="43186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229"/>
                  <a:pt x="12392" y="42771"/>
                  <a:pt x="771" y="43186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1" name="Group 84"/>
          <p:cNvGrpSpPr/>
          <p:nvPr/>
        </p:nvGrpSpPr>
        <p:grpSpPr bwMode="auto">
          <a:xfrm flipH="1">
            <a:off x="6125041" y="666436"/>
            <a:ext cx="342900" cy="1517650"/>
            <a:chOff x="1412" y="1664"/>
            <a:chExt cx="216" cy="956"/>
          </a:xfrm>
        </p:grpSpPr>
        <p:sp>
          <p:nvSpPr>
            <p:cNvPr id="82" name="Line 85"/>
            <p:cNvSpPr>
              <a:spLocks noChangeShapeType="1"/>
            </p:cNvSpPr>
            <p:nvPr/>
          </p:nvSpPr>
          <p:spPr bwMode="auto">
            <a:xfrm flipV="1">
              <a:off x="1412" y="1834"/>
              <a:ext cx="0" cy="7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Line 86"/>
            <p:cNvSpPr>
              <a:spLocks noChangeShapeType="1"/>
            </p:cNvSpPr>
            <p:nvPr/>
          </p:nvSpPr>
          <p:spPr bwMode="auto">
            <a:xfrm>
              <a:off x="1416" y="1840"/>
              <a:ext cx="21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Line 87"/>
            <p:cNvSpPr>
              <a:spLocks noChangeShapeType="1"/>
            </p:cNvSpPr>
            <p:nvPr/>
          </p:nvSpPr>
          <p:spPr bwMode="auto">
            <a:xfrm>
              <a:off x="1504" y="1664"/>
              <a:ext cx="0" cy="1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5" name="Group 88"/>
          <p:cNvGrpSpPr/>
          <p:nvPr/>
        </p:nvGrpSpPr>
        <p:grpSpPr bwMode="auto">
          <a:xfrm>
            <a:off x="6120278" y="658498"/>
            <a:ext cx="1338263" cy="1539875"/>
            <a:chOff x="1088" y="1797"/>
            <a:chExt cx="843" cy="970"/>
          </a:xfrm>
        </p:grpSpPr>
        <p:sp>
          <p:nvSpPr>
            <p:cNvPr id="86" name="Line 89"/>
            <p:cNvSpPr>
              <a:spLocks noChangeShapeType="1"/>
            </p:cNvSpPr>
            <p:nvPr/>
          </p:nvSpPr>
          <p:spPr bwMode="auto">
            <a:xfrm>
              <a:off x="1195" y="2566"/>
              <a:ext cx="2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Freeform 90"/>
            <p:cNvSpPr/>
            <p:nvPr/>
          </p:nvSpPr>
          <p:spPr bwMode="auto">
            <a:xfrm flipH="1">
              <a:off x="1088" y="1797"/>
              <a:ext cx="843" cy="970"/>
            </a:xfrm>
            <a:custGeom>
              <a:avLst/>
              <a:gdLst>
                <a:gd name="T0" fmla="*/ 829 w 844"/>
                <a:gd name="T1" fmla="*/ 0 h 970"/>
                <a:gd name="T2" fmla="*/ 477 w 844"/>
                <a:gd name="T3" fmla="*/ 0 h 970"/>
                <a:gd name="T4" fmla="*/ 477 w 844"/>
                <a:gd name="T5" fmla="*/ 768 h 970"/>
                <a:gd name="T6" fmla="*/ 0 w 844"/>
                <a:gd name="T7" fmla="*/ 768 h 970"/>
                <a:gd name="T8" fmla="*/ 0 w 844"/>
                <a:gd name="T9" fmla="*/ 970 h 970"/>
                <a:gd name="T10" fmla="*/ 833 w 844"/>
                <a:gd name="T11" fmla="*/ 970 h 9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44"/>
                <a:gd name="T19" fmla="*/ 0 h 970"/>
                <a:gd name="T20" fmla="*/ 844 w 844"/>
                <a:gd name="T21" fmla="*/ 970 h 9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44" h="970">
                  <a:moveTo>
                    <a:pt x="840" y="0"/>
                  </a:moveTo>
                  <a:lnTo>
                    <a:pt x="488" y="0"/>
                  </a:lnTo>
                  <a:lnTo>
                    <a:pt x="488" y="768"/>
                  </a:lnTo>
                  <a:lnTo>
                    <a:pt x="0" y="768"/>
                  </a:lnTo>
                  <a:lnTo>
                    <a:pt x="0" y="970"/>
                  </a:lnTo>
                  <a:lnTo>
                    <a:pt x="844" y="97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8" name="Group 91"/>
          <p:cNvGrpSpPr/>
          <p:nvPr/>
        </p:nvGrpSpPr>
        <p:grpSpPr bwMode="auto">
          <a:xfrm>
            <a:off x="7091828" y="1822136"/>
            <a:ext cx="228600" cy="441325"/>
            <a:chOff x="1697" y="2530"/>
            <a:chExt cx="144" cy="278"/>
          </a:xfrm>
        </p:grpSpPr>
        <p:grpSp>
          <p:nvGrpSpPr>
            <p:cNvPr id="89" name="Group 92"/>
            <p:cNvGrpSpPr/>
            <p:nvPr/>
          </p:nvGrpSpPr>
          <p:grpSpPr bwMode="auto">
            <a:xfrm>
              <a:off x="1697" y="2563"/>
              <a:ext cx="144" cy="208"/>
              <a:chOff x="868" y="2428"/>
              <a:chExt cx="144" cy="208"/>
            </a:xfrm>
          </p:grpSpPr>
          <p:sp>
            <p:nvSpPr>
              <p:cNvPr id="94" name="Line 93"/>
              <p:cNvSpPr>
                <a:spLocks noChangeShapeType="1"/>
              </p:cNvSpPr>
              <p:nvPr/>
            </p:nvSpPr>
            <p:spPr bwMode="auto">
              <a:xfrm>
                <a:off x="868" y="2428"/>
                <a:ext cx="0" cy="20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Line 94"/>
              <p:cNvSpPr>
                <a:spLocks noChangeShapeType="1"/>
              </p:cNvSpPr>
              <p:nvPr/>
            </p:nvSpPr>
            <p:spPr bwMode="auto">
              <a:xfrm>
                <a:off x="1012" y="2428"/>
                <a:ext cx="0" cy="20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0" name="Group 95"/>
            <p:cNvGrpSpPr/>
            <p:nvPr/>
          </p:nvGrpSpPr>
          <p:grpSpPr bwMode="auto">
            <a:xfrm>
              <a:off x="1768" y="2530"/>
              <a:ext cx="0" cy="278"/>
              <a:chOff x="1768" y="2530"/>
              <a:chExt cx="0" cy="278"/>
            </a:xfrm>
          </p:grpSpPr>
          <p:sp>
            <p:nvSpPr>
              <p:cNvPr id="91" name="Line 96"/>
              <p:cNvSpPr>
                <a:spLocks noChangeShapeType="1"/>
              </p:cNvSpPr>
              <p:nvPr/>
            </p:nvSpPr>
            <p:spPr bwMode="auto">
              <a:xfrm>
                <a:off x="1768" y="2530"/>
                <a:ext cx="0" cy="10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Line 97"/>
              <p:cNvSpPr>
                <a:spLocks noChangeShapeType="1"/>
              </p:cNvSpPr>
              <p:nvPr/>
            </p:nvSpPr>
            <p:spPr bwMode="auto">
              <a:xfrm>
                <a:off x="1768" y="2650"/>
                <a:ext cx="0" cy="2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Line 98"/>
              <p:cNvSpPr>
                <a:spLocks noChangeShapeType="1"/>
              </p:cNvSpPr>
              <p:nvPr/>
            </p:nvSpPr>
            <p:spPr bwMode="auto">
              <a:xfrm>
                <a:off x="1768" y="2688"/>
                <a:ext cx="0" cy="12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96" name="Rectangle 99"/>
          <p:cNvSpPr>
            <a:spLocks noChangeArrowheads="1"/>
          </p:cNvSpPr>
          <p:nvPr/>
        </p:nvSpPr>
        <p:spPr bwMode="auto">
          <a:xfrm>
            <a:off x="6001215" y="340759"/>
            <a:ext cx="1477963" cy="1941513"/>
          </a:xfrm>
          <a:prstGeom prst="rect">
            <a:avLst/>
          </a:prstGeom>
          <a:solidFill>
            <a:sysClr val="window" lastClr="FFFFFF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Text Box 101"/>
          <p:cNvSpPr txBox="1">
            <a:spLocks noChangeArrowheads="1"/>
          </p:cNvSpPr>
          <p:nvPr/>
        </p:nvSpPr>
        <p:spPr bwMode="auto">
          <a:xfrm>
            <a:off x="896826" y="2762956"/>
            <a:ext cx="3081012" cy="113877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/>
              </a:rPr>
              <a:t>   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/>
              </a:rPr>
              <a:t>当机件</a:t>
            </a:r>
            <a:r>
              <a:rPr kumimoji="1" lang="zh-CN" altLang="en-US" sz="22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Monotype Sorts"/>
              </a:rPr>
              <a:t>具有对称面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/>
              </a:rPr>
              <a:t>时</a:t>
            </a:r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/>
              </a:rPr>
              <a:t>,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/>
              </a:rPr>
              <a:t>以对称面为界</a:t>
            </a:r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/>
              </a:rPr>
              <a:t>,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/>
              </a:rPr>
              <a:t>一半画成剖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</a:t>
            </a:r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另一半按视图绘制。</a:t>
            </a:r>
            <a:endParaRPr kumimoji="1" lang="zh-CN" altLang="en-US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8" name="Group 102"/>
          <p:cNvGrpSpPr/>
          <p:nvPr/>
        </p:nvGrpSpPr>
        <p:grpSpPr bwMode="auto">
          <a:xfrm>
            <a:off x="6479210" y="5995200"/>
            <a:ext cx="3232150" cy="6350"/>
            <a:chOff x="600" y="3100"/>
            <a:chExt cx="2036" cy="4"/>
          </a:xfrm>
        </p:grpSpPr>
        <p:sp>
          <p:nvSpPr>
            <p:cNvPr id="99" name="Line 103"/>
            <p:cNvSpPr>
              <a:spLocks noChangeShapeType="1"/>
            </p:cNvSpPr>
            <p:nvPr/>
          </p:nvSpPr>
          <p:spPr bwMode="auto">
            <a:xfrm>
              <a:off x="600" y="3104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Line 104"/>
            <p:cNvSpPr>
              <a:spLocks noChangeShapeType="1"/>
            </p:cNvSpPr>
            <p:nvPr/>
          </p:nvSpPr>
          <p:spPr bwMode="auto">
            <a:xfrm>
              <a:off x="2540" y="3100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1" name="Group 105"/>
          <p:cNvGrpSpPr/>
          <p:nvPr/>
        </p:nvGrpSpPr>
        <p:grpSpPr bwMode="auto">
          <a:xfrm>
            <a:off x="6115672" y="5645950"/>
            <a:ext cx="4003675" cy="419100"/>
            <a:chOff x="386" y="2911"/>
            <a:chExt cx="2437" cy="264"/>
          </a:xfrm>
        </p:grpSpPr>
        <p:sp>
          <p:nvSpPr>
            <p:cNvPr id="102" name="Text Box 106"/>
            <p:cNvSpPr txBox="1">
              <a:spLocks noChangeArrowheads="1"/>
            </p:cNvSpPr>
            <p:nvPr/>
          </p:nvSpPr>
          <p:spPr bwMode="auto">
            <a:xfrm>
              <a:off x="386" y="2923"/>
              <a:ext cx="229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0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Text Box 107"/>
            <p:cNvSpPr txBox="1">
              <a:spLocks noChangeArrowheads="1"/>
            </p:cNvSpPr>
            <p:nvPr/>
          </p:nvSpPr>
          <p:spPr bwMode="auto">
            <a:xfrm>
              <a:off x="2547" y="2911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A</a:t>
              </a:r>
              <a:endParaRPr kumimoji="1" lang="en-US" altLang="zh-CN" sz="20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4" name="Text Box 108"/>
          <p:cNvSpPr txBox="1">
            <a:spLocks noChangeArrowheads="1"/>
          </p:cNvSpPr>
          <p:nvPr/>
        </p:nvSpPr>
        <p:spPr bwMode="auto">
          <a:xfrm>
            <a:off x="7707768" y="3012789"/>
            <a:ext cx="846707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A—A</a:t>
            </a:r>
            <a:endParaRPr kumimoji="1" lang="en-US" altLang="zh-CN" sz="2000" b="1" i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5" name="Group 109"/>
          <p:cNvGrpSpPr/>
          <p:nvPr/>
        </p:nvGrpSpPr>
        <p:grpSpPr bwMode="auto">
          <a:xfrm>
            <a:off x="11240631" y="1843703"/>
            <a:ext cx="227013" cy="323850"/>
            <a:chOff x="2266" y="2428"/>
            <a:chExt cx="83" cy="204"/>
          </a:xfrm>
        </p:grpSpPr>
        <p:sp>
          <p:nvSpPr>
            <p:cNvPr id="106" name="Line 110"/>
            <p:cNvSpPr>
              <a:spLocks noChangeShapeType="1"/>
            </p:cNvSpPr>
            <p:nvPr/>
          </p:nvSpPr>
          <p:spPr bwMode="auto">
            <a:xfrm>
              <a:off x="2266" y="2428"/>
              <a:ext cx="0" cy="2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Line 111"/>
            <p:cNvSpPr>
              <a:spLocks noChangeShapeType="1"/>
            </p:cNvSpPr>
            <p:nvPr/>
          </p:nvSpPr>
          <p:spPr bwMode="auto">
            <a:xfrm>
              <a:off x="2349" y="2428"/>
              <a:ext cx="0" cy="20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8" name="Group 112"/>
          <p:cNvGrpSpPr/>
          <p:nvPr/>
        </p:nvGrpSpPr>
        <p:grpSpPr bwMode="auto">
          <a:xfrm>
            <a:off x="10450056" y="622915"/>
            <a:ext cx="1163638" cy="1535113"/>
            <a:chOff x="4835" y="1798"/>
            <a:chExt cx="733" cy="967"/>
          </a:xfrm>
        </p:grpSpPr>
        <p:sp>
          <p:nvSpPr>
            <p:cNvPr id="109" name="Line 113"/>
            <p:cNvSpPr>
              <a:spLocks noChangeShapeType="1"/>
            </p:cNvSpPr>
            <p:nvPr/>
          </p:nvSpPr>
          <p:spPr bwMode="auto">
            <a:xfrm flipV="1">
              <a:off x="4835" y="1798"/>
              <a:ext cx="138" cy="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Line 114"/>
            <p:cNvSpPr>
              <a:spLocks noChangeShapeType="1"/>
            </p:cNvSpPr>
            <p:nvPr/>
          </p:nvSpPr>
          <p:spPr bwMode="auto">
            <a:xfrm flipV="1">
              <a:off x="4932" y="1839"/>
              <a:ext cx="136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Line 115"/>
            <p:cNvSpPr>
              <a:spLocks noChangeShapeType="1"/>
            </p:cNvSpPr>
            <p:nvPr/>
          </p:nvSpPr>
          <p:spPr bwMode="auto">
            <a:xfrm flipV="1">
              <a:off x="4935" y="1968"/>
              <a:ext cx="136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Line 116"/>
            <p:cNvSpPr>
              <a:spLocks noChangeShapeType="1"/>
            </p:cNvSpPr>
            <p:nvPr/>
          </p:nvSpPr>
          <p:spPr bwMode="auto">
            <a:xfrm flipV="1">
              <a:off x="4933" y="2104"/>
              <a:ext cx="136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Line 117"/>
            <p:cNvSpPr>
              <a:spLocks noChangeShapeType="1"/>
            </p:cNvSpPr>
            <p:nvPr/>
          </p:nvSpPr>
          <p:spPr bwMode="auto">
            <a:xfrm flipV="1">
              <a:off x="4933" y="2232"/>
              <a:ext cx="136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Line 118"/>
            <p:cNvSpPr>
              <a:spLocks noChangeShapeType="1"/>
            </p:cNvSpPr>
            <p:nvPr/>
          </p:nvSpPr>
          <p:spPr bwMode="auto">
            <a:xfrm flipV="1">
              <a:off x="5035" y="2570"/>
              <a:ext cx="186" cy="1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Line 119"/>
            <p:cNvSpPr>
              <a:spLocks noChangeShapeType="1"/>
            </p:cNvSpPr>
            <p:nvPr/>
          </p:nvSpPr>
          <p:spPr bwMode="auto">
            <a:xfrm flipV="1">
              <a:off x="5153" y="2588"/>
              <a:ext cx="170" cy="1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Line 120"/>
            <p:cNvSpPr>
              <a:spLocks noChangeShapeType="1"/>
            </p:cNvSpPr>
            <p:nvPr/>
          </p:nvSpPr>
          <p:spPr bwMode="auto">
            <a:xfrm flipV="1">
              <a:off x="5254" y="2691"/>
              <a:ext cx="74" cy="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Line 121"/>
            <p:cNvSpPr>
              <a:spLocks noChangeShapeType="1"/>
            </p:cNvSpPr>
            <p:nvPr/>
          </p:nvSpPr>
          <p:spPr bwMode="auto">
            <a:xfrm flipV="1">
              <a:off x="5476" y="2567"/>
              <a:ext cx="80" cy="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122"/>
            <p:cNvSpPr>
              <a:spLocks noChangeShapeType="1"/>
            </p:cNvSpPr>
            <p:nvPr/>
          </p:nvSpPr>
          <p:spPr bwMode="auto">
            <a:xfrm flipV="1">
              <a:off x="5476" y="2651"/>
              <a:ext cx="92" cy="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23"/>
            <p:cNvSpPr>
              <a:spLocks noChangeShapeType="1"/>
            </p:cNvSpPr>
            <p:nvPr/>
          </p:nvSpPr>
          <p:spPr bwMode="auto">
            <a:xfrm flipV="1">
              <a:off x="4933" y="2352"/>
              <a:ext cx="136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24"/>
            <p:cNvSpPr>
              <a:spLocks noChangeShapeType="1"/>
            </p:cNvSpPr>
            <p:nvPr/>
          </p:nvSpPr>
          <p:spPr bwMode="auto">
            <a:xfrm flipV="1">
              <a:off x="4931" y="2564"/>
              <a:ext cx="18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25"/>
            <p:cNvSpPr>
              <a:spLocks noChangeShapeType="1"/>
            </p:cNvSpPr>
            <p:nvPr/>
          </p:nvSpPr>
          <p:spPr bwMode="auto">
            <a:xfrm flipV="1">
              <a:off x="4933" y="2476"/>
              <a:ext cx="136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2" name="Group 126"/>
          <p:cNvGrpSpPr/>
          <p:nvPr/>
        </p:nvGrpSpPr>
        <p:grpSpPr bwMode="auto">
          <a:xfrm>
            <a:off x="6125041" y="571186"/>
            <a:ext cx="0" cy="1685925"/>
            <a:chOff x="1088" y="1742"/>
            <a:chExt cx="0" cy="1062"/>
          </a:xfrm>
        </p:grpSpPr>
        <p:sp>
          <p:nvSpPr>
            <p:cNvPr id="123" name="Line 127"/>
            <p:cNvSpPr>
              <a:spLocks noChangeShapeType="1"/>
            </p:cNvSpPr>
            <p:nvPr/>
          </p:nvSpPr>
          <p:spPr bwMode="auto">
            <a:xfrm>
              <a:off x="1088" y="1742"/>
              <a:ext cx="0" cy="2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Line 128"/>
            <p:cNvSpPr>
              <a:spLocks noChangeShapeType="1"/>
            </p:cNvSpPr>
            <p:nvPr/>
          </p:nvSpPr>
          <p:spPr bwMode="auto">
            <a:xfrm>
              <a:off x="1088" y="2028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Line 129"/>
            <p:cNvSpPr>
              <a:spLocks noChangeShapeType="1"/>
            </p:cNvSpPr>
            <p:nvPr/>
          </p:nvSpPr>
          <p:spPr bwMode="auto">
            <a:xfrm>
              <a:off x="1088" y="2070"/>
              <a:ext cx="0" cy="3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Line 130"/>
            <p:cNvSpPr>
              <a:spLocks noChangeShapeType="1"/>
            </p:cNvSpPr>
            <p:nvPr/>
          </p:nvSpPr>
          <p:spPr bwMode="auto">
            <a:xfrm>
              <a:off x="1088" y="2406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Line 131"/>
            <p:cNvSpPr>
              <a:spLocks noChangeShapeType="1"/>
            </p:cNvSpPr>
            <p:nvPr/>
          </p:nvSpPr>
          <p:spPr bwMode="auto">
            <a:xfrm>
              <a:off x="1088" y="2446"/>
              <a:ext cx="0" cy="35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8" name="Line 132"/>
          <p:cNvSpPr>
            <a:spLocks noChangeShapeType="1"/>
          </p:cNvSpPr>
          <p:nvPr/>
        </p:nvSpPr>
        <p:spPr bwMode="auto">
          <a:xfrm>
            <a:off x="5944066" y="1358586"/>
            <a:ext cx="3619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9" name="Group 133"/>
          <p:cNvGrpSpPr/>
          <p:nvPr/>
        </p:nvGrpSpPr>
        <p:grpSpPr bwMode="auto">
          <a:xfrm>
            <a:off x="8109572" y="3337725"/>
            <a:ext cx="0" cy="1685925"/>
            <a:chOff x="1088" y="1742"/>
            <a:chExt cx="0" cy="1062"/>
          </a:xfrm>
        </p:grpSpPr>
        <p:sp>
          <p:nvSpPr>
            <p:cNvPr id="130" name="Line 134"/>
            <p:cNvSpPr>
              <a:spLocks noChangeShapeType="1"/>
            </p:cNvSpPr>
            <p:nvPr/>
          </p:nvSpPr>
          <p:spPr bwMode="auto">
            <a:xfrm>
              <a:off x="1088" y="1742"/>
              <a:ext cx="0" cy="2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Line 135"/>
            <p:cNvSpPr>
              <a:spLocks noChangeShapeType="1"/>
            </p:cNvSpPr>
            <p:nvPr/>
          </p:nvSpPr>
          <p:spPr bwMode="auto">
            <a:xfrm>
              <a:off x="1088" y="2028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Line 136"/>
            <p:cNvSpPr>
              <a:spLocks noChangeShapeType="1"/>
            </p:cNvSpPr>
            <p:nvPr/>
          </p:nvSpPr>
          <p:spPr bwMode="auto">
            <a:xfrm>
              <a:off x="1088" y="2070"/>
              <a:ext cx="0" cy="3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137"/>
            <p:cNvSpPr>
              <a:spLocks noChangeShapeType="1"/>
            </p:cNvSpPr>
            <p:nvPr/>
          </p:nvSpPr>
          <p:spPr bwMode="auto">
            <a:xfrm>
              <a:off x="1088" y="2406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138"/>
            <p:cNvSpPr>
              <a:spLocks noChangeShapeType="1"/>
            </p:cNvSpPr>
            <p:nvPr/>
          </p:nvSpPr>
          <p:spPr bwMode="auto">
            <a:xfrm>
              <a:off x="1088" y="2446"/>
              <a:ext cx="0" cy="35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5" name="Group 139"/>
          <p:cNvGrpSpPr/>
          <p:nvPr/>
        </p:nvGrpSpPr>
        <p:grpSpPr bwMode="auto">
          <a:xfrm>
            <a:off x="10270669" y="543540"/>
            <a:ext cx="0" cy="1685925"/>
            <a:chOff x="1088" y="1742"/>
            <a:chExt cx="0" cy="1062"/>
          </a:xfrm>
        </p:grpSpPr>
        <p:sp>
          <p:nvSpPr>
            <p:cNvPr id="136" name="Line 140"/>
            <p:cNvSpPr>
              <a:spLocks noChangeShapeType="1"/>
            </p:cNvSpPr>
            <p:nvPr/>
          </p:nvSpPr>
          <p:spPr bwMode="auto">
            <a:xfrm>
              <a:off x="1088" y="1742"/>
              <a:ext cx="0" cy="2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141"/>
            <p:cNvSpPr>
              <a:spLocks noChangeShapeType="1"/>
            </p:cNvSpPr>
            <p:nvPr/>
          </p:nvSpPr>
          <p:spPr bwMode="auto">
            <a:xfrm>
              <a:off x="1088" y="2028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142"/>
            <p:cNvSpPr>
              <a:spLocks noChangeShapeType="1"/>
            </p:cNvSpPr>
            <p:nvPr/>
          </p:nvSpPr>
          <p:spPr bwMode="auto">
            <a:xfrm>
              <a:off x="1088" y="2070"/>
              <a:ext cx="0" cy="3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143"/>
            <p:cNvSpPr>
              <a:spLocks noChangeShapeType="1"/>
            </p:cNvSpPr>
            <p:nvPr/>
          </p:nvSpPr>
          <p:spPr bwMode="auto">
            <a:xfrm>
              <a:off x="1088" y="2406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Line 144"/>
            <p:cNvSpPr>
              <a:spLocks noChangeShapeType="1"/>
            </p:cNvSpPr>
            <p:nvPr/>
          </p:nvSpPr>
          <p:spPr bwMode="auto">
            <a:xfrm>
              <a:off x="1088" y="2446"/>
              <a:ext cx="0" cy="35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1" name="Group 145"/>
          <p:cNvGrpSpPr/>
          <p:nvPr/>
        </p:nvGrpSpPr>
        <p:grpSpPr bwMode="auto">
          <a:xfrm>
            <a:off x="4789953" y="655323"/>
            <a:ext cx="1338263" cy="1539875"/>
            <a:chOff x="244" y="1797"/>
            <a:chExt cx="843" cy="970"/>
          </a:xfrm>
        </p:grpSpPr>
        <p:sp>
          <p:nvSpPr>
            <p:cNvPr id="142" name="Line 146"/>
            <p:cNvSpPr>
              <a:spLocks noChangeShapeType="1"/>
            </p:cNvSpPr>
            <p:nvPr/>
          </p:nvSpPr>
          <p:spPr bwMode="auto">
            <a:xfrm>
              <a:off x="736" y="2566"/>
              <a:ext cx="2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Freeform 147"/>
            <p:cNvSpPr/>
            <p:nvPr/>
          </p:nvSpPr>
          <p:spPr bwMode="auto">
            <a:xfrm>
              <a:off x="244" y="1797"/>
              <a:ext cx="843" cy="970"/>
            </a:xfrm>
            <a:custGeom>
              <a:avLst/>
              <a:gdLst>
                <a:gd name="T0" fmla="*/ 829 w 844"/>
                <a:gd name="T1" fmla="*/ 0 h 970"/>
                <a:gd name="T2" fmla="*/ 477 w 844"/>
                <a:gd name="T3" fmla="*/ 0 h 970"/>
                <a:gd name="T4" fmla="*/ 477 w 844"/>
                <a:gd name="T5" fmla="*/ 768 h 970"/>
                <a:gd name="T6" fmla="*/ 0 w 844"/>
                <a:gd name="T7" fmla="*/ 768 h 970"/>
                <a:gd name="T8" fmla="*/ 0 w 844"/>
                <a:gd name="T9" fmla="*/ 970 h 970"/>
                <a:gd name="T10" fmla="*/ 833 w 844"/>
                <a:gd name="T11" fmla="*/ 970 h 9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44"/>
                <a:gd name="T19" fmla="*/ 0 h 970"/>
                <a:gd name="T20" fmla="*/ 844 w 844"/>
                <a:gd name="T21" fmla="*/ 970 h 9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44" h="970">
                  <a:moveTo>
                    <a:pt x="840" y="0"/>
                  </a:moveTo>
                  <a:lnTo>
                    <a:pt x="488" y="0"/>
                  </a:lnTo>
                  <a:lnTo>
                    <a:pt x="488" y="768"/>
                  </a:lnTo>
                  <a:lnTo>
                    <a:pt x="0" y="768"/>
                  </a:lnTo>
                  <a:lnTo>
                    <a:pt x="0" y="970"/>
                  </a:lnTo>
                  <a:lnTo>
                    <a:pt x="844" y="97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4" name="Group 148"/>
          <p:cNvGrpSpPr/>
          <p:nvPr/>
        </p:nvGrpSpPr>
        <p:grpSpPr bwMode="auto">
          <a:xfrm flipH="1">
            <a:off x="10262731" y="632440"/>
            <a:ext cx="342900" cy="1517650"/>
            <a:chOff x="1412" y="1664"/>
            <a:chExt cx="216" cy="956"/>
          </a:xfrm>
        </p:grpSpPr>
        <p:sp>
          <p:nvSpPr>
            <p:cNvPr id="145" name="Line 149"/>
            <p:cNvSpPr>
              <a:spLocks noChangeShapeType="1"/>
            </p:cNvSpPr>
            <p:nvPr/>
          </p:nvSpPr>
          <p:spPr bwMode="auto">
            <a:xfrm flipV="1">
              <a:off x="1412" y="1834"/>
              <a:ext cx="0" cy="78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Line 150"/>
            <p:cNvSpPr>
              <a:spLocks noChangeShapeType="1"/>
            </p:cNvSpPr>
            <p:nvPr/>
          </p:nvSpPr>
          <p:spPr bwMode="auto">
            <a:xfrm>
              <a:off x="1416" y="1840"/>
              <a:ext cx="21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Line 151"/>
            <p:cNvSpPr>
              <a:spLocks noChangeShapeType="1"/>
            </p:cNvSpPr>
            <p:nvPr/>
          </p:nvSpPr>
          <p:spPr bwMode="auto">
            <a:xfrm>
              <a:off x="1504" y="1664"/>
              <a:ext cx="0" cy="17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8" name="Group 152"/>
          <p:cNvGrpSpPr/>
          <p:nvPr/>
        </p:nvGrpSpPr>
        <p:grpSpPr bwMode="auto">
          <a:xfrm>
            <a:off x="11239044" y="1797665"/>
            <a:ext cx="228600" cy="441325"/>
            <a:chOff x="1697" y="2530"/>
            <a:chExt cx="144" cy="278"/>
          </a:xfrm>
        </p:grpSpPr>
        <p:grpSp>
          <p:nvGrpSpPr>
            <p:cNvPr id="149" name="Group 153"/>
            <p:cNvGrpSpPr/>
            <p:nvPr/>
          </p:nvGrpSpPr>
          <p:grpSpPr bwMode="auto">
            <a:xfrm>
              <a:off x="1697" y="2563"/>
              <a:ext cx="144" cy="208"/>
              <a:chOff x="868" y="2428"/>
              <a:chExt cx="144" cy="208"/>
            </a:xfrm>
          </p:grpSpPr>
          <p:sp>
            <p:nvSpPr>
              <p:cNvPr id="154" name="Line 154"/>
              <p:cNvSpPr>
                <a:spLocks noChangeShapeType="1"/>
              </p:cNvSpPr>
              <p:nvPr/>
            </p:nvSpPr>
            <p:spPr bwMode="auto">
              <a:xfrm>
                <a:off x="868" y="2428"/>
                <a:ext cx="0" cy="20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5" name="Line 155"/>
              <p:cNvSpPr>
                <a:spLocks noChangeShapeType="1"/>
              </p:cNvSpPr>
              <p:nvPr/>
            </p:nvSpPr>
            <p:spPr bwMode="auto">
              <a:xfrm>
                <a:off x="1012" y="2428"/>
                <a:ext cx="0" cy="20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0" name="Group 156"/>
            <p:cNvGrpSpPr/>
            <p:nvPr/>
          </p:nvGrpSpPr>
          <p:grpSpPr bwMode="auto">
            <a:xfrm>
              <a:off x="1768" y="2530"/>
              <a:ext cx="0" cy="278"/>
              <a:chOff x="1768" y="2530"/>
              <a:chExt cx="0" cy="278"/>
            </a:xfrm>
          </p:grpSpPr>
          <p:sp>
            <p:nvSpPr>
              <p:cNvPr id="151" name="Line 157"/>
              <p:cNvSpPr>
                <a:spLocks noChangeShapeType="1"/>
              </p:cNvSpPr>
              <p:nvPr/>
            </p:nvSpPr>
            <p:spPr bwMode="auto">
              <a:xfrm>
                <a:off x="1768" y="2530"/>
                <a:ext cx="0" cy="10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2" name="Line 158"/>
              <p:cNvSpPr>
                <a:spLocks noChangeShapeType="1"/>
              </p:cNvSpPr>
              <p:nvPr/>
            </p:nvSpPr>
            <p:spPr bwMode="auto">
              <a:xfrm>
                <a:off x="1768" y="2650"/>
                <a:ext cx="0" cy="2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3" name="Line 159"/>
              <p:cNvSpPr>
                <a:spLocks noChangeShapeType="1"/>
              </p:cNvSpPr>
              <p:nvPr/>
            </p:nvSpPr>
            <p:spPr bwMode="auto">
              <a:xfrm>
                <a:off x="1768" y="2688"/>
                <a:ext cx="0" cy="12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56" name="Freeform 160"/>
          <p:cNvSpPr/>
          <p:nvPr/>
        </p:nvSpPr>
        <p:spPr bwMode="auto">
          <a:xfrm flipH="1">
            <a:off x="10267494" y="624503"/>
            <a:ext cx="1338262" cy="1539875"/>
          </a:xfrm>
          <a:custGeom>
            <a:avLst/>
            <a:gdLst>
              <a:gd name="T0" fmla="*/ 2147483647 w 844"/>
              <a:gd name="T1" fmla="*/ 0 h 970"/>
              <a:gd name="T2" fmla="*/ 2147483647 w 844"/>
              <a:gd name="T3" fmla="*/ 0 h 970"/>
              <a:gd name="T4" fmla="*/ 2147483647 w 844"/>
              <a:gd name="T5" fmla="*/ 2147483647 h 970"/>
              <a:gd name="T6" fmla="*/ 0 w 844"/>
              <a:gd name="T7" fmla="*/ 2147483647 h 970"/>
              <a:gd name="T8" fmla="*/ 0 w 844"/>
              <a:gd name="T9" fmla="*/ 2147483647 h 970"/>
              <a:gd name="T10" fmla="*/ 2147483647 w 844"/>
              <a:gd name="T11" fmla="*/ 2147483647 h 9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44"/>
              <a:gd name="T19" fmla="*/ 0 h 970"/>
              <a:gd name="T20" fmla="*/ 844 w 844"/>
              <a:gd name="T21" fmla="*/ 970 h 9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44" h="970">
                <a:moveTo>
                  <a:pt x="840" y="0"/>
                </a:moveTo>
                <a:lnTo>
                  <a:pt x="488" y="0"/>
                </a:lnTo>
                <a:lnTo>
                  <a:pt x="488" y="768"/>
                </a:lnTo>
                <a:lnTo>
                  <a:pt x="0" y="768"/>
                </a:lnTo>
                <a:lnTo>
                  <a:pt x="0" y="970"/>
                </a:lnTo>
                <a:lnTo>
                  <a:pt x="844" y="970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7" name="Group 161"/>
          <p:cNvGrpSpPr/>
          <p:nvPr/>
        </p:nvGrpSpPr>
        <p:grpSpPr bwMode="auto">
          <a:xfrm>
            <a:off x="8658847" y="2782782"/>
            <a:ext cx="3232150" cy="6350"/>
            <a:chOff x="600" y="3100"/>
            <a:chExt cx="2036" cy="4"/>
          </a:xfrm>
        </p:grpSpPr>
        <p:sp>
          <p:nvSpPr>
            <p:cNvPr id="158" name="Line 162"/>
            <p:cNvSpPr>
              <a:spLocks noChangeShapeType="1"/>
            </p:cNvSpPr>
            <p:nvPr/>
          </p:nvSpPr>
          <p:spPr bwMode="auto">
            <a:xfrm>
              <a:off x="600" y="3104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Line 163"/>
            <p:cNvSpPr>
              <a:spLocks noChangeShapeType="1"/>
            </p:cNvSpPr>
            <p:nvPr/>
          </p:nvSpPr>
          <p:spPr bwMode="auto">
            <a:xfrm>
              <a:off x="2540" y="3100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0" name="Group 164"/>
          <p:cNvGrpSpPr/>
          <p:nvPr/>
        </p:nvGrpSpPr>
        <p:grpSpPr bwMode="auto">
          <a:xfrm>
            <a:off x="8300966" y="2503382"/>
            <a:ext cx="3930650" cy="419100"/>
            <a:chOff x="386" y="2911"/>
            <a:chExt cx="2437" cy="264"/>
          </a:xfrm>
        </p:grpSpPr>
        <p:sp>
          <p:nvSpPr>
            <p:cNvPr id="161" name="Text Box 165"/>
            <p:cNvSpPr txBox="1">
              <a:spLocks noChangeArrowheads="1"/>
            </p:cNvSpPr>
            <p:nvPr/>
          </p:nvSpPr>
          <p:spPr bwMode="auto">
            <a:xfrm>
              <a:off x="386" y="2923"/>
              <a:ext cx="234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0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Text Box 166"/>
            <p:cNvSpPr txBox="1">
              <a:spLocks noChangeArrowheads="1"/>
            </p:cNvSpPr>
            <p:nvPr/>
          </p:nvSpPr>
          <p:spPr bwMode="auto">
            <a:xfrm>
              <a:off x="2611" y="2911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0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3" name="Group 167"/>
          <p:cNvGrpSpPr/>
          <p:nvPr/>
        </p:nvGrpSpPr>
        <p:grpSpPr bwMode="auto">
          <a:xfrm>
            <a:off x="8653391" y="2458932"/>
            <a:ext cx="3228975" cy="342900"/>
            <a:chOff x="600" y="2898"/>
            <a:chExt cx="2034" cy="216"/>
          </a:xfrm>
        </p:grpSpPr>
        <p:sp>
          <p:nvSpPr>
            <p:cNvPr id="164" name="Line 168"/>
            <p:cNvSpPr>
              <a:spLocks noChangeShapeType="1"/>
            </p:cNvSpPr>
            <p:nvPr/>
          </p:nvSpPr>
          <p:spPr bwMode="auto">
            <a:xfrm flipV="1">
              <a:off x="600" y="2907"/>
              <a:ext cx="0" cy="2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Line 169"/>
            <p:cNvSpPr>
              <a:spLocks noChangeShapeType="1"/>
            </p:cNvSpPr>
            <p:nvPr/>
          </p:nvSpPr>
          <p:spPr bwMode="auto">
            <a:xfrm flipV="1">
              <a:off x="2634" y="2898"/>
              <a:ext cx="0" cy="2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6" name="Group 170"/>
          <p:cNvGrpSpPr/>
          <p:nvPr/>
        </p:nvGrpSpPr>
        <p:grpSpPr bwMode="auto">
          <a:xfrm>
            <a:off x="8835954" y="2173182"/>
            <a:ext cx="2873375" cy="1238250"/>
            <a:chOff x="3621" y="1469"/>
            <a:chExt cx="1810" cy="780"/>
          </a:xfrm>
        </p:grpSpPr>
        <p:sp>
          <p:nvSpPr>
            <p:cNvPr id="167" name="Oval 171"/>
            <p:cNvSpPr>
              <a:spLocks noChangeArrowheads="1"/>
            </p:cNvSpPr>
            <p:nvPr/>
          </p:nvSpPr>
          <p:spPr bwMode="auto">
            <a:xfrm>
              <a:off x="4183" y="1518"/>
              <a:ext cx="692" cy="687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Line 172"/>
            <p:cNvSpPr>
              <a:spLocks noChangeShapeType="1"/>
            </p:cNvSpPr>
            <p:nvPr/>
          </p:nvSpPr>
          <p:spPr bwMode="auto">
            <a:xfrm>
              <a:off x="3842" y="1649"/>
              <a:ext cx="0" cy="4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Line 173"/>
            <p:cNvSpPr>
              <a:spLocks noChangeShapeType="1"/>
            </p:cNvSpPr>
            <p:nvPr/>
          </p:nvSpPr>
          <p:spPr bwMode="auto">
            <a:xfrm>
              <a:off x="5211" y="1628"/>
              <a:ext cx="0" cy="4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Line 174"/>
            <p:cNvSpPr>
              <a:spLocks noChangeShapeType="1"/>
            </p:cNvSpPr>
            <p:nvPr/>
          </p:nvSpPr>
          <p:spPr bwMode="auto">
            <a:xfrm flipV="1">
              <a:off x="3800" y="1527"/>
              <a:ext cx="650" cy="1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Line 175"/>
            <p:cNvSpPr>
              <a:spLocks noChangeShapeType="1"/>
            </p:cNvSpPr>
            <p:nvPr/>
          </p:nvSpPr>
          <p:spPr bwMode="auto">
            <a:xfrm>
              <a:off x="3808" y="2027"/>
              <a:ext cx="640" cy="17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Line 176"/>
            <p:cNvSpPr>
              <a:spLocks noChangeShapeType="1"/>
            </p:cNvSpPr>
            <p:nvPr/>
          </p:nvSpPr>
          <p:spPr bwMode="auto">
            <a:xfrm>
              <a:off x="4604" y="1527"/>
              <a:ext cx="648" cy="15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Line 177"/>
            <p:cNvSpPr>
              <a:spLocks noChangeShapeType="1"/>
            </p:cNvSpPr>
            <p:nvPr/>
          </p:nvSpPr>
          <p:spPr bwMode="auto">
            <a:xfrm flipH="1">
              <a:off x="4608" y="2009"/>
              <a:ext cx="636" cy="1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Oval 178"/>
            <p:cNvSpPr>
              <a:spLocks noChangeArrowheads="1"/>
            </p:cNvSpPr>
            <p:nvPr/>
          </p:nvSpPr>
          <p:spPr bwMode="auto">
            <a:xfrm>
              <a:off x="4318" y="1647"/>
              <a:ext cx="420" cy="4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Oval 179"/>
            <p:cNvSpPr>
              <a:spLocks noChangeArrowheads="1"/>
            </p:cNvSpPr>
            <p:nvPr/>
          </p:nvSpPr>
          <p:spPr bwMode="auto">
            <a:xfrm>
              <a:off x="4414" y="1735"/>
              <a:ext cx="236" cy="236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Oval 180"/>
            <p:cNvSpPr>
              <a:spLocks noChangeArrowheads="1"/>
            </p:cNvSpPr>
            <p:nvPr/>
          </p:nvSpPr>
          <p:spPr bwMode="auto">
            <a:xfrm>
              <a:off x="3774" y="1783"/>
              <a:ext cx="144" cy="14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Oval 181"/>
            <p:cNvSpPr>
              <a:spLocks noChangeArrowheads="1"/>
            </p:cNvSpPr>
            <p:nvPr/>
          </p:nvSpPr>
          <p:spPr bwMode="auto">
            <a:xfrm>
              <a:off x="5138" y="1783"/>
              <a:ext cx="144" cy="14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Line 182"/>
            <p:cNvSpPr>
              <a:spLocks noChangeShapeType="1"/>
            </p:cNvSpPr>
            <p:nvPr/>
          </p:nvSpPr>
          <p:spPr bwMode="auto">
            <a:xfrm flipH="1">
              <a:off x="4454" y="2055"/>
              <a:ext cx="0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Line 183"/>
            <p:cNvSpPr>
              <a:spLocks noChangeShapeType="1"/>
            </p:cNvSpPr>
            <p:nvPr/>
          </p:nvSpPr>
          <p:spPr bwMode="auto">
            <a:xfrm flipH="1">
              <a:off x="4606" y="2051"/>
              <a:ext cx="0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Arc 184"/>
            <p:cNvSpPr/>
            <p:nvPr/>
          </p:nvSpPr>
          <p:spPr bwMode="auto">
            <a:xfrm>
              <a:off x="3679" y="1698"/>
              <a:ext cx="170" cy="329"/>
            </a:xfrm>
            <a:custGeom>
              <a:avLst/>
              <a:gdLst>
                <a:gd name="T0" fmla="*/ 0 w 21600"/>
                <a:gd name="T1" fmla="*/ 0 h 41864"/>
                <a:gd name="T2" fmla="*/ 0 w 21600"/>
                <a:gd name="T3" fmla="*/ 0 h 41864"/>
                <a:gd name="T4" fmla="*/ 0 w 21600"/>
                <a:gd name="T5" fmla="*/ 0 h 418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1864"/>
                <a:gd name="T11" fmla="*/ 21600 w 21600"/>
                <a:gd name="T12" fmla="*/ 41864 h 41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1864" fill="none" extrusionOk="0">
                  <a:moveTo>
                    <a:pt x="16463" y="41864"/>
                  </a:moveTo>
                  <a:cubicBezTo>
                    <a:pt x="6798" y="39498"/>
                    <a:pt x="0" y="30834"/>
                    <a:pt x="0" y="20884"/>
                  </a:cubicBezTo>
                  <a:cubicBezTo>
                    <a:pt x="-1" y="11079"/>
                    <a:pt x="6604" y="2504"/>
                    <a:pt x="16084" y="0"/>
                  </a:cubicBezTo>
                </a:path>
                <a:path w="21600" h="41864" stroke="0" extrusionOk="0">
                  <a:moveTo>
                    <a:pt x="16463" y="41864"/>
                  </a:moveTo>
                  <a:cubicBezTo>
                    <a:pt x="6798" y="39498"/>
                    <a:pt x="0" y="30834"/>
                    <a:pt x="0" y="20884"/>
                  </a:cubicBezTo>
                  <a:cubicBezTo>
                    <a:pt x="-1" y="11079"/>
                    <a:pt x="6604" y="2504"/>
                    <a:pt x="16084" y="0"/>
                  </a:cubicBezTo>
                  <a:lnTo>
                    <a:pt x="21600" y="20884"/>
                  </a:lnTo>
                  <a:lnTo>
                    <a:pt x="16463" y="41864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Arc 185"/>
            <p:cNvSpPr/>
            <p:nvPr/>
          </p:nvSpPr>
          <p:spPr bwMode="auto">
            <a:xfrm flipH="1">
              <a:off x="5203" y="1680"/>
              <a:ext cx="170" cy="329"/>
            </a:xfrm>
            <a:custGeom>
              <a:avLst/>
              <a:gdLst>
                <a:gd name="T0" fmla="*/ 0 w 21600"/>
                <a:gd name="T1" fmla="*/ 0 h 41864"/>
                <a:gd name="T2" fmla="*/ 0 w 21600"/>
                <a:gd name="T3" fmla="*/ 0 h 41864"/>
                <a:gd name="T4" fmla="*/ 0 w 21600"/>
                <a:gd name="T5" fmla="*/ 0 h 418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1864"/>
                <a:gd name="T11" fmla="*/ 21600 w 21600"/>
                <a:gd name="T12" fmla="*/ 41864 h 41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1864" fill="none" extrusionOk="0">
                  <a:moveTo>
                    <a:pt x="16463" y="41864"/>
                  </a:moveTo>
                  <a:cubicBezTo>
                    <a:pt x="6798" y="39498"/>
                    <a:pt x="0" y="30834"/>
                    <a:pt x="0" y="20884"/>
                  </a:cubicBezTo>
                  <a:cubicBezTo>
                    <a:pt x="-1" y="11079"/>
                    <a:pt x="6604" y="2504"/>
                    <a:pt x="16084" y="0"/>
                  </a:cubicBezTo>
                </a:path>
                <a:path w="21600" h="41864" stroke="0" extrusionOk="0">
                  <a:moveTo>
                    <a:pt x="16463" y="41864"/>
                  </a:moveTo>
                  <a:cubicBezTo>
                    <a:pt x="6798" y="39498"/>
                    <a:pt x="0" y="30834"/>
                    <a:pt x="0" y="20884"/>
                  </a:cubicBezTo>
                  <a:cubicBezTo>
                    <a:pt x="-1" y="11079"/>
                    <a:pt x="6604" y="2504"/>
                    <a:pt x="16084" y="0"/>
                  </a:cubicBezTo>
                  <a:lnTo>
                    <a:pt x="21600" y="20884"/>
                  </a:lnTo>
                  <a:lnTo>
                    <a:pt x="16463" y="41864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Line 186"/>
            <p:cNvSpPr>
              <a:spLocks noChangeShapeType="1"/>
            </p:cNvSpPr>
            <p:nvPr/>
          </p:nvSpPr>
          <p:spPr bwMode="auto">
            <a:xfrm rot="5400000">
              <a:off x="4584" y="1663"/>
              <a:ext cx="0" cy="3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Line 187"/>
            <p:cNvSpPr>
              <a:spLocks noChangeShapeType="1"/>
            </p:cNvSpPr>
            <p:nvPr/>
          </p:nvSpPr>
          <p:spPr bwMode="auto">
            <a:xfrm rot="5400000">
              <a:off x="4364" y="1843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Line 188"/>
            <p:cNvSpPr>
              <a:spLocks noChangeShapeType="1"/>
            </p:cNvSpPr>
            <p:nvPr/>
          </p:nvSpPr>
          <p:spPr bwMode="auto">
            <a:xfrm rot="5400000">
              <a:off x="4172" y="1693"/>
              <a:ext cx="0" cy="3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Line 189"/>
            <p:cNvSpPr>
              <a:spLocks noChangeShapeType="1"/>
            </p:cNvSpPr>
            <p:nvPr/>
          </p:nvSpPr>
          <p:spPr bwMode="auto">
            <a:xfrm rot="5400000">
              <a:off x="3986" y="1843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Line 190"/>
            <p:cNvSpPr>
              <a:spLocks noChangeShapeType="1"/>
            </p:cNvSpPr>
            <p:nvPr/>
          </p:nvSpPr>
          <p:spPr bwMode="auto">
            <a:xfrm rot="5400000">
              <a:off x="3789" y="1686"/>
              <a:ext cx="0" cy="33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Line 191"/>
            <p:cNvSpPr>
              <a:spLocks noChangeShapeType="1"/>
            </p:cNvSpPr>
            <p:nvPr/>
          </p:nvSpPr>
          <p:spPr bwMode="auto">
            <a:xfrm>
              <a:off x="4532" y="1469"/>
              <a:ext cx="0" cy="1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Line 192"/>
            <p:cNvSpPr>
              <a:spLocks noChangeShapeType="1"/>
            </p:cNvSpPr>
            <p:nvPr/>
          </p:nvSpPr>
          <p:spPr bwMode="auto">
            <a:xfrm>
              <a:off x="4532" y="1675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Line 193"/>
            <p:cNvSpPr>
              <a:spLocks noChangeShapeType="1"/>
            </p:cNvSpPr>
            <p:nvPr/>
          </p:nvSpPr>
          <p:spPr bwMode="auto">
            <a:xfrm>
              <a:off x="4532" y="1709"/>
              <a:ext cx="0" cy="2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Line 194"/>
            <p:cNvSpPr>
              <a:spLocks noChangeShapeType="1"/>
            </p:cNvSpPr>
            <p:nvPr/>
          </p:nvSpPr>
          <p:spPr bwMode="auto">
            <a:xfrm>
              <a:off x="4532" y="2005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Line 195"/>
            <p:cNvSpPr>
              <a:spLocks noChangeShapeType="1"/>
            </p:cNvSpPr>
            <p:nvPr/>
          </p:nvSpPr>
          <p:spPr bwMode="auto">
            <a:xfrm>
              <a:off x="4532" y="2041"/>
              <a:ext cx="0" cy="2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Line 196"/>
            <p:cNvSpPr>
              <a:spLocks noChangeShapeType="1"/>
            </p:cNvSpPr>
            <p:nvPr/>
          </p:nvSpPr>
          <p:spPr bwMode="auto">
            <a:xfrm rot="5400000">
              <a:off x="5270" y="1693"/>
              <a:ext cx="0" cy="3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Line 197"/>
            <p:cNvSpPr>
              <a:spLocks noChangeShapeType="1"/>
            </p:cNvSpPr>
            <p:nvPr/>
          </p:nvSpPr>
          <p:spPr bwMode="auto">
            <a:xfrm rot="5400000">
              <a:off x="5076" y="1843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Line 198"/>
            <p:cNvSpPr>
              <a:spLocks noChangeShapeType="1"/>
            </p:cNvSpPr>
            <p:nvPr/>
          </p:nvSpPr>
          <p:spPr bwMode="auto">
            <a:xfrm rot="5400000">
              <a:off x="4940" y="1753"/>
              <a:ext cx="0" cy="2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Line 199"/>
            <p:cNvSpPr>
              <a:spLocks noChangeShapeType="1"/>
            </p:cNvSpPr>
            <p:nvPr/>
          </p:nvSpPr>
          <p:spPr bwMode="auto">
            <a:xfrm rot="5400000">
              <a:off x="4806" y="1843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6" name="Group 200"/>
          <p:cNvGrpSpPr/>
          <p:nvPr/>
        </p:nvGrpSpPr>
        <p:grpSpPr bwMode="auto">
          <a:xfrm>
            <a:off x="4665223" y="2309260"/>
            <a:ext cx="2873375" cy="1166812"/>
            <a:chOff x="53" y="1493"/>
            <a:chExt cx="1810" cy="735"/>
          </a:xfrm>
        </p:grpSpPr>
        <p:sp>
          <p:nvSpPr>
            <p:cNvPr id="197" name="Oval 201"/>
            <p:cNvSpPr>
              <a:spLocks noChangeArrowheads="1"/>
            </p:cNvSpPr>
            <p:nvPr/>
          </p:nvSpPr>
          <p:spPr bwMode="auto">
            <a:xfrm>
              <a:off x="615" y="1493"/>
              <a:ext cx="692" cy="687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Line 202"/>
            <p:cNvSpPr>
              <a:spLocks noChangeShapeType="1"/>
            </p:cNvSpPr>
            <p:nvPr/>
          </p:nvSpPr>
          <p:spPr bwMode="auto">
            <a:xfrm>
              <a:off x="274" y="1624"/>
              <a:ext cx="0" cy="4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Line 203"/>
            <p:cNvSpPr>
              <a:spLocks noChangeShapeType="1"/>
            </p:cNvSpPr>
            <p:nvPr/>
          </p:nvSpPr>
          <p:spPr bwMode="auto">
            <a:xfrm>
              <a:off x="1643" y="1603"/>
              <a:ext cx="0" cy="4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Line 204"/>
            <p:cNvSpPr>
              <a:spLocks noChangeShapeType="1"/>
            </p:cNvSpPr>
            <p:nvPr/>
          </p:nvSpPr>
          <p:spPr bwMode="auto">
            <a:xfrm flipV="1">
              <a:off x="232" y="1502"/>
              <a:ext cx="650" cy="1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Line 205"/>
            <p:cNvSpPr>
              <a:spLocks noChangeShapeType="1"/>
            </p:cNvSpPr>
            <p:nvPr/>
          </p:nvSpPr>
          <p:spPr bwMode="auto">
            <a:xfrm>
              <a:off x="240" y="2002"/>
              <a:ext cx="640" cy="17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Line 206"/>
            <p:cNvSpPr>
              <a:spLocks noChangeShapeType="1"/>
            </p:cNvSpPr>
            <p:nvPr/>
          </p:nvSpPr>
          <p:spPr bwMode="auto">
            <a:xfrm>
              <a:off x="1036" y="1502"/>
              <a:ext cx="648" cy="15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Line 207"/>
            <p:cNvSpPr>
              <a:spLocks noChangeShapeType="1"/>
            </p:cNvSpPr>
            <p:nvPr/>
          </p:nvSpPr>
          <p:spPr bwMode="auto">
            <a:xfrm flipH="1">
              <a:off x="1040" y="1984"/>
              <a:ext cx="636" cy="1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Oval 208"/>
            <p:cNvSpPr>
              <a:spLocks noChangeArrowheads="1"/>
            </p:cNvSpPr>
            <p:nvPr/>
          </p:nvSpPr>
          <p:spPr bwMode="auto">
            <a:xfrm>
              <a:off x="750" y="1622"/>
              <a:ext cx="420" cy="4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Oval 209"/>
            <p:cNvSpPr>
              <a:spLocks noChangeArrowheads="1"/>
            </p:cNvSpPr>
            <p:nvPr/>
          </p:nvSpPr>
          <p:spPr bwMode="auto">
            <a:xfrm>
              <a:off x="846" y="1710"/>
              <a:ext cx="236" cy="236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Oval 210"/>
            <p:cNvSpPr>
              <a:spLocks noChangeArrowheads="1"/>
            </p:cNvSpPr>
            <p:nvPr/>
          </p:nvSpPr>
          <p:spPr bwMode="auto">
            <a:xfrm>
              <a:off x="206" y="1758"/>
              <a:ext cx="144" cy="14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Oval 211"/>
            <p:cNvSpPr>
              <a:spLocks noChangeArrowheads="1"/>
            </p:cNvSpPr>
            <p:nvPr/>
          </p:nvSpPr>
          <p:spPr bwMode="auto">
            <a:xfrm>
              <a:off x="1570" y="1758"/>
              <a:ext cx="144" cy="14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Line 212"/>
            <p:cNvSpPr>
              <a:spLocks noChangeShapeType="1"/>
            </p:cNvSpPr>
            <p:nvPr/>
          </p:nvSpPr>
          <p:spPr bwMode="auto">
            <a:xfrm flipH="1">
              <a:off x="886" y="2030"/>
              <a:ext cx="0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Line 213"/>
            <p:cNvSpPr>
              <a:spLocks noChangeShapeType="1"/>
            </p:cNvSpPr>
            <p:nvPr/>
          </p:nvSpPr>
          <p:spPr bwMode="auto">
            <a:xfrm flipH="1">
              <a:off x="1038" y="2026"/>
              <a:ext cx="0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Arc 214"/>
            <p:cNvSpPr/>
            <p:nvPr/>
          </p:nvSpPr>
          <p:spPr bwMode="auto">
            <a:xfrm>
              <a:off x="111" y="1673"/>
              <a:ext cx="170" cy="329"/>
            </a:xfrm>
            <a:custGeom>
              <a:avLst/>
              <a:gdLst>
                <a:gd name="T0" fmla="*/ 0 w 21600"/>
                <a:gd name="T1" fmla="*/ 0 h 41864"/>
                <a:gd name="T2" fmla="*/ 0 w 21600"/>
                <a:gd name="T3" fmla="*/ 0 h 41864"/>
                <a:gd name="T4" fmla="*/ 0 w 21600"/>
                <a:gd name="T5" fmla="*/ 0 h 418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1864"/>
                <a:gd name="T11" fmla="*/ 21600 w 21600"/>
                <a:gd name="T12" fmla="*/ 41864 h 41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1864" fill="none" extrusionOk="0">
                  <a:moveTo>
                    <a:pt x="16463" y="41864"/>
                  </a:moveTo>
                  <a:cubicBezTo>
                    <a:pt x="6798" y="39498"/>
                    <a:pt x="0" y="30834"/>
                    <a:pt x="0" y="20884"/>
                  </a:cubicBezTo>
                  <a:cubicBezTo>
                    <a:pt x="-1" y="11079"/>
                    <a:pt x="6604" y="2504"/>
                    <a:pt x="16084" y="0"/>
                  </a:cubicBezTo>
                </a:path>
                <a:path w="21600" h="41864" stroke="0" extrusionOk="0">
                  <a:moveTo>
                    <a:pt x="16463" y="41864"/>
                  </a:moveTo>
                  <a:cubicBezTo>
                    <a:pt x="6798" y="39498"/>
                    <a:pt x="0" y="30834"/>
                    <a:pt x="0" y="20884"/>
                  </a:cubicBezTo>
                  <a:cubicBezTo>
                    <a:pt x="-1" y="11079"/>
                    <a:pt x="6604" y="2504"/>
                    <a:pt x="16084" y="0"/>
                  </a:cubicBezTo>
                  <a:lnTo>
                    <a:pt x="21600" y="20884"/>
                  </a:lnTo>
                  <a:lnTo>
                    <a:pt x="16463" y="41864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Arc 215"/>
            <p:cNvSpPr/>
            <p:nvPr/>
          </p:nvSpPr>
          <p:spPr bwMode="auto">
            <a:xfrm flipH="1">
              <a:off x="1635" y="1655"/>
              <a:ext cx="170" cy="329"/>
            </a:xfrm>
            <a:custGeom>
              <a:avLst/>
              <a:gdLst>
                <a:gd name="T0" fmla="*/ 0 w 21600"/>
                <a:gd name="T1" fmla="*/ 0 h 41864"/>
                <a:gd name="T2" fmla="*/ 0 w 21600"/>
                <a:gd name="T3" fmla="*/ 0 h 41864"/>
                <a:gd name="T4" fmla="*/ 0 w 21600"/>
                <a:gd name="T5" fmla="*/ 0 h 418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1864"/>
                <a:gd name="T11" fmla="*/ 21600 w 21600"/>
                <a:gd name="T12" fmla="*/ 41864 h 41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1864" fill="none" extrusionOk="0">
                  <a:moveTo>
                    <a:pt x="16463" y="41864"/>
                  </a:moveTo>
                  <a:cubicBezTo>
                    <a:pt x="6798" y="39498"/>
                    <a:pt x="0" y="30834"/>
                    <a:pt x="0" y="20884"/>
                  </a:cubicBezTo>
                  <a:cubicBezTo>
                    <a:pt x="-1" y="11079"/>
                    <a:pt x="6604" y="2504"/>
                    <a:pt x="16084" y="0"/>
                  </a:cubicBezTo>
                </a:path>
                <a:path w="21600" h="41864" stroke="0" extrusionOk="0">
                  <a:moveTo>
                    <a:pt x="16463" y="41864"/>
                  </a:moveTo>
                  <a:cubicBezTo>
                    <a:pt x="6798" y="39498"/>
                    <a:pt x="0" y="30834"/>
                    <a:pt x="0" y="20884"/>
                  </a:cubicBezTo>
                  <a:cubicBezTo>
                    <a:pt x="-1" y="11079"/>
                    <a:pt x="6604" y="2504"/>
                    <a:pt x="16084" y="0"/>
                  </a:cubicBezTo>
                  <a:lnTo>
                    <a:pt x="21600" y="20884"/>
                  </a:lnTo>
                  <a:lnTo>
                    <a:pt x="16463" y="41864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Line 216"/>
            <p:cNvSpPr>
              <a:spLocks noChangeShapeType="1"/>
            </p:cNvSpPr>
            <p:nvPr/>
          </p:nvSpPr>
          <p:spPr bwMode="auto">
            <a:xfrm rot="5400000">
              <a:off x="1016" y="1638"/>
              <a:ext cx="0" cy="3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Line 217"/>
            <p:cNvSpPr>
              <a:spLocks noChangeShapeType="1"/>
            </p:cNvSpPr>
            <p:nvPr/>
          </p:nvSpPr>
          <p:spPr bwMode="auto">
            <a:xfrm rot="5400000">
              <a:off x="796" y="1818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Line 218"/>
            <p:cNvSpPr>
              <a:spLocks noChangeShapeType="1"/>
            </p:cNvSpPr>
            <p:nvPr/>
          </p:nvSpPr>
          <p:spPr bwMode="auto">
            <a:xfrm rot="5400000">
              <a:off x="604" y="1668"/>
              <a:ext cx="0" cy="3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Line 219"/>
            <p:cNvSpPr>
              <a:spLocks noChangeShapeType="1"/>
            </p:cNvSpPr>
            <p:nvPr/>
          </p:nvSpPr>
          <p:spPr bwMode="auto">
            <a:xfrm rot="5400000">
              <a:off x="418" y="1818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Line 220"/>
            <p:cNvSpPr>
              <a:spLocks noChangeShapeType="1"/>
            </p:cNvSpPr>
            <p:nvPr/>
          </p:nvSpPr>
          <p:spPr bwMode="auto">
            <a:xfrm rot="5400000">
              <a:off x="221" y="1661"/>
              <a:ext cx="0" cy="33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Line 221"/>
            <p:cNvSpPr>
              <a:spLocks noChangeShapeType="1"/>
            </p:cNvSpPr>
            <p:nvPr/>
          </p:nvSpPr>
          <p:spPr bwMode="auto">
            <a:xfrm>
              <a:off x="964" y="1650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Line 222"/>
            <p:cNvSpPr>
              <a:spLocks noChangeShapeType="1"/>
            </p:cNvSpPr>
            <p:nvPr/>
          </p:nvSpPr>
          <p:spPr bwMode="auto">
            <a:xfrm>
              <a:off x="964" y="1684"/>
              <a:ext cx="0" cy="2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Line 223"/>
            <p:cNvSpPr>
              <a:spLocks noChangeShapeType="1"/>
            </p:cNvSpPr>
            <p:nvPr/>
          </p:nvSpPr>
          <p:spPr bwMode="auto">
            <a:xfrm>
              <a:off x="964" y="1980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Line 224"/>
            <p:cNvSpPr>
              <a:spLocks noChangeShapeType="1"/>
            </p:cNvSpPr>
            <p:nvPr/>
          </p:nvSpPr>
          <p:spPr bwMode="auto">
            <a:xfrm>
              <a:off x="964" y="2020"/>
              <a:ext cx="0" cy="2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Line 225"/>
            <p:cNvSpPr>
              <a:spLocks noChangeShapeType="1"/>
            </p:cNvSpPr>
            <p:nvPr/>
          </p:nvSpPr>
          <p:spPr bwMode="auto">
            <a:xfrm rot="5400000">
              <a:off x="1702" y="1668"/>
              <a:ext cx="0" cy="3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Line 226"/>
            <p:cNvSpPr>
              <a:spLocks noChangeShapeType="1"/>
            </p:cNvSpPr>
            <p:nvPr/>
          </p:nvSpPr>
          <p:spPr bwMode="auto">
            <a:xfrm rot="5400000">
              <a:off x="1508" y="1818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Line 227"/>
            <p:cNvSpPr>
              <a:spLocks noChangeShapeType="1"/>
            </p:cNvSpPr>
            <p:nvPr/>
          </p:nvSpPr>
          <p:spPr bwMode="auto">
            <a:xfrm rot="5400000">
              <a:off x="1372" y="1728"/>
              <a:ext cx="0" cy="2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Line 228"/>
            <p:cNvSpPr>
              <a:spLocks noChangeShapeType="1"/>
            </p:cNvSpPr>
            <p:nvPr/>
          </p:nvSpPr>
          <p:spPr bwMode="auto">
            <a:xfrm rot="5400000">
              <a:off x="1238" y="1818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5" name="Text Box 229"/>
          <p:cNvSpPr txBox="1">
            <a:spLocks noChangeArrowheads="1"/>
          </p:cNvSpPr>
          <p:nvPr/>
        </p:nvSpPr>
        <p:spPr bwMode="auto">
          <a:xfrm>
            <a:off x="9897606" y="173653"/>
            <a:ext cx="846707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A—A</a:t>
            </a:r>
            <a:endParaRPr kumimoji="1" lang="en-US" altLang="zh-CN" sz="2000" b="1" i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6" name="Arc 230"/>
          <p:cNvSpPr/>
          <p:nvPr/>
        </p:nvSpPr>
        <p:spPr bwMode="auto">
          <a:xfrm flipH="1">
            <a:off x="6002803" y="1226823"/>
            <a:ext cx="128588" cy="257175"/>
          </a:xfrm>
          <a:custGeom>
            <a:avLst/>
            <a:gdLst>
              <a:gd name="T0" fmla="*/ 0 w 21600"/>
              <a:gd name="T1" fmla="*/ 0 h 43186"/>
              <a:gd name="T2" fmla="*/ 2147483647 w 21600"/>
              <a:gd name="T3" fmla="*/ 2147483647 h 43186"/>
              <a:gd name="T4" fmla="*/ 0 w 21600"/>
              <a:gd name="T5" fmla="*/ 2147483647 h 43186"/>
              <a:gd name="T6" fmla="*/ 0 60000 65536"/>
              <a:gd name="T7" fmla="*/ 0 60000 65536"/>
              <a:gd name="T8" fmla="*/ 0 60000 65536"/>
              <a:gd name="T9" fmla="*/ 0 w 21600"/>
              <a:gd name="T10" fmla="*/ 0 h 43186"/>
              <a:gd name="T11" fmla="*/ 21600 w 21600"/>
              <a:gd name="T12" fmla="*/ 43186 h 431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186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229"/>
                  <a:pt x="12392" y="42771"/>
                  <a:pt x="771" y="43186"/>
                </a:cubicBezTo>
              </a:path>
              <a:path w="21600" h="43186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229"/>
                  <a:pt x="12392" y="42771"/>
                  <a:pt x="771" y="43186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7" name="AutoShape 231"/>
          <p:cNvSpPr>
            <a:spLocks noChangeArrowheads="1"/>
          </p:cNvSpPr>
          <p:nvPr/>
        </p:nvSpPr>
        <p:spPr bwMode="auto">
          <a:xfrm rot="3116312">
            <a:off x="5936657" y="2628808"/>
            <a:ext cx="1897736" cy="393700"/>
          </a:xfrm>
          <a:prstGeom prst="rightArrow">
            <a:avLst>
              <a:gd name="adj1" fmla="val 50000"/>
              <a:gd name="adj2" fmla="val 162500"/>
            </a:avLst>
          </a:prstGeom>
          <a:solidFill>
            <a:schemeClr val="accent5">
              <a:lumMod val="40000"/>
              <a:lumOff val="60000"/>
              <a:alpha val="39999"/>
            </a:schemeClr>
          </a:solidFill>
          <a:ln w="12700">
            <a:solidFill>
              <a:srgbClr val="FF0000"/>
            </a:solidFill>
            <a:miter lim="800000"/>
            <a:tailEnd type="none" w="sm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8" name="AutoShape 232"/>
          <p:cNvSpPr>
            <a:spLocks noChangeArrowheads="1"/>
          </p:cNvSpPr>
          <p:nvPr/>
        </p:nvSpPr>
        <p:spPr bwMode="auto">
          <a:xfrm rot="18582558" flipH="1">
            <a:off x="8462130" y="2594652"/>
            <a:ext cx="1845526" cy="393700"/>
          </a:xfrm>
          <a:prstGeom prst="rightArrow">
            <a:avLst>
              <a:gd name="adj1" fmla="val 50000"/>
              <a:gd name="adj2" fmla="val 164113"/>
            </a:avLst>
          </a:prstGeom>
          <a:solidFill>
            <a:schemeClr val="accent5">
              <a:lumMod val="40000"/>
              <a:lumOff val="60000"/>
              <a:alpha val="39999"/>
            </a:schemeClr>
          </a:solidFill>
          <a:ln w="12700">
            <a:solidFill>
              <a:srgbClr val="FF0000"/>
            </a:solidFill>
            <a:miter lim="800000"/>
            <a:tailEnd type="none" w="sm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9" name="Group 233"/>
          <p:cNvGrpSpPr/>
          <p:nvPr/>
        </p:nvGrpSpPr>
        <p:grpSpPr bwMode="auto">
          <a:xfrm>
            <a:off x="7004672" y="4110838"/>
            <a:ext cx="2144713" cy="336550"/>
            <a:chOff x="2102" y="2694"/>
            <a:chExt cx="1351" cy="212"/>
          </a:xfrm>
        </p:grpSpPr>
        <p:sp>
          <p:nvSpPr>
            <p:cNvPr id="230" name="Line 234"/>
            <p:cNvSpPr>
              <a:spLocks noChangeShapeType="1"/>
            </p:cNvSpPr>
            <p:nvPr/>
          </p:nvSpPr>
          <p:spPr bwMode="auto">
            <a:xfrm>
              <a:off x="3451" y="2699"/>
              <a:ext cx="0" cy="2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Line 235"/>
            <p:cNvSpPr>
              <a:spLocks noChangeShapeType="1"/>
            </p:cNvSpPr>
            <p:nvPr/>
          </p:nvSpPr>
          <p:spPr bwMode="auto">
            <a:xfrm>
              <a:off x="2106" y="2694"/>
              <a:ext cx="0" cy="2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Line 236"/>
            <p:cNvSpPr>
              <a:spLocks noChangeShapeType="1"/>
            </p:cNvSpPr>
            <p:nvPr/>
          </p:nvSpPr>
          <p:spPr bwMode="auto">
            <a:xfrm>
              <a:off x="2102" y="2698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Line 237"/>
            <p:cNvSpPr>
              <a:spLocks noChangeShapeType="1"/>
            </p:cNvSpPr>
            <p:nvPr/>
          </p:nvSpPr>
          <p:spPr bwMode="auto">
            <a:xfrm>
              <a:off x="3357" y="2694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4" name="Group 238"/>
          <p:cNvGrpSpPr/>
          <p:nvPr/>
        </p:nvGrpSpPr>
        <p:grpSpPr bwMode="auto">
          <a:xfrm>
            <a:off x="6485560" y="5672938"/>
            <a:ext cx="3221037" cy="336550"/>
            <a:chOff x="1775" y="3491"/>
            <a:chExt cx="2029" cy="212"/>
          </a:xfrm>
        </p:grpSpPr>
        <p:sp>
          <p:nvSpPr>
            <p:cNvPr id="235" name="Line 239"/>
            <p:cNvSpPr>
              <a:spLocks noChangeShapeType="1"/>
            </p:cNvSpPr>
            <p:nvPr/>
          </p:nvSpPr>
          <p:spPr bwMode="auto">
            <a:xfrm flipV="1">
              <a:off x="3804" y="3496"/>
              <a:ext cx="0" cy="2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Line 240"/>
            <p:cNvSpPr>
              <a:spLocks noChangeShapeType="1"/>
            </p:cNvSpPr>
            <p:nvPr/>
          </p:nvSpPr>
          <p:spPr bwMode="auto">
            <a:xfrm flipV="1">
              <a:off x="1775" y="3491"/>
              <a:ext cx="0" cy="2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7" name="Group 241"/>
          <p:cNvGrpSpPr/>
          <p:nvPr/>
        </p:nvGrpSpPr>
        <p:grpSpPr bwMode="auto">
          <a:xfrm>
            <a:off x="6695110" y="3883825"/>
            <a:ext cx="2720975" cy="419100"/>
            <a:chOff x="1907" y="2551"/>
            <a:chExt cx="1714" cy="264"/>
          </a:xfrm>
        </p:grpSpPr>
        <p:sp>
          <p:nvSpPr>
            <p:cNvPr id="238" name="Text Box 242"/>
            <p:cNvSpPr txBox="1">
              <a:spLocks noChangeArrowheads="1"/>
            </p:cNvSpPr>
            <p:nvPr/>
          </p:nvSpPr>
          <p:spPr bwMode="auto">
            <a:xfrm>
              <a:off x="1907" y="2563"/>
              <a:ext cx="226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kumimoji="1" lang="en-US" altLang="zh-CN" sz="20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Text Box 243"/>
            <p:cNvSpPr txBox="1">
              <a:spLocks noChangeArrowheads="1"/>
            </p:cNvSpPr>
            <p:nvPr/>
          </p:nvSpPr>
          <p:spPr bwMode="auto">
            <a:xfrm>
              <a:off x="3335" y="2551"/>
              <a:ext cx="286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B</a:t>
              </a:r>
              <a:endParaRPr kumimoji="1" lang="en-US" altLang="zh-CN" sz="20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0" name="Text Box 244"/>
          <p:cNvSpPr txBox="1">
            <a:spLocks noChangeArrowheads="1"/>
          </p:cNvSpPr>
          <p:nvPr/>
        </p:nvSpPr>
        <p:spPr bwMode="auto">
          <a:xfrm>
            <a:off x="7730160" y="5010950"/>
            <a:ext cx="811441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B—B</a:t>
            </a:r>
            <a:endParaRPr kumimoji="1" lang="en-US" altLang="zh-CN" sz="2000" b="1" i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1" name="Group 245"/>
          <p:cNvGrpSpPr/>
          <p:nvPr/>
        </p:nvGrpSpPr>
        <p:grpSpPr bwMode="auto">
          <a:xfrm>
            <a:off x="8104810" y="5490375"/>
            <a:ext cx="541337" cy="1023938"/>
            <a:chOff x="2795" y="3376"/>
            <a:chExt cx="341" cy="645"/>
          </a:xfrm>
        </p:grpSpPr>
        <p:sp>
          <p:nvSpPr>
            <p:cNvPr id="242" name="Line 246"/>
            <p:cNvSpPr>
              <a:spLocks noChangeShapeType="1"/>
            </p:cNvSpPr>
            <p:nvPr/>
          </p:nvSpPr>
          <p:spPr bwMode="auto">
            <a:xfrm flipH="1">
              <a:off x="2984" y="3641"/>
              <a:ext cx="147" cy="1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Line 247"/>
            <p:cNvSpPr>
              <a:spLocks noChangeShapeType="1"/>
            </p:cNvSpPr>
            <p:nvPr/>
          </p:nvSpPr>
          <p:spPr bwMode="auto">
            <a:xfrm flipH="1">
              <a:off x="2877" y="3762"/>
              <a:ext cx="259" cy="2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Line 248"/>
            <p:cNvSpPr>
              <a:spLocks noChangeShapeType="1"/>
            </p:cNvSpPr>
            <p:nvPr/>
          </p:nvSpPr>
          <p:spPr bwMode="auto">
            <a:xfrm flipH="1">
              <a:off x="2795" y="3376"/>
              <a:ext cx="83" cy="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" name="Line 249"/>
            <p:cNvSpPr>
              <a:spLocks noChangeShapeType="1"/>
            </p:cNvSpPr>
            <p:nvPr/>
          </p:nvSpPr>
          <p:spPr bwMode="auto">
            <a:xfrm flipH="1">
              <a:off x="2866" y="3411"/>
              <a:ext cx="93" cy="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Line 250"/>
            <p:cNvSpPr>
              <a:spLocks noChangeShapeType="1"/>
            </p:cNvSpPr>
            <p:nvPr/>
          </p:nvSpPr>
          <p:spPr bwMode="auto">
            <a:xfrm flipH="1">
              <a:off x="2943" y="3462"/>
              <a:ext cx="91" cy="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7" name="Line 251"/>
            <p:cNvSpPr>
              <a:spLocks noChangeShapeType="1"/>
            </p:cNvSpPr>
            <p:nvPr/>
          </p:nvSpPr>
          <p:spPr bwMode="auto">
            <a:xfrm flipH="1">
              <a:off x="2990" y="3535"/>
              <a:ext cx="101" cy="1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8" name="Arc 252"/>
          <p:cNvSpPr/>
          <p:nvPr/>
        </p:nvSpPr>
        <p:spPr bwMode="auto">
          <a:xfrm flipH="1">
            <a:off x="7919072" y="5807875"/>
            <a:ext cx="190500" cy="374650"/>
          </a:xfrm>
          <a:custGeom>
            <a:avLst/>
            <a:gdLst>
              <a:gd name="T0" fmla="*/ 2147483647 w 21961"/>
              <a:gd name="T1" fmla="*/ 0 h 43200"/>
              <a:gd name="T2" fmla="*/ 0 w 21961"/>
              <a:gd name="T3" fmla="*/ 2147483647 h 43200"/>
              <a:gd name="T4" fmla="*/ 2147483647 w 21961"/>
              <a:gd name="T5" fmla="*/ 2147483647 h 43200"/>
              <a:gd name="T6" fmla="*/ 0 60000 65536"/>
              <a:gd name="T7" fmla="*/ 0 60000 65536"/>
              <a:gd name="T8" fmla="*/ 0 60000 65536"/>
              <a:gd name="T9" fmla="*/ 0 w 21961"/>
              <a:gd name="T10" fmla="*/ 0 h 43200"/>
              <a:gd name="T11" fmla="*/ 21961 w 21961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961" h="43200" fill="none" extrusionOk="0">
                <a:moveTo>
                  <a:pt x="360" y="0"/>
                </a:moveTo>
                <a:cubicBezTo>
                  <a:pt x="12290" y="0"/>
                  <a:pt x="21961" y="9670"/>
                  <a:pt x="21961" y="21600"/>
                </a:cubicBezTo>
                <a:cubicBezTo>
                  <a:pt x="21961" y="33529"/>
                  <a:pt x="12290" y="43200"/>
                  <a:pt x="361" y="43200"/>
                </a:cubicBezTo>
                <a:cubicBezTo>
                  <a:pt x="240" y="43200"/>
                  <a:pt x="120" y="43198"/>
                  <a:pt x="0" y="43196"/>
                </a:cubicBezTo>
              </a:path>
              <a:path w="21961" h="43200" stroke="0" extrusionOk="0">
                <a:moveTo>
                  <a:pt x="360" y="0"/>
                </a:moveTo>
                <a:cubicBezTo>
                  <a:pt x="12290" y="0"/>
                  <a:pt x="21961" y="9670"/>
                  <a:pt x="21961" y="21600"/>
                </a:cubicBezTo>
                <a:cubicBezTo>
                  <a:pt x="21961" y="33529"/>
                  <a:pt x="12290" y="43200"/>
                  <a:pt x="361" y="43200"/>
                </a:cubicBezTo>
                <a:cubicBezTo>
                  <a:pt x="240" y="43200"/>
                  <a:pt x="120" y="43198"/>
                  <a:pt x="0" y="43196"/>
                </a:cubicBezTo>
                <a:lnTo>
                  <a:pt x="361" y="21600"/>
                </a:lnTo>
                <a:lnTo>
                  <a:pt x="360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9" name="Arc 253"/>
          <p:cNvSpPr/>
          <p:nvPr/>
        </p:nvSpPr>
        <p:spPr bwMode="auto">
          <a:xfrm>
            <a:off x="8106397" y="5674525"/>
            <a:ext cx="330200" cy="660400"/>
          </a:xfrm>
          <a:custGeom>
            <a:avLst/>
            <a:gdLst>
              <a:gd name="T0" fmla="*/ 0 w 21600"/>
              <a:gd name="T1" fmla="*/ 0 h 43200"/>
              <a:gd name="T2" fmla="*/ 0 w 21600"/>
              <a:gd name="T3" fmla="*/ 2147483647 h 43200"/>
              <a:gd name="T4" fmla="*/ 0 w 21600"/>
              <a:gd name="T5" fmla="*/ 2147483647 h 43200"/>
              <a:gd name="T6" fmla="*/ 0 60000 65536"/>
              <a:gd name="T7" fmla="*/ 0 60000 65536"/>
              <a:gd name="T8" fmla="*/ 0 60000 65536"/>
              <a:gd name="T9" fmla="*/ 0 w 21600"/>
              <a:gd name="T10" fmla="*/ 0 h 43200"/>
              <a:gd name="T11" fmla="*/ 21600 w 216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2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29"/>
                  <a:pt x="11929" y="43199"/>
                  <a:pt x="0" y="43200"/>
                </a:cubicBezTo>
              </a:path>
              <a:path w="21600" h="432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29"/>
                  <a:pt x="11929" y="43199"/>
                  <a:pt x="0" y="432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0" name="Text Box 255"/>
          <p:cNvSpPr txBox="1">
            <a:spLocks noChangeArrowheads="1"/>
          </p:cNvSpPr>
          <p:nvPr/>
        </p:nvSpPr>
        <p:spPr bwMode="auto">
          <a:xfrm>
            <a:off x="5010616" y="666436"/>
            <a:ext cx="427037" cy="590550"/>
          </a:xfrm>
          <a:prstGeom prst="rect">
            <a:avLst/>
          </a:prstGeom>
          <a:noFill/>
          <a:ln w="9525">
            <a:solidFill>
              <a:srgbClr val="FF7C80"/>
            </a:solidFill>
            <a:miter lim="800000"/>
            <a:tailEnd type="none" w="sm" len="lg"/>
          </a:ln>
        </p:spPr>
        <p:txBody>
          <a:bodyPr anchor="ctr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1" name="Text Box 256"/>
          <p:cNvSpPr txBox="1">
            <a:spLocks noChangeArrowheads="1"/>
          </p:cNvSpPr>
          <p:nvPr/>
        </p:nvSpPr>
        <p:spPr bwMode="auto">
          <a:xfrm>
            <a:off x="10991394" y="619740"/>
            <a:ext cx="493712" cy="1079500"/>
          </a:xfrm>
          <a:prstGeom prst="rect">
            <a:avLst/>
          </a:prstGeom>
          <a:noFill/>
          <a:ln w="9525">
            <a:solidFill>
              <a:srgbClr val="FF7C80"/>
            </a:solidFill>
            <a:miter lim="800000"/>
            <a:tailEnd type="none" w="sm" len="lg"/>
          </a:ln>
        </p:spPr>
        <p:txBody>
          <a:bodyPr anchor="ctr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2" name="Text Box 257"/>
          <p:cNvSpPr txBox="1">
            <a:spLocks noChangeArrowheads="1"/>
          </p:cNvSpPr>
          <p:nvPr/>
        </p:nvSpPr>
        <p:spPr bwMode="auto">
          <a:xfrm>
            <a:off x="5264772" y="4125125"/>
            <a:ext cx="1423988" cy="346075"/>
          </a:xfrm>
          <a:prstGeom prst="rect">
            <a:avLst/>
          </a:prstGeom>
          <a:noFill/>
          <a:ln w="9525">
            <a:solidFill>
              <a:srgbClr val="FF7C80"/>
            </a:solidFill>
            <a:miter lim="800000"/>
            <a:tailEnd type="none" w="sm" len="lg"/>
          </a:ln>
        </p:spPr>
        <p:txBody>
          <a:bodyPr anchor="ctr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半剖视图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3" name="Group 258"/>
          <p:cNvGrpSpPr/>
          <p:nvPr/>
        </p:nvGrpSpPr>
        <p:grpSpPr bwMode="auto">
          <a:xfrm>
            <a:off x="4788366" y="653736"/>
            <a:ext cx="1516062" cy="1550987"/>
            <a:chOff x="154" y="330"/>
            <a:chExt cx="955" cy="977"/>
          </a:xfrm>
        </p:grpSpPr>
        <p:grpSp>
          <p:nvGrpSpPr>
            <p:cNvPr id="254" name="Group 259"/>
            <p:cNvGrpSpPr/>
            <p:nvPr/>
          </p:nvGrpSpPr>
          <p:grpSpPr bwMode="auto">
            <a:xfrm>
              <a:off x="782" y="336"/>
              <a:ext cx="216" cy="971"/>
              <a:chOff x="875" y="1801"/>
              <a:chExt cx="216" cy="971"/>
            </a:xfrm>
          </p:grpSpPr>
          <p:sp>
            <p:nvSpPr>
              <p:cNvPr id="266" name="Line 260"/>
              <p:cNvSpPr>
                <a:spLocks noChangeShapeType="1"/>
              </p:cNvSpPr>
              <p:nvPr/>
            </p:nvSpPr>
            <p:spPr bwMode="auto">
              <a:xfrm>
                <a:off x="875" y="1974"/>
                <a:ext cx="0" cy="79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7" name="Line 261"/>
              <p:cNvSpPr>
                <a:spLocks noChangeShapeType="1"/>
              </p:cNvSpPr>
              <p:nvPr/>
            </p:nvSpPr>
            <p:spPr bwMode="auto">
              <a:xfrm>
                <a:off x="879" y="1977"/>
                <a:ext cx="21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8" name="Line 262"/>
              <p:cNvSpPr>
                <a:spLocks noChangeShapeType="1"/>
              </p:cNvSpPr>
              <p:nvPr/>
            </p:nvSpPr>
            <p:spPr bwMode="auto">
              <a:xfrm>
                <a:off x="967" y="1801"/>
                <a:ext cx="0" cy="17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5" name="Group 263"/>
            <p:cNvGrpSpPr/>
            <p:nvPr/>
          </p:nvGrpSpPr>
          <p:grpSpPr bwMode="auto">
            <a:xfrm>
              <a:off x="234" y="1098"/>
              <a:ext cx="144" cy="208"/>
              <a:chOff x="868" y="2428"/>
              <a:chExt cx="144" cy="208"/>
            </a:xfrm>
          </p:grpSpPr>
          <p:sp>
            <p:nvSpPr>
              <p:cNvPr id="264" name="Line 264"/>
              <p:cNvSpPr>
                <a:spLocks noChangeShapeType="1"/>
              </p:cNvSpPr>
              <p:nvPr/>
            </p:nvSpPr>
            <p:spPr bwMode="auto">
              <a:xfrm>
                <a:off x="868" y="2428"/>
                <a:ext cx="0" cy="20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5" name="Line 265"/>
              <p:cNvSpPr>
                <a:spLocks noChangeShapeType="1"/>
              </p:cNvSpPr>
              <p:nvPr/>
            </p:nvSpPr>
            <p:spPr bwMode="auto">
              <a:xfrm>
                <a:off x="1012" y="2428"/>
                <a:ext cx="0" cy="20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6" name="Group 266"/>
            <p:cNvGrpSpPr/>
            <p:nvPr/>
          </p:nvGrpSpPr>
          <p:grpSpPr bwMode="auto">
            <a:xfrm>
              <a:off x="307" y="1064"/>
              <a:ext cx="0" cy="141"/>
              <a:chOff x="275" y="1044"/>
              <a:chExt cx="0" cy="141"/>
            </a:xfrm>
          </p:grpSpPr>
          <p:sp>
            <p:nvSpPr>
              <p:cNvPr id="262" name="Line 267"/>
              <p:cNvSpPr>
                <a:spLocks noChangeShapeType="1"/>
              </p:cNvSpPr>
              <p:nvPr/>
            </p:nvSpPr>
            <p:spPr bwMode="auto">
              <a:xfrm>
                <a:off x="275" y="1044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3" name="Line 268"/>
              <p:cNvSpPr>
                <a:spLocks noChangeShapeType="1"/>
              </p:cNvSpPr>
              <p:nvPr/>
            </p:nvSpPr>
            <p:spPr bwMode="auto">
              <a:xfrm>
                <a:off x="275" y="1161"/>
                <a:ext cx="0" cy="2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57" name="Line 270"/>
            <p:cNvSpPr>
              <a:spLocks noChangeShapeType="1"/>
            </p:cNvSpPr>
            <p:nvPr/>
          </p:nvSpPr>
          <p:spPr bwMode="auto">
            <a:xfrm>
              <a:off x="881" y="773"/>
              <a:ext cx="22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58" name="Group 271"/>
            <p:cNvGrpSpPr/>
            <p:nvPr/>
          </p:nvGrpSpPr>
          <p:grpSpPr bwMode="auto">
            <a:xfrm>
              <a:off x="154" y="330"/>
              <a:ext cx="843" cy="970"/>
              <a:chOff x="244" y="1797"/>
              <a:chExt cx="843" cy="970"/>
            </a:xfrm>
          </p:grpSpPr>
          <p:sp>
            <p:nvSpPr>
              <p:cNvPr id="260" name="Line 272"/>
              <p:cNvSpPr>
                <a:spLocks noChangeShapeType="1"/>
              </p:cNvSpPr>
              <p:nvPr/>
            </p:nvSpPr>
            <p:spPr bwMode="auto">
              <a:xfrm>
                <a:off x="736" y="2566"/>
                <a:ext cx="2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1" name="Freeform 273"/>
              <p:cNvSpPr/>
              <p:nvPr/>
            </p:nvSpPr>
            <p:spPr bwMode="auto">
              <a:xfrm>
                <a:off x="244" y="1797"/>
                <a:ext cx="843" cy="970"/>
              </a:xfrm>
              <a:custGeom>
                <a:avLst/>
                <a:gdLst>
                  <a:gd name="T0" fmla="*/ 829 w 844"/>
                  <a:gd name="T1" fmla="*/ 0 h 970"/>
                  <a:gd name="T2" fmla="*/ 477 w 844"/>
                  <a:gd name="T3" fmla="*/ 0 h 970"/>
                  <a:gd name="T4" fmla="*/ 477 w 844"/>
                  <a:gd name="T5" fmla="*/ 768 h 970"/>
                  <a:gd name="T6" fmla="*/ 0 w 844"/>
                  <a:gd name="T7" fmla="*/ 768 h 970"/>
                  <a:gd name="T8" fmla="*/ 0 w 844"/>
                  <a:gd name="T9" fmla="*/ 970 h 970"/>
                  <a:gd name="T10" fmla="*/ 833 w 844"/>
                  <a:gd name="T11" fmla="*/ 970 h 9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44"/>
                  <a:gd name="T19" fmla="*/ 0 h 970"/>
                  <a:gd name="T20" fmla="*/ 844 w 844"/>
                  <a:gd name="T21" fmla="*/ 970 h 97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44" h="970">
                    <a:moveTo>
                      <a:pt x="840" y="0"/>
                    </a:moveTo>
                    <a:lnTo>
                      <a:pt x="488" y="0"/>
                    </a:lnTo>
                    <a:lnTo>
                      <a:pt x="488" y="768"/>
                    </a:lnTo>
                    <a:lnTo>
                      <a:pt x="0" y="768"/>
                    </a:lnTo>
                    <a:lnTo>
                      <a:pt x="0" y="970"/>
                    </a:lnTo>
                    <a:lnTo>
                      <a:pt x="844" y="97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59" name="Arc 274"/>
            <p:cNvSpPr/>
            <p:nvPr/>
          </p:nvSpPr>
          <p:spPr bwMode="auto">
            <a:xfrm flipH="1">
              <a:off x="918" y="690"/>
              <a:ext cx="81" cy="162"/>
            </a:xfrm>
            <a:custGeom>
              <a:avLst/>
              <a:gdLst>
                <a:gd name="T0" fmla="*/ 0 w 21600"/>
                <a:gd name="T1" fmla="*/ 0 h 43186"/>
                <a:gd name="T2" fmla="*/ 0 w 21600"/>
                <a:gd name="T3" fmla="*/ 0 h 43186"/>
                <a:gd name="T4" fmla="*/ 0 w 21600"/>
                <a:gd name="T5" fmla="*/ 0 h 43186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86"/>
                <a:gd name="T11" fmla="*/ 21600 w 21600"/>
                <a:gd name="T12" fmla="*/ 43186 h 431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86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29"/>
                    <a:pt x="12392" y="42771"/>
                    <a:pt x="771" y="43186"/>
                  </a:cubicBezTo>
                </a:path>
                <a:path w="21600" h="43186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29"/>
                    <a:pt x="12392" y="42771"/>
                    <a:pt x="771" y="43186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9" name="Group 275"/>
          <p:cNvGrpSpPr/>
          <p:nvPr/>
        </p:nvGrpSpPr>
        <p:grpSpPr bwMode="auto">
          <a:xfrm>
            <a:off x="10261144" y="621328"/>
            <a:ext cx="1350962" cy="1616075"/>
            <a:chOff x="4633" y="423"/>
            <a:chExt cx="851" cy="1018"/>
          </a:xfrm>
        </p:grpSpPr>
        <p:grpSp>
          <p:nvGrpSpPr>
            <p:cNvPr id="270" name="Group 276"/>
            <p:cNvGrpSpPr/>
            <p:nvPr/>
          </p:nvGrpSpPr>
          <p:grpSpPr bwMode="auto">
            <a:xfrm>
              <a:off x="5249" y="1192"/>
              <a:ext cx="143" cy="204"/>
              <a:chOff x="2266" y="2428"/>
              <a:chExt cx="83" cy="204"/>
            </a:xfrm>
          </p:grpSpPr>
          <p:sp>
            <p:nvSpPr>
              <p:cNvPr id="298" name="Line 277"/>
              <p:cNvSpPr>
                <a:spLocks noChangeShapeType="1"/>
              </p:cNvSpPr>
              <p:nvPr/>
            </p:nvSpPr>
            <p:spPr bwMode="auto">
              <a:xfrm>
                <a:off x="2266" y="2428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9" name="Line 278"/>
              <p:cNvSpPr>
                <a:spLocks noChangeShapeType="1"/>
              </p:cNvSpPr>
              <p:nvPr/>
            </p:nvSpPr>
            <p:spPr bwMode="auto">
              <a:xfrm>
                <a:off x="2349" y="2428"/>
                <a:ext cx="0" cy="20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1" name="Group 279"/>
            <p:cNvGrpSpPr/>
            <p:nvPr/>
          </p:nvGrpSpPr>
          <p:grpSpPr bwMode="auto">
            <a:xfrm>
              <a:off x="4751" y="423"/>
              <a:ext cx="733" cy="967"/>
              <a:chOff x="4835" y="1798"/>
              <a:chExt cx="733" cy="967"/>
            </a:xfrm>
          </p:grpSpPr>
          <p:sp>
            <p:nvSpPr>
              <p:cNvPr id="285" name="Line 280"/>
              <p:cNvSpPr>
                <a:spLocks noChangeShapeType="1"/>
              </p:cNvSpPr>
              <p:nvPr/>
            </p:nvSpPr>
            <p:spPr bwMode="auto">
              <a:xfrm flipV="1">
                <a:off x="4835" y="1798"/>
                <a:ext cx="138" cy="1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6" name="Line 281"/>
              <p:cNvSpPr>
                <a:spLocks noChangeShapeType="1"/>
              </p:cNvSpPr>
              <p:nvPr/>
            </p:nvSpPr>
            <p:spPr bwMode="auto">
              <a:xfrm flipV="1">
                <a:off x="4932" y="1839"/>
                <a:ext cx="136" cy="1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7" name="Line 282"/>
              <p:cNvSpPr>
                <a:spLocks noChangeShapeType="1"/>
              </p:cNvSpPr>
              <p:nvPr/>
            </p:nvSpPr>
            <p:spPr bwMode="auto">
              <a:xfrm flipV="1">
                <a:off x="4935" y="1968"/>
                <a:ext cx="136" cy="1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8" name="Line 283"/>
              <p:cNvSpPr>
                <a:spLocks noChangeShapeType="1"/>
              </p:cNvSpPr>
              <p:nvPr/>
            </p:nvSpPr>
            <p:spPr bwMode="auto">
              <a:xfrm flipV="1">
                <a:off x="4933" y="2104"/>
                <a:ext cx="136" cy="1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9" name="Line 284"/>
              <p:cNvSpPr>
                <a:spLocks noChangeShapeType="1"/>
              </p:cNvSpPr>
              <p:nvPr/>
            </p:nvSpPr>
            <p:spPr bwMode="auto">
              <a:xfrm flipV="1">
                <a:off x="4933" y="2232"/>
                <a:ext cx="136" cy="1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0" name="Line 285"/>
              <p:cNvSpPr>
                <a:spLocks noChangeShapeType="1"/>
              </p:cNvSpPr>
              <p:nvPr/>
            </p:nvSpPr>
            <p:spPr bwMode="auto">
              <a:xfrm flipV="1">
                <a:off x="5035" y="2570"/>
                <a:ext cx="186" cy="1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1" name="Line 286"/>
              <p:cNvSpPr>
                <a:spLocks noChangeShapeType="1"/>
              </p:cNvSpPr>
              <p:nvPr/>
            </p:nvSpPr>
            <p:spPr bwMode="auto">
              <a:xfrm flipV="1">
                <a:off x="5153" y="2588"/>
                <a:ext cx="17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2" name="Line 287"/>
              <p:cNvSpPr>
                <a:spLocks noChangeShapeType="1"/>
              </p:cNvSpPr>
              <p:nvPr/>
            </p:nvSpPr>
            <p:spPr bwMode="auto">
              <a:xfrm flipV="1">
                <a:off x="5254" y="2691"/>
                <a:ext cx="74" cy="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3" name="Line 288"/>
              <p:cNvSpPr>
                <a:spLocks noChangeShapeType="1"/>
              </p:cNvSpPr>
              <p:nvPr/>
            </p:nvSpPr>
            <p:spPr bwMode="auto">
              <a:xfrm flipV="1">
                <a:off x="5476" y="2567"/>
                <a:ext cx="80" cy="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4" name="Line 289"/>
              <p:cNvSpPr>
                <a:spLocks noChangeShapeType="1"/>
              </p:cNvSpPr>
              <p:nvPr/>
            </p:nvSpPr>
            <p:spPr bwMode="auto">
              <a:xfrm flipV="1">
                <a:off x="5476" y="2651"/>
                <a:ext cx="92" cy="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5" name="Line 290"/>
              <p:cNvSpPr>
                <a:spLocks noChangeShapeType="1"/>
              </p:cNvSpPr>
              <p:nvPr/>
            </p:nvSpPr>
            <p:spPr bwMode="auto">
              <a:xfrm flipV="1">
                <a:off x="4933" y="2352"/>
                <a:ext cx="136" cy="1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6" name="Line 291"/>
              <p:cNvSpPr>
                <a:spLocks noChangeShapeType="1"/>
              </p:cNvSpPr>
              <p:nvPr/>
            </p:nvSpPr>
            <p:spPr bwMode="auto">
              <a:xfrm flipV="1">
                <a:off x="4931" y="2564"/>
                <a:ext cx="18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7" name="Line 292"/>
              <p:cNvSpPr>
                <a:spLocks noChangeShapeType="1"/>
              </p:cNvSpPr>
              <p:nvPr/>
            </p:nvSpPr>
            <p:spPr bwMode="auto">
              <a:xfrm flipV="1">
                <a:off x="4933" y="2476"/>
                <a:ext cx="136" cy="1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2" name="Group 293"/>
            <p:cNvGrpSpPr/>
            <p:nvPr/>
          </p:nvGrpSpPr>
          <p:grpSpPr bwMode="auto">
            <a:xfrm flipH="1">
              <a:off x="4633" y="429"/>
              <a:ext cx="216" cy="956"/>
              <a:chOff x="1412" y="1664"/>
              <a:chExt cx="216" cy="956"/>
            </a:xfrm>
          </p:grpSpPr>
          <p:sp>
            <p:nvSpPr>
              <p:cNvPr id="282" name="Line 294"/>
              <p:cNvSpPr>
                <a:spLocks noChangeShapeType="1"/>
              </p:cNvSpPr>
              <p:nvPr/>
            </p:nvSpPr>
            <p:spPr bwMode="auto">
              <a:xfrm flipV="1">
                <a:off x="1412" y="1834"/>
                <a:ext cx="0" cy="78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3" name="Line 295"/>
              <p:cNvSpPr>
                <a:spLocks noChangeShapeType="1"/>
              </p:cNvSpPr>
              <p:nvPr/>
            </p:nvSpPr>
            <p:spPr bwMode="auto">
              <a:xfrm>
                <a:off x="1416" y="1840"/>
                <a:ext cx="21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4" name="Line 296"/>
              <p:cNvSpPr>
                <a:spLocks noChangeShapeType="1"/>
              </p:cNvSpPr>
              <p:nvPr/>
            </p:nvSpPr>
            <p:spPr bwMode="auto">
              <a:xfrm>
                <a:off x="1504" y="1664"/>
                <a:ext cx="0" cy="17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3" name="Group 297"/>
            <p:cNvGrpSpPr/>
            <p:nvPr/>
          </p:nvGrpSpPr>
          <p:grpSpPr bwMode="auto">
            <a:xfrm>
              <a:off x="5248" y="1163"/>
              <a:ext cx="144" cy="278"/>
              <a:chOff x="1697" y="2530"/>
              <a:chExt cx="144" cy="278"/>
            </a:xfrm>
          </p:grpSpPr>
          <p:grpSp>
            <p:nvGrpSpPr>
              <p:cNvPr id="275" name="Group 298"/>
              <p:cNvGrpSpPr/>
              <p:nvPr/>
            </p:nvGrpSpPr>
            <p:grpSpPr bwMode="auto">
              <a:xfrm>
                <a:off x="1697" y="2563"/>
                <a:ext cx="144" cy="208"/>
                <a:chOff x="868" y="2428"/>
                <a:chExt cx="144" cy="208"/>
              </a:xfrm>
            </p:grpSpPr>
            <p:sp>
              <p:nvSpPr>
                <p:cNvPr id="280" name="Line 299"/>
                <p:cNvSpPr>
                  <a:spLocks noChangeShapeType="1"/>
                </p:cNvSpPr>
                <p:nvPr/>
              </p:nvSpPr>
              <p:spPr bwMode="auto">
                <a:xfrm>
                  <a:off x="868" y="2428"/>
                  <a:ext cx="0" cy="20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lgDash"/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1" name="Line 300"/>
                <p:cNvSpPr>
                  <a:spLocks noChangeShapeType="1"/>
                </p:cNvSpPr>
                <p:nvPr/>
              </p:nvSpPr>
              <p:spPr bwMode="auto">
                <a:xfrm>
                  <a:off x="1012" y="2428"/>
                  <a:ext cx="0" cy="20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lgDash"/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76" name="Group 301"/>
              <p:cNvGrpSpPr/>
              <p:nvPr/>
            </p:nvGrpSpPr>
            <p:grpSpPr bwMode="auto">
              <a:xfrm>
                <a:off x="1768" y="2530"/>
                <a:ext cx="0" cy="278"/>
                <a:chOff x="1768" y="2530"/>
                <a:chExt cx="0" cy="278"/>
              </a:xfrm>
            </p:grpSpPr>
            <p:sp>
              <p:nvSpPr>
                <p:cNvPr id="277" name="Line 302"/>
                <p:cNvSpPr>
                  <a:spLocks noChangeShapeType="1"/>
                </p:cNvSpPr>
                <p:nvPr/>
              </p:nvSpPr>
              <p:spPr bwMode="auto">
                <a:xfrm>
                  <a:off x="1768" y="2530"/>
                  <a:ext cx="0" cy="10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8" name="Line 303"/>
                <p:cNvSpPr>
                  <a:spLocks noChangeShapeType="1"/>
                </p:cNvSpPr>
                <p:nvPr/>
              </p:nvSpPr>
              <p:spPr bwMode="auto">
                <a:xfrm>
                  <a:off x="1768" y="2650"/>
                  <a:ext cx="0" cy="2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9" name="Line 304"/>
                <p:cNvSpPr>
                  <a:spLocks noChangeShapeType="1"/>
                </p:cNvSpPr>
                <p:nvPr/>
              </p:nvSpPr>
              <p:spPr bwMode="auto">
                <a:xfrm>
                  <a:off x="1768" y="2688"/>
                  <a:ext cx="0" cy="12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274" name="Freeform 305"/>
            <p:cNvSpPr/>
            <p:nvPr/>
          </p:nvSpPr>
          <p:spPr bwMode="auto">
            <a:xfrm flipH="1">
              <a:off x="4636" y="424"/>
              <a:ext cx="843" cy="970"/>
            </a:xfrm>
            <a:custGeom>
              <a:avLst/>
              <a:gdLst>
                <a:gd name="T0" fmla="*/ 829 w 844"/>
                <a:gd name="T1" fmla="*/ 0 h 970"/>
                <a:gd name="T2" fmla="*/ 477 w 844"/>
                <a:gd name="T3" fmla="*/ 0 h 970"/>
                <a:gd name="T4" fmla="*/ 477 w 844"/>
                <a:gd name="T5" fmla="*/ 768 h 970"/>
                <a:gd name="T6" fmla="*/ 0 w 844"/>
                <a:gd name="T7" fmla="*/ 768 h 970"/>
                <a:gd name="T8" fmla="*/ 0 w 844"/>
                <a:gd name="T9" fmla="*/ 970 h 970"/>
                <a:gd name="T10" fmla="*/ 833 w 844"/>
                <a:gd name="T11" fmla="*/ 970 h 9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44"/>
                <a:gd name="T19" fmla="*/ 0 h 970"/>
                <a:gd name="T20" fmla="*/ 844 w 844"/>
                <a:gd name="T21" fmla="*/ 970 h 9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44" h="970">
                  <a:moveTo>
                    <a:pt x="840" y="0"/>
                  </a:moveTo>
                  <a:lnTo>
                    <a:pt x="488" y="0"/>
                  </a:lnTo>
                  <a:lnTo>
                    <a:pt x="488" y="768"/>
                  </a:lnTo>
                  <a:lnTo>
                    <a:pt x="0" y="768"/>
                  </a:lnTo>
                  <a:lnTo>
                    <a:pt x="0" y="970"/>
                  </a:lnTo>
                  <a:lnTo>
                    <a:pt x="844" y="97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00" name="Text Box 306"/>
          <p:cNvSpPr txBox="1">
            <a:spLocks noChangeArrowheads="1"/>
          </p:cNvSpPr>
          <p:nvPr/>
        </p:nvSpPr>
        <p:spPr bwMode="auto">
          <a:xfrm>
            <a:off x="9666910" y="5186954"/>
            <a:ext cx="2525089" cy="338554"/>
          </a:xfrm>
          <a:prstGeom prst="rect">
            <a:avLst/>
          </a:prstGeom>
          <a:solidFill>
            <a:schemeClr val="accent5">
              <a:lumMod val="40000"/>
              <a:lumOff val="60000"/>
              <a:alpha val="61176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对称线为界（</a:t>
            </a:r>
            <a:r>
              <a:rPr kumimoji="0"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非实线</a:t>
            </a:r>
            <a:r>
              <a:rPr kumimoji="0"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0" lang="zh-CN" altLang="en-US" sz="20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1" name="Text Box 307"/>
          <p:cNvSpPr txBox="1">
            <a:spLocks noChangeArrowheads="1"/>
          </p:cNvSpPr>
          <p:nvPr/>
        </p:nvSpPr>
        <p:spPr bwMode="auto">
          <a:xfrm>
            <a:off x="5113960" y="4593438"/>
            <a:ext cx="1538287" cy="336550"/>
          </a:xfrm>
          <a:prstGeom prst="rect">
            <a:avLst/>
          </a:prstGeom>
          <a:solidFill>
            <a:schemeClr val="accent5">
              <a:lumMod val="40000"/>
              <a:lumOff val="60000"/>
              <a:alpha val="61176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</a:ln>
        </p:spPr>
        <p:txBody>
          <a:bodyPr anchor="ctr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一半为视图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2" name="Text Box 308"/>
          <p:cNvSpPr txBox="1">
            <a:spLocks noChangeArrowheads="1"/>
          </p:cNvSpPr>
          <p:nvPr/>
        </p:nvSpPr>
        <p:spPr bwMode="auto">
          <a:xfrm>
            <a:off x="9541497" y="4582325"/>
            <a:ext cx="1919288" cy="336550"/>
          </a:xfrm>
          <a:prstGeom prst="rect">
            <a:avLst/>
          </a:prstGeom>
          <a:solidFill>
            <a:schemeClr val="accent5">
              <a:lumMod val="40000"/>
              <a:lumOff val="60000"/>
              <a:alpha val="61176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</a:ln>
        </p:spPr>
        <p:txBody>
          <a:bodyPr anchor="ctr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一半为剖视图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3" name="Group 309"/>
          <p:cNvGrpSpPr/>
          <p:nvPr/>
        </p:nvGrpSpPr>
        <p:grpSpPr bwMode="auto">
          <a:xfrm>
            <a:off x="7768260" y="3434563"/>
            <a:ext cx="342900" cy="1541462"/>
            <a:chOff x="875" y="1801"/>
            <a:chExt cx="216" cy="971"/>
          </a:xfrm>
        </p:grpSpPr>
        <p:sp>
          <p:nvSpPr>
            <p:cNvPr id="304" name="Line 310"/>
            <p:cNvSpPr>
              <a:spLocks noChangeShapeType="1"/>
            </p:cNvSpPr>
            <p:nvPr/>
          </p:nvSpPr>
          <p:spPr bwMode="auto">
            <a:xfrm>
              <a:off x="875" y="1974"/>
              <a:ext cx="0" cy="79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5" name="Line 311"/>
            <p:cNvSpPr>
              <a:spLocks noChangeShapeType="1"/>
            </p:cNvSpPr>
            <p:nvPr/>
          </p:nvSpPr>
          <p:spPr bwMode="auto">
            <a:xfrm>
              <a:off x="879" y="1977"/>
              <a:ext cx="21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6" name="Line 312"/>
            <p:cNvSpPr>
              <a:spLocks noChangeShapeType="1"/>
            </p:cNvSpPr>
            <p:nvPr/>
          </p:nvSpPr>
          <p:spPr bwMode="auto">
            <a:xfrm>
              <a:off x="967" y="1801"/>
              <a:ext cx="0" cy="1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7" name="Group 313"/>
          <p:cNvGrpSpPr/>
          <p:nvPr/>
        </p:nvGrpSpPr>
        <p:grpSpPr bwMode="auto">
          <a:xfrm>
            <a:off x="6898310" y="4644238"/>
            <a:ext cx="228600" cy="330200"/>
            <a:chOff x="868" y="2428"/>
            <a:chExt cx="144" cy="208"/>
          </a:xfrm>
        </p:grpSpPr>
        <p:sp>
          <p:nvSpPr>
            <p:cNvPr id="308" name="Line 314"/>
            <p:cNvSpPr>
              <a:spLocks noChangeShapeType="1"/>
            </p:cNvSpPr>
            <p:nvPr/>
          </p:nvSpPr>
          <p:spPr bwMode="auto">
            <a:xfrm>
              <a:off x="868" y="2428"/>
              <a:ext cx="0" cy="2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9" name="Line 315"/>
            <p:cNvSpPr>
              <a:spLocks noChangeShapeType="1"/>
            </p:cNvSpPr>
            <p:nvPr/>
          </p:nvSpPr>
          <p:spPr bwMode="auto">
            <a:xfrm>
              <a:off x="1012" y="2428"/>
              <a:ext cx="0" cy="2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0" name="Group 316"/>
          <p:cNvGrpSpPr/>
          <p:nvPr/>
        </p:nvGrpSpPr>
        <p:grpSpPr bwMode="auto">
          <a:xfrm>
            <a:off x="7013507" y="4590263"/>
            <a:ext cx="690" cy="438150"/>
            <a:chOff x="432697" y="1044"/>
            <a:chExt cx="690" cy="276"/>
          </a:xfrm>
        </p:grpSpPr>
        <p:sp>
          <p:nvSpPr>
            <p:cNvPr id="311" name="Line 317"/>
            <p:cNvSpPr>
              <a:spLocks noChangeShapeType="1"/>
            </p:cNvSpPr>
            <p:nvPr/>
          </p:nvSpPr>
          <p:spPr bwMode="auto">
            <a:xfrm>
              <a:off x="432697" y="1044"/>
              <a:ext cx="0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2" name="Line 318"/>
            <p:cNvSpPr>
              <a:spLocks noChangeShapeType="1"/>
            </p:cNvSpPr>
            <p:nvPr/>
          </p:nvSpPr>
          <p:spPr bwMode="auto">
            <a:xfrm>
              <a:off x="432697" y="1161"/>
              <a:ext cx="0" cy="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3" name="Line 319"/>
            <p:cNvSpPr>
              <a:spLocks noChangeShapeType="1"/>
            </p:cNvSpPr>
            <p:nvPr/>
          </p:nvSpPr>
          <p:spPr bwMode="auto">
            <a:xfrm>
              <a:off x="433387" y="1206"/>
              <a:ext cx="0" cy="1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4" name="Line 320"/>
          <p:cNvSpPr>
            <a:spLocks noChangeShapeType="1"/>
          </p:cNvSpPr>
          <p:nvPr/>
        </p:nvSpPr>
        <p:spPr bwMode="auto">
          <a:xfrm>
            <a:off x="7909547" y="4128300"/>
            <a:ext cx="3619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5" name="Group 321"/>
          <p:cNvGrpSpPr/>
          <p:nvPr/>
        </p:nvGrpSpPr>
        <p:grpSpPr bwMode="auto">
          <a:xfrm>
            <a:off x="6771310" y="3425038"/>
            <a:ext cx="1338262" cy="1539875"/>
            <a:chOff x="244" y="1797"/>
            <a:chExt cx="843" cy="970"/>
          </a:xfrm>
        </p:grpSpPr>
        <p:sp>
          <p:nvSpPr>
            <p:cNvPr id="316" name="Line 322"/>
            <p:cNvSpPr>
              <a:spLocks noChangeShapeType="1"/>
            </p:cNvSpPr>
            <p:nvPr/>
          </p:nvSpPr>
          <p:spPr bwMode="auto">
            <a:xfrm>
              <a:off x="736" y="2566"/>
              <a:ext cx="2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7" name="Freeform 323"/>
            <p:cNvSpPr/>
            <p:nvPr/>
          </p:nvSpPr>
          <p:spPr bwMode="auto">
            <a:xfrm>
              <a:off x="244" y="1797"/>
              <a:ext cx="843" cy="970"/>
            </a:xfrm>
            <a:custGeom>
              <a:avLst/>
              <a:gdLst>
                <a:gd name="T0" fmla="*/ 829 w 844"/>
                <a:gd name="T1" fmla="*/ 0 h 970"/>
                <a:gd name="T2" fmla="*/ 477 w 844"/>
                <a:gd name="T3" fmla="*/ 0 h 970"/>
                <a:gd name="T4" fmla="*/ 477 w 844"/>
                <a:gd name="T5" fmla="*/ 768 h 970"/>
                <a:gd name="T6" fmla="*/ 0 w 844"/>
                <a:gd name="T7" fmla="*/ 768 h 970"/>
                <a:gd name="T8" fmla="*/ 0 w 844"/>
                <a:gd name="T9" fmla="*/ 970 h 970"/>
                <a:gd name="T10" fmla="*/ 833 w 844"/>
                <a:gd name="T11" fmla="*/ 970 h 9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44"/>
                <a:gd name="T19" fmla="*/ 0 h 970"/>
                <a:gd name="T20" fmla="*/ 844 w 844"/>
                <a:gd name="T21" fmla="*/ 970 h 9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44" h="970">
                  <a:moveTo>
                    <a:pt x="840" y="0"/>
                  </a:moveTo>
                  <a:lnTo>
                    <a:pt x="488" y="0"/>
                  </a:lnTo>
                  <a:lnTo>
                    <a:pt x="488" y="768"/>
                  </a:lnTo>
                  <a:lnTo>
                    <a:pt x="0" y="768"/>
                  </a:lnTo>
                  <a:lnTo>
                    <a:pt x="0" y="970"/>
                  </a:lnTo>
                  <a:lnTo>
                    <a:pt x="844" y="97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8" name="Arc 324"/>
          <p:cNvSpPr/>
          <p:nvPr/>
        </p:nvSpPr>
        <p:spPr bwMode="auto">
          <a:xfrm flipH="1">
            <a:off x="7977810" y="3996538"/>
            <a:ext cx="128587" cy="257175"/>
          </a:xfrm>
          <a:custGeom>
            <a:avLst/>
            <a:gdLst>
              <a:gd name="T0" fmla="*/ 0 w 21600"/>
              <a:gd name="T1" fmla="*/ 0 h 43186"/>
              <a:gd name="T2" fmla="*/ 2147483647 w 21600"/>
              <a:gd name="T3" fmla="*/ 2147483647 h 43186"/>
              <a:gd name="T4" fmla="*/ 0 w 21600"/>
              <a:gd name="T5" fmla="*/ 2147483647 h 43186"/>
              <a:gd name="T6" fmla="*/ 0 60000 65536"/>
              <a:gd name="T7" fmla="*/ 0 60000 65536"/>
              <a:gd name="T8" fmla="*/ 0 60000 65536"/>
              <a:gd name="T9" fmla="*/ 0 w 21600"/>
              <a:gd name="T10" fmla="*/ 0 h 43186"/>
              <a:gd name="T11" fmla="*/ 21600 w 21600"/>
              <a:gd name="T12" fmla="*/ 43186 h 431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186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229"/>
                  <a:pt x="12392" y="42771"/>
                  <a:pt x="771" y="43186"/>
                </a:cubicBezTo>
              </a:path>
              <a:path w="21600" h="43186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229"/>
                  <a:pt x="12392" y="42771"/>
                  <a:pt x="771" y="43186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9" name="Group 325"/>
          <p:cNvGrpSpPr/>
          <p:nvPr/>
        </p:nvGrpSpPr>
        <p:grpSpPr bwMode="auto">
          <a:xfrm>
            <a:off x="8100047" y="3423450"/>
            <a:ext cx="1350963" cy="1616075"/>
            <a:chOff x="4633" y="423"/>
            <a:chExt cx="851" cy="1018"/>
          </a:xfrm>
        </p:grpSpPr>
        <p:grpSp>
          <p:nvGrpSpPr>
            <p:cNvPr id="320" name="Group 326"/>
            <p:cNvGrpSpPr/>
            <p:nvPr/>
          </p:nvGrpSpPr>
          <p:grpSpPr bwMode="auto">
            <a:xfrm>
              <a:off x="5249" y="1192"/>
              <a:ext cx="143" cy="204"/>
              <a:chOff x="2266" y="2428"/>
              <a:chExt cx="83" cy="204"/>
            </a:xfrm>
          </p:grpSpPr>
          <p:sp>
            <p:nvSpPr>
              <p:cNvPr id="348" name="Line 327"/>
              <p:cNvSpPr>
                <a:spLocks noChangeShapeType="1"/>
              </p:cNvSpPr>
              <p:nvPr/>
            </p:nvSpPr>
            <p:spPr bwMode="auto">
              <a:xfrm>
                <a:off x="2266" y="2428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9" name="Line 328"/>
              <p:cNvSpPr>
                <a:spLocks noChangeShapeType="1"/>
              </p:cNvSpPr>
              <p:nvPr/>
            </p:nvSpPr>
            <p:spPr bwMode="auto">
              <a:xfrm>
                <a:off x="2349" y="2428"/>
                <a:ext cx="0" cy="20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21" name="Group 329"/>
            <p:cNvGrpSpPr/>
            <p:nvPr/>
          </p:nvGrpSpPr>
          <p:grpSpPr bwMode="auto">
            <a:xfrm>
              <a:off x="4751" y="423"/>
              <a:ext cx="733" cy="967"/>
              <a:chOff x="4835" y="1798"/>
              <a:chExt cx="733" cy="967"/>
            </a:xfrm>
          </p:grpSpPr>
          <p:sp>
            <p:nvSpPr>
              <p:cNvPr id="335" name="Line 330"/>
              <p:cNvSpPr>
                <a:spLocks noChangeShapeType="1"/>
              </p:cNvSpPr>
              <p:nvPr/>
            </p:nvSpPr>
            <p:spPr bwMode="auto">
              <a:xfrm flipV="1">
                <a:off x="4835" y="1798"/>
                <a:ext cx="138" cy="1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6" name="Line 331"/>
              <p:cNvSpPr>
                <a:spLocks noChangeShapeType="1"/>
              </p:cNvSpPr>
              <p:nvPr/>
            </p:nvSpPr>
            <p:spPr bwMode="auto">
              <a:xfrm flipV="1">
                <a:off x="4932" y="1839"/>
                <a:ext cx="136" cy="1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7" name="Line 332"/>
              <p:cNvSpPr>
                <a:spLocks noChangeShapeType="1"/>
              </p:cNvSpPr>
              <p:nvPr/>
            </p:nvSpPr>
            <p:spPr bwMode="auto">
              <a:xfrm flipV="1">
                <a:off x="4935" y="1968"/>
                <a:ext cx="136" cy="1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8" name="Line 333"/>
              <p:cNvSpPr>
                <a:spLocks noChangeShapeType="1"/>
              </p:cNvSpPr>
              <p:nvPr/>
            </p:nvSpPr>
            <p:spPr bwMode="auto">
              <a:xfrm flipV="1">
                <a:off x="4933" y="2104"/>
                <a:ext cx="136" cy="1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9" name="Line 334"/>
              <p:cNvSpPr>
                <a:spLocks noChangeShapeType="1"/>
              </p:cNvSpPr>
              <p:nvPr/>
            </p:nvSpPr>
            <p:spPr bwMode="auto">
              <a:xfrm flipV="1">
                <a:off x="4933" y="2232"/>
                <a:ext cx="136" cy="1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0" name="Line 335"/>
              <p:cNvSpPr>
                <a:spLocks noChangeShapeType="1"/>
              </p:cNvSpPr>
              <p:nvPr/>
            </p:nvSpPr>
            <p:spPr bwMode="auto">
              <a:xfrm flipV="1">
                <a:off x="5035" y="2570"/>
                <a:ext cx="186" cy="1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1" name="Line 336"/>
              <p:cNvSpPr>
                <a:spLocks noChangeShapeType="1"/>
              </p:cNvSpPr>
              <p:nvPr/>
            </p:nvSpPr>
            <p:spPr bwMode="auto">
              <a:xfrm flipV="1">
                <a:off x="5153" y="2588"/>
                <a:ext cx="17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2" name="Line 337"/>
              <p:cNvSpPr>
                <a:spLocks noChangeShapeType="1"/>
              </p:cNvSpPr>
              <p:nvPr/>
            </p:nvSpPr>
            <p:spPr bwMode="auto">
              <a:xfrm flipV="1">
                <a:off x="5254" y="2691"/>
                <a:ext cx="74" cy="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3" name="Line 338"/>
              <p:cNvSpPr>
                <a:spLocks noChangeShapeType="1"/>
              </p:cNvSpPr>
              <p:nvPr/>
            </p:nvSpPr>
            <p:spPr bwMode="auto">
              <a:xfrm flipV="1">
                <a:off x="5476" y="2567"/>
                <a:ext cx="80" cy="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4" name="Line 339"/>
              <p:cNvSpPr>
                <a:spLocks noChangeShapeType="1"/>
              </p:cNvSpPr>
              <p:nvPr/>
            </p:nvSpPr>
            <p:spPr bwMode="auto">
              <a:xfrm flipV="1">
                <a:off x="5476" y="2651"/>
                <a:ext cx="92" cy="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5" name="Line 340"/>
              <p:cNvSpPr>
                <a:spLocks noChangeShapeType="1"/>
              </p:cNvSpPr>
              <p:nvPr/>
            </p:nvSpPr>
            <p:spPr bwMode="auto">
              <a:xfrm flipV="1">
                <a:off x="4933" y="2352"/>
                <a:ext cx="136" cy="1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6" name="Line 341"/>
              <p:cNvSpPr>
                <a:spLocks noChangeShapeType="1"/>
              </p:cNvSpPr>
              <p:nvPr/>
            </p:nvSpPr>
            <p:spPr bwMode="auto">
              <a:xfrm flipV="1">
                <a:off x="4931" y="2564"/>
                <a:ext cx="18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7" name="Line 342"/>
              <p:cNvSpPr>
                <a:spLocks noChangeShapeType="1"/>
              </p:cNvSpPr>
              <p:nvPr/>
            </p:nvSpPr>
            <p:spPr bwMode="auto">
              <a:xfrm flipV="1">
                <a:off x="4933" y="2476"/>
                <a:ext cx="136" cy="1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22" name="Group 343"/>
            <p:cNvGrpSpPr/>
            <p:nvPr/>
          </p:nvGrpSpPr>
          <p:grpSpPr bwMode="auto">
            <a:xfrm flipH="1">
              <a:off x="4633" y="429"/>
              <a:ext cx="216" cy="956"/>
              <a:chOff x="1412" y="1664"/>
              <a:chExt cx="216" cy="956"/>
            </a:xfrm>
          </p:grpSpPr>
          <p:sp>
            <p:nvSpPr>
              <p:cNvPr id="332" name="Line 344"/>
              <p:cNvSpPr>
                <a:spLocks noChangeShapeType="1"/>
              </p:cNvSpPr>
              <p:nvPr/>
            </p:nvSpPr>
            <p:spPr bwMode="auto">
              <a:xfrm flipV="1">
                <a:off x="1412" y="1834"/>
                <a:ext cx="0" cy="78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3" name="Line 345"/>
              <p:cNvSpPr>
                <a:spLocks noChangeShapeType="1"/>
              </p:cNvSpPr>
              <p:nvPr/>
            </p:nvSpPr>
            <p:spPr bwMode="auto">
              <a:xfrm>
                <a:off x="1416" y="1840"/>
                <a:ext cx="21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4" name="Line 346"/>
              <p:cNvSpPr>
                <a:spLocks noChangeShapeType="1"/>
              </p:cNvSpPr>
              <p:nvPr/>
            </p:nvSpPr>
            <p:spPr bwMode="auto">
              <a:xfrm>
                <a:off x="1504" y="1664"/>
                <a:ext cx="0" cy="17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23" name="Group 347"/>
            <p:cNvGrpSpPr/>
            <p:nvPr/>
          </p:nvGrpSpPr>
          <p:grpSpPr bwMode="auto">
            <a:xfrm>
              <a:off x="5248" y="1163"/>
              <a:ext cx="144" cy="278"/>
              <a:chOff x="1697" y="2530"/>
              <a:chExt cx="144" cy="278"/>
            </a:xfrm>
          </p:grpSpPr>
          <p:grpSp>
            <p:nvGrpSpPr>
              <p:cNvPr id="325" name="Group 348"/>
              <p:cNvGrpSpPr/>
              <p:nvPr/>
            </p:nvGrpSpPr>
            <p:grpSpPr bwMode="auto">
              <a:xfrm>
                <a:off x="1697" y="2563"/>
                <a:ext cx="144" cy="208"/>
                <a:chOff x="868" y="2428"/>
                <a:chExt cx="144" cy="208"/>
              </a:xfrm>
            </p:grpSpPr>
            <p:sp>
              <p:nvSpPr>
                <p:cNvPr id="330" name="Line 349"/>
                <p:cNvSpPr>
                  <a:spLocks noChangeShapeType="1"/>
                </p:cNvSpPr>
                <p:nvPr/>
              </p:nvSpPr>
              <p:spPr bwMode="auto">
                <a:xfrm>
                  <a:off x="868" y="2428"/>
                  <a:ext cx="0" cy="20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lgDash"/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1" name="Line 350"/>
                <p:cNvSpPr>
                  <a:spLocks noChangeShapeType="1"/>
                </p:cNvSpPr>
                <p:nvPr/>
              </p:nvSpPr>
              <p:spPr bwMode="auto">
                <a:xfrm>
                  <a:off x="1012" y="2428"/>
                  <a:ext cx="0" cy="20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lgDash"/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26" name="Group 351"/>
              <p:cNvGrpSpPr/>
              <p:nvPr/>
            </p:nvGrpSpPr>
            <p:grpSpPr bwMode="auto">
              <a:xfrm>
                <a:off x="1768" y="2530"/>
                <a:ext cx="0" cy="278"/>
                <a:chOff x="1768" y="2530"/>
                <a:chExt cx="0" cy="278"/>
              </a:xfrm>
            </p:grpSpPr>
            <p:sp>
              <p:nvSpPr>
                <p:cNvPr id="327" name="Line 352"/>
                <p:cNvSpPr>
                  <a:spLocks noChangeShapeType="1"/>
                </p:cNvSpPr>
                <p:nvPr/>
              </p:nvSpPr>
              <p:spPr bwMode="auto">
                <a:xfrm>
                  <a:off x="1768" y="2530"/>
                  <a:ext cx="0" cy="10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8" name="Line 353"/>
                <p:cNvSpPr>
                  <a:spLocks noChangeShapeType="1"/>
                </p:cNvSpPr>
                <p:nvPr/>
              </p:nvSpPr>
              <p:spPr bwMode="auto">
                <a:xfrm>
                  <a:off x="1768" y="2650"/>
                  <a:ext cx="0" cy="2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9" name="Line 354"/>
                <p:cNvSpPr>
                  <a:spLocks noChangeShapeType="1"/>
                </p:cNvSpPr>
                <p:nvPr/>
              </p:nvSpPr>
              <p:spPr bwMode="auto">
                <a:xfrm>
                  <a:off x="1768" y="2688"/>
                  <a:ext cx="0" cy="12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324" name="Freeform 355"/>
            <p:cNvSpPr/>
            <p:nvPr/>
          </p:nvSpPr>
          <p:spPr bwMode="auto">
            <a:xfrm flipH="1">
              <a:off x="4636" y="424"/>
              <a:ext cx="843" cy="970"/>
            </a:xfrm>
            <a:custGeom>
              <a:avLst/>
              <a:gdLst>
                <a:gd name="T0" fmla="*/ 829 w 844"/>
                <a:gd name="T1" fmla="*/ 0 h 970"/>
                <a:gd name="T2" fmla="*/ 477 w 844"/>
                <a:gd name="T3" fmla="*/ 0 h 970"/>
                <a:gd name="T4" fmla="*/ 477 w 844"/>
                <a:gd name="T5" fmla="*/ 768 h 970"/>
                <a:gd name="T6" fmla="*/ 0 w 844"/>
                <a:gd name="T7" fmla="*/ 768 h 970"/>
                <a:gd name="T8" fmla="*/ 0 w 844"/>
                <a:gd name="T9" fmla="*/ 970 h 970"/>
                <a:gd name="T10" fmla="*/ 833 w 844"/>
                <a:gd name="T11" fmla="*/ 970 h 9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44"/>
                <a:gd name="T19" fmla="*/ 0 h 970"/>
                <a:gd name="T20" fmla="*/ 844 w 844"/>
                <a:gd name="T21" fmla="*/ 970 h 9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44" h="970">
                  <a:moveTo>
                    <a:pt x="840" y="0"/>
                  </a:moveTo>
                  <a:lnTo>
                    <a:pt x="488" y="0"/>
                  </a:lnTo>
                  <a:lnTo>
                    <a:pt x="488" y="768"/>
                  </a:lnTo>
                  <a:lnTo>
                    <a:pt x="0" y="768"/>
                  </a:lnTo>
                  <a:lnTo>
                    <a:pt x="0" y="970"/>
                  </a:lnTo>
                  <a:lnTo>
                    <a:pt x="844" y="97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50" name="矩形 349"/>
          <p:cNvSpPr>
            <a:spLocks noChangeArrowheads="1"/>
          </p:cNvSpPr>
          <p:nvPr/>
        </p:nvSpPr>
        <p:spPr bwMode="auto">
          <a:xfrm>
            <a:off x="896826" y="4358668"/>
            <a:ext cx="3081408" cy="12003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</a:ln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适用：内外形都需要表达，而形状又对称或基本对称时。</a:t>
            </a:r>
            <a:endParaRPr kumimoji="1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2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6" name="Text Box 47"/>
          <p:cNvSpPr txBox="1">
            <a:spLocks noChangeArrowheads="1"/>
          </p:cNvSpPr>
          <p:nvPr/>
        </p:nvSpPr>
        <p:spPr bwMode="auto">
          <a:xfrm>
            <a:off x="479376" y="1831614"/>
            <a:ext cx="3995004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(1.2)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单一剖切面：半剖视图</a:t>
            </a:r>
            <a:endParaRPr lang="zh-CN" altLang="en-US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0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000"/>
                            </p:stCondLst>
                            <p:childTnLst>
                              <p:par>
                                <p:cTn id="9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500"/>
                            </p:stCondLst>
                            <p:childTnLst>
                              <p:par>
                                <p:cTn id="9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000"/>
                            </p:stCondLst>
                            <p:childTnLst>
                              <p:par>
                                <p:cTn id="10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500"/>
                            </p:stCondLst>
                            <p:childTnLst>
                              <p:par>
                                <p:cTn id="10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0"/>
                            </p:stCondLst>
                            <p:childTnLst>
                              <p:par>
                                <p:cTn id="10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500"/>
                            </p:stCondLst>
                            <p:childTnLst>
                              <p:par>
                                <p:cTn id="1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00"/>
                            </p:stCondLst>
                            <p:childTnLst>
                              <p:par>
                                <p:cTn id="1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500"/>
                            </p:stCondLst>
                            <p:childTnLst>
                              <p:par>
                                <p:cTn id="1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000"/>
                            </p:stCondLst>
                            <p:childTnLst>
                              <p:par>
                                <p:cTn id="1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500"/>
                            </p:stCondLst>
                            <p:childTnLst>
                              <p:par>
                                <p:cTn id="1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2000"/>
                            </p:stCondLst>
                            <p:childTnLst>
                              <p:par>
                                <p:cTn id="1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2500"/>
                            </p:stCondLst>
                            <p:childTnLst>
                              <p:par>
                                <p:cTn id="2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500"/>
                            </p:stCondLst>
                            <p:childTnLst>
                              <p:par>
                                <p:cTn id="2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6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500"/>
                            </p:stCondLst>
                            <p:childTnLst>
                              <p:par>
                                <p:cTn id="2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0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1000"/>
                            </p:stCondLst>
                            <p:childTnLst>
                              <p:par>
                                <p:cTn id="2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500"/>
                            </p:stCondLst>
                            <p:childTnLst>
                              <p:par>
                                <p:cTn id="2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2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6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9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500"/>
                            </p:stCondLst>
                            <p:childTnLst>
                              <p:par>
                                <p:cTn id="27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500"/>
                            </p:stCondLst>
                            <p:childTnLst>
                              <p:par>
                                <p:cTn id="27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500"/>
                            </p:stCondLst>
                            <p:childTnLst>
                              <p:par>
                                <p:cTn id="27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500"/>
                            </p:stCondLst>
                            <p:childTnLst>
                              <p:par>
                                <p:cTn id="28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500"/>
                            </p:stCondLst>
                            <p:childTnLst>
                              <p:par>
                                <p:cTn id="28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500"/>
                            </p:stCondLst>
                            <p:childTnLst>
                              <p:par>
                                <p:cTn id="28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500"/>
                            </p:stCondLst>
                            <p:childTnLst>
                              <p:par>
                                <p:cTn id="29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500"/>
                            </p:stCondLst>
                            <p:childTnLst>
                              <p:par>
                                <p:cTn id="29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22" grpId="0" animBg="1"/>
      <p:bldP spid="23" grpId="0" animBg="1"/>
      <p:bldP spid="24" grpId="0" animBg="1"/>
      <p:bldP spid="25" grpId="0" animBg="1"/>
      <p:bldP spid="25" grpId="1" animBg="1"/>
      <p:bldP spid="26" grpId="0" animBg="1"/>
      <p:bldP spid="62" grpId="0" animBg="1"/>
      <p:bldP spid="79" grpId="0" animBg="1"/>
      <p:bldP spid="80" grpId="0" animBg="1"/>
      <p:bldP spid="96" grpId="0" animBg="1"/>
      <p:bldP spid="97" grpId="0" animBg="1"/>
      <p:bldP spid="104" grpId="0" autoUpdateAnimBg="0"/>
      <p:bldP spid="128" grpId="0" animBg="1"/>
      <p:bldP spid="156" grpId="0" animBg="1"/>
      <p:bldP spid="225" grpId="0" autoUpdateAnimBg="0"/>
      <p:bldP spid="226" grpId="0" animBg="1"/>
      <p:bldP spid="227" grpId="0" animBg="1"/>
      <p:bldP spid="227" grpId="1" animBg="1"/>
      <p:bldP spid="228" grpId="0" animBg="1"/>
      <p:bldP spid="228" grpId="1" animBg="1"/>
      <p:bldP spid="240" grpId="0" autoUpdateAnimBg="0"/>
      <p:bldP spid="248" grpId="0" animBg="1"/>
      <p:bldP spid="249" grpId="0" animBg="1"/>
      <p:bldP spid="250" grpId="0" animBg="1" autoUpdateAnimBg="0"/>
      <p:bldP spid="251" grpId="0" animBg="1" autoUpdateAnimBg="0"/>
      <p:bldP spid="252" grpId="0" animBg="1" autoUpdateAnimBg="0"/>
      <p:bldP spid="300" grpId="0" animBg="1" autoUpdateAnimBg="0"/>
      <p:bldP spid="300" grpId="1" animBg="1"/>
      <p:bldP spid="301" grpId="0" animBg="1" build="allAtOnce"/>
      <p:bldP spid="302" grpId="0" animBg="1" autoUpdateAnimBg="0"/>
      <p:bldP spid="302" grpId="1" animBg="1"/>
      <p:bldP spid="314" grpId="0" animBg="1"/>
      <p:bldP spid="318" grpId="0" animBg="1"/>
      <p:bldP spid="35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剖视图种类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47"/>
          <p:cNvSpPr txBox="1">
            <a:spLocks noChangeArrowheads="1"/>
          </p:cNvSpPr>
          <p:nvPr/>
        </p:nvSpPr>
        <p:spPr bwMode="auto">
          <a:xfrm>
            <a:off x="479376" y="1831614"/>
            <a:ext cx="4302781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(1.3)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单一剖切面：局部剖视图</a:t>
            </a:r>
            <a:endParaRPr lang="zh-CN" altLang="en-US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7695109" y="5559609"/>
            <a:ext cx="0" cy="12065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7987209" y="5559609"/>
            <a:ext cx="0" cy="12065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rc 4"/>
          <p:cNvSpPr/>
          <p:nvPr/>
        </p:nvSpPr>
        <p:spPr bwMode="auto">
          <a:xfrm>
            <a:off x="7461746" y="3130734"/>
            <a:ext cx="74613" cy="390525"/>
          </a:xfrm>
          <a:custGeom>
            <a:avLst/>
            <a:gdLst>
              <a:gd name="T0" fmla="*/ 0 w 21600"/>
              <a:gd name="T1" fmla="*/ 0 h 43164"/>
              <a:gd name="T2" fmla="*/ 2130536 w 21600"/>
              <a:gd name="T3" fmla="*/ 2147483647 h 43164"/>
              <a:gd name="T4" fmla="*/ 0 w 21600"/>
              <a:gd name="T5" fmla="*/ 2147483647 h 43164"/>
              <a:gd name="T6" fmla="*/ 0 60000 65536"/>
              <a:gd name="T7" fmla="*/ 0 60000 65536"/>
              <a:gd name="T8" fmla="*/ 0 60000 65536"/>
              <a:gd name="T9" fmla="*/ 0 w 21600"/>
              <a:gd name="T10" fmla="*/ 0 h 43164"/>
              <a:gd name="T11" fmla="*/ 21600 w 21600"/>
              <a:gd name="T12" fmla="*/ 43164 h 431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164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042"/>
                  <a:pt x="12676" y="42499"/>
                  <a:pt x="1253" y="43163"/>
                </a:cubicBezTo>
              </a:path>
              <a:path w="21600" h="43164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042"/>
                  <a:pt x="12676" y="42499"/>
                  <a:pt x="1253" y="43163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366496" y="3098984"/>
            <a:ext cx="327025" cy="4794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rc 6"/>
          <p:cNvSpPr/>
          <p:nvPr/>
        </p:nvSpPr>
        <p:spPr bwMode="auto">
          <a:xfrm>
            <a:off x="7742734" y="3665722"/>
            <a:ext cx="233362" cy="265112"/>
          </a:xfrm>
          <a:custGeom>
            <a:avLst/>
            <a:gdLst>
              <a:gd name="T0" fmla="*/ 0 w 35306"/>
              <a:gd name="T1" fmla="*/ 423872333 h 39873"/>
              <a:gd name="T2" fmla="*/ 2103309481 w 35306"/>
              <a:gd name="T3" fmla="*/ 2147483647 h 39873"/>
              <a:gd name="T4" fmla="*/ 1142883339 w 35306"/>
              <a:gd name="T5" fmla="*/ 1866185196 h 39873"/>
              <a:gd name="T6" fmla="*/ 0 60000 65536"/>
              <a:gd name="T7" fmla="*/ 0 60000 65536"/>
              <a:gd name="T8" fmla="*/ 0 60000 65536"/>
              <a:gd name="T9" fmla="*/ 0 w 35306"/>
              <a:gd name="T10" fmla="*/ 0 h 39873"/>
              <a:gd name="T11" fmla="*/ 35306 w 35306"/>
              <a:gd name="T12" fmla="*/ 39873 h 398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5306" h="39873" fill="none" extrusionOk="0">
                <a:moveTo>
                  <a:pt x="-1" y="4905"/>
                </a:moveTo>
                <a:cubicBezTo>
                  <a:pt x="3863" y="1733"/>
                  <a:pt x="8707" y="-1"/>
                  <a:pt x="13706" y="0"/>
                </a:cubicBezTo>
                <a:cubicBezTo>
                  <a:pt x="25635" y="0"/>
                  <a:pt x="35306" y="9670"/>
                  <a:pt x="35306" y="21600"/>
                </a:cubicBezTo>
                <a:cubicBezTo>
                  <a:pt x="35306" y="29018"/>
                  <a:pt x="31499" y="35917"/>
                  <a:pt x="25223" y="39872"/>
                </a:cubicBezTo>
              </a:path>
              <a:path w="35306" h="39873" stroke="0" extrusionOk="0">
                <a:moveTo>
                  <a:pt x="-1" y="4905"/>
                </a:moveTo>
                <a:cubicBezTo>
                  <a:pt x="3863" y="1733"/>
                  <a:pt x="8707" y="-1"/>
                  <a:pt x="13706" y="0"/>
                </a:cubicBezTo>
                <a:cubicBezTo>
                  <a:pt x="25635" y="0"/>
                  <a:pt x="35306" y="9670"/>
                  <a:pt x="35306" y="21600"/>
                </a:cubicBezTo>
                <a:cubicBezTo>
                  <a:pt x="35306" y="29018"/>
                  <a:pt x="31499" y="35917"/>
                  <a:pt x="25223" y="39872"/>
                </a:cubicBezTo>
                <a:lnTo>
                  <a:pt x="13706" y="2160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7585571" y="3648259"/>
            <a:ext cx="466725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Freeform 8"/>
          <p:cNvSpPr/>
          <p:nvPr/>
        </p:nvSpPr>
        <p:spPr bwMode="auto">
          <a:xfrm>
            <a:off x="7734796" y="3711759"/>
            <a:ext cx="174625" cy="225425"/>
          </a:xfrm>
          <a:custGeom>
            <a:avLst/>
            <a:gdLst>
              <a:gd name="T0" fmla="*/ 0 w 96"/>
              <a:gd name="T1" fmla="*/ 0 h 126"/>
              <a:gd name="T2" fmla="*/ 2147483647 w 96"/>
              <a:gd name="T3" fmla="*/ 2147483647 h 126"/>
              <a:gd name="T4" fmla="*/ 2147483647 w 96"/>
              <a:gd name="T5" fmla="*/ 2147483647 h 126"/>
              <a:gd name="T6" fmla="*/ 2147483647 w 96"/>
              <a:gd name="T7" fmla="*/ 2147483647 h 126"/>
              <a:gd name="T8" fmla="*/ 2147483647 w 96"/>
              <a:gd name="T9" fmla="*/ 2147483647 h 126"/>
              <a:gd name="T10" fmla="*/ 2147483647 w 96"/>
              <a:gd name="T11" fmla="*/ 2147483647 h 12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6"/>
              <a:gd name="T19" fmla="*/ 0 h 126"/>
              <a:gd name="T20" fmla="*/ 96 w 96"/>
              <a:gd name="T21" fmla="*/ 126 h 12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6" h="126">
                <a:moveTo>
                  <a:pt x="0" y="0"/>
                </a:moveTo>
                <a:lnTo>
                  <a:pt x="16" y="20"/>
                </a:lnTo>
                <a:lnTo>
                  <a:pt x="44" y="28"/>
                </a:lnTo>
                <a:lnTo>
                  <a:pt x="68" y="82"/>
                </a:lnTo>
                <a:lnTo>
                  <a:pt x="94" y="106"/>
                </a:lnTo>
                <a:lnTo>
                  <a:pt x="96" y="126"/>
                </a:lnTo>
              </a:path>
            </a:pathLst>
          </a:custGeom>
          <a:noFill/>
          <a:ln w="12700">
            <a:solidFill>
              <a:srgbClr val="FF0066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Oval 9"/>
          <p:cNvSpPr>
            <a:spLocks noChangeArrowheads="1"/>
          </p:cNvSpPr>
          <p:nvPr/>
        </p:nvSpPr>
        <p:spPr bwMode="auto">
          <a:xfrm>
            <a:off x="7696696" y="3664134"/>
            <a:ext cx="279400" cy="285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Freeform 10"/>
          <p:cNvSpPr/>
          <p:nvPr/>
        </p:nvSpPr>
        <p:spPr bwMode="auto">
          <a:xfrm>
            <a:off x="7884021" y="4394384"/>
            <a:ext cx="34925" cy="123825"/>
          </a:xfrm>
          <a:custGeom>
            <a:avLst/>
            <a:gdLst>
              <a:gd name="T0" fmla="*/ 2147483647 w 22"/>
              <a:gd name="T1" fmla="*/ 0 h 78"/>
              <a:gd name="T2" fmla="*/ 0 w 22"/>
              <a:gd name="T3" fmla="*/ 2147483647 h 78"/>
              <a:gd name="T4" fmla="*/ 2147483647 w 22"/>
              <a:gd name="T5" fmla="*/ 2147483647 h 78"/>
              <a:gd name="T6" fmla="*/ 2147483647 w 22"/>
              <a:gd name="T7" fmla="*/ 2147483647 h 78"/>
              <a:gd name="T8" fmla="*/ 2147483647 w 22"/>
              <a:gd name="T9" fmla="*/ 2147483647 h 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"/>
              <a:gd name="T16" fmla="*/ 0 h 78"/>
              <a:gd name="T17" fmla="*/ 22 w 22"/>
              <a:gd name="T18" fmla="*/ 78 h 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" h="78">
                <a:moveTo>
                  <a:pt x="8" y="0"/>
                </a:moveTo>
                <a:cubicBezTo>
                  <a:pt x="4" y="9"/>
                  <a:pt x="0" y="19"/>
                  <a:pt x="0" y="28"/>
                </a:cubicBezTo>
                <a:cubicBezTo>
                  <a:pt x="0" y="37"/>
                  <a:pt x="5" y="44"/>
                  <a:pt x="8" y="52"/>
                </a:cubicBezTo>
                <a:cubicBezTo>
                  <a:pt x="11" y="60"/>
                  <a:pt x="18" y="74"/>
                  <a:pt x="20" y="76"/>
                </a:cubicBezTo>
                <a:cubicBezTo>
                  <a:pt x="22" y="78"/>
                  <a:pt x="20" y="66"/>
                  <a:pt x="20" y="64"/>
                </a:cubicBezTo>
              </a:path>
            </a:pathLst>
          </a:custGeom>
          <a:noFill/>
          <a:ln w="12700">
            <a:solidFill>
              <a:srgbClr val="FF0066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7801471" y="4330884"/>
            <a:ext cx="180975" cy="222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 flipV="1">
            <a:off x="7572871" y="3452997"/>
            <a:ext cx="1588" cy="93345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7510959" y="3572059"/>
            <a:ext cx="80962" cy="8350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Freeform 14"/>
          <p:cNvSpPr/>
          <p:nvPr/>
        </p:nvSpPr>
        <p:spPr bwMode="auto">
          <a:xfrm>
            <a:off x="7296646" y="3568884"/>
            <a:ext cx="155575" cy="31750"/>
          </a:xfrm>
          <a:custGeom>
            <a:avLst/>
            <a:gdLst>
              <a:gd name="T0" fmla="*/ 2147483647 w 98"/>
              <a:gd name="T1" fmla="*/ 0 h 20"/>
              <a:gd name="T2" fmla="*/ 2147483647 w 98"/>
              <a:gd name="T3" fmla="*/ 2147483647 h 20"/>
              <a:gd name="T4" fmla="*/ 2147483647 w 98"/>
              <a:gd name="T5" fmla="*/ 2147483647 h 20"/>
              <a:gd name="T6" fmla="*/ 0 w 98"/>
              <a:gd name="T7" fmla="*/ 2147483647 h 20"/>
              <a:gd name="T8" fmla="*/ 0 60000 65536"/>
              <a:gd name="T9" fmla="*/ 0 60000 65536"/>
              <a:gd name="T10" fmla="*/ 0 60000 65536"/>
              <a:gd name="T11" fmla="*/ 0 60000 65536"/>
              <a:gd name="T12" fmla="*/ 0 w 98"/>
              <a:gd name="T13" fmla="*/ 0 h 20"/>
              <a:gd name="T14" fmla="*/ 98 w 98"/>
              <a:gd name="T15" fmla="*/ 20 h 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8" h="20">
                <a:moveTo>
                  <a:pt x="98" y="0"/>
                </a:moveTo>
                <a:cubicBezTo>
                  <a:pt x="79" y="5"/>
                  <a:pt x="61" y="11"/>
                  <a:pt x="50" y="12"/>
                </a:cubicBezTo>
                <a:cubicBezTo>
                  <a:pt x="39" y="13"/>
                  <a:pt x="40" y="3"/>
                  <a:pt x="32" y="4"/>
                </a:cubicBezTo>
                <a:cubicBezTo>
                  <a:pt x="24" y="5"/>
                  <a:pt x="12" y="12"/>
                  <a:pt x="0" y="20"/>
                </a:cubicBezTo>
              </a:path>
            </a:pathLst>
          </a:custGeom>
          <a:noFill/>
          <a:ln w="12700">
            <a:solidFill>
              <a:srgbClr val="FF0066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7277596" y="3546659"/>
            <a:ext cx="174625" cy="14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7360146" y="2871972"/>
            <a:ext cx="942975" cy="161925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7480796" y="3002147"/>
            <a:ext cx="695325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7360146" y="4224522"/>
            <a:ext cx="942975" cy="161925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>
            <a:off x="8126909" y="3992747"/>
            <a:ext cx="0" cy="2317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Freeform 21"/>
          <p:cNvSpPr/>
          <p:nvPr/>
        </p:nvSpPr>
        <p:spPr bwMode="auto">
          <a:xfrm>
            <a:off x="8128496" y="3872097"/>
            <a:ext cx="61913" cy="123825"/>
          </a:xfrm>
          <a:custGeom>
            <a:avLst/>
            <a:gdLst>
              <a:gd name="T0" fmla="*/ 2147483647 w 39"/>
              <a:gd name="T1" fmla="*/ 0 h 78"/>
              <a:gd name="T2" fmla="*/ 2147483647 w 39"/>
              <a:gd name="T3" fmla="*/ 2147483647 h 78"/>
              <a:gd name="T4" fmla="*/ 2147483647 w 39"/>
              <a:gd name="T5" fmla="*/ 2147483647 h 78"/>
              <a:gd name="T6" fmla="*/ 0 w 39"/>
              <a:gd name="T7" fmla="*/ 2147483647 h 78"/>
              <a:gd name="T8" fmla="*/ 0 60000 65536"/>
              <a:gd name="T9" fmla="*/ 0 60000 65536"/>
              <a:gd name="T10" fmla="*/ 0 60000 65536"/>
              <a:gd name="T11" fmla="*/ 0 60000 65536"/>
              <a:gd name="T12" fmla="*/ 0 w 39"/>
              <a:gd name="T13" fmla="*/ 0 h 78"/>
              <a:gd name="T14" fmla="*/ 39 w 39"/>
              <a:gd name="T15" fmla="*/ 78 h 7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" h="78">
                <a:moveTo>
                  <a:pt x="39" y="0"/>
                </a:moveTo>
                <a:cubicBezTo>
                  <a:pt x="31" y="6"/>
                  <a:pt x="24" y="13"/>
                  <a:pt x="18" y="21"/>
                </a:cubicBezTo>
                <a:cubicBezTo>
                  <a:pt x="12" y="29"/>
                  <a:pt x="6" y="39"/>
                  <a:pt x="3" y="48"/>
                </a:cubicBezTo>
                <a:cubicBezTo>
                  <a:pt x="0" y="57"/>
                  <a:pt x="0" y="73"/>
                  <a:pt x="0" y="78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Freeform 22"/>
          <p:cNvSpPr/>
          <p:nvPr/>
        </p:nvSpPr>
        <p:spPr bwMode="auto">
          <a:xfrm>
            <a:off x="7931646" y="3853047"/>
            <a:ext cx="358775" cy="401637"/>
          </a:xfrm>
          <a:custGeom>
            <a:avLst/>
            <a:gdLst>
              <a:gd name="T0" fmla="*/ 0 w 226"/>
              <a:gd name="T1" fmla="*/ 2147483647 h 253"/>
              <a:gd name="T2" fmla="*/ 0 w 226"/>
              <a:gd name="T3" fmla="*/ 2147483647 h 253"/>
              <a:gd name="T4" fmla="*/ 2147483647 w 226"/>
              <a:gd name="T5" fmla="*/ 2147483647 h 253"/>
              <a:gd name="T6" fmla="*/ 2147483647 w 226"/>
              <a:gd name="T7" fmla="*/ 2147483647 h 253"/>
              <a:gd name="T8" fmla="*/ 2147483647 w 226"/>
              <a:gd name="T9" fmla="*/ 2147483647 h 253"/>
              <a:gd name="T10" fmla="*/ 2147483647 w 226"/>
              <a:gd name="T11" fmla="*/ 0 h 253"/>
              <a:gd name="T12" fmla="*/ 2147483647 w 226"/>
              <a:gd name="T13" fmla="*/ 2147483647 h 253"/>
              <a:gd name="T14" fmla="*/ 2147483647 w 226"/>
              <a:gd name="T15" fmla="*/ 2147483647 h 253"/>
              <a:gd name="T16" fmla="*/ 0 w 226"/>
              <a:gd name="T17" fmla="*/ 2147483647 h 25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26"/>
              <a:gd name="T28" fmla="*/ 0 h 253"/>
              <a:gd name="T29" fmla="*/ 226 w 226"/>
              <a:gd name="T30" fmla="*/ 253 h 25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26" h="253">
                <a:moveTo>
                  <a:pt x="0" y="220"/>
                </a:moveTo>
                <a:lnTo>
                  <a:pt x="0" y="253"/>
                </a:lnTo>
                <a:lnTo>
                  <a:pt x="226" y="253"/>
                </a:lnTo>
                <a:lnTo>
                  <a:pt x="225" y="15"/>
                </a:lnTo>
                <a:lnTo>
                  <a:pt x="156" y="15"/>
                </a:lnTo>
                <a:lnTo>
                  <a:pt x="153" y="0"/>
                </a:lnTo>
                <a:lnTo>
                  <a:pt x="55" y="63"/>
                </a:lnTo>
                <a:lnTo>
                  <a:pt x="46" y="169"/>
                </a:lnTo>
                <a:lnTo>
                  <a:pt x="0" y="2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877313" y="2491269"/>
            <a:ext cx="4801314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以波浪线为界，局部的剖开机件。</a:t>
            </a:r>
            <a:endParaRPr kumimoji="1"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7474446" y="4976997"/>
            <a:ext cx="723900" cy="733425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Freeform 26"/>
          <p:cNvSpPr/>
          <p:nvPr/>
        </p:nvSpPr>
        <p:spPr bwMode="auto">
          <a:xfrm>
            <a:off x="7226796" y="3129147"/>
            <a:ext cx="238125" cy="400050"/>
          </a:xfrm>
          <a:custGeom>
            <a:avLst/>
            <a:gdLst>
              <a:gd name="T0" fmla="*/ 2147483647 w 150"/>
              <a:gd name="T1" fmla="*/ 0 h 252"/>
              <a:gd name="T2" fmla="*/ 0 w 150"/>
              <a:gd name="T3" fmla="*/ 0 h 252"/>
              <a:gd name="T4" fmla="*/ 0 w 150"/>
              <a:gd name="T5" fmla="*/ 2147483647 h 252"/>
              <a:gd name="T6" fmla="*/ 2147483647 w 150"/>
              <a:gd name="T7" fmla="*/ 2147483647 h 252"/>
              <a:gd name="T8" fmla="*/ 0 60000 65536"/>
              <a:gd name="T9" fmla="*/ 0 60000 65536"/>
              <a:gd name="T10" fmla="*/ 0 60000 65536"/>
              <a:gd name="T11" fmla="*/ 0 60000 65536"/>
              <a:gd name="T12" fmla="*/ 0 w 150"/>
              <a:gd name="T13" fmla="*/ 0 h 252"/>
              <a:gd name="T14" fmla="*/ 150 w 150"/>
              <a:gd name="T15" fmla="*/ 252 h 2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0" h="252">
                <a:moveTo>
                  <a:pt x="150" y="0"/>
                </a:moveTo>
                <a:lnTo>
                  <a:pt x="0" y="0"/>
                </a:lnTo>
                <a:lnTo>
                  <a:pt x="0" y="252"/>
                </a:lnTo>
                <a:lnTo>
                  <a:pt x="150" y="252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Line 27"/>
          <p:cNvSpPr>
            <a:spLocks noChangeShapeType="1"/>
          </p:cNvSpPr>
          <p:nvPr/>
        </p:nvSpPr>
        <p:spPr bwMode="auto">
          <a:xfrm flipH="1" flipV="1">
            <a:off x="8093571" y="2881497"/>
            <a:ext cx="0" cy="995362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>
            <a:off x="8188821" y="3040247"/>
            <a:ext cx="1588" cy="83343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Line 29"/>
          <p:cNvSpPr>
            <a:spLocks noChangeShapeType="1"/>
          </p:cNvSpPr>
          <p:nvPr/>
        </p:nvSpPr>
        <p:spPr bwMode="auto">
          <a:xfrm>
            <a:off x="7464921" y="3516497"/>
            <a:ext cx="0" cy="7080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Line 30"/>
          <p:cNvSpPr>
            <a:spLocks noChangeShapeType="1"/>
          </p:cNvSpPr>
          <p:nvPr/>
        </p:nvSpPr>
        <p:spPr bwMode="auto">
          <a:xfrm flipV="1">
            <a:off x="7464921" y="3033897"/>
            <a:ext cx="0" cy="1047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Line 31"/>
          <p:cNvSpPr>
            <a:spLocks noChangeShapeType="1"/>
          </p:cNvSpPr>
          <p:nvPr/>
        </p:nvSpPr>
        <p:spPr bwMode="auto">
          <a:xfrm>
            <a:off x="7398246" y="5157972"/>
            <a:ext cx="13335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7398246" y="5558022"/>
            <a:ext cx="13335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Line 33"/>
          <p:cNvSpPr>
            <a:spLocks noChangeShapeType="1"/>
          </p:cNvSpPr>
          <p:nvPr/>
        </p:nvSpPr>
        <p:spPr bwMode="auto">
          <a:xfrm>
            <a:off x="7222034" y="3195822"/>
            <a:ext cx="34766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Line 34"/>
          <p:cNvSpPr>
            <a:spLocks noChangeShapeType="1"/>
          </p:cNvSpPr>
          <p:nvPr/>
        </p:nvSpPr>
        <p:spPr bwMode="auto">
          <a:xfrm>
            <a:off x="7231559" y="3457759"/>
            <a:ext cx="34766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Line 35"/>
          <p:cNvSpPr>
            <a:spLocks noChangeShapeType="1"/>
          </p:cNvSpPr>
          <p:nvPr/>
        </p:nvSpPr>
        <p:spPr bwMode="auto">
          <a:xfrm>
            <a:off x="7564934" y="2871972"/>
            <a:ext cx="4762" cy="32385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Line 36"/>
          <p:cNvSpPr>
            <a:spLocks noChangeShapeType="1"/>
          </p:cNvSpPr>
          <p:nvPr/>
        </p:nvSpPr>
        <p:spPr bwMode="auto">
          <a:xfrm>
            <a:off x="7236321" y="5219884"/>
            <a:ext cx="36671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Line 37"/>
          <p:cNvSpPr>
            <a:spLocks noChangeShapeType="1"/>
          </p:cNvSpPr>
          <p:nvPr/>
        </p:nvSpPr>
        <p:spPr bwMode="auto">
          <a:xfrm>
            <a:off x="7245846" y="5481822"/>
            <a:ext cx="37623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Line 38"/>
          <p:cNvSpPr>
            <a:spLocks noChangeShapeType="1"/>
          </p:cNvSpPr>
          <p:nvPr/>
        </p:nvSpPr>
        <p:spPr bwMode="auto">
          <a:xfrm>
            <a:off x="8174534" y="5229409"/>
            <a:ext cx="11906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Line 39"/>
          <p:cNvSpPr>
            <a:spLocks noChangeShapeType="1"/>
          </p:cNvSpPr>
          <p:nvPr/>
        </p:nvSpPr>
        <p:spPr bwMode="auto">
          <a:xfrm>
            <a:off x="8174534" y="5453247"/>
            <a:ext cx="11906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Line 40"/>
          <p:cNvSpPr>
            <a:spLocks noChangeShapeType="1"/>
          </p:cNvSpPr>
          <p:nvPr/>
        </p:nvSpPr>
        <p:spPr bwMode="auto">
          <a:xfrm>
            <a:off x="8098334" y="5291322"/>
            <a:ext cx="20955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Line 41"/>
          <p:cNvSpPr>
            <a:spLocks noChangeShapeType="1"/>
          </p:cNvSpPr>
          <p:nvPr/>
        </p:nvSpPr>
        <p:spPr bwMode="auto">
          <a:xfrm>
            <a:off x="8098334" y="5396097"/>
            <a:ext cx="20955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Line 42"/>
          <p:cNvSpPr>
            <a:spLocks noChangeShapeType="1"/>
          </p:cNvSpPr>
          <p:nvPr/>
        </p:nvSpPr>
        <p:spPr bwMode="auto">
          <a:xfrm>
            <a:off x="8103096" y="3935597"/>
            <a:ext cx="20955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8107859" y="4045134"/>
            <a:ext cx="20955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Line 44"/>
          <p:cNvSpPr>
            <a:spLocks noChangeShapeType="1"/>
          </p:cNvSpPr>
          <p:nvPr/>
        </p:nvSpPr>
        <p:spPr bwMode="auto">
          <a:xfrm flipV="1">
            <a:off x="8303121" y="3851459"/>
            <a:ext cx="0" cy="3762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Line 45"/>
          <p:cNvSpPr>
            <a:spLocks noChangeShapeType="1"/>
          </p:cNvSpPr>
          <p:nvPr/>
        </p:nvSpPr>
        <p:spPr bwMode="auto">
          <a:xfrm>
            <a:off x="8176121" y="3864159"/>
            <a:ext cx="127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Line 46"/>
          <p:cNvSpPr>
            <a:spLocks noChangeShapeType="1"/>
          </p:cNvSpPr>
          <p:nvPr/>
        </p:nvSpPr>
        <p:spPr bwMode="auto">
          <a:xfrm>
            <a:off x="8093571" y="4045134"/>
            <a:ext cx="0" cy="33655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Freeform 47"/>
          <p:cNvSpPr/>
          <p:nvPr/>
        </p:nvSpPr>
        <p:spPr bwMode="auto">
          <a:xfrm>
            <a:off x="8064996" y="3930834"/>
            <a:ext cx="23813" cy="114300"/>
          </a:xfrm>
          <a:custGeom>
            <a:avLst/>
            <a:gdLst>
              <a:gd name="T0" fmla="*/ 2147483647 w 15"/>
              <a:gd name="T1" fmla="*/ 0 h 72"/>
              <a:gd name="T2" fmla="*/ 0 w 15"/>
              <a:gd name="T3" fmla="*/ 2147483647 h 72"/>
              <a:gd name="T4" fmla="*/ 2147483647 w 15"/>
              <a:gd name="T5" fmla="*/ 2147483647 h 72"/>
              <a:gd name="T6" fmla="*/ 0 60000 65536"/>
              <a:gd name="T7" fmla="*/ 0 60000 65536"/>
              <a:gd name="T8" fmla="*/ 0 60000 65536"/>
              <a:gd name="T9" fmla="*/ 0 w 15"/>
              <a:gd name="T10" fmla="*/ 0 h 72"/>
              <a:gd name="T11" fmla="*/ 15 w 15"/>
              <a:gd name="T12" fmla="*/ 72 h 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72">
                <a:moveTo>
                  <a:pt x="15" y="0"/>
                </a:moveTo>
                <a:cubicBezTo>
                  <a:pt x="7" y="15"/>
                  <a:pt x="0" y="30"/>
                  <a:pt x="0" y="42"/>
                </a:cubicBezTo>
                <a:cubicBezTo>
                  <a:pt x="0" y="54"/>
                  <a:pt x="7" y="63"/>
                  <a:pt x="15" y="72"/>
                </a:cubicBezTo>
              </a:path>
            </a:pathLst>
          </a:custGeom>
          <a:noFill/>
          <a:ln w="12700">
            <a:solidFill>
              <a:srgbClr val="000000"/>
            </a:solidFill>
            <a:prstDash val="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Line 48"/>
          <p:cNvSpPr>
            <a:spLocks noChangeShapeType="1"/>
          </p:cNvSpPr>
          <p:nvPr/>
        </p:nvSpPr>
        <p:spPr bwMode="auto">
          <a:xfrm>
            <a:off x="7169646" y="3324409"/>
            <a:ext cx="179388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Freeform 49"/>
          <p:cNvSpPr/>
          <p:nvPr/>
        </p:nvSpPr>
        <p:spPr bwMode="auto">
          <a:xfrm>
            <a:off x="7458571" y="3538722"/>
            <a:ext cx="279400" cy="166687"/>
          </a:xfrm>
          <a:custGeom>
            <a:avLst/>
            <a:gdLst>
              <a:gd name="T0" fmla="*/ 0 w 172"/>
              <a:gd name="T1" fmla="*/ 2147483647 h 103"/>
              <a:gd name="T2" fmla="*/ 2147483647 w 172"/>
              <a:gd name="T3" fmla="*/ 2147483647 h 103"/>
              <a:gd name="T4" fmla="*/ 2147483647 w 172"/>
              <a:gd name="T5" fmla="*/ 2147483647 h 103"/>
              <a:gd name="T6" fmla="*/ 2147483647 w 172"/>
              <a:gd name="T7" fmla="*/ 2147483647 h 103"/>
              <a:gd name="T8" fmla="*/ 0 60000 65536"/>
              <a:gd name="T9" fmla="*/ 0 60000 65536"/>
              <a:gd name="T10" fmla="*/ 0 60000 65536"/>
              <a:gd name="T11" fmla="*/ 0 60000 65536"/>
              <a:gd name="T12" fmla="*/ 0 w 172"/>
              <a:gd name="T13" fmla="*/ 0 h 103"/>
              <a:gd name="T14" fmla="*/ 172 w 172"/>
              <a:gd name="T15" fmla="*/ 103 h 10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2" h="103">
                <a:moveTo>
                  <a:pt x="0" y="23"/>
                </a:moveTo>
                <a:cubicBezTo>
                  <a:pt x="31" y="11"/>
                  <a:pt x="63" y="0"/>
                  <a:pt x="84" y="7"/>
                </a:cubicBezTo>
                <a:cubicBezTo>
                  <a:pt x="105" y="14"/>
                  <a:pt x="109" y="47"/>
                  <a:pt x="124" y="63"/>
                </a:cubicBezTo>
                <a:cubicBezTo>
                  <a:pt x="139" y="79"/>
                  <a:pt x="155" y="91"/>
                  <a:pt x="172" y="103"/>
                </a:cubicBez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Freeform 50"/>
          <p:cNvSpPr/>
          <p:nvPr/>
        </p:nvSpPr>
        <p:spPr bwMode="auto">
          <a:xfrm>
            <a:off x="7896721" y="3924484"/>
            <a:ext cx="74613" cy="463550"/>
          </a:xfrm>
          <a:custGeom>
            <a:avLst/>
            <a:gdLst>
              <a:gd name="T0" fmla="*/ 2147483647 w 47"/>
              <a:gd name="T1" fmla="*/ 0 h 292"/>
              <a:gd name="T2" fmla="*/ 2147483647 w 47"/>
              <a:gd name="T3" fmla="*/ 2147483647 h 292"/>
              <a:gd name="T4" fmla="*/ 2147483647 w 47"/>
              <a:gd name="T5" fmla="*/ 2147483647 h 292"/>
              <a:gd name="T6" fmla="*/ 2147483647 w 47"/>
              <a:gd name="T7" fmla="*/ 2147483647 h 292"/>
              <a:gd name="T8" fmla="*/ 0 w 47"/>
              <a:gd name="T9" fmla="*/ 2147483647 h 2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"/>
              <a:gd name="T16" fmla="*/ 0 h 292"/>
              <a:gd name="T17" fmla="*/ 47 w 47"/>
              <a:gd name="T18" fmla="*/ 292 h 2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" h="292">
                <a:moveTo>
                  <a:pt x="4" y="0"/>
                </a:moveTo>
                <a:cubicBezTo>
                  <a:pt x="22" y="21"/>
                  <a:pt x="41" y="42"/>
                  <a:pt x="44" y="64"/>
                </a:cubicBezTo>
                <a:cubicBezTo>
                  <a:pt x="47" y="86"/>
                  <a:pt x="25" y="101"/>
                  <a:pt x="20" y="132"/>
                </a:cubicBezTo>
                <a:cubicBezTo>
                  <a:pt x="15" y="163"/>
                  <a:pt x="19" y="225"/>
                  <a:pt x="16" y="252"/>
                </a:cubicBezTo>
                <a:cubicBezTo>
                  <a:pt x="13" y="279"/>
                  <a:pt x="6" y="285"/>
                  <a:pt x="0" y="292"/>
                </a:cubicBez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Freeform 51"/>
          <p:cNvSpPr/>
          <p:nvPr/>
        </p:nvSpPr>
        <p:spPr bwMode="auto">
          <a:xfrm>
            <a:off x="7571284" y="3195822"/>
            <a:ext cx="44450" cy="261937"/>
          </a:xfrm>
          <a:custGeom>
            <a:avLst/>
            <a:gdLst>
              <a:gd name="T0" fmla="*/ 0 w 28"/>
              <a:gd name="T1" fmla="*/ 0 h 165"/>
              <a:gd name="T2" fmla="*/ 2147483647 w 28"/>
              <a:gd name="T3" fmla="*/ 2147483647 h 165"/>
              <a:gd name="T4" fmla="*/ 0 w 28"/>
              <a:gd name="T5" fmla="*/ 2147483647 h 165"/>
              <a:gd name="T6" fmla="*/ 0 60000 65536"/>
              <a:gd name="T7" fmla="*/ 0 60000 65536"/>
              <a:gd name="T8" fmla="*/ 0 60000 65536"/>
              <a:gd name="T9" fmla="*/ 0 w 28"/>
              <a:gd name="T10" fmla="*/ 0 h 165"/>
              <a:gd name="T11" fmla="*/ 28 w 28"/>
              <a:gd name="T12" fmla="*/ 165 h 1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" h="165">
                <a:moveTo>
                  <a:pt x="0" y="0"/>
                </a:moveTo>
                <a:cubicBezTo>
                  <a:pt x="14" y="27"/>
                  <a:pt x="28" y="54"/>
                  <a:pt x="28" y="81"/>
                </a:cubicBezTo>
                <a:cubicBezTo>
                  <a:pt x="28" y="108"/>
                  <a:pt x="14" y="136"/>
                  <a:pt x="0" y="165"/>
                </a:cubicBezTo>
              </a:path>
            </a:pathLst>
          </a:custGeom>
          <a:noFill/>
          <a:ln w="12700">
            <a:solidFill>
              <a:srgbClr val="000000"/>
            </a:solidFill>
            <a:prstDash val="lgDash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Line 52"/>
          <p:cNvSpPr>
            <a:spLocks noChangeShapeType="1"/>
          </p:cNvSpPr>
          <p:nvPr/>
        </p:nvSpPr>
        <p:spPr bwMode="auto">
          <a:xfrm>
            <a:off x="8095159" y="2873559"/>
            <a:ext cx="0" cy="106521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Line 53"/>
          <p:cNvSpPr>
            <a:spLocks noChangeShapeType="1"/>
          </p:cNvSpPr>
          <p:nvPr/>
        </p:nvSpPr>
        <p:spPr bwMode="auto">
          <a:xfrm>
            <a:off x="8095159" y="4045134"/>
            <a:ext cx="0" cy="3317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Line 54"/>
          <p:cNvSpPr>
            <a:spLocks noChangeShapeType="1"/>
          </p:cNvSpPr>
          <p:nvPr/>
        </p:nvSpPr>
        <p:spPr bwMode="auto">
          <a:xfrm>
            <a:off x="8095159" y="3934009"/>
            <a:ext cx="20478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Line 55"/>
          <p:cNvSpPr>
            <a:spLocks noChangeShapeType="1"/>
          </p:cNvSpPr>
          <p:nvPr/>
        </p:nvSpPr>
        <p:spPr bwMode="auto">
          <a:xfrm>
            <a:off x="8090396" y="4045134"/>
            <a:ext cx="2063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Freeform 56"/>
          <p:cNvSpPr/>
          <p:nvPr/>
        </p:nvSpPr>
        <p:spPr bwMode="auto">
          <a:xfrm>
            <a:off x="8063409" y="3921309"/>
            <a:ext cx="33337" cy="141288"/>
          </a:xfrm>
          <a:custGeom>
            <a:avLst/>
            <a:gdLst>
              <a:gd name="T0" fmla="*/ 2147483647 w 21"/>
              <a:gd name="T1" fmla="*/ 0 h 89"/>
              <a:gd name="T2" fmla="*/ 0 w 21"/>
              <a:gd name="T3" fmla="*/ 2147483647 h 89"/>
              <a:gd name="T4" fmla="*/ 2147483647 w 21"/>
              <a:gd name="T5" fmla="*/ 2147483647 h 89"/>
              <a:gd name="T6" fmla="*/ 0 60000 65536"/>
              <a:gd name="T7" fmla="*/ 0 60000 65536"/>
              <a:gd name="T8" fmla="*/ 0 60000 65536"/>
              <a:gd name="T9" fmla="*/ 0 w 21"/>
              <a:gd name="T10" fmla="*/ 0 h 89"/>
              <a:gd name="T11" fmla="*/ 21 w 21"/>
              <a:gd name="T12" fmla="*/ 89 h 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" h="89">
                <a:moveTo>
                  <a:pt x="21" y="0"/>
                </a:moveTo>
                <a:cubicBezTo>
                  <a:pt x="10" y="15"/>
                  <a:pt x="0" y="30"/>
                  <a:pt x="0" y="45"/>
                </a:cubicBezTo>
                <a:cubicBezTo>
                  <a:pt x="0" y="60"/>
                  <a:pt x="10" y="74"/>
                  <a:pt x="21" y="89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Line 57"/>
          <p:cNvSpPr>
            <a:spLocks noChangeShapeType="1"/>
          </p:cNvSpPr>
          <p:nvPr/>
        </p:nvSpPr>
        <p:spPr bwMode="auto">
          <a:xfrm>
            <a:off x="7566521" y="2876734"/>
            <a:ext cx="3175" cy="32861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Line 58"/>
          <p:cNvSpPr>
            <a:spLocks noChangeShapeType="1"/>
          </p:cNvSpPr>
          <p:nvPr/>
        </p:nvSpPr>
        <p:spPr bwMode="auto">
          <a:xfrm>
            <a:off x="7568109" y="3457759"/>
            <a:ext cx="1587" cy="904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Line 59"/>
          <p:cNvSpPr>
            <a:spLocks noChangeShapeType="1"/>
          </p:cNvSpPr>
          <p:nvPr/>
        </p:nvSpPr>
        <p:spPr bwMode="auto">
          <a:xfrm>
            <a:off x="7234734" y="3197409"/>
            <a:ext cx="33178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Line 60"/>
          <p:cNvSpPr>
            <a:spLocks noChangeShapeType="1"/>
          </p:cNvSpPr>
          <p:nvPr/>
        </p:nvSpPr>
        <p:spPr bwMode="auto">
          <a:xfrm>
            <a:off x="7233146" y="3457759"/>
            <a:ext cx="33813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Rectangle 61"/>
          <p:cNvSpPr>
            <a:spLocks noChangeArrowheads="1"/>
          </p:cNvSpPr>
          <p:nvPr/>
        </p:nvSpPr>
        <p:spPr bwMode="auto">
          <a:xfrm>
            <a:off x="7080746" y="4945247"/>
            <a:ext cx="1266825" cy="1019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Oval 62"/>
          <p:cNvSpPr>
            <a:spLocks noChangeArrowheads="1"/>
          </p:cNvSpPr>
          <p:nvPr/>
        </p:nvSpPr>
        <p:spPr bwMode="auto">
          <a:xfrm>
            <a:off x="7582396" y="5092884"/>
            <a:ext cx="511175" cy="511175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Arc 63"/>
          <p:cNvSpPr/>
          <p:nvPr/>
        </p:nvSpPr>
        <p:spPr bwMode="auto">
          <a:xfrm>
            <a:off x="8141196" y="4853172"/>
            <a:ext cx="152400" cy="1714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Arc 64"/>
          <p:cNvSpPr/>
          <p:nvPr/>
        </p:nvSpPr>
        <p:spPr bwMode="auto">
          <a:xfrm flipV="1">
            <a:off x="8130084" y="5689784"/>
            <a:ext cx="161925" cy="171450"/>
          </a:xfrm>
          <a:custGeom>
            <a:avLst/>
            <a:gdLst>
              <a:gd name="T0" fmla="*/ 0 w 22948"/>
              <a:gd name="T1" fmla="*/ 10491470 h 21600"/>
              <a:gd name="T2" fmla="*/ 2147483647 w 22948"/>
              <a:gd name="T3" fmla="*/ 2147483647 h 21600"/>
              <a:gd name="T4" fmla="*/ 166385290 w 22948"/>
              <a:gd name="T5" fmla="*/ 2147483647 h 21600"/>
              <a:gd name="T6" fmla="*/ 0 60000 65536"/>
              <a:gd name="T7" fmla="*/ 0 60000 65536"/>
              <a:gd name="T8" fmla="*/ 0 60000 65536"/>
              <a:gd name="T9" fmla="*/ 0 w 22948"/>
              <a:gd name="T10" fmla="*/ 0 h 21600"/>
              <a:gd name="T11" fmla="*/ 22948 w 2294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948" h="21600" fill="none" extrusionOk="0">
                <a:moveTo>
                  <a:pt x="0" y="42"/>
                </a:moveTo>
                <a:cubicBezTo>
                  <a:pt x="448" y="14"/>
                  <a:pt x="898" y="-1"/>
                  <a:pt x="1348" y="0"/>
                </a:cubicBezTo>
                <a:cubicBezTo>
                  <a:pt x="13277" y="0"/>
                  <a:pt x="22948" y="9670"/>
                  <a:pt x="22948" y="21600"/>
                </a:cubicBezTo>
              </a:path>
              <a:path w="22948" h="21600" stroke="0" extrusionOk="0">
                <a:moveTo>
                  <a:pt x="0" y="42"/>
                </a:moveTo>
                <a:cubicBezTo>
                  <a:pt x="448" y="14"/>
                  <a:pt x="898" y="-1"/>
                  <a:pt x="1348" y="0"/>
                </a:cubicBezTo>
                <a:cubicBezTo>
                  <a:pt x="13277" y="0"/>
                  <a:pt x="22948" y="9670"/>
                  <a:pt x="22948" y="21600"/>
                </a:cubicBezTo>
                <a:lnTo>
                  <a:pt x="1348" y="2160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Arc 65"/>
          <p:cNvSpPr/>
          <p:nvPr/>
        </p:nvSpPr>
        <p:spPr bwMode="auto">
          <a:xfrm flipH="1">
            <a:off x="7379196" y="4853172"/>
            <a:ext cx="152400" cy="1714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Arc 66"/>
          <p:cNvSpPr/>
          <p:nvPr/>
        </p:nvSpPr>
        <p:spPr bwMode="auto">
          <a:xfrm rot="10800000">
            <a:off x="7379196" y="5691372"/>
            <a:ext cx="152400" cy="1714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Line 67"/>
          <p:cNvSpPr>
            <a:spLocks noChangeShapeType="1"/>
          </p:cNvSpPr>
          <p:nvPr/>
        </p:nvSpPr>
        <p:spPr bwMode="auto">
          <a:xfrm>
            <a:off x="7379196" y="5005572"/>
            <a:ext cx="0" cy="7000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Line 68"/>
          <p:cNvSpPr>
            <a:spLocks noChangeShapeType="1"/>
          </p:cNvSpPr>
          <p:nvPr/>
        </p:nvSpPr>
        <p:spPr bwMode="auto">
          <a:xfrm>
            <a:off x="7531596" y="5862822"/>
            <a:ext cx="609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Line 69"/>
          <p:cNvSpPr>
            <a:spLocks noChangeShapeType="1"/>
          </p:cNvSpPr>
          <p:nvPr/>
        </p:nvSpPr>
        <p:spPr bwMode="auto">
          <a:xfrm>
            <a:off x="7526834" y="4853172"/>
            <a:ext cx="6191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Line 70"/>
          <p:cNvSpPr>
            <a:spLocks noChangeShapeType="1"/>
          </p:cNvSpPr>
          <p:nvPr/>
        </p:nvSpPr>
        <p:spPr bwMode="auto">
          <a:xfrm>
            <a:off x="8293596" y="5023034"/>
            <a:ext cx="0" cy="69056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Freeform 71"/>
          <p:cNvSpPr/>
          <p:nvPr/>
        </p:nvSpPr>
        <p:spPr bwMode="auto">
          <a:xfrm>
            <a:off x="7226796" y="5148447"/>
            <a:ext cx="142875" cy="400050"/>
          </a:xfrm>
          <a:custGeom>
            <a:avLst/>
            <a:gdLst>
              <a:gd name="T0" fmla="*/ 2147483647 w 150"/>
              <a:gd name="T1" fmla="*/ 0 h 252"/>
              <a:gd name="T2" fmla="*/ 0 w 150"/>
              <a:gd name="T3" fmla="*/ 0 h 252"/>
              <a:gd name="T4" fmla="*/ 0 w 150"/>
              <a:gd name="T5" fmla="*/ 2147483647 h 252"/>
              <a:gd name="T6" fmla="*/ 2147483647 w 150"/>
              <a:gd name="T7" fmla="*/ 2147483647 h 252"/>
              <a:gd name="T8" fmla="*/ 0 60000 65536"/>
              <a:gd name="T9" fmla="*/ 0 60000 65536"/>
              <a:gd name="T10" fmla="*/ 0 60000 65536"/>
              <a:gd name="T11" fmla="*/ 0 60000 65536"/>
              <a:gd name="T12" fmla="*/ 0 w 150"/>
              <a:gd name="T13" fmla="*/ 0 h 252"/>
              <a:gd name="T14" fmla="*/ 150 w 150"/>
              <a:gd name="T15" fmla="*/ 252 h 2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0" h="252">
                <a:moveTo>
                  <a:pt x="150" y="0"/>
                </a:moveTo>
                <a:lnTo>
                  <a:pt x="0" y="0"/>
                </a:lnTo>
                <a:lnTo>
                  <a:pt x="0" y="252"/>
                </a:lnTo>
                <a:lnTo>
                  <a:pt x="150" y="252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Line 72"/>
          <p:cNvSpPr>
            <a:spLocks noChangeShapeType="1"/>
          </p:cNvSpPr>
          <p:nvPr/>
        </p:nvSpPr>
        <p:spPr bwMode="auto">
          <a:xfrm flipV="1">
            <a:off x="7364909" y="2873559"/>
            <a:ext cx="136525" cy="138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Line 73"/>
          <p:cNvSpPr>
            <a:spLocks noChangeShapeType="1"/>
          </p:cNvSpPr>
          <p:nvPr/>
        </p:nvSpPr>
        <p:spPr bwMode="auto">
          <a:xfrm flipV="1">
            <a:off x="7291884" y="3125972"/>
            <a:ext cx="76200" cy="66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Line 74"/>
          <p:cNvSpPr>
            <a:spLocks noChangeShapeType="1"/>
          </p:cNvSpPr>
          <p:nvPr/>
        </p:nvSpPr>
        <p:spPr bwMode="auto">
          <a:xfrm flipV="1">
            <a:off x="7455396" y="2921184"/>
            <a:ext cx="117475" cy="114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Line 75"/>
          <p:cNvSpPr>
            <a:spLocks noChangeShapeType="1"/>
          </p:cNvSpPr>
          <p:nvPr/>
        </p:nvSpPr>
        <p:spPr bwMode="auto">
          <a:xfrm flipV="1">
            <a:off x="7415709" y="3045009"/>
            <a:ext cx="1428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Line 76"/>
          <p:cNvSpPr>
            <a:spLocks noChangeShapeType="1"/>
          </p:cNvSpPr>
          <p:nvPr/>
        </p:nvSpPr>
        <p:spPr bwMode="auto">
          <a:xfrm flipV="1">
            <a:off x="7287121" y="3459347"/>
            <a:ext cx="76200" cy="714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Line 77"/>
          <p:cNvSpPr>
            <a:spLocks noChangeShapeType="1"/>
          </p:cNvSpPr>
          <p:nvPr/>
        </p:nvSpPr>
        <p:spPr bwMode="auto">
          <a:xfrm flipV="1">
            <a:off x="7391896" y="3454584"/>
            <a:ext cx="85725" cy="809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Line 78"/>
          <p:cNvSpPr>
            <a:spLocks noChangeShapeType="1"/>
          </p:cNvSpPr>
          <p:nvPr/>
        </p:nvSpPr>
        <p:spPr bwMode="auto">
          <a:xfrm flipV="1">
            <a:off x="7468096" y="3473634"/>
            <a:ext cx="100013" cy="1000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Line 79"/>
          <p:cNvSpPr>
            <a:spLocks noChangeShapeType="1"/>
          </p:cNvSpPr>
          <p:nvPr/>
        </p:nvSpPr>
        <p:spPr bwMode="auto">
          <a:xfrm flipV="1">
            <a:off x="8096746" y="2868797"/>
            <a:ext cx="15240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Line 80"/>
          <p:cNvSpPr>
            <a:spLocks noChangeShapeType="1"/>
          </p:cNvSpPr>
          <p:nvPr/>
        </p:nvSpPr>
        <p:spPr bwMode="auto">
          <a:xfrm flipV="1">
            <a:off x="8091984" y="2925947"/>
            <a:ext cx="209550" cy="209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Line 81"/>
          <p:cNvSpPr>
            <a:spLocks noChangeShapeType="1"/>
          </p:cNvSpPr>
          <p:nvPr/>
        </p:nvSpPr>
        <p:spPr bwMode="auto">
          <a:xfrm flipV="1">
            <a:off x="8096746" y="3164072"/>
            <a:ext cx="90488" cy="904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Line 82"/>
          <p:cNvSpPr>
            <a:spLocks noChangeShapeType="1"/>
          </p:cNvSpPr>
          <p:nvPr/>
        </p:nvSpPr>
        <p:spPr bwMode="auto">
          <a:xfrm flipV="1">
            <a:off x="8087221" y="3278372"/>
            <a:ext cx="90488" cy="904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Line 83"/>
          <p:cNvSpPr>
            <a:spLocks noChangeShapeType="1"/>
          </p:cNvSpPr>
          <p:nvPr/>
        </p:nvSpPr>
        <p:spPr bwMode="auto">
          <a:xfrm flipV="1">
            <a:off x="8096746" y="3383147"/>
            <a:ext cx="90488" cy="904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Line 84"/>
          <p:cNvSpPr>
            <a:spLocks noChangeShapeType="1"/>
          </p:cNvSpPr>
          <p:nvPr/>
        </p:nvSpPr>
        <p:spPr bwMode="auto">
          <a:xfrm flipV="1">
            <a:off x="8096746" y="3506972"/>
            <a:ext cx="90488" cy="904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Line 85"/>
          <p:cNvSpPr>
            <a:spLocks noChangeShapeType="1"/>
          </p:cNvSpPr>
          <p:nvPr/>
        </p:nvSpPr>
        <p:spPr bwMode="auto">
          <a:xfrm flipV="1">
            <a:off x="8101509" y="3611747"/>
            <a:ext cx="90487" cy="904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Line 86"/>
          <p:cNvSpPr>
            <a:spLocks noChangeShapeType="1"/>
          </p:cNvSpPr>
          <p:nvPr/>
        </p:nvSpPr>
        <p:spPr bwMode="auto">
          <a:xfrm flipV="1">
            <a:off x="8101509" y="3716522"/>
            <a:ext cx="90487" cy="904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Line 87"/>
          <p:cNvSpPr>
            <a:spLocks noChangeShapeType="1"/>
          </p:cNvSpPr>
          <p:nvPr/>
        </p:nvSpPr>
        <p:spPr bwMode="auto">
          <a:xfrm flipV="1">
            <a:off x="8106271" y="3835584"/>
            <a:ext cx="90488" cy="904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Line 88"/>
          <p:cNvSpPr>
            <a:spLocks noChangeShapeType="1"/>
          </p:cNvSpPr>
          <p:nvPr/>
        </p:nvSpPr>
        <p:spPr bwMode="auto">
          <a:xfrm flipV="1">
            <a:off x="8206284" y="3864159"/>
            <a:ext cx="68262" cy="66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Line 89"/>
          <p:cNvSpPr>
            <a:spLocks noChangeShapeType="1"/>
          </p:cNvSpPr>
          <p:nvPr/>
        </p:nvSpPr>
        <p:spPr bwMode="auto">
          <a:xfrm flipV="1">
            <a:off x="8096746" y="4049897"/>
            <a:ext cx="138113" cy="136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Line 90"/>
          <p:cNvSpPr>
            <a:spLocks noChangeShapeType="1"/>
          </p:cNvSpPr>
          <p:nvPr/>
        </p:nvSpPr>
        <p:spPr bwMode="auto">
          <a:xfrm flipV="1">
            <a:off x="8093571" y="4097522"/>
            <a:ext cx="207963" cy="2047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Line 91"/>
          <p:cNvSpPr>
            <a:spLocks noChangeShapeType="1"/>
          </p:cNvSpPr>
          <p:nvPr/>
        </p:nvSpPr>
        <p:spPr bwMode="auto">
          <a:xfrm flipV="1">
            <a:off x="8136434" y="4230872"/>
            <a:ext cx="155575" cy="1555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AutoShape 92"/>
          <p:cNvSpPr>
            <a:spLocks noChangeArrowheads="1"/>
          </p:cNvSpPr>
          <p:nvPr/>
        </p:nvSpPr>
        <p:spPr bwMode="auto">
          <a:xfrm>
            <a:off x="7585571" y="1936274"/>
            <a:ext cx="2038819" cy="36737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</a:ln>
        </p:spPr>
        <p:txBody>
          <a:bodyPr wrap="none" anchor="ctr"/>
          <a:lstStyle/>
          <a:p>
            <a:pPr marL="342900" indent="-342900" algn="ctr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不能穿空而过</a:t>
            </a:r>
            <a:endParaRPr kumimoji="1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AutoShape 93"/>
          <p:cNvSpPr>
            <a:spLocks noChangeArrowheads="1"/>
          </p:cNvSpPr>
          <p:nvPr/>
        </p:nvSpPr>
        <p:spPr bwMode="auto">
          <a:xfrm>
            <a:off x="2923084" y="4524062"/>
            <a:ext cx="2668587" cy="5095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</a:ln>
        </p:spPr>
        <p:txBody>
          <a:bodyPr wrap="none" anchor="ctr"/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不能超出轮廓线</a:t>
            </a:r>
            <a:endParaRPr kumimoji="1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Text Box 94"/>
          <p:cNvSpPr txBox="1">
            <a:spLocks noChangeArrowheads="1"/>
          </p:cNvSpPr>
          <p:nvPr/>
        </p:nvSpPr>
        <p:spPr bwMode="auto">
          <a:xfrm>
            <a:off x="2923085" y="3835584"/>
            <a:ext cx="2667000" cy="406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</a:ln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不得与任何线重合</a:t>
            </a:r>
            <a:endParaRPr kumimoji="1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AutoShape 95"/>
          <p:cNvSpPr/>
          <p:nvPr/>
        </p:nvSpPr>
        <p:spPr bwMode="auto">
          <a:xfrm>
            <a:off x="2923084" y="5296599"/>
            <a:ext cx="2667000" cy="707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40000"/>
                <a:lumOff val="60000"/>
              </a:schemeClr>
            </a:solidFill>
            <a:miter lim="800000"/>
          </a:ln>
        </p:spPr>
        <p:txBody>
          <a:bodyPr>
            <a:spAutoFit/>
          </a:bodyPr>
          <a:lstStyle/>
          <a:p>
            <a:pPr marL="342900" indent="-342900" algn="ctr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形体已表达清楚，虚线不再画出</a:t>
            </a:r>
            <a:endParaRPr kumimoji="1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Arc 96"/>
          <p:cNvSpPr/>
          <p:nvPr/>
        </p:nvSpPr>
        <p:spPr bwMode="auto">
          <a:xfrm>
            <a:off x="7696696" y="3700647"/>
            <a:ext cx="206375" cy="246062"/>
          </a:xfrm>
          <a:custGeom>
            <a:avLst/>
            <a:gdLst>
              <a:gd name="T0" fmla="*/ 2147483647 w 31456"/>
              <a:gd name="T1" fmla="*/ 2147483647 h 36637"/>
              <a:gd name="T2" fmla="*/ 485910132 w 31456"/>
              <a:gd name="T3" fmla="*/ 0 h 36637"/>
              <a:gd name="T4" fmla="*/ 1722559001 w 31456"/>
              <a:gd name="T5" fmla="*/ 1380097305 h 36637"/>
              <a:gd name="T6" fmla="*/ 0 60000 65536"/>
              <a:gd name="T7" fmla="*/ 0 60000 65536"/>
              <a:gd name="T8" fmla="*/ 0 60000 65536"/>
              <a:gd name="T9" fmla="*/ 0 w 31456"/>
              <a:gd name="T10" fmla="*/ 0 h 36637"/>
              <a:gd name="T11" fmla="*/ 31456 w 31456"/>
              <a:gd name="T12" fmla="*/ 36637 h 3663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456" h="36637" fill="none" extrusionOk="0">
                <a:moveTo>
                  <a:pt x="31456" y="34257"/>
                </a:moveTo>
                <a:cubicBezTo>
                  <a:pt x="28406" y="35821"/>
                  <a:pt x="25027" y="36636"/>
                  <a:pt x="21600" y="36637"/>
                </a:cubicBezTo>
                <a:cubicBezTo>
                  <a:pt x="9670" y="36637"/>
                  <a:pt x="0" y="26966"/>
                  <a:pt x="0" y="15037"/>
                </a:cubicBezTo>
                <a:cubicBezTo>
                  <a:pt x="-1" y="9423"/>
                  <a:pt x="2185" y="4030"/>
                  <a:pt x="6093" y="0"/>
                </a:cubicBezTo>
              </a:path>
              <a:path w="31456" h="36637" stroke="0" extrusionOk="0">
                <a:moveTo>
                  <a:pt x="31456" y="34257"/>
                </a:moveTo>
                <a:cubicBezTo>
                  <a:pt x="28406" y="35821"/>
                  <a:pt x="25027" y="36636"/>
                  <a:pt x="21600" y="36637"/>
                </a:cubicBezTo>
                <a:cubicBezTo>
                  <a:pt x="9670" y="36637"/>
                  <a:pt x="0" y="26966"/>
                  <a:pt x="0" y="15037"/>
                </a:cubicBezTo>
                <a:cubicBezTo>
                  <a:pt x="-1" y="9423"/>
                  <a:pt x="2185" y="4030"/>
                  <a:pt x="6093" y="0"/>
                </a:cubicBezTo>
                <a:lnTo>
                  <a:pt x="21600" y="15037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Arc 98"/>
          <p:cNvSpPr/>
          <p:nvPr/>
        </p:nvSpPr>
        <p:spPr bwMode="auto">
          <a:xfrm>
            <a:off x="7536359" y="3195822"/>
            <a:ext cx="74612" cy="261937"/>
          </a:xfrm>
          <a:custGeom>
            <a:avLst/>
            <a:gdLst>
              <a:gd name="T0" fmla="*/ 10785247 w 21600"/>
              <a:gd name="T1" fmla="*/ 0 h 41500"/>
              <a:gd name="T2" fmla="*/ 9562288 w 21600"/>
              <a:gd name="T3" fmla="*/ 2147483647 h 41500"/>
              <a:gd name="T4" fmla="*/ 0 w 21600"/>
              <a:gd name="T5" fmla="*/ 1305352336 h 41500"/>
              <a:gd name="T6" fmla="*/ 0 60000 65536"/>
              <a:gd name="T7" fmla="*/ 0 60000 65536"/>
              <a:gd name="T8" fmla="*/ 0 60000 65536"/>
              <a:gd name="T9" fmla="*/ 0 w 21600"/>
              <a:gd name="T10" fmla="*/ 0 h 41500"/>
              <a:gd name="T11" fmla="*/ 21600 w 21600"/>
              <a:gd name="T12" fmla="*/ 41500 h 415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1500" fill="none" extrusionOk="0">
                <a:moveTo>
                  <a:pt x="6348" y="0"/>
                </a:moveTo>
                <a:cubicBezTo>
                  <a:pt x="15413" y="2787"/>
                  <a:pt x="21600" y="11162"/>
                  <a:pt x="21600" y="20646"/>
                </a:cubicBezTo>
                <a:cubicBezTo>
                  <a:pt x="21600" y="30407"/>
                  <a:pt x="15053" y="38955"/>
                  <a:pt x="5628" y="41499"/>
                </a:cubicBezTo>
              </a:path>
              <a:path w="21600" h="41500" stroke="0" extrusionOk="0">
                <a:moveTo>
                  <a:pt x="6348" y="0"/>
                </a:moveTo>
                <a:cubicBezTo>
                  <a:pt x="15413" y="2787"/>
                  <a:pt x="21600" y="11162"/>
                  <a:pt x="21600" y="20646"/>
                </a:cubicBezTo>
                <a:cubicBezTo>
                  <a:pt x="21600" y="30407"/>
                  <a:pt x="15053" y="38955"/>
                  <a:pt x="5628" y="41499"/>
                </a:cubicBezTo>
                <a:lnTo>
                  <a:pt x="0" y="20646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Text Box 99"/>
          <p:cNvSpPr txBox="1">
            <a:spLocks noChangeArrowheads="1"/>
          </p:cNvSpPr>
          <p:nvPr/>
        </p:nvSpPr>
        <p:spPr bwMode="auto">
          <a:xfrm>
            <a:off x="2889957" y="3177565"/>
            <a:ext cx="2328862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波浪线的画法：</a:t>
            </a:r>
            <a:endParaRPr kumimoji="1" lang="zh-CN" altLang="en-US" sz="240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Freeform 100"/>
          <p:cNvSpPr/>
          <p:nvPr/>
        </p:nvSpPr>
        <p:spPr bwMode="auto">
          <a:xfrm>
            <a:off x="7564934" y="5511984"/>
            <a:ext cx="88900" cy="352425"/>
          </a:xfrm>
          <a:custGeom>
            <a:avLst/>
            <a:gdLst>
              <a:gd name="T0" fmla="*/ 2147483647 w 46"/>
              <a:gd name="T1" fmla="*/ 0 h 222"/>
              <a:gd name="T2" fmla="*/ 2147483647 w 46"/>
              <a:gd name="T3" fmla="*/ 2147483647 h 222"/>
              <a:gd name="T4" fmla="*/ 2147483647 w 46"/>
              <a:gd name="T5" fmla="*/ 2147483647 h 222"/>
              <a:gd name="T6" fmla="*/ 2147483647 w 46"/>
              <a:gd name="T7" fmla="*/ 2147483647 h 222"/>
              <a:gd name="T8" fmla="*/ 0 w 46"/>
              <a:gd name="T9" fmla="*/ 2147483647 h 222"/>
              <a:gd name="T10" fmla="*/ 2147483647 w 46"/>
              <a:gd name="T11" fmla="*/ 2147483647 h 222"/>
              <a:gd name="T12" fmla="*/ 2147483647 w 46"/>
              <a:gd name="T13" fmla="*/ 2147483647 h 222"/>
              <a:gd name="T14" fmla="*/ 2147483647 w 46"/>
              <a:gd name="T15" fmla="*/ 2147483647 h 22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6"/>
              <a:gd name="T25" fmla="*/ 0 h 222"/>
              <a:gd name="T26" fmla="*/ 46 w 46"/>
              <a:gd name="T27" fmla="*/ 222 h 22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6" h="222">
                <a:moveTo>
                  <a:pt x="46" y="0"/>
                </a:moveTo>
                <a:cubicBezTo>
                  <a:pt x="40" y="11"/>
                  <a:pt x="34" y="23"/>
                  <a:pt x="28" y="34"/>
                </a:cubicBezTo>
                <a:cubicBezTo>
                  <a:pt x="22" y="45"/>
                  <a:pt x="15" y="52"/>
                  <a:pt x="12" y="66"/>
                </a:cubicBezTo>
                <a:cubicBezTo>
                  <a:pt x="9" y="80"/>
                  <a:pt x="12" y="104"/>
                  <a:pt x="10" y="118"/>
                </a:cubicBezTo>
                <a:cubicBezTo>
                  <a:pt x="8" y="132"/>
                  <a:pt x="0" y="137"/>
                  <a:pt x="0" y="148"/>
                </a:cubicBezTo>
                <a:cubicBezTo>
                  <a:pt x="0" y="159"/>
                  <a:pt x="7" y="174"/>
                  <a:pt x="10" y="182"/>
                </a:cubicBezTo>
                <a:cubicBezTo>
                  <a:pt x="13" y="190"/>
                  <a:pt x="15" y="187"/>
                  <a:pt x="16" y="194"/>
                </a:cubicBezTo>
                <a:cubicBezTo>
                  <a:pt x="17" y="201"/>
                  <a:pt x="16" y="217"/>
                  <a:pt x="16" y="222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Rectangle 101"/>
          <p:cNvSpPr>
            <a:spLocks noChangeArrowheads="1"/>
          </p:cNvSpPr>
          <p:nvPr/>
        </p:nvSpPr>
        <p:spPr bwMode="auto">
          <a:xfrm>
            <a:off x="7606209" y="6051734"/>
            <a:ext cx="498475" cy="889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Arc 102"/>
          <p:cNvSpPr/>
          <p:nvPr/>
        </p:nvSpPr>
        <p:spPr bwMode="auto">
          <a:xfrm flipH="1">
            <a:off x="7588746" y="5348472"/>
            <a:ext cx="514350" cy="361950"/>
          </a:xfrm>
          <a:custGeom>
            <a:avLst/>
            <a:gdLst>
              <a:gd name="T0" fmla="*/ 2147483647 w 30693"/>
              <a:gd name="T1" fmla="*/ 2147483647 h 21600"/>
              <a:gd name="T2" fmla="*/ 0 w 30693"/>
              <a:gd name="T3" fmla="*/ 2147483647 h 21600"/>
              <a:gd name="T4" fmla="*/ 2147483647 w 30693"/>
              <a:gd name="T5" fmla="*/ 0 h 21600"/>
              <a:gd name="T6" fmla="*/ 0 60000 65536"/>
              <a:gd name="T7" fmla="*/ 0 60000 65536"/>
              <a:gd name="T8" fmla="*/ 0 60000 65536"/>
              <a:gd name="T9" fmla="*/ 0 w 30693"/>
              <a:gd name="T10" fmla="*/ 0 h 21600"/>
              <a:gd name="T11" fmla="*/ 30693 w 3069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693" h="21600" fill="none" extrusionOk="0">
                <a:moveTo>
                  <a:pt x="30693" y="16224"/>
                </a:moveTo>
                <a:cubicBezTo>
                  <a:pt x="26751" y="19689"/>
                  <a:pt x="21682" y="21599"/>
                  <a:pt x="16434" y="21600"/>
                </a:cubicBezTo>
                <a:cubicBezTo>
                  <a:pt x="10110" y="21600"/>
                  <a:pt x="4103" y="18828"/>
                  <a:pt x="-1" y="14017"/>
                </a:cubicBezTo>
              </a:path>
              <a:path w="30693" h="21600" stroke="0" extrusionOk="0">
                <a:moveTo>
                  <a:pt x="30693" y="16224"/>
                </a:moveTo>
                <a:cubicBezTo>
                  <a:pt x="26751" y="19689"/>
                  <a:pt x="21682" y="21599"/>
                  <a:pt x="16434" y="21600"/>
                </a:cubicBezTo>
                <a:cubicBezTo>
                  <a:pt x="10110" y="21600"/>
                  <a:pt x="4103" y="18828"/>
                  <a:pt x="-1" y="14017"/>
                </a:cubicBezTo>
                <a:lnTo>
                  <a:pt x="16434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Line 103"/>
          <p:cNvSpPr>
            <a:spLocks noChangeShapeType="1"/>
          </p:cNvSpPr>
          <p:nvPr/>
        </p:nvSpPr>
        <p:spPr bwMode="auto">
          <a:xfrm flipV="1">
            <a:off x="7993559" y="5546909"/>
            <a:ext cx="0" cy="130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Line 104"/>
          <p:cNvSpPr>
            <a:spLocks noChangeShapeType="1"/>
          </p:cNvSpPr>
          <p:nvPr/>
        </p:nvSpPr>
        <p:spPr bwMode="auto">
          <a:xfrm flipV="1">
            <a:off x="7691934" y="5550084"/>
            <a:ext cx="0" cy="130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Line 105"/>
          <p:cNvSpPr>
            <a:spLocks noChangeShapeType="1"/>
          </p:cNvSpPr>
          <p:nvPr/>
        </p:nvSpPr>
        <p:spPr bwMode="auto">
          <a:xfrm flipV="1">
            <a:off x="7622084" y="5565959"/>
            <a:ext cx="66675" cy="66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Line 106"/>
          <p:cNvSpPr>
            <a:spLocks noChangeShapeType="1"/>
          </p:cNvSpPr>
          <p:nvPr/>
        </p:nvSpPr>
        <p:spPr bwMode="auto">
          <a:xfrm flipV="1">
            <a:off x="8006259" y="5523097"/>
            <a:ext cx="68262" cy="1190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Freeform 107"/>
          <p:cNvSpPr/>
          <p:nvPr/>
        </p:nvSpPr>
        <p:spPr bwMode="auto">
          <a:xfrm>
            <a:off x="8060234" y="5483409"/>
            <a:ext cx="61912" cy="381000"/>
          </a:xfrm>
          <a:custGeom>
            <a:avLst/>
            <a:gdLst>
              <a:gd name="T0" fmla="*/ 0 w 35"/>
              <a:gd name="T1" fmla="*/ 0 h 242"/>
              <a:gd name="T2" fmla="*/ 2147483647 w 35"/>
              <a:gd name="T3" fmla="*/ 2147483647 h 242"/>
              <a:gd name="T4" fmla="*/ 2147483647 w 35"/>
              <a:gd name="T5" fmla="*/ 2147483647 h 242"/>
              <a:gd name="T6" fmla="*/ 2147483647 w 35"/>
              <a:gd name="T7" fmla="*/ 2147483647 h 242"/>
              <a:gd name="T8" fmla="*/ 2147483647 w 35"/>
              <a:gd name="T9" fmla="*/ 2147483647 h 242"/>
              <a:gd name="T10" fmla="*/ 2147483647 w 35"/>
              <a:gd name="T11" fmla="*/ 2147483647 h 242"/>
              <a:gd name="T12" fmla="*/ 2147483647 w 35"/>
              <a:gd name="T13" fmla="*/ 2147483647 h 242"/>
              <a:gd name="T14" fmla="*/ 2147483647 w 35"/>
              <a:gd name="T15" fmla="*/ 2147483647 h 24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5"/>
              <a:gd name="T25" fmla="*/ 0 h 242"/>
              <a:gd name="T26" fmla="*/ 35 w 35"/>
              <a:gd name="T27" fmla="*/ 242 h 24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5" h="242">
                <a:moveTo>
                  <a:pt x="0" y="0"/>
                </a:moveTo>
                <a:cubicBezTo>
                  <a:pt x="2" y="6"/>
                  <a:pt x="4" y="12"/>
                  <a:pt x="8" y="22"/>
                </a:cubicBezTo>
                <a:cubicBezTo>
                  <a:pt x="12" y="32"/>
                  <a:pt x="18" y="46"/>
                  <a:pt x="22" y="60"/>
                </a:cubicBezTo>
                <a:cubicBezTo>
                  <a:pt x="26" y="74"/>
                  <a:pt x="33" y="92"/>
                  <a:pt x="34" y="104"/>
                </a:cubicBezTo>
                <a:cubicBezTo>
                  <a:pt x="35" y="116"/>
                  <a:pt x="28" y="123"/>
                  <a:pt x="26" y="134"/>
                </a:cubicBezTo>
                <a:cubicBezTo>
                  <a:pt x="24" y="145"/>
                  <a:pt x="24" y="157"/>
                  <a:pt x="24" y="168"/>
                </a:cubicBezTo>
                <a:cubicBezTo>
                  <a:pt x="24" y="179"/>
                  <a:pt x="27" y="190"/>
                  <a:pt x="28" y="202"/>
                </a:cubicBezTo>
                <a:cubicBezTo>
                  <a:pt x="29" y="214"/>
                  <a:pt x="28" y="228"/>
                  <a:pt x="28" y="242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Line 109"/>
          <p:cNvSpPr>
            <a:spLocks noChangeShapeType="1"/>
          </p:cNvSpPr>
          <p:nvPr/>
        </p:nvSpPr>
        <p:spPr bwMode="auto">
          <a:xfrm flipH="1">
            <a:off x="8390434" y="4029259"/>
            <a:ext cx="2190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Text Box 110"/>
          <p:cNvSpPr txBox="1">
            <a:spLocks noChangeArrowheads="1"/>
          </p:cNvSpPr>
          <p:nvPr/>
        </p:nvSpPr>
        <p:spPr bwMode="auto">
          <a:xfrm>
            <a:off x="8339425" y="3722872"/>
            <a:ext cx="338555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en-US" altLang="zh-CN" sz="1600" b="1" i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2" name="Group 111"/>
          <p:cNvGrpSpPr/>
          <p:nvPr/>
        </p:nvGrpSpPr>
        <p:grpSpPr bwMode="auto">
          <a:xfrm>
            <a:off x="8849221" y="4127684"/>
            <a:ext cx="546100" cy="769938"/>
            <a:chOff x="4357" y="1793"/>
            <a:chExt cx="344" cy="485"/>
          </a:xfrm>
        </p:grpSpPr>
        <p:sp>
          <p:nvSpPr>
            <p:cNvPr id="113" name="Line 112"/>
            <p:cNvSpPr>
              <a:spLocks noChangeShapeType="1"/>
            </p:cNvSpPr>
            <p:nvPr/>
          </p:nvSpPr>
          <p:spPr bwMode="auto">
            <a:xfrm>
              <a:off x="4403" y="1968"/>
              <a:ext cx="24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Line 113"/>
            <p:cNvSpPr>
              <a:spLocks noChangeShapeType="1"/>
            </p:cNvSpPr>
            <p:nvPr/>
          </p:nvSpPr>
          <p:spPr bwMode="auto">
            <a:xfrm>
              <a:off x="4357" y="2216"/>
              <a:ext cx="33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Line 114"/>
            <p:cNvSpPr>
              <a:spLocks noChangeShapeType="1"/>
            </p:cNvSpPr>
            <p:nvPr/>
          </p:nvSpPr>
          <p:spPr bwMode="auto">
            <a:xfrm>
              <a:off x="4533" y="1793"/>
              <a:ext cx="0" cy="2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Oval 115"/>
            <p:cNvSpPr>
              <a:spLocks noChangeArrowheads="1"/>
            </p:cNvSpPr>
            <p:nvPr/>
          </p:nvSpPr>
          <p:spPr bwMode="auto">
            <a:xfrm>
              <a:off x="4496" y="1928"/>
              <a:ext cx="75" cy="75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Arc 116"/>
            <p:cNvSpPr/>
            <p:nvPr/>
          </p:nvSpPr>
          <p:spPr bwMode="auto">
            <a:xfrm>
              <a:off x="4446" y="1882"/>
              <a:ext cx="172" cy="88"/>
            </a:xfrm>
            <a:custGeom>
              <a:avLst/>
              <a:gdLst>
                <a:gd name="T0" fmla="*/ 0 w 43200"/>
                <a:gd name="T1" fmla="*/ 0 h 22090"/>
                <a:gd name="T2" fmla="*/ 0 w 43200"/>
                <a:gd name="T3" fmla="*/ 0 h 22090"/>
                <a:gd name="T4" fmla="*/ 0 w 43200"/>
                <a:gd name="T5" fmla="*/ 0 h 22090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090"/>
                <a:gd name="T11" fmla="*/ 43200 w 43200"/>
                <a:gd name="T12" fmla="*/ 22090 h 220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090" fill="none" extrusionOk="0">
                  <a:moveTo>
                    <a:pt x="5" y="22090"/>
                  </a:moveTo>
                  <a:cubicBezTo>
                    <a:pt x="1" y="21926"/>
                    <a:pt x="0" y="21763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2090" stroke="0" extrusionOk="0">
                  <a:moveTo>
                    <a:pt x="5" y="22090"/>
                  </a:moveTo>
                  <a:cubicBezTo>
                    <a:pt x="1" y="21926"/>
                    <a:pt x="0" y="21763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117"/>
            <p:cNvSpPr>
              <a:spLocks noChangeShapeType="1"/>
            </p:cNvSpPr>
            <p:nvPr/>
          </p:nvSpPr>
          <p:spPr bwMode="auto">
            <a:xfrm>
              <a:off x="4446" y="1970"/>
              <a:ext cx="0" cy="1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18"/>
            <p:cNvSpPr>
              <a:spLocks noChangeShapeType="1"/>
            </p:cNvSpPr>
            <p:nvPr/>
          </p:nvSpPr>
          <p:spPr bwMode="auto">
            <a:xfrm>
              <a:off x="4619" y="1964"/>
              <a:ext cx="0" cy="15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19"/>
            <p:cNvSpPr>
              <a:spLocks noChangeShapeType="1"/>
            </p:cNvSpPr>
            <p:nvPr/>
          </p:nvSpPr>
          <p:spPr bwMode="auto">
            <a:xfrm>
              <a:off x="4610" y="2114"/>
              <a:ext cx="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20"/>
            <p:cNvSpPr>
              <a:spLocks noChangeShapeType="1"/>
            </p:cNvSpPr>
            <p:nvPr/>
          </p:nvSpPr>
          <p:spPr bwMode="auto">
            <a:xfrm flipH="1">
              <a:off x="4373" y="2114"/>
              <a:ext cx="8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Freeform 121"/>
            <p:cNvSpPr/>
            <p:nvPr/>
          </p:nvSpPr>
          <p:spPr bwMode="auto">
            <a:xfrm>
              <a:off x="4358" y="1821"/>
              <a:ext cx="343" cy="395"/>
            </a:xfrm>
            <a:custGeom>
              <a:avLst/>
              <a:gdLst>
                <a:gd name="T0" fmla="*/ 0 w 343"/>
                <a:gd name="T1" fmla="*/ 395 h 395"/>
                <a:gd name="T2" fmla="*/ 6 w 343"/>
                <a:gd name="T3" fmla="*/ 335 h 395"/>
                <a:gd name="T4" fmla="*/ 18 w 343"/>
                <a:gd name="T5" fmla="*/ 279 h 395"/>
                <a:gd name="T6" fmla="*/ 24 w 343"/>
                <a:gd name="T7" fmla="*/ 171 h 395"/>
                <a:gd name="T8" fmla="*/ 34 w 343"/>
                <a:gd name="T9" fmla="*/ 99 h 395"/>
                <a:gd name="T10" fmla="*/ 68 w 343"/>
                <a:gd name="T11" fmla="*/ 43 h 395"/>
                <a:gd name="T12" fmla="*/ 114 w 343"/>
                <a:gd name="T13" fmla="*/ 7 h 395"/>
                <a:gd name="T14" fmla="*/ 158 w 343"/>
                <a:gd name="T15" fmla="*/ 3 h 395"/>
                <a:gd name="T16" fmla="*/ 226 w 343"/>
                <a:gd name="T17" fmla="*/ 17 h 395"/>
                <a:gd name="T18" fmla="*/ 268 w 343"/>
                <a:gd name="T19" fmla="*/ 37 h 395"/>
                <a:gd name="T20" fmla="*/ 298 w 343"/>
                <a:gd name="T21" fmla="*/ 75 h 395"/>
                <a:gd name="T22" fmla="*/ 314 w 343"/>
                <a:gd name="T23" fmla="*/ 131 h 395"/>
                <a:gd name="T24" fmla="*/ 320 w 343"/>
                <a:gd name="T25" fmla="*/ 191 h 395"/>
                <a:gd name="T26" fmla="*/ 332 w 343"/>
                <a:gd name="T27" fmla="*/ 239 h 395"/>
                <a:gd name="T28" fmla="*/ 336 w 343"/>
                <a:gd name="T29" fmla="*/ 273 h 395"/>
                <a:gd name="T30" fmla="*/ 334 w 343"/>
                <a:gd name="T31" fmla="*/ 293 h 395"/>
                <a:gd name="T32" fmla="*/ 342 w 343"/>
                <a:gd name="T33" fmla="*/ 357 h 395"/>
                <a:gd name="T34" fmla="*/ 338 w 343"/>
                <a:gd name="T35" fmla="*/ 393 h 39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43"/>
                <a:gd name="T55" fmla="*/ 0 h 395"/>
                <a:gd name="T56" fmla="*/ 343 w 343"/>
                <a:gd name="T57" fmla="*/ 395 h 39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43" h="395">
                  <a:moveTo>
                    <a:pt x="0" y="395"/>
                  </a:moveTo>
                  <a:cubicBezTo>
                    <a:pt x="1" y="374"/>
                    <a:pt x="3" y="354"/>
                    <a:pt x="6" y="335"/>
                  </a:cubicBezTo>
                  <a:cubicBezTo>
                    <a:pt x="9" y="316"/>
                    <a:pt x="15" y="306"/>
                    <a:pt x="18" y="279"/>
                  </a:cubicBezTo>
                  <a:cubicBezTo>
                    <a:pt x="21" y="252"/>
                    <a:pt x="21" y="201"/>
                    <a:pt x="24" y="171"/>
                  </a:cubicBezTo>
                  <a:cubicBezTo>
                    <a:pt x="27" y="141"/>
                    <a:pt x="27" y="120"/>
                    <a:pt x="34" y="99"/>
                  </a:cubicBezTo>
                  <a:cubicBezTo>
                    <a:pt x="41" y="78"/>
                    <a:pt x="55" y="58"/>
                    <a:pt x="68" y="43"/>
                  </a:cubicBezTo>
                  <a:cubicBezTo>
                    <a:pt x="81" y="28"/>
                    <a:pt x="99" y="14"/>
                    <a:pt x="114" y="7"/>
                  </a:cubicBezTo>
                  <a:cubicBezTo>
                    <a:pt x="129" y="0"/>
                    <a:pt x="139" y="1"/>
                    <a:pt x="158" y="3"/>
                  </a:cubicBezTo>
                  <a:cubicBezTo>
                    <a:pt x="177" y="5"/>
                    <a:pt x="208" y="11"/>
                    <a:pt x="226" y="17"/>
                  </a:cubicBezTo>
                  <a:cubicBezTo>
                    <a:pt x="244" y="23"/>
                    <a:pt x="256" y="27"/>
                    <a:pt x="268" y="37"/>
                  </a:cubicBezTo>
                  <a:cubicBezTo>
                    <a:pt x="280" y="47"/>
                    <a:pt x="290" y="59"/>
                    <a:pt x="298" y="75"/>
                  </a:cubicBezTo>
                  <a:cubicBezTo>
                    <a:pt x="306" y="91"/>
                    <a:pt x="310" y="112"/>
                    <a:pt x="314" y="131"/>
                  </a:cubicBezTo>
                  <a:cubicBezTo>
                    <a:pt x="318" y="150"/>
                    <a:pt x="317" y="173"/>
                    <a:pt x="320" y="191"/>
                  </a:cubicBezTo>
                  <a:cubicBezTo>
                    <a:pt x="323" y="209"/>
                    <a:pt x="329" y="225"/>
                    <a:pt x="332" y="239"/>
                  </a:cubicBezTo>
                  <a:cubicBezTo>
                    <a:pt x="335" y="253"/>
                    <a:pt x="336" y="264"/>
                    <a:pt x="336" y="273"/>
                  </a:cubicBezTo>
                  <a:cubicBezTo>
                    <a:pt x="336" y="282"/>
                    <a:pt x="333" y="279"/>
                    <a:pt x="334" y="293"/>
                  </a:cubicBezTo>
                  <a:cubicBezTo>
                    <a:pt x="335" y="307"/>
                    <a:pt x="341" y="340"/>
                    <a:pt x="342" y="357"/>
                  </a:cubicBezTo>
                  <a:cubicBezTo>
                    <a:pt x="343" y="374"/>
                    <a:pt x="340" y="383"/>
                    <a:pt x="338" y="393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Line 122"/>
            <p:cNvSpPr>
              <a:spLocks noChangeShapeType="1"/>
            </p:cNvSpPr>
            <p:nvPr/>
          </p:nvSpPr>
          <p:spPr bwMode="auto">
            <a:xfrm>
              <a:off x="4534" y="2046"/>
              <a:ext cx="0" cy="1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Line 123"/>
            <p:cNvSpPr>
              <a:spLocks noChangeShapeType="1"/>
            </p:cNvSpPr>
            <p:nvPr/>
          </p:nvSpPr>
          <p:spPr bwMode="auto">
            <a:xfrm>
              <a:off x="4534" y="2082"/>
              <a:ext cx="0" cy="1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5" name="Line 124"/>
          <p:cNvSpPr>
            <a:spLocks noChangeShapeType="1"/>
          </p:cNvSpPr>
          <p:nvPr/>
        </p:nvSpPr>
        <p:spPr bwMode="auto">
          <a:xfrm>
            <a:off x="7368084" y="3324409"/>
            <a:ext cx="381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Line 125"/>
          <p:cNvSpPr>
            <a:spLocks noChangeShapeType="1"/>
          </p:cNvSpPr>
          <p:nvPr/>
        </p:nvSpPr>
        <p:spPr bwMode="auto">
          <a:xfrm>
            <a:off x="7434759" y="3324409"/>
            <a:ext cx="2667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Line 126"/>
          <p:cNvSpPr>
            <a:spLocks noChangeShapeType="1"/>
          </p:cNvSpPr>
          <p:nvPr/>
        </p:nvSpPr>
        <p:spPr bwMode="auto">
          <a:xfrm>
            <a:off x="7118846" y="5346884"/>
            <a:ext cx="331788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Line 127"/>
          <p:cNvSpPr>
            <a:spLocks noChangeShapeType="1"/>
          </p:cNvSpPr>
          <p:nvPr/>
        </p:nvSpPr>
        <p:spPr bwMode="auto">
          <a:xfrm>
            <a:off x="7485559" y="5346884"/>
            <a:ext cx="381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Line 128"/>
          <p:cNvSpPr>
            <a:spLocks noChangeShapeType="1"/>
          </p:cNvSpPr>
          <p:nvPr/>
        </p:nvSpPr>
        <p:spPr bwMode="auto">
          <a:xfrm>
            <a:off x="7549059" y="5346884"/>
            <a:ext cx="349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Line 129"/>
          <p:cNvSpPr>
            <a:spLocks noChangeShapeType="1"/>
          </p:cNvSpPr>
          <p:nvPr/>
        </p:nvSpPr>
        <p:spPr bwMode="auto">
          <a:xfrm>
            <a:off x="7914184" y="5346884"/>
            <a:ext cx="2857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Line 130"/>
          <p:cNvSpPr>
            <a:spLocks noChangeShapeType="1"/>
          </p:cNvSpPr>
          <p:nvPr/>
        </p:nvSpPr>
        <p:spPr bwMode="auto">
          <a:xfrm>
            <a:off x="7974509" y="5346884"/>
            <a:ext cx="4064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Line 131"/>
          <p:cNvSpPr>
            <a:spLocks noChangeShapeType="1"/>
          </p:cNvSpPr>
          <p:nvPr/>
        </p:nvSpPr>
        <p:spPr bwMode="auto">
          <a:xfrm flipV="1">
            <a:off x="7837984" y="5553259"/>
            <a:ext cx="0" cy="409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Line 132"/>
          <p:cNvSpPr>
            <a:spLocks noChangeShapeType="1"/>
          </p:cNvSpPr>
          <p:nvPr/>
        </p:nvSpPr>
        <p:spPr bwMode="auto">
          <a:xfrm flipV="1">
            <a:off x="7837984" y="5486584"/>
            <a:ext cx="0" cy="381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Line 133"/>
          <p:cNvSpPr>
            <a:spLocks noChangeShapeType="1"/>
          </p:cNvSpPr>
          <p:nvPr/>
        </p:nvSpPr>
        <p:spPr bwMode="auto">
          <a:xfrm flipV="1">
            <a:off x="7837984" y="5204009"/>
            <a:ext cx="0" cy="2413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Line 134"/>
          <p:cNvSpPr>
            <a:spLocks noChangeShapeType="1"/>
          </p:cNvSpPr>
          <p:nvPr/>
        </p:nvSpPr>
        <p:spPr bwMode="auto">
          <a:xfrm flipV="1">
            <a:off x="7837984" y="5143684"/>
            <a:ext cx="0" cy="28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Line 135"/>
          <p:cNvSpPr>
            <a:spLocks noChangeShapeType="1"/>
          </p:cNvSpPr>
          <p:nvPr/>
        </p:nvSpPr>
        <p:spPr bwMode="auto">
          <a:xfrm flipV="1">
            <a:off x="7837984" y="4784909"/>
            <a:ext cx="0" cy="336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Line 136"/>
          <p:cNvSpPr>
            <a:spLocks noChangeShapeType="1"/>
          </p:cNvSpPr>
          <p:nvPr/>
        </p:nvSpPr>
        <p:spPr bwMode="auto">
          <a:xfrm flipV="1">
            <a:off x="7837984" y="4114984"/>
            <a:ext cx="0" cy="384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Line 137"/>
          <p:cNvSpPr>
            <a:spLocks noChangeShapeType="1"/>
          </p:cNvSpPr>
          <p:nvPr/>
        </p:nvSpPr>
        <p:spPr bwMode="auto">
          <a:xfrm flipV="1">
            <a:off x="7837984" y="4026084"/>
            <a:ext cx="0" cy="50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Line 138"/>
          <p:cNvSpPr>
            <a:spLocks noChangeShapeType="1"/>
          </p:cNvSpPr>
          <p:nvPr/>
        </p:nvSpPr>
        <p:spPr bwMode="auto">
          <a:xfrm flipV="1">
            <a:off x="7837984" y="3454584"/>
            <a:ext cx="0" cy="5334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Line 139"/>
          <p:cNvSpPr>
            <a:spLocks noChangeShapeType="1"/>
          </p:cNvSpPr>
          <p:nvPr/>
        </p:nvSpPr>
        <p:spPr bwMode="auto">
          <a:xfrm flipV="1">
            <a:off x="7837984" y="3362509"/>
            <a:ext cx="0" cy="476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Line 140"/>
          <p:cNvSpPr>
            <a:spLocks noChangeShapeType="1"/>
          </p:cNvSpPr>
          <p:nvPr/>
        </p:nvSpPr>
        <p:spPr bwMode="auto">
          <a:xfrm flipV="1">
            <a:off x="7837984" y="2794184"/>
            <a:ext cx="0" cy="5175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Line 141"/>
          <p:cNvSpPr>
            <a:spLocks noChangeShapeType="1"/>
          </p:cNvSpPr>
          <p:nvPr/>
        </p:nvSpPr>
        <p:spPr bwMode="auto">
          <a:xfrm>
            <a:off x="7641134" y="3810184"/>
            <a:ext cx="1016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Line 142"/>
          <p:cNvSpPr>
            <a:spLocks noChangeShapeType="1"/>
          </p:cNvSpPr>
          <p:nvPr/>
        </p:nvSpPr>
        <p:spPr bwMode="auto">
          <a:xfrm>
            <a:off x="7768134" y="3810184"/>
            <a:ext cx="254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Line 143"/>
          <p:cNvSpPr>
            <a:spLocks noChangeShapeType="1"/>
          </p:cNvSpPr>
          <p:nvPr/>
        </p:nvSpPr>
        <p:spPr bwMode="auto">
          <a:xfrm>
            <a:off x="7815759" y="3810184"/>
            <a:ext cx="2032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" name="Line 144"/>
          <p:cNvSpPr>
            <a:spLocks noChangeShapeType="1"/>
          </p:cNvSpPr>
          <p:nvPr/>
        </p:nvSpPr>
        <p:spPr bwMode="auto">
          <a:xfrm>
            <a:off x="8012609" y="3991159"/>
            <a:ext cx="12858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Line 145"/>
          <p:cNvSpPr>
            <a:spLocks noChangeShapeType="1"/>
          </p:cNvSpPr>
          <p:nvPr/>
        </p:nvSpPr>
        <p:spPr bwMode="auto">
          <a:xfrm>
            <a:off x="8169771" y="3991159"/>
            <a:ext cx="36513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7" name="Line 146"/>
          <p:cNvSpPr>
            <a:spLocks noChangeShapeType="1"/>
          </p:cNvSpPr>
          <p:nvPr/>
        </p:nvSpPr>
        <p:spPr bwMode="auto">
          <a:xfrm>
            <a:off x="8241209" y="3991159"/>
            <a:ext cx="1079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8" name="Text Box 147"/>
          <p:cNvSpPr txBox="1">
            <a:spLocks noChangeArrowheads="1"/>
          </p:cNvSpPr>
          <p:nvPr/>
        </p:nvSpPr>
        <p:spPr bwMode="auto">
          <a:xfrm>
            <a:off x="8945850" y="3795897"/>
            <a:ext cx="338555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en-US" altLang="zh-CN" sz="1600" b="1" i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9" name="Picture 149" descr="PPT1B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624392" y="3622859"/>
            <a:ext cx="1874837" cy="2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0" name="Picture 150" descr="PPT1C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646617" y="1046347"/>
            <a:ext cx="1820862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51" name="直接箭头连接符 150"/>
          <p:cNvCxnSpPr>
            <a:stCxn id="96" idx="3"/>
          </p:cNvCxnSpPr>
          <p:nvPr/>
        </p:nvCxnSpPr>
        <p:spPr>
          <a:xfrm flipV="1">
            <a:off x="5591671" y="3581410"/>
            <a:ext cx="1852436" cy="1197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2" name="直接箭头连接符 151"/>
          <p:cNvCxnSpPr>
            <a:stCxn id="96" idx="3"/>
          </p:cNvCxnSpPr>
          <p:nvPr/>
        </p:nvCxnSpPr>
        <p:spPr>
          <a:xfrm flipV="1">
            <a:off x="5591671" y="4407704"/>
            <a:ext cx="2307255" cy="371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3" name="直接箭头连接符 152"/>
          <p:cNvCxnSpPr>
            <a:stCxn id="98" idx="3"/>
          </p:cNvCxnSpPr>
          <p:nvPr/>
        </p:nvCxnSpPr>
        <p:spPr>
          <a:xfrm flipV="1">
            <a:off x="5590084" y="4058694"/>
            <a:ext cx="2022475" cy="15918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4" name="直接箭头连接符 153"/>
          <p:cNvCxnSpPr>
            <a:stCxn id="98" idx="3"/>
          </p:cNvCxnSpPr>
          <p:nvPr/>
        </p:nvCxnSpPr>
        <p:spPr>
          <a:xfrm flipV="1">
            <a:off x="5590084" y="5589327"/>
            <a:ext cx="1903412" cy="61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5" name="直接箭头连接符 154"/>
          <p:cNvCxnSpPr>
            <a:stCxn id="95" idx="2"/>
          </p:cNvCxnSpPr>
          <p:nvPr/>
        </p:nvCxnSpPr>
        <p:spPr>
          <a:xfrm flipH="1">
            <a:off x="7789388" y="2303647"/>
            <a:ext cx="815593" cy="1446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500"/>
                            </p:stCondLst>
                            <p:childTnLst>
                              <p:par>
                                <p:cTn id="20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500"/>
                            </p:stCondLst>
                            <p:childTnLst>
                              <p:par>
                                <p:cTn id="2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500"/>
                            </p:stCondLst>
                            <p:childTnLst>
                              <p:par>
                                <p:cTn id="2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500"/>
                            </p:stCondLst>
                            <p:childTnLst>
                              <p:par>
                                <p:cTn id="2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500"/>
                            </p:stCondLst>
                            <p:childTnLst>
                              <p:par>
                                <p:cTn id="2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500"/>
                            </p:stCondLst>
                            <p:childTnLst>
                              <p:par>
                                <p:cTn id="2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500"/>
                            </p:stCondLst>
                            <p:childTnLst>
                              <p:par>
                                <p:cTn id="27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4" grpId="0" animBg="1"/>
      <p:bldP spid="17" grpId="0" animBg="1"/>
      <p:bldP spid="19" grpId="0" animBg="1"/>
      <p:bldP spid="21" grpId="0" animBg="1"/>
      <p:bldP spid="26" grpId="0"/>
      <p:bldP spid="64" grpId="0" animBg="1"/>
      <p:bldP spid="95" grpId="0" animBg="1" autoUpdateAnimBg="0"/>
      <p:bldP spid="95" grpId="1" animBg="1"/>
      <p:bldP spid="96" grpId="0" animBg="1" autoUpdateAnimBg="0"/>
      <p:bldP spid="96" grpId="1" animBg="1"/>
      <p:bldP spid="97" grpId="0" animBg="1" autoUpdateAnimBg="0"/>
      <p:bldP spid="97" grpId="1" animBg="1"/>
      <p:bldP spid="98" grpId="0" animBg="1" autoUpdateAnimBg="0"/>
      <p:bldP spid="98" grpId="1" animBg="1"/>
      <p:bldP spid="101" grpId="0"/>
      <p:bldP spid="111" grpId="0" autoUpdateAnimBg="0"/>
      <p:bldP spid="148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剖视图种类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47"/>
          <p:cNvSpPr txBox="1">
            <a:spLocks noChangeArrowheads="1"/>
          </p:cNvSpPr>
          <p:nvPr/>
        </p:nvSpPr>
        <p:spPr bwMode="auto">
          <a:xfrm>
            <a:off x="479376" y="1831614"/>
            <a:ext cx="4302781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(1.3)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单一剖切面：局部剖视图</a:t>
            </a:r>
            <a:endParaRPr lang="zh-CN" altLang="en-US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79376" y="2564904"/>
            <a:ext cx="2811288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只有局部内形需要剖切表示，而又不宜采用全剖视</a:t>
            </a:r>
            <a:endParaRPr kumimoji="1"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Group 210"/>
          <p:cNvGrpSpPr/>
          <p:nvPr/>
        </p:nvGrpSpPr>
        <p:grpSpPr bwMode="auto">
          <a:xfrm>
            <a:off x="7949679" y="2564904"/>
            <a:ext cx="3690937" cy="2647950"/>
            <a:chOff x="597" y="1954"/>
            <a:chExt cx="2325" cy="1668"/>
          </a:xfrm>
        </p:grpSpPr>
        <p:sp>
          <p:nvSpPr>
            <p:cNvPr id="7" name="Arc 7"/>
            <p:cNvSpPr/>
            <p:nvPr/>
          </p:nvSpPr>
          <p:spPr bwMode="auto">
            <a:xfrm flipH="1">
              <a:off x="675" y="2133"/>
              <a:ext cx="185" cy="370"/>
            </a:xfrm>
            <a:custGeom>
              <a:avLst/>
              <a:gdLst>
                <a:gd name="T0" fmla="*/ 0 w 21600"/>
                <a:gd name="T1" fmla="*/ 0 h 43196"/>
                <a:gd name="T2" fmla="*/ 0 w 21600"/>
                <a:gd name="T3" fmla="*/ 0 h 43196"/>
                <a:gd name="T4" fmla="*/ 0 w 21600"/>
                <a:gd name="T5" fmla="*/ 0 h 43196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96"/>
                <a:gd name="T11" fmla="*/ 21600 w 21600"/>
                <a:gd name="T12" fmla="*/ 43196 h 431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96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69"/>
                    <a:pt x="12178" y="42972"/>
                    <a:pt x="411" y="43196"/>
                  </a:cubicBezTo>
                </a:path>
                <a:path w="21600" h="43196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69"/>
                    <a:pt x="12178" y="42972"/>
                    <a:pt x="411" y="4319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786" y="2249"/>
              <a:ext cx="139" cy="139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745" y="3349"/>
              <a:ext cx="223" cy="0"/>
            </a:xfrm>
            <a:custGeom>
              <a:avLst/>
              <a:gdLst>
                <a:gd name="T0" fmla="*/ 0 w 795"/>
                <a:gd name="T1" fmla="*/ 1 w 795"/>
                <a:gd name="T2" fmla="*/ 1 w 795"/>
                <a:gd name="T3" fmla="*/ 0 60000 65536"/>
                <a:gd name="T4" fmla="*/ 0 60000 65536"/>
                <a:gd name="T5" fmla="*/ 0 60000 65536"/>
                <a:gd name="T6" fmla="*/ 0 w 795"/>
                <a:gd name="T7" fmla="*/ 795 w 795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795">
                  <a:moveTo>
                    <a:pt x="0" y="0"/>
                  </a:moveTo>
                  <a:lnTo>
                    <a:pt x="794" y="0"/>
                  </a:lnTo>
                  <a:lnTo>
                    <a:pt x="795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0" name="Arc 10"/>
            <p:cNvSpPr/>
            <p:nvPr/>
          </p:nvSpPr>
          <p:spPr bwMode="auto">
            <a:xfrm>
              <a:off x="1166" y="3033"/>
              <a:ext cx="354" cy="357"/>
            </a:xfrm>
            <a:custGeom>
              <a:avLst/>
              <a:gdLst>
                <a:gd name="T0" fmla="*/ 0 w 42843"/>
                <a:gd name="T1" fmla="*/ 0 h 43200"/>
                <a:gd name="T2" fmla="*/ 0 w 42843"/>
                <a:gd name="T3" fmla="*/ 0 h 43200"/>
                <a:gd name="T4" fmla="*/ 0 w 42843"/>
                <a:gd name="T5" fmla="*/ 0 h 43200"/>
                <a:gd name="T6" fmla="*/ 0 60000 65536"/>
                <a:gd name="T7" fmla="*/ 0 60000 65536"/>
                <a:gd name="T8" fmla="*/ 0 60000 65536"/>
                <a:gd name="T9" fmla="*/ 0 w 42843"/>
                <a:gd name="T10" fmla="*/ 0 h 43200"/>
                <a:gd name="T11" fmla="*/ 42843 w 42843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843" h="43200" fill="none" extrusionOk="0">
                  <a:moveTo>
                    <a:pt x="-1" y="17689"/>
                  </a:moveTo>
                  <a:cubicBezTo>
                    <a:pt x="1886" y="7440"/>
                    <a:pt x="10821" y="-1"/>
                    <a:pt x="21243" y="0"/>
                  </a:cubicBezTo>
                  <a:cubicBezTo>
                    <a:pt x="33172" y="0"/>
                    <a:pt x="42843" y="9670"/>
                    <a:pt x="42843" y="21600"/>
                  </a:cubicBezTo>
                  <a:cubicBezTo>
                    <a:pt x="42843" y="33529"/>
                    <a:pt x="33172" y="43200"/>
                    <a:pt x="21243" y="43200"/>
                  </a:cubicBezTo>
                  <a:cubicBezTo>
                    <a:pt x="11127" y="43200"/>
                    <a:pt x="2366" y="36179"/>
                    <a:pt x="162" y="26306"/>
                  </a:cubicBezTo>
                </a:path>
                <a:path w="42843" h="43200" stroke="0" extrusionOk="0">
                  <a:moveTo>
                    <a:pt x="-1" y="17689"/>
                  </a:moveTo>
                  <a:cubicBezTo>
                    <a:pt x="1886" y="7440"/>
                    <a:pt x="10821" y="-1"/>
                    <a:pt x="21243" y="0"/>
                  </a:cubicBezTo>
                  <a:cubicBezTo>
                    <a:pt x="33172" y="0"/>
                    <a:pt x="42843" y="9670"/>
                    <a:pt x="42843" y="21600"/>
                  </a:cubicBezTo>
                  <a:cubicBezTo>
                    <a:pt x="42843" y="33529"/>
                    <a:pt x="33172" y="43200"/>
                    <a:pt x="21243" y="43200"/>
                  </a:cubicBezTo>
                  <a:cubicBezTo>
                    <a:pt x="11127" y="43200"/>
                    <a:pt x="2366" y="36179"/>
                    <a:pt x="162" y="26306"/>
                  </a:cubicBezTo>
                  <a:lnTo>
                    <a:pt x="21243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1" name="Arc 11"/>
            <p:cNvSpPr/>
            <p:nvPr/>
          </p:nvSpPr>
          <p:spPr bwMode="auto">
            <a:xfrm>
              <a:off x="1068" y="2885"/>
              <a:ext cx="601" cy="661"/>
            </a:xfrm>
            <a:custGeom>
              <a:avLst/>
              <a:gdLst>
                <a:gd name="T0" fmla="*/ 0 w 39698"/>
                <a:gd name="T1" fmla="*/ 0 h 43200"/>
                <a:gd name="T2" fmla="*/ 0 w 39698"/>
                <a:gd name="T3" fmla="*/ 0 h 43200"/>
                <a:gd name="T4" fmla="*/ 0 w 39698"/>
                <a:gd name="T5" fmla="*/ 0 h 43200"/>
                <a:gd name="T6" fmla="*/ 0 60000 65536"/>
                <a:gd name="T7" fmla="*/ 0 60000 65536"/>
                <a:gd name="T8" fmla="*/ 0 60000 65536"/>
                <a:gd name="T9" fmla="*/ 0 w 39698"/>
                <a:gd name="T10" fmla="*/ 0 h 43200"/>
                <a:gd name="T11" fmla="*/ 39698 w 39698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698" h="43200" fill="none" extrusionOk="0">
                  <a:moveTo>
                    <a:pt x="386" y="9235"/>
                  </a:moveTo>
                  <a:cubicBezTo>
                    <a:pt x="4426" y="3448"/>
                    <a:pt x="11039" y="-1"/>
                    <a:pt x="18098" y="0"/>
                  </a:cubicBezTo>
                  <a:cubicBezTo>
                    <a:pt x="30027" y="0"/>
                    <a:pt x="39698" y="9670"/>
                    <a:pt x="39698" y="21600"/>
                  </a:cubicBezTo>
                  <a:cubicBezTo>
                    <a:pt x="39698" y="33529"/>
                    <a:pt x="30027" y="43200"/>
                    <a:pt x="18098" y="43200"/>
                  </a:cubicBezTo>
                  <a:cubicBezTo>
                    <a:pt x="10795" y="43200"/>
                    <a:pt x="3986" y="39509"/>
                    <a:pt x="0" y="33390"/>
                  </a:cubicBezTo>
                </a:path>
                <a:path w="39698" h="43200" stroke="0" extrusionOk="0">
                  <a:moveTo>
                    <a:pt x="386" y="9235"/>
                  </a:moveTo>
                  <a:cubicBezTo>
                    <a:pt x="4426" y="3448"/>
                    <a:pt x="11039" y="-1"/>
                    <a:pt x="18098" y="0"/>
                  </a:cubicBezTo>
                  <a:cubicBezTo>
                    <a:pt x="30027" y="0"/>
                    <a:pt x="39698" y="9670"/>
                    <a:pt x="39698" y="21600"/>
                  </a:cubicBezTo>
                  <a:cubicBezTo>
                    <a:pt x="39698" y="33529"/>
                    <a:pt x="30027" y="43200"/>
                    <a:pt x="18098" y="43200"/>
                  </a:cubicBezTo>
                  <a:cubicBezTo>
                    <a:pt x="10795" y="43200"/>
                    <a:pt x="3986" y="39509"/>
                    <a:pt x="0" y="33390"/>
                  </a:cubicBezTo>
                  <a:lnTo>
                    <a:pt x="18098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2435" y="3009"/>
              <a:ext cx="408" cy="401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1525" y="2013"/>
              <a:ext cx="82" cy="82"/>
            </a:xfrm>
            <a:custGeom>
              <a:avLst/>
              <a:gdLst>
                <a:gd name="T0" fmla="*/ 0 w 295"/>
                <a:gd name="T1" fmla="*/ 1 h 294"/>
                <a:gd name="T2" fmla="*/ 1 w 295"/>
                <a:gd name="T3" fmla="*/ 0 h 294"/>
                <a:gd name="T4" fmla="*/ 1 w 295"/>
                <a:gd name="T5" fmla="*/ 0 h 294"/>
                <a:gd name="T6" fmla="*/ 0 60000 65536"/>
                <a:gd name="T7" fmla="*/ 0 60000 65536"/>
                <a:gd name="T8" fmla="*/ 0 60000 65536"/>
                <a:gd name="T9" fmla="*/ 0 w 295"/>
                <a:gd name="T10" fmla="*/ 0 h 294"/>
                <a:gd name="T11" fmla="*/ 295 w 295"/>
                <a:gd name="T12" fmla="*/ 294 h 2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5" h="294">
                  <a:moveTo>
                    <a:pt x="0" y="294"/>
                  </a:moveTo>
                  <a:lnTo>
                    <a:pt x="294" y="0"/>
                  </a:lnTo>
                  <a:lnTo>
                    <a:pt x="29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1562" y="2033"/>
              <a:ext cx="109" cy="109"/>
            </a:xfrm>
            <a:custGeom>
              <a:avLst/>
              <a:gdLst>
                <a:gd name="T0" fmla="*/ 0 w 390"/>
                <a:gd name="T1" fmla="*/ 1 h 389"/>
                <a:gd name="T2" fmla="*/ 1 w 390"/>
                <a:gd name="T3" fmla="*/ 0 h 389"/>
                <a:gd name="T4" fmla="*/ 1 w 390"/>
                <a:gd name="T5" fmla="*/ 0 h 389"/>
                <a:gd name="T6" fmla="*/ 0 60000 65536"/>
                <a:gd name="T7" fmla="*/ 0 60000 65536"/>
                <a:gd name="T8" fmla="*/ 0 60000 65536"/>
                <a:gd name="T9" fmla="*/ 0 w 390"/>
                <a:gd name="T10" fmla="*/ 0 h 389"/>
                <a:gd name="T11" fmla="*/ 390 w 390"/>
                <a:gd name="T12" fmla="*/ 389 h 3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0" h="389">
                  <a:moveTo>
                    <a:pt x="0" y="389"/>
                  </a:moveTo>
                  <a:lnTo>
                    <a:pt x="389" y="0"/>
                  </a:lnTo>
                  <a:lnTo>
                    <a:pt x="39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5" name="Freeform 15"/>
            <p:cNvSpPr/>
            <p:nvPr/>
          </p:nvSpPr>
          <p:spPr bwMode="auto">
            <a:xfrm>
              <a:off x="670" y="3025"/>
              <a:ext cx="75" cy="73"/>
            </a:xfrm>
            <a:custGeom>
              <a:avLst/>
              <a:gdLst>
                <a:gd name="T0" fmla="*/ 0 w 265"/>
                <a:gd name="T1" fmla="*/ 1 h 263"/>
                <a:gd name="T2" fmla="*/ 1 w 265"/>
                <a:gd name="T3" fmla="*/ 0 h 263"/>
                <a:gd name="T4" fmla="*/ 1 w 265"/>
                <a:gd name="T5" fmla="*/ 0 h 263"/>
                <a:gd name="T6" fmla="*/ 0 60000 65536"/>
                <a:gd name="T7" fmla="*/ 0 60000 65536"/>
                <a:gd name="T8" fmla="*/ 0 60000 65536"/>
                <a:gd name="T9" fmla="*/ 0 w 265"/>
                <a:gd name="T10" fmla="*/ 0 h 263"/>
                <a:gd name="T11" fmla="*/ 265 w 265"/>
                <a:gd name="T12" fmla="*/ 263 h 2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5" h="263">
                  <a:moveTo>
                    <a:pt x="0" y="263"/>
                  </a:moveTo>
                  <a:lnTo>
                    <a:pt x="263" y="0"/>
                  </a:lnTo>
                  <a:lnTo>
                    <a:pt x="26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7" name="Freeform 16"/>
            <p:cNvSpPr/>
            <p:nvPr/>
          </p:nvSpPr>
          <p:spPr bwMode="auto">
            <a:xfrm>
              <a:off x="679" y="3070"/>
              <a:ext cx="103" cy="103"/>
            </a:xfrm>
            <a:custGeom>
              <a:avLst/>
              <a:gdLst>
                <a:gd name="T0" fmla="*/ 0 w 367"/>
                <a:gd name="T1" fmla="*/ 1 h 367"/>
                <a:gd name="T2" fmla="*/ 1 w 367"/>
                <a:gd name="T3" fmla="*/ 0 h 367"/>
                <a:gd name="T4" fmla="*/ 1 w 367"/>
                <a:gd name="T5" fmla="*/ 0 h 367"/>
                <a:gd name="T6" fmla="*/ 0 60000 65536"/>
                <a:gd name="T7" fmla="*/ 0 60000 65536"/>
                <a:gd name="T8" fmla="*/ 0 60000 65536"/>
                <a:gd name="T9" fmla="*/ 0 w 367"/>
                <a:gd name="T10" fmla="*/ 0 h 367"/>
                <a:gd name="T11" fmla="*/ 367 w 367"/>
                <a:gd name="T12" fmla="*/ 367 h 3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7" h="367">
                  <a:moveTo>
                    <a:pt x="0" y="367"/>
                  </a:moveTo>
                  <a:lnTo>
                    <a:pt x="366" y="0"/>
                  </a:lnTo>
                  <a:lnTo>
                    <a:pt x="36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8" name="Freeform 17"/>
            <p:cNvSpPr/>
            <p:nvPr/>
          </p:nvSpPr>
          <p:spPr bwMode="auto">
            <a:xfrm>
              <a:off x="670" y="3248"/>
              <a:ext cx="19" cy="17"/>
            </a:xfrm>
            <a:custGeom>
              <a:avLst/>
              <a:gdLst>
                <a:gd name="T0" fmla="*/ 0 w 65"/>
                <a:gd name="T1" fmla="*/ 0 h 63"/>
                <a:gd name="T2" fmla="*/ 0 w 65"/>
                <a:gd name="T3" fmla="*/ 0 h 63"/>
                <a:gd name="T4" fmla="*/ 0 w 65"/>
                <a:gd name="T5" fmla="*/ 0 h 63"/>
                <a:gd name="T6" fmla="*/ 0 60000 65536"/>
                <a:gd name="T7" fmla="*/ 0 60000 65536"/>
                <a:gd name="T8" fmla="*/ 0 60000 65536"/>
                <a:gd name="T9" fmla="*/ 0 w 65"/>
                <a:gd name="T10" fmla="*/ 0 h 63"/>
                <a:gd name="T11" fmla="*/ 65 w 65"/>
                <a:gd name="T12" fmla="*/ 63 h 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5" h="63">
                  <a:moveTo>
                    <a:pt x="0" y="63"/>
                  </a:moveTo>
                  <a:lnTo>
                    <a:pt x="64" y="0"/>
                  </a:lnTo>
                  <a:lnTo>
                    <a:pt x="6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9" name="Freeform 18"/>
            <p:cNvSpPr/>
            <p:nvPr/>
          </p:nvSpPr>
          <p:spPr bwMode="auto">
            <a:xfrm>
              <a:off x="763" y="3153"/>
              <a:ext cx="19" cy="20"/>
            </a:xfrm>
            <a:custGeom>
              <a:avLst/>
              <a:gdLst>
                <a:gd name="T0" fmla="*/ 0 w 70"/>
                <a:gd name="T1" fmla="*/ 0 h 69"/>
                <a:gd name="T2" fmla="*/ 0 w 70"/>
                <a:gd name="T3" fmla="*/ 0 h 69"/>
                <a:gd name="T4" fmla="*/ 0 w 70"/>
                <a:gd name="T5" fmla="*/ 0 h 69"/>
                <a:gd name="T6" fmla="*/ 0 60000 65536"/>
                <a:gd name="T7" fmla="*/ 0 60000 65536"/>
                <a:gd name="T8" fmla="*/ 0 60000 65536"/>
                <a:gd name="T9" fmla="*/ 0 w 70"/>
                <a:gd name="T10" fmla="*/ 0 h 69"/>
                <a:gd name="T11" fmla="*/ 70 w 70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0" h="69">
                  <a:moveTo>
                    <a:pt x="0" y="69"/>
                  </a:moveTo>
                  <a:lnTo>
                    <a:pt x="69" y="0"/>
                  </a:lnTo>
                  <a:lnTo>
                    <a:pt x="7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20" name="Freeform 19"/>
            <p:cNvSpPr/>
            <p:nvPr/>
          </p:nvSpPr>
          <p:spPr bwMode="auto">
            <a:xfrm>
              <a:off x="670" y="3248"/>
              <a:ext cx="102" cy="101"/>
            </a:xfrm>
            <a:custGeom>
              <a:avLst/>
              <a:gdLst>
                <a:gd name="T0" fmla="*/ 0 w 362"/>
                <a:gd name="T1" fmla="*/ 1 h 361"/>
                <a:gd name="T2" fmla="*/ 1 w 362"/>
                <a:gd name="T3" fmla="*/ 0 h 361"/>
                <a:gd name="T4" fmla="*/ 1 w 362"/>
                <a:gd name="T5" fmla="*/ 0 h 361"/>
                <a:gd name="T6" fmla="*/ 0 60000 65536"/>
                <a:gd name="T7" fmla="*/ 0 60000 65536"/>
                <a:gd name="T8" fmla="*/ 0 60000 65536"/>
                <a:gd name="T9" fmla="*/ 0 w 362"/>
                <a:gd name="T10" fmla="*/ 0 h 361"/>
                <a:gd name="T11" fmla="*/ 362 w 362"/>
                <a:gd name="T12" fmla="*/ 361 h 3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2" h="361">
                  <a:moveTo>
                    <a:pt x="0" y="361"/>
                  </a:moveTo>
                  <a:lnTo>
                    <a:pt x="361" y="0"/>
                  </a:lnTo>
                  <a:lnTo>
                    <a:pt x="36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930" y="3025"/>
              <a:ext cx="65" cy="64"/>
            </a:xfrm>
            <a:custGeom>
              <a:avLst/>
              <a:gdLst>
                <a:gd name="T0" fmla="*/ 0 w 229"/>
                <a:gd name="T1" fmla="*/ 0 h 228"/>
                <a:gd name="T2" fmla="*/ 0 w 229"/>
                <a:gd name="T3" fmla="*/ 0 h 228"/>
                <a:gd name="T4" fmla="*/ 0 w 229"/>
                <a:gd name="T5" fmla="*/ 0 h 228"/>
                <a:gd name="T6" fmla="*/ 0 60000 65536"/>
                <a:gd name="T7" fmla="*/ 0 60000 65536"/>
                <a:gd name="T8" fmla="*/ 0 60000 65536"/>
                <a:gd name="T9" fmla="*/ 0 w 229"/>
                <a:gd name="T10" fmla="*/ 0 h 228"/>
                <a:gd name="T11" fmla="*/ 229 w 229"/>
                <a:gd name="T12" fmla="*/ 228 h 2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28">
                  <a:moveTo>
                    <a:pt x="0" y="228"/>
                  </a:moveTo>
                  <a:lnTo>
                    <a:pt x="228" y="0"/>
                  </a:lnTo>
                  <a:lnTo>
                    <a:pt x="22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706" y="3358"/>
              <a:ext cx="39" cy="38"/>
            </a:xfrm>
            <a:custGeom>
              <a:avLst/>
              <a:gdLst>
                <a:gd name="T0" fmla="*/ 0 w 138"/>
                <a:gd name="T1" fmla="*/ 0 h 137"/>
                <a:gd name="T2" fmla="*/ 0 w 138"/>
                <a:gd name="T3" fmla="*/ 0 h 137"/>
                <a:gd name="T4" fmla="*/ 0 w 138"/>
                <a:gd name="T5" fmla="*/ 0 h 137"/>
                <a:gd name="T6" fmla="*/ 0 60000 65536"/>
                <a:gd name="T7" fmla="*/ 0 60000 65536"/>
                <a:gd name="T8" fmla="*/ 0 60000 65536"/>
                <a:gd name="T9" fmla="*/ 0 w 138"/>
                <a:gd name="T10" fmla="*/ 0 h 137"/>
                <a:gd name="T11" fmla="*/ 138 w 138"/>
                <a:gd name="T12" fmla="*/ 137 h 1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8" h="137">
                  <a:moveTo>
                    <a:pt x="0" y="137"/>
                  </a:moveTo>
                  <a:lnTo>
                    <a:pt x="137" y="0"/>
                  </a:lnTo>
                  <a:lnTo>
                    <a:pt x="13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23" name="Freeform 22"/>
            <p:cNvSpPr/>
            <p:nvPr/>
          </p:nvSpPr>
          <p:spPr bwMode="auto">
            <a:xfrm>
              <a:off x="930" y="2935"/>
              <a:ext cx="233" cy="237"/>
            </a:xfrm>
            <a:custGeom>
              <a:avLst/>
              <a:gdLst>
                <a:gd name="T0" fmla="*/ 0 w 277"/>
                <a:gd name="T1" fmla="*/ 118 h 282"/>
                <a:gd name="T2" fmla="*/ 117 w 277"/>
                <a:gd name="T3" fmla="*/ 0 h 282"/>
                <a:gd name="T4" fmla="*/ 0 60000 65536"/>
                <a:gd name="T5" fmla="*/ 0 60000 65536"/>
                <a:gd name="T6" fmla="*/ 0 w 277"/>
                <a:gd name="T7" fmla="*/ 0 h 282"/>
                <a:gd name="T8" fmla="*/ 277 w 277"/>
                <a:gd name="T9" fmla="*/ 282 h 28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7" h="282">
                  <a:moveTo>
                    <a:pt x="0" y="282"/>
                  </a:moveTo>
                  <a:lnTo>
                    <a:pt x="27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24" name="Freeform 23"/>
            <p:cNvSpPr/>
            <p:nvPr/>
          </p:nvSpPr>
          <p:spPr bwMode="auto">
            <a:xfrm>
              <a:off x="753" y="3320"/>
              <a:ext cx="29" cy="29"/>
            </a:xfrm>
            <a:custGeom>
              <a:avLst/>
              <a:gdLst>
                <a:gd name="T0" fmla="*/ 0 w 102"/>
                <a:gd name="T1" fmla="*/ 0 h 102"/>
                <a:gd name="T2" fmla="*/ 0 w 102"/>
                <a:gd name="T3" fmla="*/ 0 h 102"/>
                <a:gd name="T4" fmla="*/ 0 w 102"/>
                <a:gd name="T5" fmla="*/ 0 h 102"/>
                <a:gd name="T6" fmla="*/ 0 60000 65536"/>
                <a:gd name="T7" fmla="*/ 0 60000 65536"/>
                <a:gd name="T8" fmla="*/ 0 60000 65536"/>
                <a:gd name="T9" fmla="*/ 0 w 102"/>
                <a:gd name="T10" fmla="*/ 0 h 102"/>
                <a:gd name="T11" fmla="*/ 102 w 102"/>
                <a:gd name="T12" fmla="*/ 102 h 1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2" h="102">
                  <a:moveTo>
                    <a:pt x="0" y="102"/>
                  </a:moveTo>
                  <a:lnTo>
                    <a:pt x="101" y="0"/>
                  </a:lnTo>
                  <a:lnTo>
                    <a:pt x="102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25" name="Freeform 24"/>
            <p:cNvSpPr/>
            <p:nvPr/>
          </p:nvSpPr>
          <p:spPr bwMode="auto">
            <a:xfrm>
              <a:off x="930" y="3248"/>
              <a:ext cx="9" cy="7"/>
            </a:xfrm>
            <a:custGeom>
              <a:avLst/>
              <a:gdLst>
                <a:gd name="T0" fmla="*/ 0 w 29"/>
                <a:gd name="T1" fmla="*/ 0 h 27"/>
                <a:gd name="T2" fmla="*/ 0 w 29"/>
                <a:gd name="T3" fmla="*/ 0 h 27"/>
                <a:gd name="T4" fmla="*/ 0 w 29"/>
                <a:gd name="T5" fmla="*/ 0 h 27"/>
                <a:gd name="T6" fmla="*/ 0 60000 65536"/>
                <a:gd name="T7" fmla="*/ 0 60000 65536"/>
                <a:gd name="T8" fmla="*/ 0 60000 65536"/>
                <a:gd name="T9" fmla="*/ 0 w 29"/>
                <a:gd name="T10" fmla="*/ 0 h 27"/>
                <a:gd name="T11" fmla="*/ 29 w 29"/>
                <a:gd name="T12" fmla="*/ 27 h 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" h="27">
                  <a:moveTo>
                    <a:pt x="0" y="27"/>
                  </a:moveTo>
                  <a:lnTo>
                    <a:pt x="28" y="0"/>
                  </a:lnTo>
                  <a:lnTo>
                    <a:pt x="29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26" name="Freeform 25"/>
            <p:cNvSpPr/>
            <p:nvPr/>
          </p:nvSpPr>
          <p:spPr bwMode="auto">
            <a:xfrm>
              <a:off x="1013" y="3000"/>
              <a:ext cx="172" cy="173"/>
            </a:xfrm>
            <a:custGeom>
              <a:avLst/>
              <a:gdLst>
                <a:gd name="T0" fmla="*/ 0 w 615"/>
                <a:gd name="T1" fmla="*/ 1 h 615"/>
                <a:gd name="T2" fmla="*/ 1 w 615"/>
                <a:gd name="T3" fmla="*/ 0 h 615"/>
                <a:gd name="T4" fmla="*/ 1 w 615"/>
                <a:gd name="T5" fmla="*/ 0 h 615"/>
                <a:gd name="T6" fmla="*/ 0 60000 65536"/>
                <a:gd name="T7" fmla="*/ 0 60000 65536"/>
                <a:gd name="T8" fmla="*/ 0 60000 65536"/>
                <a:gd name="T9" fmla="*/ 0 w 615"/>
                <a:gd name="T10" fmla="*/ 0 h 615"/>
                <a:gd name="T11" fmla="*/ 615 w 615"/>
                <a:gd name="T12" fmla="*/ 615 h 6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15" h="615">
                  <a:moveTo>
                    <a:pt x="0" y="615"/>
                  </a:moveTo>
                  <a:lnTo>
                    <a:pt x="614" y="0"/>
                  </a:lnTo>
                  <a:lnTo>
                    <a:pt x="61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27" name="Freeform 26"/>
            <p:cNvSpPr/>
            <p:nvPr/>
          </p:nvSpPr>
          <p:spPr bwMode="auto">
            <a:xfrm>
              <a:off x="930" y="3248"/>
              <a:ext cx="92" cy="91"/>
            </a:xfrm>
            <a:custGeom>
              <a:avLst/>
              <a:gdLst>
                <a:gd name="T0" fmla="*/ 0 w 327"/>
                <a:gd name="T1" fmla="*/ 1 h 326"/>
                <a:gd name="T2" fmla="*/ 1 w 327"/>
                <a:gd name="T3" fmla="*/ 0 h 326"/>
                <a:gd name="T4" fmla="*/ 1 w 327"/>
                <a:gd name="T5" fmla="*/ 0 h 326"/>
                <a:gd name="T6" fmla="*/ 0 60000 65536"/>
                <a:gd name="T7" fmla="*/ 0 60000 65536"/>
                <a:gd name="T8" fmla="*/ 0 60000 65536"/>
                <a:gd name="T9" fmla="*/ 0 w 327"/>
                <a:gd name="T10" fmla="*/ 0 h 326"/>
                <a:gd name="T11" fmla="*/ 327 w 327"/>
                <a:gd name="T12" fmla="*/ 326 h 3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7" h="326">
                  <a:moveTo>
                    <a:pt x="0" y="326"/>
                  </a:moveTo>
                  <a:lnTo>
                    <a:pt x="326" y="0"/>
                  </a:lnTo>
                  <a:lnTo>
                    <a:pt x="32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28" name="Freeform 27"/>
            <p:cNvSpPr/>
            <p:nvPr/>
          </p:nvSpPr>
          <p:spPr bwMode="auto">
            <a:xfrm>
              <a:off x="1096" y="3069"/>
              <a:ext cx="105" cy="104"/>
            </a:xfrm>
            <a:custGeom>
              <a:avLst/>
              <a:gdLst>
                <a:gd name="T0" fmla="*/ 0 w 375"/>
                <a:gd name="T1" fmla="*/ 1 h 374"/>
                <a:gd name="T2" fmla="*/ 1 w 375"/>
                <a:gd name="T3" fmla="*/ 0 h 374"/>
                <a:gd name="T4" fmla="*/ 1 w 375"/>
                <a:gd name="T5" fmla="*/ 0 h 374"/>
                <a:gd name="T6" fmla="*/ 0 60000 65536"/>
                <a:gd name="T7" fmla="*/ 0 60000 65536"/>
                <a:gd name="T8" fmla="*/ 0 60000 65536"/>
                <a:gd name="T9" fmla="*/ 0 w 375"/>
                <a:gd name="T10" fmla="*/ 0 h 374"/>
                <a:gd name="T11" fmla="*/ 375 w 375"/>
                <a:gd name="T12" fmla="*/ 374 h 3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5" h="374">
                  <a:moveTo>
                    <a:pt x="0" y="374"/>
                  </a:moveTo>
                  <a:lnTo>
                    <a:pt x="374" y="0"/>
                  </a:lnTo>
                  <a:lnTo>
                    <a:pt x="37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29" name="Freeform 28"/>
            <p:cNvSpPr/>
            <p:nvPr/>
          </p:nvSpPr>
          <p:spPr bwMode="auto">
            <a:xfrm>
              <a:off x="967" y="3248"/>
              <a:ext cx="138" cy="137"/>
            </a:xfrm>
            <a:custGeom>
              <a:avLst/>
              <a:gdLst>
                <a:gd name="T0" fmla="*/ 0 w 492"/>
                <a:gd name="T1" fmla="*/ 1 h 491"/>
                <a:gd name="T2" fmla="*/ 1 w 492"/>
                <a:gd name="T3" fmla="*/ 0 h 491"/>
                <a:gd name="T4" fmla="*/ 1 w 492"/>
                <a:gd name="T5" fmla="*/ 0 h 491"/>
                <a:gd name="T6" fmla="*/ 0 60000 65536"/>
                <a:gd name="T7" fmla="*/ 0 60000 65536"/>
                <a:gd name="T8" fmla="*/ 0 60000 65536"/>
                <a:gd name="T9" fmla="*/ 0 w 492"/>
                <a:gd name="T10" fmla="*/ 0 h 491"/>
                <a:gd name="T11" fmla="*/ 492 w 492"/>
                <a:gd name="T12" fmla="*/ 491 h 4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2" h="491">
                  <a:moveTo>
                    <a:pt x="0" y="491"/>
                  </a:moveTo>
                  <a:lnTo>
                    <a:pt x="491" y="0"/>
                  </a:lnTo>
                  <a:lnTo>
                    <a:pt x="49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30" name="Freeform 29"/>
            <p:cNvSpPr/>
            <p:nvPr/>
          </p:nvSpPr>
          <p:spPr bwMode="auto">
            <a:xfrm>
              <a:off x="1039" y="3272"/>
              <a:ext cx="125" cy="124"/>
            </a:xfrm>
            <a:custGeom>
              <a:avLst/>
              <a:gdLst>
                <a:gd name="T0" fmla="*/ 0 w 443"/>
                <a:gd name="T1" fmla="*/ 1 h 442"/>
                <a:gd name="T2" fmla="*/ 1 w 443"/>
                <a:gd name="T3" fmla="*/ 0 h 442"/>
                <a:gd name="T4" fmla="*/ 1 w 443"/>
                <a:gd name="T5" fmla="*/ 0 h 442"/>
                <a:gd name="T6" fmla="*/ 0 60000 65536"/>
                <a:gd name="T7" fmla="*/ 0 60000 65536"/>
                <a:gd name="T8" fmla="*/ 0 60000 65536"/>
                <a:gd name="T9" fmla="*/ 0 w 443"/>
                <a:gd name="T10" fmla="*/ 0 h 442"/>
                <a:gd name="T11" fmla="*/ 443 w 443"/>
                <a:gd name="T12" fmla="*/ 442 h 4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43" h="442">
                  <a:moveTo>
                    <a:pt x="0" y="442"/>
                  </a:moveTo>
                  <a:lnTo>
                    <a:pt x="442" y="0"/>
                  </a:lnTo>
                  <a:lnTo>
                    <a:pt x="44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31" name="Freeform 30"/>
            <p:cNvSpPr/>
            <p:nvPr/>
          </p:nvSpPr>
          <p:spPr bwMode="auto">
            <a:xfrm>
              <a:off x="1088" y="3326"/>
              <a:ext cx="105" cy="105"/>
            </a:xfrm>
            <a:custGeom>
              <a:avLst/>
              <a:gdLst>
                <a:gd name="T0" fmla="*/ 0 w 376"/>
                <a:gd name="T1" fmla="*/ 1 h 377"/>
                <a:gd name="T2" fmla="*/ 1 w 376"/>
                <a:gd name="T3" fmla="*/ 0 h 377"/>
                <a:gd name="T4" fmla="*/ 1 w 376"/>
                <a:gd name="T5" fmla="*/ 0 h 377"/>
                <a:gd name="T6" fmla="*/ 0 60000 65536"/>
                <a:gd name="T7" fmla="*/ 0 60000 65536"/>
                <a:gd name="T8" fmla="*/ 0 60000 65536"/>
                <a:gd name="T9" fmla="*/ 0 w 376"/>
                <a:gd name="T10" fmla="*/ 0 h 377"/>
                <a:gd name="T11" fmla="*/ 376 w 376"/>
                <a:gd name="T12" fmla="*/ 377 h 3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6" h="377">
                  <a:moveTo>
                    <a:pt x="0" y="377"/>
                  </a:moveTo>
                  <a:lnTo>
                    <a:pt x="375" y="0"/>
                  </a:lnTo>
                  <a:lnTo>
                    <a:pt x="3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32" name="Freeform 31"/>
            <p:cNvSpPr/>
            <p:nvPr/>
          </p:nvSpPr>
          <p:spPr bwMode="auto">
            <a:xfrm>
              <a:off x="1131" y="3365"/>
              <a:ext cx="106" cy="106"/>
            </a:xfrm>
            <a:custGeom>
              <a:avLst/>
              <a:gdLst>
                <a:gd name="T0" fmla="*/ 0 w 380"/>
                <a:gd name="T1" fmla="*/ 1 h 379"/>
                <a:gd name="T2" fmla="*/ 1 w 380"/>
                <a:gd name="T3" fmla="*/ 0 h 379"/>
                <a:gd name="T4" fmla="*/ 1 w 380"/>
                <a:gd name="T5" fmla="*/ 0 h 379"/>
                <a:gd name="T6" fmla="*/ 0 60000 65536"/>
                <a:gd name="T7" fmla="*/ 0 60000 65536"/>
                <a:gd name="T8" fmla="*/ 0 60000 65536"/>
                <a:gd name="T9" fmla="*/ 0 w 380"/>
                <a:gd name="T10" fmla="*/ 0 h 379"/>
                <a:gd name="T11" fmla="*/ 380 w 380"/>
                <a:gd name="T12" fmla="*/ 379 h 3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0" h="379">
                  <a:moveTo>
                    <a:pt x="0" y="379"/>
                  </a:moveTo>
                  <a:lnTo>
                    <a:pt x="379" y="0"/>
                  </a:lnTo>
                  <a:lnTo>
                    <a:pt x="38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33" name="Freeform 32"/>
            <p:cNvSpPr/>
            <p:nvPr/>
          </p:nvSpPr>
          <p:spPr bwMode="auto">
            <a:xfrm>
              <a:off x="2487" y="2177"/>
              <a:ext cx="40" cy="40"/>
            </a:xfrm>
            <a:custGeom>
              <a:avLst/>
              <a:gdLst>
                <a:gd name="T0" fmla="*/ 0 w 143"/>
                <a:gd name="T1" fmla="*/ 0 h 144"/>
                <a:gd name="T2" fmla="*/ 0 w 143"/>
                <a:gd name="T3" fmla="*/ 0 h 144"/>
                <a:gd name="T4" fmla="*/ 0 w 143"/>
                <a:gd name="T5" fmla="*/ 0 h 144"/>
                <a:gd name="T6" fmla="*/ 0 60000 65536"/>
                <a:gd name="T7" fmla="*/ 0 60000 65536"/>
                <a:gd name="T8" fmla="*/ 0 60000 65536"/>
                <a:gd name="T9" fmla="*/ 0 w 143"/>
                <a:gd name="T10" fmla="*/ 0 h 144"/>
                <a:gd name="T11" fmla="*/ 143 w 143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3" h="144">
                  <a:moveTo>
                    <a:pt x="0" y="144"/>
                  </a:moveTo>
                  <a:lnTo>
                    <a:pt x="142" y="0"/>
                  </a:lnTo>
                  <a:lnTo>
                    <a:pt x="14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34" name="Freeform 33"/>
            <p:cNvSpPr/>
            <p:nvPr/>
          </p:nvSpPr>
          <p:spPr bwMode="auto">
            <a:xfrm>
              <a:off x="1181" y="3410"/>
              <a:ext cx="95" cy="95"/>
            </a:xfrm>
            <a:custGeom>
              <a:avLst/>
              <a:gdLst>
                <a:gd name="T0" fmla="*/ 0 w 338"/>
                <a:gd name="T1" fmla="*/ 1 h 338"/>
                <a:gd name="T2" fmla="*/ 1 w 338"/>
                <a:gd name="T3" fmla="*/ 0 h 338"/>
                <a:gd name="T4" fmla="*/ 1 w 338"/>
                <a:gd name="T5" fmla="*/ 0 h 338"/>
                <a:gd name="T6" fmla="*/ 0 60000 65536"/>
                <a:gd name="T7" fmla="*/ 0 60000 65536"/>
                <a:gd name="T8" fmla="*/ 0 60000 65536"/>
                <a:gd name="T9" fmla="*/ 0 w 338"/>
                <a:gd name="T10" fmla="*/ 0 h 338"/>
                <a:gd name="T11" fmla="*/ 338 w 338"/>
                <a:gd name="T12" fmla="*/ 338 h 3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8" h="338">
                  <a:moveTo>
                    <a:pt x="0" y="338"/>
                  </a:moveTo>
                  <a:lnTo>
                    <a:pt x="337" y="0"/>
                  </a:lnTo>
                  <a:lnTo>
                    <a:pt x="33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35" name="Freeform 34"/>
            <p:cNvSpPr/>
            <p:nvPr/>
          </p:nvSpPr>
          <p:spPr bwMode="auto">
            <a:xfrm>
              <a:off x="1240" y="3514"/>
              <a:ext cx="16" cy="15"/>
            </a:xfrm>
            <a:custGeom>
              <a:avLst/>
              <a:gdLst>
                <a:gd name="T0" fmla="*/ 0 w 56"/>
                <a:gd name="T1" fmla="*/ 0 h 54"/>
                <a:gd name="T2" fmla="*/ 0 w 56"/>
                <a:gd name="T3" fmla="*/ 0 h 54"/>
                <a:gd name="T4" fmla="*/ 0 w 56"/>
                <a:gd name="T5" fmla="*/ 0 h 54"/>
                <a:gd name="T6" fmla="*/ 0 60000 65536"/>
                <a:gd name="T7" fmla="*/ 0 60000 65536"/>
                <a:gd name="T8" fmla="*/ 0 60000 65536"/>
                <a:gd name="T9" fmla="*/ 0 w 56"/>
                <a:gd name="T10" fmla="*/ 0 h 54"/>
                <a:gd name="T11" fmla="*/ 56 w 56"/>
                <a:gd name="T12" fmla="*/ 54 h 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54">
                  <a:moveTo>
                    <a:pt x="0" y="54"/>
                  </a:moveTo>
                  <a:lnTo>
                    <a:pt x="55" y="0"/>
                  </a:lnTo>
                  <a:lnTo>
                    <a:pt x="5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36" name="Freeform 35"/>
            <p:cNvSpPr/>
            <p:nvPr/>
          </p:nvSpPr>
          <p:spPr bwMode="auto">
            <a:xfrm>
              <a:off x="2750" y="2174"/>
              <a:ext cx="31" cy="30"/>
            </a:xfrm>
            <a:custGeom>
              <a:avLst/>
              <a:gdLst>
                <a:gd name="T0" fmla="*/ 0 w 110"/>
                <a:gd name="T1" fmla="*/ 0 h 109"/>
                <a:gd name="T2" fmla="*/ 0 w 110"/>
                <a:gd name="T3" fmla="*/ 0 h 109"/>
                <a:gd name="T4" fmla="*/ 0 w 110"/>
                <a:gd name="T5" fmla="*/ 0 h 109"/>
                <a:gd name="T6" fmla="*/ 0 60000 65536"/>
                <a:gd name="T7" fmla="*/ 0 60000 65536"/>
                <a:gd name="T8" fmla="*/ 0 60000 65536"/>
                <a:gd name="T9" fmla="*/ 0 w 110"/>
                <a:gd name="T10" fmla="*/ 0 h 109"/>
                <a:gd name="T11" fmla="*/ 110 w 110"/>
                <a:gd name="T12" fmla="*/ 109 h 1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" h="109">
                  <a:moveTo>
                    <a:pt x="0" y="109"/>
                  </a:moveTo>
                  <a:lnTo>
                    <a:pt x="109" y="0"/>
                  </a:lnTo>
                  <a:lnTo>
                    <a:pt x="11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38" name="Freeform 36"/>
            <p:cNvSpPr/>
            <p:nvPr/>
          </p:nvSpPr>
          <p:spPr bwMode="auto">
            <a:xfrm>
              <a:off x="2750" y="2195"/>
              <a:ext cx="93" cy="93"/>
            </a:xfrm>
            <a:custGeom>
              <a:avLst/>
              <a:gdLst>
                <a:gd name="T0" fmla="*/ 0 w 332"/>
                <a:gd name="T1" fmla="*/ 1 h 332"/>
                <a:gd name="T2" fmla="*/ 1 w 332"/>
                <a:gd name="T3" fmla="*/ 0 h 332"/>
                <a:gd name="T4" fmla="*/ 1 w 332"/>
                <a:gd name="T5" fmla="*/ 0 h 332"/>
                <a:gd name="T6" fmla="*/ 0 60000 65536"/>
                <a:gd name="T7" fmla="*/ 0 60000 65536"/>
                <a:gd name="T8" fmla="*/ 0 60000 65536"/>
                <a:gd name="T9" fmla="*/ 0 w 332"/>
                <a:gd name="T10" fmla="*/ 0 h 332"/>
                <a:gd name="T11" fmla="*/ 332 w 332"/>
                <a:gd name="T12" fmla="*/ 332 h 3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2" h="332">
                  <a:moveTo>
                    <a:pt x="0" y="332"/>
                  </a:moveTo>
                  <a:lnTo>
                    <a:pt x="331" y="0"/>
                  </a:lnTo>
                  <a:lnTo>
                    <a:pt x="33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39" name="Freeform 37"/>
            <p:cNvSpPr/>
            <p:nvPr/>
          </p:nvSpPr>
          <p:spPr bwMode="auto">
            <a:xfrm>
              <a:off x="2750" y="2278"/>
              <a:ext cx="93" cy="93"/>
            </a:xfrm>
            <a:custGeom>
              <a:avLst/>
              <a:gdLst>
                <a:gd name="T0" fmla="*/ 0 w 332"/>
                <a:gd name="T1" fmla="*/ 1 h 331"/>
                <a:gd name="T2" fmla="*/ 1 w 332"/>
                <a:gd name="T3" fmla="*/ 0 h 331"/>
                <a:gd name="T4" fmla="*/ 1 w 332"/>
                <a:gd name="T5" fmla="*/ 0 h 331"/>
                <a:gd name="T6" fmla="*/ 0 60000 65536"/>
                <a:gd name="T7" fmla="*/ 0 60000 65536"/>
                <a:gd name="T8" fmla="*/ 0 60000 65536"/>
                <a:gd name="T9" fmla="*/ 0 w 332"/>
                <a:gd name="T10" fmla="*/ 0 h 331"/>
                <a:gd name="T11" fmla="*/ 332 w 332"/>
                <a:gd name="T12" fmla="*/ 331 h 3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2" h="331">
                  <a:moveTo>
                    <a:pt x="0" y="331"/>
                  </a:moveTo>
                  <a:lnTo>
                    <a:pt x="331" y="0"/>
                  </a:lnTo>
                  <a:lnTo>
                    <a:pt x="33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40" name="Freeform 38"/>
            <p:cNvSpPr/>
            <p:nvPr/>
          </p:nvSpPr>
          <p:spPr bwMode="auto">
            <a:xfrm>
              <a:off x="2750" y="2361"/>
              <a:ext cx="93" cy="93"/>
            </a:xfrm>
            <a:custGeom>
              <a:avLst/>
              <a:gdLst>
                <a:gd name="T0" fmla="*/ 0 w 332"/>
                <a:gd name="T1" fmla="*/ 1 h 331"/>
                <a:gd name="T2" fmla="*/ 1 w 332"/>
                <a:gd name="T3" fmla="*/ 0 h 331"/>
                <a:gd name="T4" fmla="*/ 1 w 332"/>
                <a:gd name="T5" fmla="*/ 0 h 331"/>
                <a:gd name="T6" fmla="*/ 0 60000 65536"/>
                <a:gd name="T7" fmla="*/ 0 60000 65536"/>
                <a:gd name="T8" fmla="*/ 0 60000 65536"/>
                <a:gd name="T9" fmla="*/ 0 w 332"/>
                <a:gd name="T10" fmla="*/ 0 h 331"/>
                <a:gd name="T11" fmla="*/ 332 w 332"/>
                <a:gd name="T12" fmla="*/ 331 h 3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2" h="331">
                  <a:moveTo>
                    <a:pt x="0" y="331"/>
                  </a:moveTo>
                  <a:lnTo>
                    <a:pt x="331" y="0"/>
                  </a:lnTo>
                  <a:lnTo>
                    <a:pt x="33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41" name="Freeform 39"/>
            <p:cNvSpPr/>
            <p:nvPr/>
          </p:nvSpPr>
          <p:spPr bwMode="auto">
            <a:xfrm>
              <a:off x="2822" y="2444"/>
              <a:ext cx="21" cy="21"/>
            </a:xfrm>
            <a:custGeom>
              <a:avLst/>
              <a:gdLst>
                <a:gd name="T0" fmla="*/ 0 w 75"/>
                <a:gd name="T1" fmla="*/ 0 h 74"/>
                <a:gd name="T2" fmla="*/ 0 w 75"/>
                <a:gd name="T3" fmla="*/ 0 h 74"/>
                <a:gd name="T4" fmla="*/ 0 w 75"/>
                <a:gd name="T5" fmla="*/ 0 h 74"/>
                <a:gd name="T6" fmla="*/ 0 60000 65536"/>
                <a:gd name="T7" fmla="*/ 0 60000 65536"/>
                <a:gd name="T8" fmla="*/ 0 60000 65536"/>
                <a:gd name="T9" fmla="*/ 0 w 75"/>
                <a:gd name="T10" fmla="*/ 0 h 74"/>
                <a:gd name="T11" fmla="*/ 75 w 75"/>
                <a:gd name="T12" fmla="*/ 74 h 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5" h="74">
                  <a:moveTo>
                    <a:pt x="0" y="74"/>
                  </a:moveTo>
                  <a:lnTo>
                    <a:pt x="74" y="0"/>
                  </a:lnTo>
                  <a:lnTo>
                    <a:pt x="7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42" name="Freeform 40"/>
            <p:cNvSpPr/>
            <p:nvPr/>
          </p:nvSpPr>
          <p:spPr bwMode="auto">
            <a:xfrm>
              <a:off x="1706" y="2190"/>
              <a:ext cx="763" cy="57"/>
            </a:xfrm>
            <a:custGeom>
              <a:avLst/>
              <a:gdLst>
                <a:gd name="T0" fmla="*/ 0 w 2724"/>
                <a:gd name="T1" fmla="*/ 0 h 204"/>
                <a:gd name="T2" fmla="*/ 5 w 2724"/>
                <a:gd name="T3" fmla="*/ 0 h 204"/>
                <a:gd name="T4" fmla="*/ 5 w 2724"/>
                <a:gd name="T5" fmla="*/ 0 h 204"/>
                <a:gd name="T6" fmla="*/ 0 60000 65536"/>
                <a:gd name="T7" fmla="*/ 0 60000 65536"/>
                <a:gd name="T8" fmla="*/ 0 60000 65536"/>
                <a:gd name="T9" fmla="*/ 0 w 2724"/>
                <a:gd name="T10" fmla="*/ 0 h 204"/>
                <a:gd name="T11" fmla="*/ 2724 w 2724"/>
                <a:gd name="T12" fmla="*/ 204 h 2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4" h="204">
                  <a:moveTo>
                    <a:pt x="0" y="0"/>
                  </a:moveTo>
                  <a:lnTo>
                    <a:pt x="2723" y="204"/>
                  </a:lnTo>
                  <a:lnTo>
                    <a:pt x="2724" y="204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43" name="Freeform 41"/>
            <p:cNvSpPr/>
            <p:nvPr/>
          </p:nvSpPr>
          <p:spPr bwMode="auto">
            <a:xfrm>
              <a:off x="1608" y="3353"/>
              <a:ext cx="866" cy="79"/>
            </a:xfrm>
            <a:custGeom>
              <a:avLst/>
              <a:gdLst>
                <a:gd name="T0" fmla="*/ 0 w 3089"/>
                <a:gd name="T1" fmla="*/ 1 h 283"/>
                <a:gd name="T2" fmla="*/ 5 w 3089"/>
                <a:gd name="T3" fmla="*/ 0 h 283"/>
                <a:gd name="T4" fmla="*/ 5 w 3089"/>
                <a:gd name="T5" fmla="*/ 0 h 283"/>
                <a:gd name="T6" fmla="*/ 0 60000 65536"/>
                <a:gd name="T7" fmla="*/ 0 60000 65536"/>
                <a:gd name="T8" fmla="*/ 0 60000 65536"/>
                <a:gd name="T9" fmla="*/ 0 w 3089"/>
                <a:gd name="T10" fmla="*/ 0 h 283"/>
                <a:gd name="T11" fmla="*/ 3089 w 3089"/>
                <a:gd name="T12" fmla="*/ 283 h 2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89" h="283">
                  <a:moveTo>
                    <a:pt x="0" y="283"/>
                  </a:moveTo>
                  <a:lnTo>
                    <a:pt x="3088" y="0"/>
                  </a:lnTo>
                  <a:lnTo>
                    <a:pt x="3089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44" name="Freeform 42"/>
            <p:cNvSpPr/>
            <p:nvPr/>
          </p:nvSpPr>
          <p:spPr bwMode="auto">
            <a:xfrm>
              <a:off x="1706" y="2392"/>
              <a:ext cx="763" cy="58"/>
            </a:xfrm>
            <a:custGeom>
              <a:avLst/>
              <a:gdLst>
                <a:gd name="T0" fmla="*/ 0 w 2724"/>
                <a:gd name="T1" fmla="*/ 0 h 205"/>
                <a:gd name="T2" fmla="*/ 5 w 2724"/>
                <a:gd name="T3" fmla="*/ 0 h 205"/>
                <a:gd name="T4" fmla="*/ 5 w 2724"/>
                <a:gd name="T5" fmla="*/ 0 h 205"/>
                <a:gd name="T6" fmla="*/ 0 60000 65536"/>
                <a:gd name="T7" fmla="*/ 0 60000 65536"/>
                <a:gd name="T8" fmla="*/ 0 60000 65536"/>
                <a:gd name="T9" fmla="*/ 0 w 2724"/>
                <a:gd name="T10" fmla="*/ 0 h 205"/>
                <a:gd name="T11" fmla="*/ 2724 w 2724"/>
                <a:gd name="T12" fmla="*/ 205 h 2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4" h="205">
                  <a:moveTo>
                    <a:pt x="0" y="205"/>
                  </a:moveTo>
                  <a:lnTo>
                    <a:pt x="2723" y="0"/>
                  </a:lnTo>
                  <a:lnTo>
                    <a:pt x="2724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45" name="Freeform 43"/>
            <p:cNvSpPr/>
            <p:nvPr/>
          </p:nvSpPr>
          <p:spPr bwMode="auto">
            <a:xfrm>
              <a:off x="1608" y="2989"/>
              <a:ext cx="866" cy="79"/>
            </a:xfrm>
            <a:custGeom>
              <a:avLst/>
              <a:gdLst>
                <a:gd name="T0" fmla="*/ 0 w 3089"/>
                <a:gd name="T1" fmla="*/ 0 h 282"/>
                <a:gd name="T2" fmla="*/ 5 w 3089"/>
                <a:gd name="T3" fmla="*/ 1 h 282"/>
                <a:gd name="T4" fmla="*/ 5 w 3089"/>
                <a:gd name="T5" fmla="*/ 1 h 282"/>
                <a:gd name="T6" fmla="*/ 0 60000 65536"/>
                <a:gd name="T7" fmla="*/ 0 60000 65536"/>
                <a:gd name="T8" fmla="*/ 0 60000 65536"/>
                <a:gd name="T9" fmla="*/ 0 w 3089"/>
                <a:gd name="T10" fmla="*/ 0 h 282"/>
                <a:gd name="T11" fmla="*/ 3089 w 3089"/>
                <a:gd name="T12" fmla="*/ 282 h 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89" h="282">
                  <a:moveTo>
                    <a:pt x="0" y="0"/>
                  </a:moveTo>
                  <a:lnTo>
                    <a:pt x="3088" y="282"/>
                  </a:lnTo>
                  <a:lnTo>
                    <a:pt x="3089" y="28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46" name="Freeform 44"/>
            <p:cNvSpPr/>
            <p:nvPr/>
          </p:nvSpPr>
          <p:spPr bwMode="auto">
            <a:xfrm>
              <a:off x="1793" y="3210"/>
              <a:ext cx="547" cy="1"/>
            </a:xfrm>
            <a:custGeom>
              <a:avLst/>
              <a:gdLst>
                <a:gd name="T0" fmla="*/ 0 w 650"/>
                <a:gd name="T1" fmla="*/ 1 h 1"/>
                <a:gd name="T2" fmla="*/ 274 w 650"/>
                <a:gd name="T3" fmla="*/ 0 h 1"/>
                <a:gd name="T4" fmla="*/ 274 w 650"/>
                <a:gd name="T5" fmla="*/ 0 h 1"/>
                <a:gd name="T6" fmla="*/ 0 60000 65536"/>
                <a:gd name="T7" fmla="*/ 0 60000 65536"/>
                <a:gd name="T8" fmla="*/ 0 60000 65536"/>
                <a:gd name="T9" fmla="*/ 0 w 650"/>
                <a:gd name="T10" fmla="*/ 0 h 1"/>
                <a:gd name="T11" fmla="*/ 650 w 65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50" h="1">
                  <a:moveTo>
                    <a:pt x="0" y="1"/>
                  </a:moveTo>
                  <a:lnTo>
                    <a:pt x="65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47" name="Freeform 45"/>
            <p:cNvSpPr/>
            <p:nvPr/>
          </p:nvSpPr>
          <p:spPr bwMode="auto">
            <a:xfrm>
              <a:off x="1253" y="3371"/>
              <a:ext cx="24" cy="164"/>
            </a:xfrm>
            <a:custGeom>
              <a:avLst/>
              <a:gdLst>
                <a:gd name="T0" fmla="*/ 0 w 82"/>
                <a:gd name="T1" fmla="*/ 0 h 585"/>
                <a:gd name="T2" fmla="*/ 0 w 82"/>
                <a:gd name="T3" fmla="*/ 1 h 585"/>
                <a:gd name="T4" fmla="*/ 0 w 82"/>
                <a:gd name="T5" fmla="*/ 1 h 585"/>
                <a:gd name="T6" fmla="*/ 0 w 82"/>
                <a:gd name="T7" fmla="*/ 1 h 585"/>
                <a:gd name="T8" fmla="*/ 0 w 82"/>
                <a:gd name="T9" fmla="*/ 1 h 585"/>
                <a:gd name="T10" fmla="*/ 0 w 82"/>
                <a:gd name="T11" fmla="*/ 1 h 5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2"/>
                <a:gd name="T19" fmla="*/ 0 h 585"/>
                <a:gd name="T20" fmla="*/ 82 w 82"/>
                <a:gd name="T21" fmla="*/ 585 h 58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2" h="585">
                  <a:moveTo>
                    <a:pt x="19" y="0"/>
                  </a:moveTo>
                  <a:lnTo>
                    <a:pt x="82" y="254"/>
                  </a:lnTo>
                  <a:lnTo>
                    <a:pt x="21" y="377"/>
                  </a:lnTo>
                  <a:lnTo>
                    <a:pt x="0" y="439"/>
                  </a:lnTo>
                  <a:lnTo>
                    <a:pt x="25" y="585"/>
                  </a:lnTo>
                  <a:lnTo>
                    <a:pt x="26" y="58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48" name="Freeform 46"/>
            <p:cNvSpPr/>
            <p:nvPr/>
          </p:nvSpPr>
          <p:spPr bwMode="auto">
            <a:xfrm>
              <a:off x="1339" y="3348"/>
              <a:ext cx="1" cy="274"/>
            </a:xfrm>
            <a:custGeom>
              <a:avLst/>
              <a:gdLst>
                <a:gd name="T0" fmla="*/ 0 w 2"/>
                <a:gd name="T1" fmla="*/ 0 h 978"/>
                <a:gd name="T2" fmla="*/ 0 w 2"/>
                <a:gd name="T3" fmla="*/ 2 h 978"/>
                <a:gd name="T4" fmla="*/ 1 w 2"/>
                <a:gd name="T5" fmla="*/ 2 h 978"/>
                <a:gd name="T6" fmla="*/ 0 60000 65536"/>
                <a:gd name="T7" fmla="*/ 0 60000 65536"/>
                <a:gd name="T8" fmla="*/ 0 60000 65536"/>
                <a:gd name="T9" fmla="*/ 0 w 2"/>
                <a:gd name="T10" fmla="*/ 0 h 978"/>
                <a:gd name="T11" fmla="*/ 2 w 2"/>
                <a:gd name="T12" fmla="*/ 978 h 9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978">
                  <a:moveTo>
                    <a:pt x="0" y="0"/>
                  </a:moveTo>
                  <a:lnTo>
                    <a:pt x="0" y="978"/>
                  </a:lnTo>
                  <a:lnTo>
                    <a:pt x="2" y="97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49" name="Freeform 47"/>
            <p:cNvSpPr/>
            <p:nvPr/>
          </p:nvSpPr>
          <p:spPr bwMode="auto">
            <a:xfrm>
              <a:off x="967" y="3344"/>
              <a:ext cx="1" cy="48"/>
            </a:xfrm>
            <a:custGeom>
              <a:avLst/>
              <a:gdLst>
                <a:gd name="T0" fmla="*/ 0 w 1"/>
                <a:gd name="T1" fmla="*/ 0 h 168"/>
                <a:gd name="T2" fmla="*/ 0 w 1"/>
                <a:gd name="T3" fmla="*/ 0 h 168"/>
                <a:gd name="T4" fmla="*/ 1 w 1"/>
                <a:gd name="T5" fmla="*/ 0 h 168"/>
                <a:gd name="T6" fmla="*/ 0 60000 65536"/>
                <a:gd name="T7" fmla="*/ 0 60000 65536"/>
                <a:gd name="T8" fmla="*/ 0 60000 65536"/>
                <a:gd name="T9" fmla="*/ 0 w 1"/>
                <a:gd name="T10" fmla="*/ 0 h 168"/>
                <a:gd name="T11" fmla="*/ 1 w 1"/>
                <a:gd name="T12" fmla="*/ 168 h 1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68">
                  <a:moveTo>
                    <a:pt x="0" y="0"/>
                  </a:moveTo>
                  <a:lnTo>
                    <a:pt x="0" y="168"/>
                  </a:lnTo>
                  <a:lnTo>
                    <a:pt x="1" y="168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50" name="Freeform 48"/>
            <p:cNvSpPr/>
            <p:nvPr/>
          </p:nvSpPr>
          <p:spPr bwMode="auto">
            <a:xfrm>
              <a:off x="856" y="3141"/>
              <a:ext cx="1" cy="325"/>
            </a:xfrm>
            <a:custGeom>
              <a:avLst/>
              <a:gdLst>
                <a:gd name="T0" fmla="*/ 0 w 1"/>
                <a:gd name="T1" fmla="*/ 0 h 1158"/>
                <a:gd name="T2" fmla="*/ 0 w 1"/>
                <a:gd name="T3" fmla="*/ 2 h 1158"/>
                <a:gd name="T4" fmla="*/ 1 w 1"/>
                <a:gd name="T5" fmla="*/ 2 h 1158"/>
                <a:gd name="T6" fmla="*/ 0 60000 65536"/>
                <a:gd name="T7" fmla="*/ 0 60000 65536"/>
                <a:gd name="T8" fmla="*/ 0 60000 65536"/>
                <a:gd name="T9" fmla="*/ 0 w 1"/>
                <a:gd name="T10" fmla="*/ 0 h 1158"/>
                <a:gd name="T11" fmla="*/ 1 w 1"/>
                <a:gd name="T12" fmla="*/ 1158 h 11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158">
                  <a:moveTo>
                    <a:pt x="0" y="0"/>
                  </a:moveTo>
                  <a:lnTo>
                    <a:pt x="0" y="1158"/>
                  </a:lnTo>
                  <a:lnTo>
                    <a:pt x="1" y="115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51" name="Freeform 49"/>
            <p:cNvSpPr/>
            <p:nvPr/>
          </p:nvSpPr>
          <p:spPr bwMode="auto">
            <a:xfrm>
              <a:off x="745" y="3344"/>
              <a:ext cx="1" cy="48"/>
            </a:xfrm>
            <a:custGeom>
              <a:avLst/>
              <a:gdLst>
                <a:gd name="T0" fmla="*/ 0 w 1"/>
                <a:gd name="T1" fmla="*/ 0 h 168"/>
                <a:gd name="T2" fmla="*/ 0 w 1"/>
                <a:gd name="T3" fmla="*/ 0 h 168"/>
                <a:gd name="T4" fmla="*/ 1 w 1"/>
                <a:gd name="T5" fmla="*/ 0 h 168"/>
                <a:gd name="T6" fmla="*/ 0 60000 65536"/>
                <a:gd name="T7" fmla="*/ 0 60000 65536"/>
                <a:gd name="T8" fmla="*/ 0 60000 65536"/>
                <a:gd name="T9" fmla="*/ 0 w 1"/>
                <a:gd name="T10" fmla="*/ 0 h 168"/>
                <a:gd name="T11" fmla="*/ 1 w 1"/>
                <a:gd name="T12" fmla="*/ 168 h 1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68">
                  <a:moveTo>
                    <a:pt x="0" y="0"/>
                  </a:moveTo>
                  <a:lnTo>
                    <a:pt x="0" y="168"/>
                  </a:lnTo>
                  <a:lnTo>
                    <a:pt x="1" y="168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52" name="Freeform 50"/>
            <p:cNvSpPr/>
            <p:nvPr/>
          </p:nvSpPr>
          <p:spPr bwMode="auto">
            <a:xfrm>
              <a:off x="671" y="3246"/>
              <a:ext cx="1" cy="157"/>
            </a:xfrm>
            <a:custGeom>
              <a:avLst/>
              <a:gdLst>
                <a:gd name="T0" fmla="*/ 0 w 1"/>
                <a:gd name="T1" fmla="*/ 78 h 187"/>
                <a:gd name="T2" fmla="*/ 0 w 1"/>
                <a:gd name="T3" fmla="*/ 5 h 187"/>
                <a:gd name="T4" fmla="*/ 0 w 1"/>
                <a:gd name="T5" fmla="*/ 0 h 187"/>
                <a:gd name="T6" fmla="*/ 0 60000 65536"/>
                <a:gd name="T7" fmla="*/ 0 60000 65536"/>
                <a:gd name="T8" fmla="*/ 0 60000 65536"/>
                <a:gd name="T9" fmla="*/ 0 w 1"/>
                <a:gd name="T10" fmla="*/ 0 h 187"/>
                <a:gd name="T11" fmla="*/ 1 w 1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87">
                  <a:moveTo>
                    <a:pt x="0" y="187"/>
                  </a:moveTo>
                  <a:lnTo>
                    <a:pt x="0" y="11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53" name="Freeform 51"/>
            <p:cNvSpPr/>
            <p:nvPr/>
          </p:nvSpPr>
          <p:spPr bwMode="auto">
            <a:xfrm>
              <a:off x="670" y="3396"/>
              <a:ext cx="407" cy="1"/>
            </a:xfrm>
            <a:custGeom>
              <a:avLst/>
              <a:gdLst>
                <a:gd name="T0" fmla="*/ 0 w 484"/>
                <a:gd name="T1" fmla="*/ 0 h 1"/>
                <a:gd name="T2" fmla="*/ 204 w 484"/>
                <a:gd name="T3" fmla="*/ 1 h 1"/>
                <a:gd name="T4" fmla="*/ 186 w 484"/>
                <a:gd name="T5" fmla="*/ 0 h 1"/>
                <a:gd name="T6" fmla="*/ 0 60000 65536"/>
                <a:gd name="T7" fmla="*/ 0 60000 65536"/>
                <a:gd name="T8" fmla="*/ 0 60000 65536"/>
                <a:gd name="T9" fmla="*/ 0 w 484"/>
                <a:gd name="T10" fmla="*/ 0 h 1"/>
                <a:gd name="T11" fmla="*/ 484 w 48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4" h="1">
                  <a:moveTo>
                    <a:pt x="0" y="0"/>
                  </a:moveTo>
                  <a:lnTo>
                    <a:pt x="484" y="1"/>
                  </a:lnTo>
                  <a:lnTo>
                    <a:pt x="44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54" name="Freeform 52"/>
            <p:cNvSpPr/>
            <p:nvPr/>
          </p:nvSpPr>
          <p:spPr bwMode="auto">
            <a:xfrm>
              <a:off x="670" y="3247"/>
              <a:ext cx="500" cy="1"/>
            </a:xfrm>
            <a:custGeom>
              <a:avLst/>
              <a:gdLst>
                <a:gd name="T0" fmla="*/ 0 w 594"/>
                <a:gd name="T1" fmla="*/ 1 h 1"/>
                <a:gd name="T2" fmla="*/ 251 w 594"/>
                <a:gd name="T3" fmla="*/ 0 h 1"/>
                <a:gd name="T4" fmla="*/ 244 w 594"/>
                <a:gd name="T5" fmla="*/ 1 h 1"/>
                <a:gd name="T6" fmla="*/ 0 60000 65536"/>
                <a:gd name="T7" fmla="*/ 0 60000 65536"/>
                <a:gd name="T8" fmla="*/ 0 60000 65536"/>
                <a:gd name="T9" fmla="*/ 0 w 594"/>
                <a:gd name="T10" fmla="*/ 0 h 1"/>
                <a:gd name="T11" fmla="*/ 594 w 59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4" h="1">
                  <a:moveTo>
                    <a:pt x="0" y="1"/>
                  </a:moveTo>
                  <a:lnTo>
                    <a:pt x="594" y="0"/>
                  </a:lnTo>
                  <a:lnTo>
                    <a:pt x="579" y="1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55" name="Freeform 53"/>
            <p:cNvSpPr/>
            <p:nvPr/>
          </p:nvSpPr>
          <p:spPr bwMode="auto">
            <a:xfrm>
              <a:off x="670" y="3025"/>
              <a:ext cx="403" cy="1"/>
            </a:xfrm>
            <a:custGeom>
              <a:avLst/>
              <a:gdLst>
                <a:gd name="T0" fmla="*/ 0 w 479"/>
                <a:gd name="T1" fmla="*/ 0 h 1"/>
                <a:gd name="T2" fmla="*/ 202 w 479"/>
                <a:gd name="T3" fmla="*/ 0 h 1"/>
                <a:gd name="T4" fmla="*/ 186 w 479"/>
                <a:gd name="T5" fmla="*/ 0 h 1"/>
                <a:gd name="T6" fmla="*/ 0 60000 65536"/>
                <a:gd name="T7" fmla="*/ 0 60000 65536"/>
                <a:gd name="T8" fmla="*/ 0 60000 65536"/>
                <a:gd name="T9" fmla="*/ 0 w 479"/>
                <a:gd name="T10" fmla="*/ 0 h 1"/>
                <a:gd name="T11" fmla="*/ 479 w 47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9" h="1">
                  <a:moveTo>
                    <a:pt x="0" y="0"/>
                  </a:moveTo>
                  <a:lnTo>
                    <a:pt x="479" y="0"/>
                  </a:lnTo>
                  <a:lnTo>
                    <a:pt x="44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56" name="Freeform 54"/>
            <p:cNvSpPr/>
            <p:nvPr/>
          </p:nvSpPr>
          <p:spPr bwMode="auto">
            <a:xfrm>
              <a:off x="670" y="3173"/>
              <a:ext cx="500" cy="2"/>
            </a:xfrm>
            <a:custGeom>
              <a:avLst/>
              <a:gdLst>
                <a:gd name="T0" fmla="*/ 0 w 594"/>
                <a:gd name="T1" fmla="*/ 0 h 2"/>
                <a:gd name="T2" fmla="*/ 251 w 594"/>
                <a:gd name="T3" fmla="*/ 2 h 2"/>
                <a:gd name="T4" fmla="*/ 244 w 594"/>
                <a:gd name="T5" fmla="*/ 0 h 2"/>
                <a:gd name="T6" fmla="*/ 0 60000 65536"/>
                <a:gd name="T7" fmla="*/ 0 60000 65536"/>
                <a:gd name="T8" fmla="*/ 0 60000 65536"/>
                <a:gd name="T9" fmla="*/ 0 w 594"/>
                <a:gd name="T10" fmla="*/ 0 h 2"/>
                <a:gd name="T11" fmla="*/ 594 w 594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4" h="2">
                  <a:moveTo>
                    <a:pt x="0" y="0"/>
                  </a:moveTo>
                  <a:lnTo>
                    <a:pt x="594" y="2"/>
                  </a:lnTo>
                  <a:lnTo>
                    <a:pt x="579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57" name="Freeform 55"/>
            <p:cNvSpPr/>
            <p:nvPr/>
          </p:nvSpPr>
          <p:spPr bwMode="auto">
            <a:xfrm>
              <a:off x="930" y="3025"/>
              <a:ext cx="1" cy="148"/>
            </a:xfrm>
            <a:custGeom>
              <a:avLst/>
              <a:gdLst>
                <a:gd name="T0" fmla="*/ 0 w 1"/>
                <a:gd name="T1" fmla="*/ 0 h 530"/>
                <a:gd name="T2" fmla="*/ 0 w 1"/>
                <a:gd name="T3" fmla="*/ 1 h 530"/>
                <a:gd name="T4" fmla="*/ 1 w 1"/>
                <a:gd name="T5" fmla="*/ 1 h 530"/>
                <a:gd name="T6" fmla="*/ 0 60000 65536"/>
                <a:gd name="T7" fmla="*/ 0 60000 65536"/>
                <a:gd name="T8" fmla="*/ 0 60000 65536"/>
                <a:gd name="T9" fmla="*/ 0 w 1"/>
                <a:gd name="T10" fmla="*/ 0 h 530"/>
                <a:gd name="T11" fmla="*/ 1 w 1"/>
                <a:gd name="T12" fmla="*/ 530 h 53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30">
                  <a:moveTo>
                    <a:pt x="0" y="0"/>
                  </a:moveTo>
                  <a:lnTo>
                    <a:pt x="0" y="530"/>
                  </a:lnTo>
                  <a:lnTo>
                    <a:pt x="1" y="53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58" name="Freeform 56"/>
            <p:cNvSpPr/>
            <p:nvPr/>
          </p:nvSpPr>
          <p:spPr bwMode="auto">
            <a:xfrm>
              <a:off x="782" y="3025"/>
              <a:ext cx="1" cy="148"/>
            </a:xfrm>
            <a:custGeom>
              <a:avLst/>
              <a:gdLst>
                <a:gd name="T0" fmla="*/ 0 w 1"/>
                <a:gd name="T1" fmla="*/ 0 h 530"/>
                <a:gd name="T2" fmla="*/ 0 w 1"/>
                <a:gd name="T3" fmla="*/ 1 h 530"/>
                <a:gd name="T4" fmla="*/ 1 w 1"/>
                <a:gd name="T5" fmla="*/ 1 h 530"/>
                <a:gd name="T6" fmla="*/ 0 60000 65536"/>
                <a:gd name="T7" fmla="*/ 0 60000 65536"/>
                <a:gd name="T8" fmla="*/ 0 60000 65536"/>
                <a:gd name="T9" fmla="*/ 0 w 1"/>
                <a:gd name="T10" fmla="*/ 0 h 530"/>
                <a:gd name="T11" fmla="*/ 1 w 1"/>
                <a:gd name="T12" fmla="*/ 530 h 53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30">
                  <a:moveTo>
                    <a:pt x="0" y="0"/>
                  </a:moveTo>
                  <a:lnTo>
                    <a:pt x="0" y="530"/>
                  </a:lnTo>
                  <a:lnTo>
                    <a:pt x="1" y="53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59" name="Freeform 57"/>
            <p:cNvSpPr/>
            <p:nvPr/>
          </p:nvSpPr>
          <p:spPr bwMode="auto">
            <a:xfrm>
              <a:off x="670" y="3025"/>
              <a:ext cx="1" cy="148"/>
            </a:xfrm>
            <a:custGeom>
              <a:avLst/>
              <a:gdLst>
                <a:gd name="T0" fmla="*/ 0 w 1"/>
                <a:gd name="T1" fmla="*/ 0 h 530"/>
                <a:gd name="T2" fmla="*/ 0 w 1"/>
                <a:gd name="T3" fmla="*/ 1 h 530"/>
                <a:gd name="T4" fmla="*/ 1 w 1"/>
                <a:gd name="T5" fmla="*/ 1 h 530"/>
                <a:gd name="T6" fmla="*/ 0 60000 65536"/>
                <a:gd name="T7" fmla="*/ 0 60000 65536"/>
                <a:gd name="T8" fmla="*/ 0 60000 65536"/>
                <a:gd name="T9" fmla="*/ 0 w 1"/>
                <a:gd name="T10" fmla="*/ 0 h 530"/>
                <a:gd name="T11" fmla="*/ 1 w 1"/>
                <a:gd name="T12" fmla="*/ 530 h 53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30">
                  <a:moveTo>
                    <a:pt x="0" y="0"/>
                  </a:moveTo>
                  <a:lnTo>
                    <a:pt x="0" y="530"/>
                  </a:lnTo>
                  <a:lnTo>
                    <a:pt x="1" y="53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60" name="Freeform 58"/>
            <p:cNvSpPr/>
            <p:nvPr/>
          </p:nvSpPr>
          <p:spPr bwMode="auto">
            <a:xfrm>
              <a:off x="782" y="3248"/>
              <a:ext cx="1" cy="101"/>
            </a:xfrm>
            <a:custGeom>
              <a:avLst/>
              <a:gdLst>
                <a:gd name="T0" fmla="*/ 0 w 1"/>
                <a:gd name="T1" fmla="*/ 1 h 362"/>
                <a:gd name="T2" fmla="*/ 0 w 1"/>
                <a:gd name="T3" fmla="*/ 0 h 362"/>
                <a:gd name="T4" fmla="*/ 1 w 1"/>
                <a:gd name="T5" fmla="*/ 0 h 362"/>
                <a:gd name="T6" fmla="*/ 0 60000 65536"/>
                <a:gd name="T7" fmla="*/ 0 60000 65536"/>
                <a:gd name="T8" fmla="*/ 0 60000 65536"/>
                <a:gd name="T9" fmla="*/ 0 w 1"/>
                <a:gd name="T10" fmla="*/ 0 h 362"/>
                <a:gd name="T11" fmla="*/ 1 w 1"/>
                <a:gd name="T12" fmla="*/ 362 h 3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62">
                  <a:moveTo>
                    <a:pt x="0" y="36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61" name="Freeform 59"/>
            <p:cNvSpPr/>
            <p:nvPr/>
          </p:nvSpPr>
          <p:spPr bwMode="auto">
            <a:xfrm>
              <a:off x="930" y="3248"/>
              <a:ext cx="1" cy="101"/>
            </a:xfrm>
            <a:custGeom>
              <a:avLst/>
              <a:gdLst>
                <a:gd name="T0" fmla="*/ 0 w 1"/>
                <a:gd name="T1" fmla="*/ 1 h 362"/>
                <a:gd name="T2" fmla="*/ 0 w 1"/>
                <a:gd name="T3" fmla="*/ 0 h 362"/>
                <a:gd name="T4" fmla="*/ 1 w 1"/>
                <a:gd name="T5" fmla="*/ 0 h 362"/>
                <a:gd name="T6" fmla="*/ 0 60000 65536"/>
                <a:gd name="T7" fmla="*/ 0 60000 65536"/>
                <a:gd name="T8" fmla="*/ 0 60000 65536"/>
                <a:gd name="T9" fmla="*/ 0 w 1"/>
                <a:gd name="T10" fmla="*/ 0 h 362"/>
                <a:gd name="T11" fmla="*/ 1 w 1"/>
                <a:gd name="T12" fmla="*/ 362 h 3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62">
                  <a:moveTo>
                    <a:pt x="0" y="36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62" name="Freeform 60"/>
            <p:cNvSpPr/>
            <p:nvPr/>
          </p:nvSpPr>
          <p:spPr bwMode="auto">
            <a:xfrm>
              <a:off x="856" y="3114"/>
              <a:ext cx="1" cy="13"/>
            </a:xfrm>
            <a:custGeom>
              <a:avLst/>
              <a:gdLst>
                <a:gd name="T0" fmla="*/ 0 w 1"/>
                <a:gd name="T1" fmla="*/ 0 h 47"/>
                <a:gd name="T2" fmla="*/ 0 w 1"/>
                <a:gd name="T3" fmla="*/ 0 h 47"/>
                <a:gd name="T4" fmla="*/ 1 w 1"/>
                <a:gd name="T5" fmla="*/ 0 h 47"/>
                <a:gd name="T6" fmla="*/ 0 60000 65536"/>
                <a:gd name="T7" fmla="*/ 0 60000 65536"/>
                <a:gd name="T8" fmla="*/ 0 60000 65536"/>
                <a:gd name="T9" fmla="*/ 0 w 1"/>
                <a:gd name="T10" fmla="*/ 0 h 47"/>
                <a:gd name="T11" fmla="*/ 1 w 1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7">
                  <a:moveTo>
                    <a:pt x="0" y="0"/>
                  </a:moveTo>
                  <a:lnTo>
                    <a:pt x="0" y="47"/>
                  </a:lnTo>
                  <a:lnTo>
                    <a:pt x="1" y="4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63" name="Freeform 61"/>
            <p:cNvSpPr/>
            <p:nvPr/>
          </p:nvSpPr>
          <p:spPr bwMode="auto">
            <a:xfrm>
              <a:off x="856" y="2987"/>
              <a:ext cx="1" cy="110"/>
            </a:xfrm>
            <a:custGeom>
              <a:avLst/>
              <a:gdLst>
                <a:gd name="T0" fmla="*/ 0 w 1"/>
                <a:gd name="T1" fmla="*/ 0 h 392"/>
                <a:gd name="T2" fmla="*/ 0 w 1"/>
                <a:gd name="T3" fmla="*/ 1 h 392"/>
                <a:gd name="T4" fmla="*/ 1 w 1"/>
                <a:gd name="T5" fmla="*/ 1 h 392"/>
                <a:gd name="T6" fmla="*/ 0 60000 65536"/>
                <a:gd name="T7" fmla="*/ 0 60000 65536"/>
                <a:gd name="T8" fmla="*/ 0 60000 65536"/>
                <a:gd name="T9" fmla="*/ 0 w 1"/>
                <a:gd name="T10" fmla="*/ 0 h 392"/>
                <a:gd name="T11" fmla="*/ 1 w 1"/>
                <a:gd name="T12" fmla="*/ 392 h 3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92">
                  <a:moveTo>
                    <a:pt x="0" y="0"/>
                  </a:moveTo>
                  <a:lnTo>
                    <a:pt x="0" y="392"/>
                  </a:lnTo>
                  <a:lnTo>
                    <a:pt x="1" y="39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64" name="Freeform 62"/>
            <p:cNvSpPr/>
            <p:nvPr/>
          </p:nvSpPr>
          <p:spPr bwMode="auto">
            <a:xfrm>
              <a:off x="1182" y="2899"/>
              <a:ext cx="36" cy="178"/>
            </a:xfrm>
            <a:custGeom>
              <a:avLst/>
              <a:gdLst>
                <a:gd name="T0" fmla="*/ 0 w 129"/>
                <a:gd name="T1" fmla="*/ 0 h 636"/>
                <a:gd name="T2" fmla="*/ 0 w 129"/>
                <a:gd name="T3" fmla="*/ 1 h 636"/>
                <a:gd name="T4" fmla="*/ 0 w 129"/>
                <a:gd name="T5" fmla="*/ 1 h 636"/>
                <a:gd name="T6" fmla="*/ 0 w 129"/>
                <a:gd name="T7" fmla="*/ 1 h 636"/>
                <a:gd name="T8" fmla="*/ 0 w 129"/>
                <a:gd name="T9" fmla="*/ 1 h 6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9"/>
                <a:gd name="T16" fmla="*/ 0 h 636"/>
                <a:gd name="T17" fmla="*/ 129 w 129"/>
                <a:gd name="T18" fmla="*/ 636 h 6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9" h="636">
                  <a:moveTo>
                    <a:pt x="129" y="0"/>
                  </a:moveTo>
                  <a:lnTo>
                    <a:pt x="16" y="348"/>
                  </a:lnTo>
                  <a:lnTo>
                    <a:pt x="0" y="505"/>
                  </a:lnTo>
                  <a:lnTo>
                    <a:pt x="98" y="636"/>
                  </a:lnTo>
                  <a:lnTo>
                    <a:pt x="99" y="63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65" name="Freeform 63"/>
            <p:cNvSpPr/>
            <p:nvPr/>
          </p:nvSpPr>
          <p:spPr bwMode="auto">
            <a:xfrm>
              <a:off x="1339" y="2825"/>
              <a:ext cx="1" cy="466"/>
            </a:xfrm>
            <a:custGeom>
              <a:avLst/>
              <a:gdLst>
                <a:gd name="T0" fmla="*/ 0 w 2"/>
                <a:gd name="T1" fmla="*/ 0 h 1658"/>
                <a:gd name="T2" fmla="*/ 0 w 2"/>
                <a:gd name="T3" fmla="*/ 3 h 1658"/>
                <a:gd name="T4" fmla="*/ 1 w 2"/>
                <a:gd name="T5" fmla="*/ 3 h 1658"/>
                <a:gd name="T6" fmla="*/ 0 60000 65536"/>
                <a:gd name="T7" fmla="*/ 0 60000 65536"/>
                <a:gd name="T8" fmla="*/ 0 60000 65536"/>
                <a:gd name="T9" fmla="*/ 0 w 2"/>
                <a:gd name="T10" fmla="*/ 0 h 1658"/>
                <a:gd name="T11" fmla="*/ 2 w 2"/>
                <a:gd name="T12" fmla="*/ 1658 h 16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1658">
                  <a:moveTo>
                    <a:pt x="0" y="0"/>
                  </a:moveTo>
                  <a:lnTo>
                    <a:pt x="0" y="1658"/>
                  </a:lnTo>
                  <a:lnTo>
                    <a:pt x="2" y="165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66" name="Freeform 64"/>
            <p:cNvSpPr/>
            <p:nvPr/>
          </p:nvSpPr>
          <p:spPr bwMode="auto">
            <a:xfrm>
              <a:off x="621" y="3210"/>
              <a:ext cx="585" cy="1"/>
            </a:xfrm>
            <a:custGeom>
              <a:avLst/>
              <a:gdLst>
                <a:gd name="T0" fmla="*/ 0 w 696"/>
                <a:gd name="T1" fmla="*/ 1 h 1"/>
                <a:gd name="T2" fmla="*/ 293 w 696"/>
                <a:gd name="T3" fmla="*/ 0 h 1"/>
                <a:gd name="T4" fmla="*/ 293 w 696"/>
                <a:gd name="T5" fmla="*/ 0 h 1"/>
                <a:gd name="T6" fmla="*/ 0 60000 65536"/>
                <a:gd name="T7" fmla="*/ 0 60000 65536"/>
                <a:gd name="T8" fmla="*/ 0 60000 65536"/>
                <a:gd name="T9" fmla="*/ 0 w 696"/>
                <a:gd name="T10" fmla="*/ 0 h 1"/>
                <a:gd name="T11" fmla="*/ 696 w 69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6" h="1">
                  <a:moveTo>
                    <a:pt x="0" y="1"/>
                  </a:moveTo>
                  <a:lnTo>
                    <a:pt x="69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67" name="Freeform 65"/>
            <p:cNvSpPr/>
            <p:nvPr/>
          </p:nvSpPr>
          <p:spPr bwMode="auto">
            <a:xfrm>
              <a:off x="1339" y="3302"/>
              <a:ext cx="1" cy="26"/>
            </a:xfrm>
            <a:custGeom>
              <a:avLst/>
              <a:gdLst>
                <a:gd name="T0" fmla="*/ 0 w 1"/>
                <a:gd name="T1" fmla="*/ 0 h 31"/>
                <a:gd name="T2" fmla="*/ 1 w 1"/>
                <a:gd name="T3" fmla="*/ 13 h 31"/>
                <a:gd name="T4" fmla="*/ 1 w 1"/>
                <a:gd name="T5" fmla="*/ 7 h 31"/>
                <a:gd name="T6" fmla="*/ 0 60000 65536"/>
                <a:gd name="T7" fmla="*/ 0 60000 65536"/>
                <a:gd name="T8" fmla="*/ 0 60000 65536"/>
                <a:gd name="T9" fmla="*/ 0 w 1"/>
                <a:gd name="T10" fmla="*/ 0 h 31"/>
                <a:gd name="T11" fmla="*/ 1 w 1"/>
                <a:gd name="T12" fmla="*/ 31 h 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1">
                  <a:moveTo>
                    <a:pt x="0" y="0"/>
                  </a:moveTo>
                  <a:lnTo>
                    <a:pt x="1" y="31"/>
                  </a:lnTo>
                  <a:lnTo>
                    <a:pt x="1" y="1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68" name="Freeform 66"/>
            <p:cNvSpPr/>
            <p:nvPr/>
          </p:nvSpPr>
          <p:spPr bwMode="auto">
            <a:xfrm>
              <a:off x="1574" y="3432"/>
              <a:ext cx="34" cy="16"/>
            </a:xfrm>
            <a:custGeom>
              <a:avLst/>
              <a:gdLst>
                <a:gd name="T0" fmla="*/ 0 w 122"/>
                <a:gd name="T1" fmla="*/ 0 h 57"/>
                <a:gd name="T2" fmla="*/ 0 w 122"/>
                <a:gd name="T3" fmla="*/ 0 h 57"/>
                <a:gd name="T4" fmla="*/ 0 w 122"/>
                <a:gd name="T5" fmla="*/ 0 h 57"/>
                <a:gd name="T6" fmla="*/ 0 60000 65536"/>
                <a:gd name="T7" fmla="*/ 0 60000 65536"/>
                <a:gd name="T8" fmla="*/ 0 60000 65536"/>
                <a:gd name="T9" fmla="*/ 0 w 122"/>
                <a:gd name="T10" fmla="*/ 0 h 57"/>
                <a:gd name="T11" fmla="*/ 122 w 122"/>
                <a:gd name="T12" fmla="*/ 57 h 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2" h="57">
                  <a:moveTo>
                    <a:pt x="122" y="0"/>
                  </a:moveTo>
                  <a:lnTo>
                    <a:pt x="0" y="57"/>
                  </a:lnTo>
                  <a:lnTo>
                    <a:pt x="1" y="57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69" name="Freeform 67"/>
            <p:cNvSpPr/>
            <p:nvPr/>
          </p:nvSpPr>
          <p:spPr bwMode="auto">
            <a:xfrm>
              <a:off x="1272" y="3210"/>
              <a:ext cx="444" cy="1"/>
            </a:xfrm>
            <a:custGeom>
              <a:avLst/>
              <a:gdLst>
                <a:gd name="T0" fmla="*/ 0 w 528"/>
                <a:gd name="T1" fmla="*/ 1 h 1"/>
                <a:gd name="T2" fmla="*/ 222 w 528"/>
                <a:gd name="T3" fmla="*/ 0 h 1"/>
                <a:gd name="T4" fmla="*/ 222 w 528"/>
                <a:gd name="T5" fmla="*/ 0 h 1"/>
                <a:gd name="T6" fmla="*/ 0 60000 65536"/>
                <a:gd name="T7" fmla="*/ 0 60000 65536"/>
                <a:gd name="T8" fmla="*/ 0 60000 65536"/>
                <a:gd name="T9" fmla="*/ 0 w 528"/>
                <a:gd name="T10" fmla="*/ 0 h 1"/>
                <a:gd name="T11" fmla="*/ 528 w 52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1">
                  <a:moveTo>
                    <a:pt x="0" y="1"/>
                  </a:move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70" name="Freeform 68"/>
            <p:cNvSpPr/>
            <p:nvPr/>
          </p:nvSpPr>
          <p:spPr bwMode="auto">
            <a:xfrm>
              <a:off x="1232" y="3210"/>
              <a:ext cx="20" cy="1"/>
            </a:xfrm>
            <a:custGeom>
              <a:avLst/>
              <a:gdLst>
                <a:gd name="T0" fmla="*/ 0 w 72"/>
                <a:gd name="T1" fmla="*/ 0 h 1"/>
                <a:gd name="T2" fmla="*/ 0 w 72"/>
                <a:gd name="T3" fmla="*/ 0 h 1"/>
                <a:gd name="T4" fmla="*/ 0 w 72"/>
                <a:gd name="T5" fmla="*/ 0 h 1"/>
                <a:gd name="T6" fmla="*/ 0 60000 65536"/>
                <a:gd name="T7" fmla="*/ 0 60000 65536"/>
                <a:gd name="T8" fmla="*/ 0 60000 65536"/>
                <a:gd name="T9" fmla="*/ 0 w 72"/>
                <a:gd name="T10" fmla="*/ 0 h 1"/>
                <a:gd name="T11" fmla="*/ 72 w 7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" h="1">
                  <a:moveTo>
                    <a:pt x="0" y="0"/>
                  </a:moveTo>
                  <a:lnTo>
                    <a:pt x="71" y="0"/>
                  </a:lnTo>
                  <a:lnTo>
                    <a:pt x="7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71" name="Freeform 69"/>
            <p:cNvSpPr/>
            <p:nvPr/>
          </p:nvSpPr>
          <p:spPr bwMode="auto">
            <a:xfrm>
              <a:off x="1546" y="2952"/>
              <a:ext cx="62" cy="37"/>
            </a:xfrm>
            <a:custGeom>
              <a:avLst/>
              <a:gdLst>
                <a:gd name="T0" fmla="*/ 0 w 74"/>
                <a:gd name="T1" fmla="*/ 0 h 43"/>
                <a:gd name="T2" fmla="*/ 13 w 74"/>
                <a:gd name="T3" fmla="*/ 15 h 43"/>
                <a:gd name="T4" fmla="*/ 31 w 74"/>
                <a:gd name="T5" fmla="*/ 21 h 43"/>
                <a:gd name="T6" fmla="*/ 31 w 74"/>
                <a:gd name="T7" fmla="*/ 21 h 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43"/>
                <a:gd name="T14" fmla="*/ 74 w 74"/>
                <a:gd name="T15" fmla="*/ 43 h 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43">
                  <a:moveTo>
                    <a:pt x="0" y="0"/>
                  </a:moveTo>
                  <a:lnTo>
                    <a:pt x="32" y="32"/>
                  </a:lnTo>
                  <a:lnTo>
                    <a:pt x="74" y="4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72" name="Freeform 70"/>
            <p:cNvSpPr/>
            <p:nvPr/>
          </p:nvSpPr>
          <p:spPr bwMode="auto">
            <a:xfrm>
              <a:off x="1744" y="3210"/>
              <a:ext cx="20" cy="1"/>
            </a:xfrm>
            <a:custGeom>
              <a:avLst/>
              <a:gdLst>
                <a:gd name="T0" fmla="*/ 0 w 71"/>
                <a:gd name="T1" fmla="*/ 0 h 1"/>
                <a:gd name="T2" fmla="*/ 0 w 71"/>
                <a:gd name="T3" fmla="*/ 0 h 1"/>
                <a:gd name="T4" fmla="*/ 0 w 71"/>
                <a:gd name="T5" fmla="*/ 0 h 1"/>
                <a:gd name="T6" fmla="*/ 0 60000 65536"/>
                <a:gd name="T7" fmla="*/ 0 60000 65536"/>
                <a:gd name="T8" fmla="*/ 0 60000 65536"/>
                <a:gd name="T9" fmla="*/ 0 w 71"/>
                <a:gd name="T10" fmla="*/ 0 h 1"/>
                <a:gd name="T11" fmla="*/ 71 w 7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1" h="1">
                  <a:moveTo>
                    <a:pt x="0" y="0"/>
                  </a:moveTo>
                  <a:lnTo>
                    <a:pt x="70" y="0"/>
                  </a:lnTo>
                  <a:lnTo>
                    <a:pt x="7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73" name="Freeform 71"/>
            <p:cNvSpPr/>
            <p:nvPr/>
          </p:nvSpPr>
          <p:spPr bwMode="auto">
            <a:xfrm>
              <a:off x="1398" y="2094"/>
              <a:ext cx="273" cy="532"/>
            </a:xfrm>
            <a:custGeom>
              <a:avLst/>
              <a:gdLst>
                <a:gd name="T0" fmla="*/ 2 w 974"/>
                <a:gd name="T1" fmla="*/ 0 h 1894"/>
                <a:gd name="T2" fmla="*/ 1 w 974"/>
                <a:gd name="T3" fmla="*/ 0 h 1894"/>
                <a:gd name="T4" fmla="*/ 1 w 974"/>
                <a:gd name="T5" fmla="*/ 1 h 1894"/>
                <a:gd name="T6" fmla="*/ 1 w 974"/>
                <a:gd name="T7" fmla="*/ 1 h 1894"/>
                <a:gd name="T8" fmla="*/ 1 w 974"/>
                <a:gd name="T9" fmla="*/ 1 h 1894"/>
                <a:gd name="T10" fmla="*/ 0 w 974"/>
                <a:gd name="T11" fmla="*/ 2 h 1894"/>
                <a:gd name="T12" fmla="*/ 0 w 974"/>
                <a:gd name="T13" fmla="*/ 2 h 1894"/>
                <a:gd name="T14" fmla="*/ 0 w 974"/>
                <a:gd name="T15" fmla="*/ 3 h 1894"/>
                <a:gd name="T16" fmla="*/ 0 w 974"/>
                <a:gd name="T17" fmla="*/ 3 h 1894"/>
                <a:gd name="T18" fmla="*/ 0 w 974"/>
                <a:gd name="T19" fmla="*/ 3 h 1894"/>
                <a:gd name="T20" fmla="*/ 0 w 974"/>
                <a:gd name="T21" fmla="*/ 3 h 1894"/>
                <a:gd name="T22" fmla="*/ 0 w 974"/>
                <a:gd name="T23" fmla="*/ 3 h 1894"/>
                <a:gd name="T24" fmla="*/ 0 w 974"/>
                <a:gd name="T25" fmla="*/ 3 h 18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974"/>
                <a:gd name="T40" fmla="*/ 0 h 1894"/>
                <a:gd name="T41" fmla="*/ 974 w 974"/>
                <a:gd name="T42" fmla="*/ 1894 h 189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974" h="1894">
                  <a:moveTo>
                    <a:pt x="974" y="0"/>
                  </a:moveTo>
                  <a:lnTo>
                    <a:pt x="676" y="133"/>
                  </a:lnTo>
                  <a:lnTo>
                    <a:pt x="460" y="289"/>
                  </a:lnTo>
                  <a:lnTo>
                    <a:pt x="319" y="438"/>
                  </a:lnTo>
                  <a:lnTo>
                    <a:pt x="249" y="559"/>
                  </a:lnTo>
                  <a:lnTo>
                    <a:pt x="216" y="894"/>
                  </a:lnTo>
                  <a:lnTo>
                    <a:pt x="153" y="1274"/>
                  </a:lnTo>
                  <a:lnTo>
                    <a:pt x="170" y="1492"/>
                  </a:lnTo>
                  <a:lnTo>
                    <a:pt x="128" y="1627"/>
                  </a:lnTo>
                  <a:lnTo>
                    <a:pt x="75" y="1705"/>
                  </a:lnTo>
                  <a:lnTo>
                    <a:pt x="39" y="1761"/>
                  </a:lnTo>
                  <a:lnTo>
                    <a:pt x="0" y="1894"/>
                  </a:lnTo>
                  <a:lnTo>
                    <a:pt x="1" y="189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74" name="Freeform 72"/>
            <p:cNvSpPr/>
            <p:nvPr/>
          </p:nvSpPr>
          <p:spPr bwMode="auto">
            <a:xfrm>
              <a:off x="1060" y="2622"/>
              <a:ext cx="611" cy="1"/>
            </a:xfrm>
            <a:custGeom>
              <a:avLst/>
              <a:gdLst>
                <a:gd name="T0" fmla="*/ 0 w 2177"/>
                <a:gd name="T1" fmla="*/ 0 h 1"/>
                <a:gd name="T2" fmla="*/ 4 w 2177"/>
                <a:gd name="T3" fmla="*/ 0 h 1"/>
                <a:gd name="T4" fmla="*/ 4 w 2177"/>
                <a:gd name="T5" fmla="*/ 0 h 1"/>
                <a:gd name="T6" fmla="*/ 0 60000 65536"/>
                <a:gd name="T7" fmla="*/ 0 60000 65536"/>
                <a:gd name="T8" fmla="*/ 0 60000 65536"/>
                <a:gd name="T9" fmla="*/ 0 w 2177"/>
                <a:gd name="T10" fmla="*/ 0 h 1"/>
                <a:gd name="T11" fmla="*/ 2177 w 217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7" h="1">
                  <a:moveTo>
                    <a:pt x="0" y="0"/>
                  </a:moveTo>
                  <a:lnTo>
                    <a:pt x="2176" y="0"/>
                  </a:lnTo>
                  <a:lnTo>
                    <a:pt x="2177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75" name="Freeform 73"/>
            <p:cNvSpPr/>
            <p:nvPr/>
          </p:nvSpPr>
          <p:spPr bwMode="auto">
            <a:xfrm>
              <a:off x="1060" y="2017"/>
              <a:ext cx="611" cy="1"/>
            </a:xfrm>
            <a:custGeom>
              <a:avLst/>
              <a:gdLst>
                <a:gd name="T0" fmla="*/ 0 w 2177"/>
                <a:gd name="T1" fmla="*/ 0 h 1"/>
                <a:gd name="T2" fmla="*/ 4 w 2177"/>
                <a:gd name="T3" fmla="*/ 0 h 1"/>
                <a:gd name="T4" fmla="*/ 4 w 2177"/>
                <a:gd name="T5" fmla="*/ 0 h 1"/>
                <a:gd name="T6" fmla="*/ 0 60000 65536"/>
                <a:gd name="T7" fmla="*/ 0 60000 65536"/>
                <a:gd name="T8" fmla="*/ 0 60000 65536"/>
                <a:gd name="T9" fmla="*/ 0 w 2177"/>
                <a:gd name="T10" fmla="*/ 0 h 1"/>
                <a:gd name="T11" fmla="*/ 2177 w 217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7" h="1">
                  <a:moveTo>
                    <a:pt x="0" y="0"/>
                  </a:moveTo>
                  <a:lnTo>
                    <a:pt x="2176" y="0"/>
                  </a:lnTo>
                  <a:lnTo>
                    <a:pt x="2177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76" name="Freeform 74"/>
            <p:cNvSpPr/>
            <p:nvPr/>
          </p:nvSpPr>
          <p:spPr bwMode="auto">
            <a:xfrm>
              <a:off x="1339" y="1954"/>
              <a:ext cx="1" cy="368"/>
            </a:xfrm>
            <a:custGeom>
              <a:avLst/>
              <a:gdLst>
                <a:gd name="T0" fmla="*/ 0 w 2"/>
                <a:gd name="T1" fmla="*/ 0 h 1315"/>
                <a:gd name="T2" fmla="*/ 0 w 2"/>
                <a:gd name="T3" fmla="*/ 2 h 1315"/>
                <a:gd name="T4" fmla="*/ 1 w 2"/>
                <a:gd name="T5" fmla="*/ 2 h 1315"/>
                <a:gd name="T6" fmla="*/ 0 60000 65536"/>
                <a:gd name="T7" fmla="*/ 0 60000 65536"/>
                <a:gd name="T8" fmla="*/ 0 60000 65536"/>
                <a:gd name="T9" fmla="*/ 0 w 2"/>
                <a:gd name="T10" fmla="*/ 0 h 1315"/>
                <a:gd name="T11" fmla="*/ 2 w 2"/>
                <a:gd name="T12" fmla="*/ 1315 h 13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1315">
                  <a:moveTo>
                    <a:pt x="0" y="0"/>
                  </a:moveTo>
                  <a:lnTo>
                    <a:pt x="0" y="1315"/>
                  </a:lnTo>
                  <a:lnTo>
                    <a:pt x="2" y="131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77" name="Freeform 75"/>
            <p:cNvSpPr/>
            <p:nvPr/>
          </p:nvSpPr>
          <p:spPr bwMode="auto">
            <a:xfrm>
              <a:off x="856" y="2063"/>
              <a:ext cx="1" cy="522"/>
            </a:xfrm>
            <a:custGeom>
              <a:avLst/>
              <a:gdLst>
                <a:gd name="T0" fmla="*/ 0 w 1"/>
                <a:gd name="T1" fmla="*/ 0 h 1863"/>
                <a:gd name="T2" fmla="*/ 0 w 1"/>
                <a:gd name="T3" fmla="*/ 3 h 1863"/>
                <a:gd name="T4" fmla="*/ 1 w 1"/>
                <a:gd name="T5" fmla="*/ 3 h 1863"/>
                <a:gd name="T6" fmla="*/ 0 60000 65536"/>
                <a:gd name="T7" fmla="*/ 0 60000 65536"/>
                <a:gd name="T8" fmla="*/ 0 60000 65536"/>
                <a:gd name="T9" fmla="*/ 0 w 1"/>
                <a:gd name="T10" fmla="*/ 0 h 1863"/>
                <a:gd name="T11" fmla="*/ 1 w 1"/>
                <a:gd name="T12" fmla="*/ 1863 h 18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863">
                  <a:moveTo>
                    <a:pt x="0" y="0"/>
                  </a:moveTo>
                  <a:lnTo>
                    <a:pt x="0" y="1863"/>
                  </a:lnTo>
                  <a:lnTo>
                    <a:pt x="1" y="186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78" name="Freeform 76"/>
            <p:cNvSpPr/>
            <p:nvPr/>
          </p:nvSpPr>
          <p:spPr bwMode="auto">
            <a:xfrm>
              <a:off x="1157" y="2013"/>
              <a:ext cx="1" cy="613"/>
            </a:xfrm>
            <a:custGeom>
              <a:avLst/>
              <a:gdLst>
                <a:gd name="T0" fmla="*/ 0 w 1"/>
                <a:gd name="T1" fmla="*/ 4 h 2185"/>
                <a:gd name="T2" fmla="*/ 0 w 1"/>
                <a:gd name="T3" fmla="*/ 0 h 2185"/>
                <a:gd name="T4" fmla="*/ 1 w 1"/>
                <a:gd name="T5" fmla="*/ 0 h 2185"/>
                <a:gd name="T6" fmla="*/ 0 60000 65536"/>
                <a:gd name="T7" fmla="*/ 0 60000 65536"/>
                <a:gd name="T8" fmla="*/ 0 60000 65536"/>
                <a:gd name="T9" fmla="*/ 0 w 1"/>
                <a:gd name="T10" fmla="*/ 0 h 2185"/>
                <a:gd name="T11" fmla="*/ 1 w 1"/>
                <a:gd name="T12" fmla="*/ 2185 h 2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185">
                  <a:moveTo>
                    <a:pt x="0" y="218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79" name="Freeform 77"/>
            <p:cNvSpPr/>
            <p:nvPr/>
          </p:nvSpPr>
          <p:spPr bwMode="auto">
            <a:xfrm>
              <a:off x="597" y="2320"/>
              <a:ext cx="463" cy="1"/>
            </a:xfrm>
            <a:custGeom>
              <a:avLst/>
              <a:gdLst>
                <a:gd name="T0" fmla="*/ 0 w 1652"/>
                <a:gd name="T1" fmla="*/ 0 h 1"/>
                <a:gd name="T2" fmla="*/ 3 w 1652"/>
                <a:gd name="T3" fmla="*/ 0 h 1"/>
                <a:gd name="T4" fmla="*/ 3 w 1652"/>
                <a:gd name="T5" fmla="*/ 0 h 1"/>
                <a:gd name="T6" fmla="*/ 0 60000 65536"/>
                <a:gd name="T7" fmla="*/ 0 60000 65536"/>
                <a:gd name="T8" fmla="*/ 0 60000 65536"/>
                <a:gd name="T9" fmla="*/ 0 w 1652"/>
                <a:gd name="T10" fmla="*/ 0 h 1"/>
                <a:gd name="T11" fmla="*/ 1652 w 165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52" h="1">
                  <a:moveTo>
                    <a:pt x="0" y="0"/>
                  </a:moveTo>
                  <a:lnTo>
                    <a:pt x="1651" y="0"/>
                  </a:lnTo>
                  <a:lnTo>
                    <a:pt x="165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80" name="Freeform 78"/>
            <p:cNvSpPr/>
            <p:nvPr/>
          </p:nvSpPr>
          <p:spPr bwMode="auto">
            <a:xfrm>
              <a:off x="856" y="2505"/>
              <a:ext cx="168" cy="1"/>
            </a:xfrm>
            <a:custGeom>
              <a:avLst/>
              <a:gdLst>
                <a:gd name="T0" fmla="*/ 0 w 599"/>
                <a:gd name="T1" fmla="*/ 0 h 1"/>
                <a:gd name="T2" fmla="*/ 1 w 599"/>
                <a:gd name="T3" fmla="*/ 0 h 1"/>
                <a:gd name="T4" fmla="*/ 1 w 599"/>
                <a:gd name="T5" fmla="*/ 0 h 1"/>
                <a:gd name="T6" fmla="*/ 0 60000 65536"/>
                <a:gd name="T7" fmla="*/ 0 60000 65536"/>
                <a:gd name="T8" fmla="*/ 0 60000 65536"/>
                <a:gd name="T9" fmla="*/ 0 w 599"/>
                <a:gd name="T10" fmla="*/ 0 h 1"/>
                <a:gd name="T11" fmla="*/ 599 w 59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9" h="1">
                  <a:moveTo>
                    <a:pt x="0" y="0"/>
                  </a:moveTo>
                  <a:lnTo>
                    <a:pt x="598" y="0"/>
                  </a:lnTo>
                  <a:lnTo>
                    <a:pt x="599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81" name="Freeform 79"/>
            <p:cNvSpPr/>
            <p:nvPr/>
          </p:nvSpPr>
          <p:spPr bwMode="auto">
            <a:xfrm>
              <a:off x="1339" y="2383"/>
              <a:ext cx="1" cy="330"/>
            </a:xfrm>
            <a:custGeom>
              <a:avLst/>
              <a:gdLst>
                <a:gd name="T0" fmla="*/ 0 w 2"/>
                <a:gd name="T1" fmla="*/ 0 h 1175"/>
                <a:gd name="T2" fmla="*/ 0 w 2"/>
                <a:gd name="T3" fmla="*/ 2 h 1175"/>
                <a:gd name="T4" fmla="*/ 1 w 2"/>
                <a:gd name="T5" fmla="*/ 2 h 1175"/>
                <a:gd name="T6" fmla="*/ 0 60000 65536"/>
                <a:gd name="T7" fmla="*/ 0 60000 65536"/>
                <a:gd name="T8" fmla="*/ 0 60000 65536"/>
                <a:gd name="T9" fmla="*/ 0 w 2"/>
                <a:gd name="T10" fmla="*/ 0 h 1175"/>
                <a:gd name="T11" fmla="*/ 2 w 2"/>
                <a:gd name="T12" fmla="*/ 1175 h 11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1175">
                  <a:moveTo>
                    <a:pt x="0" y="0"/>
                  </a:moveTo>
                  <a:lnTo>
                    <a:pt x="0" y="1175"/>
                  </a:lnTo>
                  <a:lnTo>
                    <a:pt x="2" y="117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82" name="Freeform 80"/>
            <p:cNvSpPr/>
            <p:nvPr/>
          </p:nvSpPr>
          <p:spPr bwMode="auto">
            <a:xfrm>
              <a:off x="1060" y="2543"/>
              <a:ext cx="1" cy="83"/>
            </a:xfrm>
            <a:custGeom>
              <a:avLst/>
              <a:gdLst>
                <a:gd name="T0" fmla="*/ 0 w 1"/>
                <a:gd name="T1" fmla="*/ 1 h 297"/>
                <a:gd name="T2" fmla="*/ 0 w 1"/>
                <a:gd name="T3" fmla="*/ 0 h 297"/>
                <a:gd name="T4" fmla="*/ 1 w 1"/>
                <a:gd name="T5" fmla="*/ 0 h 297"/>
                <a:gd name="T6" fmla="*/ 0 60000 65536"/>
                <a:gd name="T7" fmla="*/ 0 60000 65536"/>
                <a:gd name="T8" fmla="*/ 0 60000 65536"/>
                <a:gd name="T9" fmla="*/ 0 w 1"/>
                <a:gd name="T10" fmla="*/ 0 h 297"/>
                <a:gd name="T11" fmla="*/ 1 w 1"/>
                <a:gd name="T12" fmla="*/ 297 h 2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7">
                  <a:moveTo>
                    <a:pt x="0" y="29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83" name="Freeform 81"/>
            <p:cNvSpPr/>
            <p:nvPr/>
          </p:nvSpPr>
          <p:spPr bwMode="auto">
            <a:xfrm>
              <a:off x="1145" y="2613"/>
              <a:ext cx="12" cy="13"/>
            </a:xfrm>
            <a:custGeom>
              <a:avLst/>
              <a:gdLst>
                <a:gd name="T0" fmla="*/ 0 w 44"/>
                <a:gd name="T1" fmla="*/ 0 h 43"/>
                <a:gd name="T2" fmla="*/ 0 w 44"/>
                <a:gd name="T3" fmla="*/ 0 h 43"/>
                <a:gd name="T4" fmla="*/ 0 w 44"/>
                <a:gd name="T5" fmla="*/ 0 h 43"/>
                <a:gd name="T6" fmla="*/ 0 60000 65536"/>
                <a:gd name="T7" fmla="*/ 0 60000 65536"/>
                <a:gd name="T8" fmla="*/ 0 60000 65536"/>
                <a:gd name="T9" fmla="*/ 0 w 44"/>
                <a:gd name="T10" fmla="*/ 0 h 43"/>
                <a:gd name="T11" fmla="*/ 44 w 44"/>
                <a:gd name="T12" fmla="*/ 43 h 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4" h="43">
                  <a:moveTo>
                    <a:pt x="0" y="43"/>
                  </a:moveTo>
                  <a:lnTo>
                    <a:pt x="43" y="0"/>
                  </a:lnTo>
                  <a:lnTo>
                    <a:pt x="4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84" name="Freeform 82"/>
            <p:cNvSpPr/>
            <p:nvPr/>
          </p:nvSpPr>
          <p:spPr bwMode="auto">
            <a:xfrm>
              <a:off x="1023" y="2505"/>
              <a:ext cx="37" cy="38"/>
            </a:xfrm>
            <a:custGeom>
              <a:avLst/>
              <a:gdLst>
                <a:gd name="T0" fmla="*/ 0 w 132"/>
                <a:gd name="T1" fmla="*/ 0 h 133"/>
                <a:gd name="T2" fmla="*/ 0 w 132"/>
                <a:gd name="T3" fmla="*/ 0 h 133"/>
                <a:gd name="T4" fmla="*/ 0 w 132"/>
                <a:gd name="T5" fmla="*/ 0 h 133"/>
                <a:gd name="T6" fmla="*/ 0 w 132"/>
                <a:gd name="T7" fmla="*/ 0 h 1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2"/>
                <a:gd name="T13" fmla="*/ 0 h 133"/>
                <a:gd name="T14" fmla="*/ 132 w 132"/>
                <a:gd name="T15" fmla="*/ 133 h 1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2" h="133">
                  <a:moveTo>
                    <a:pt x="132" y="133"/>
                  </a:moveTo>
                  <a:lnTo>
                    <a:pt x="94" y="39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85" name="Freeform 83"/>
            <p:cNvSpPr/>
            <p:nvPr/>
          </p:nvSpPr>
          <p:spPr bwMode="auto">
            <a:xfrm>
              <a:off x="1339" y="2338"/>
              <a:ext cx="1" cy="23"/>
            </a:xfrm>
            <a:custGeom>
              <a:avLst/>
              <a:gdLst>
                <a:gd name="T0" fmla="*/ 0 w 2"/>
                <a:gd name="T1" fmla="*/ 0 h 82"/>
                <a:gd name="T2" fmla="*/ 0 w 2"/>
                <a:gd name="T3" fmla="*/ 0 h 82"/>
                <a:gd name="T4" fmla="*/ 1 w 2"/>
                <a:gd name="T5" fmla="*/ 0 h 82"/>
                <a:gd name="T6" fmla="*/ 0 60000 65536"/>
                <a:gd name="T7" fmla="*/ 0 60000 65536"/>
                <a:gd name="T8" fmla="*/ 0 60000 65536"/>
                <a:gd name="T9" fmla="*/ 0 w 2"/>
                <a:gd name="T10" fmla="*/ 0 h 82"/>
                <a:gd name="T11" fmla="*/ 2 w 2"/>
                <a:gd name="T12" fmla="*/ 82 h 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82">
                  <a:moveTo>
                    <a:pt x="0" y="0"/>
                  </a:moveTo>
                  <a:lnTo>
                    <a:pt x="0" y="82"/>
                  </a:lnTo>
                  <a:lnTo>
                    <a:pt x="2" y="8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86" name="Freeform 84"/>
            <p:cNvSpPr/>
            <p:nvPr/>
          </p:nvSpPr>
          <p:spPr bwMode="auto">
            <a:xfrm>
              <a:off x="856" y="2134"/>
              <a:ext cx="168" cy="1"/>
            </a:xfrm>
            <a:custGeom>
              <a:avLst/>
              <a:gdLst>
                <a:gd name="T0" fmla="*/ 0 w 599"/>
                <a:gd name="T1" fmla="*/ 0 h 1"/>
                <a:gd name="T2" fmla="*/ 1 w 599"/>
                <a:gd name="T3" fmla="*/ 0 h 1"/>
                <a:gd name="T4" fmla="*/ 1 w 599"/>
                <a:gd name="T5" fmla="*/ 0 h 1"/>
                <a:gd name="T6" fmla="*/ 0 60000 65536"/>
                <a:gd name="T7" fmla="*/ 0 60000 65536"/>
                <a:gd name="T8" fmla="*/ 0 60000 65536"/>
                <a:gd name="T9" fmla="*/ 0 w 599"/>
                <a:gd name="T10" fmla="*/ 0 h 1"/>
                <a:gd name="T11" fmla="*/ 599 w 59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9" h="1">
                  <a:moveTo>
                    <a:pt x="0" y="0"/>
                  </a:moveTo>
                  <a:lnTo>
                    <a:pt x="598" y="0"/>
                  </a:lnTo>
                  <a:lnTo>
                    <a:pt x="599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87" name="Freeform 85"/>
            <p:cNvSpPr/>
            <p:nvPr/>
          </p:nvSpPr>
          <p:spPr bwMode="auto">
            <a:xfrm>
              <a:off x="1023" y="2097"/>
              <a:ext cx="42" cy="37"/>
            </a:xfrm>
            <a:custGeom>
              <a:avLst/>
              <a:gdLst>
                <a:gd name="T0" fmla="*/ 0 w 49"/>
                <a:gd name="T1" fmla="*/ 19 h 44"/>
                <a:gd name="T2" fmla="*/ 15 w 49"/>
                <a:gd name="T3" fmla="*/ 13 h 44"/>
                <a:gd name="T4" fmla="*/ 23 w 49"/>
                <a:gd name="T5" fmla="*/ 0 h 44"/>
                <a:gd name="T6" fmla="*/ 21 w 49"/>
                <a:gd name="T7" fmla="*/ 0 h 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"/>
                <a:gd name="T13" fmla="*/ 0 h 44"/>
                <a:gd name="T14" fmla="*/ 49 w 49"/>
                <a:gd name="T15" fmla="*/ 44 h 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" h="44">
                  <a:moveTo>
                    <a:pt x="0" y="44"/>
                  </a:moveTo>
                  <a:lnTo>
                    <a:pt x="32" y="31"/>
                  </a:lnTo>
                  <a:lnTo>
                    <a:pt x="49" y="0"/>
                  </a:lnTo>
                  <a:lnTo>
                    <a:pt x="45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88" name="Freeform 86"/>
            <p:cNvSpPr/>
            <p:nvPr/>
          </p:nvSpPr>
          <p:spPr bwMode="auto">
            <a:xfrm>
              <a:off x="1061" y="2013"/>
              <a:ext cx="4" cy="97"/>
            </a:xfrm>
            <a:custGeom>
              <a:avLst/>
              <a:gdLst>
                <a:gd name="T0" fmla="*/ 4 w 4"/>
                <a:gd name="T1" fmla="*/ 49 h 115"/>
                <a:gd name="T2" fmla="*/ 4 w 4"/>
                <a:gd name="T3" fmla="*/ 3 h 115"/>
                <a:gd name="T4" fmla="*/ 0 w 4"/>
                <a:gd name="T5" fmla="*/ 0 h 115"/>
                <a:gd name="T6" fmla="*/ 0 60000 65536"/>
                <a:gd name="T7" fmla="*/ 0 60000 65536"/>
                <a:gd name="T8" fmla="*/ 0 60000 65536"/>
                <a:gd name="T9" fmla="*/ 0 w 4"/>
                <a:gd name="T10" fmla="*/ 0 h 115"/>
                <a:gd name="T11" fmla="*/ 4 w 4"/>
                <a:gd name="T12" fmla="*/ 115 h 1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" h="115">
                  <a:moveTo>
                    <a:pt x="4" y="115"/>
                  </a:moveTo>
                  <a:lnTo>
                    <a:pt x="4" y="4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89" name="Freeform 87"/>
            <p:cNvSpPr/>
            <p:nvPr/>
          </p:nvSpPr>
          <p:spPr bwMode="auto">
            <a:xfrm>
              <a:off x="1587" y="2209"/>
              <a:ext cx="1" cy="221"/>
            </a:xfrm>
            <a:custGeom>
              <a:avLst/>
              <a:gdLst>
                <a:gd name="T0" fmla="*/ 0 w 1"/>
                <a:gd name="T1" fmla="*/ 1 h 788"/>
                <a:gd name="T2" fmla="*/ 0 w 1"/>
                <a:gd name="T3" fmla="*/ 0 h 788"/>
                <a:gd name="T4" fmla="*/ 1 w 1"/>
                <a:gd name="T5" fmla="*/ 0 h 788"/>
                <a:gd name="T6" fmla="*/ 0 60000 65536"/>
                <a:gd name="T7" fmla="*/ 0 60000 65536"/>
                <a:gd name="T8" fmla="*/ 0 60000 65536"/>
                <a:gd name="T9" fmla="*/ 0 w 1"/>
                <a:gd name="T10" fmla="*/ 0 h 788"/>
                <a:gd name="T11" fmla="*/ 1 w 1"/>
                <a:gd name="T12" fmla="*/ 788 h 7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8">
                  <a:moveTo>
                    <a:pt x="0" y="78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90" name="Freeform 88"/>
            <p:cNvSpPr/>
            <p:nvPr/>
          </p:nvSpPr>
          <p:spPr bwMode="auto">
            <a:xfrm>
              <a:off x="1671" y="2487"/>
              <a:ext cx="1" cy="139"/>
            </a:xfrm>
            <a:custGeom>
              <a:avLst/>
              <a:gdLst>
                <a:gd name="T0" fmla="*/ 0 w 1"/>
                <a:gd name="T1" fmla="*/ 0 h 495"/>
                <a:gd name="T2" fmla="*/ 0 w 1"/>
                <a:gd name="T3" fmla="*/ 1 h 495"/>
                <a:gd name="T4" fmla="*/ 1 w 1"/>
                <a:gd name="T5" fmla="*/ 1 h 495"/>
                <a:gd name="T6" fmla="*/ 0 60000 65536"/>
                <a:gd name="T7" fmla="*/ 0 60000 65536"/>
                <a:gd name="T8" fmla="*/ 0 60000 65536"/>
                <a:gd name="T9" fmla="*/ 0 w 1"/>
                <a:gd name="T10" fmla="*/ 0 h 495"/>
                <a:gd name="T11" fmla="*/ 1 w 1"/>
                <a:gd name="T12" fmla="*/ 495 h 4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95">
                  <a:moveTo>
                    <a:pt x="0" y="0"/>
                  </a:moveTo>
                  <a:lnTo>
                    <a:pt x="0" y="495"/>
                  </a:lnTo>
                  <a:lnTo>
                    <a:pt x="1" y="49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91" name="Freeform 89"/>
            <p:cNvSpPr/>
            <p:nvPr/>
          </p:nvSpPr>
          <p:spPr bwMode="auto">
            <a:xfrm>
              <a:off x="1587" y="2450"/>
              <a:ext cx="119" cy="9"/>
            </a:xfrm>
            <a:custGeom>
              <a:avLst/>
              <a:gdLst>
                <a:gd name="T0" fmla="*/ 0 w 423"/>
                <a:gd name="T1" fmla="*/ 0 h 32"/>
                <a:gd name="T2" fmla="*/ 1 w 423"/>
                <a:gd name="T3" fmla="*/ 0 h 32"/>
                <a:gd name="T4" fmla="*/ 1 w 423"/>
                <a:gd name="T5" fmla="*/ 0 h 32"/>
                <a:gd name="T6" fmla="*/ 0 60000 65536"/>
                <a:gd name="T7" fmla="*/ 0 60000 65536"/>
                <a:gd name="T8" fmla="*/ 0 60000 65536"/>
                <a:gd name="T9" fmla="*/ 0 w 423"/>
                <a:gd name="T10" fmla="*/ 0 h 32"/>
                <a:gd name="T11" fmla="*/ 423 w 423"/>
                <a:gd name="T12" fmla="*/ 32 h 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3" h="32">
                  <a:moveTo>
                    <a:pt x="0" y="32"/>
                  </a:moveTo>
                  <a:lnTo>
                    <a:pt x="422" y="0"/>
                  </a:lnTo>
                  <a:lnTo>
                    <a:pt x="423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92" name="Freeform 90"/>
            <p:cNvSpPr/>
            <p:nvPr/>
          </p:nvSpPr>
          <p:spPr bwMode="auto">
            <a:xfrm>
              <a:off x="1564" y="2459"/>
              <a:ext cx="23" cy="5"/>
            </a:xfrm>
            <a:custGeom>
              <a:avLst/>
              <a:gdLst>
                <a:gd name="T0" fmla="*/ 0 w 85"/>
                <a:gd name="T1" fmla="*/ 0 h 16"/>
                <a:gd name="T2" fmla="*/ 0 w 85"/>
                <a:gd name="T3" fmla="*/ 0 h 16"/>
                <a:gd name="T4" fmla="*/ 0 w 85"/>
                <a:gd name="T5" fmla="*/ 0 h 16"/>
                <a:gd name="T6" fmla="*/ 0 60000 65536"/>
                <a:gd name="T7" fmla="*/ 0 60000 65536"/>
                <a:gd name="T8" fmla="*/ 0 60000 65536"/>
                <a:gd name="T9" fmla="*/ 0 w 85"/>
                <a:gd name="T10" fmla="*/ 0 h 16"/>
                <a:gd name="T11" fmla="*/ 85 w 85"/>
                <a:gd name="T12" fmla="*/ 16 h 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5" h="16">
                  <a:moveTo>
                    <a:pt x="85" y="0"/>
                  </a:moveTo>
                  <a:lnTo>
                    <a:pt x="0" y="16"/>
                  </a:lnTo>
                  <a:lnTo>
                    <a:pt x="1" y="16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93" name="Freeform 91"/>
            <p:cNvSpPr/>
            <p:nvPr/>
          </p:nvSpPr>
          <p:spPr bwMode="auto">
            <a:xfrm>
              <a:off x="1671" y="2450"/>
              <a:ext cx="35" cy="37"/>
            </a:xfrm>
            <a:custGeom>
              <a:avLst/>
              <a:gdLst>
                <a:gd name="T0" fmla="*/ 0 w 123"/>
                <a:gd name="T1" fmla="*/ 0 h 132"/>
                <a:gd name="T2" fmla="*/ 0 w 123"/>
                <a:gd name="T3" fmla="*/ 0 h 132"/>
                <a:gd name="T4" fmla="*/ 0 w 123"/>
                <a:gd name="T5" fmla="*/ 0 h 132"/>
                <a:gd name="T6" fmla="*/ 0 w 123"/>
                <a:gd name="T7" fmla="*/ 0 h 1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3"/>
                <a:gd name="T13" fmla="*/ 0 h 132"/>
                <a:gd name="T14" fmla="*/ 123 w 123"/>
                <a:gd name="T15" fmla="*/ 132 h 1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3" h="132">
                  <a:moveTo>
                    <a:pt x="123" y="0"/>
                  </a:moveTo>
                  <a:lnTo>
                    <a:pt x="35" y="43"/>
                  </a:lnTo>
                  <a:lnTo>
                    <a:pt x="0" y="132"/>
                  </a:lnTo>
                  <a:lnTo>
                    <a:pt x="1" y="13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94" name="Freeform 92"/>
            <p:cNvSpPr/>
            <p:nvPr/>
          </p:nvSpPr>
          <p:spPr bwMode="auto">
            <a:xfrm>
              <a:off x="1587" y="2180"/>
              <a:ext cx="119" cy="10"/>
            </a:xfrm>
            <a:custGeom>
              <a:avLst/>
              <a:gdLst>
                <a:gd name="T0" fmla="*/ 0 w 423"/>
                <a:gd name="T1" fmla="*/ 0 h 32"/>
                <a:gd name="T2" fmla="*/ 1 w 423"/>
                <a:gd name="T3" fmla="*/ 0 h 32"/>
                <a:gd name="T4" fmla="*/ 1 w 423"/>
                <a:gd name="T5" fmla="*/ 0 h 32"/>
                <a:gd name="T6" fmla="*/ 0 60000 65536"/>
                <a:gd name="T7" fmla="*/ 0 60000 65536"/>
                <a:gd name="T8" fmla="*/ 0 60000 65536"/>
                <a:gd name="T9" fmla="*/ 0 w 423"/>
                <a:gd name="T10" fmla="*/ 0 h 32"/>
                <a:gd name="T11" fmla="*/ 423 w 423"/>
                <a:gd name="T12" fmla="*/ 32 h 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3" h="32">
                  <a:moveTo>
                    <a:pt x="0" y="0"/>
                  </a:moveTo>
                  <a:lnTo>
                    <a:pt x="422" y="32"/>
                  </a:lnTo>
                  <a:lnTo>
                    <a:pt x="423" y="3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95" name="Freeform 93"/>
            <p:cNvSpPr/>
            <p:nvPr/>
          </p:nvSpPr>
          <p:spPr bwMode="auto">
            <a:xfrm>
              <a:off x="1525" y="2013"/>
              <a:ext cx="1" cy="165"/>
            </a:xfrm>
            <a:custGeom>
              <a:avLst/>
              <a:gdLst>
                <a:gd name="T0" fmla="*/ 1 w 1"/>
                <a:gd name="T1" fmla="*/ 83 h 196"/>
                <a:gd name="T2" fmla="*/ 0 w 1"/>
                <a:gd name="T3" fmla="*/ 0 h 196"/>
                <a:gd name="T4" fmla="*/ 1 w 1"/>
                <a:gd name="T5" fmla="*/ 0 h 196"/>
                <a:gd name="T6" fmla="*/ 0 60000 65536"/>
                <a:gd name="T7" fmla="*/ 0 60000 65536"/>
                <a:gd name="T8" fmla="*/ 0 60000 65536"/>
                <a:gd name="T9" fmla="*/ 0 w 1"/>
                <a:gd name="T10" fmla="*/ 0 h 196"/>
                <a:gd name="T11" fmla="*/ 1 w 1"/>
                <a:gd name="T12" fmla="*/ 196 h 1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96">
                  <a:moveTo>
                    <a:pt x="1" y="19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96" name="Freeform 94"/>
            <p:cNvSpPr/>
            <p:nvPr/>
          </p:nvSpPr>
          <p:spPr bwMode="auto">
            <a:xfrm>
              <a:off x="1564" y="2176"/>
              <a:ext cx="23" cy="4"/>
            </a:xfrm>
            <a:custGeom>
              <a:avLst/>
              <a:gdLst>
                <a:gd name="T0" fmla="*/ 0 w 86"/>
                <a:gd name="T1" fmla="*/ 0 h 16"/>
                <a:gd name="T2" fmla="*/ 0 w 86"/>
                <a:gd name="T3" fmla="*/ 0 h 16"/>
                <a:gd name="T4" fmla="*/ 0 w 86"/>
                <a:gd name="T5" fmla="*/ 0 h 16"/>
                <a:gd name="T6" fmla="*/ 0 60000 65536"/>
                <a:gd name="T7" fmla="*/ 0 60000 65536"/>
                <a:gd name="T8" fmla="*/ 0 60000 65536"/>
                <a:gd name="T9" fmla="*/ 0 w 86"/>
                <a:gd name="T10" fmla="*/ 0 h 16"/>
                <a:gd name="T11" fmla="*/ 86 w 86"/>
                <a:gd name="T12" fmla="*/ 16 h 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" h="16">
                  <a:moveTo>
                    <a:pt x="0" y="0"/>
                  </a:moveTo>
                  <a:lnTo>
                    <a:pt x="85" y="16"/>
                  </a:lnTo>
                  <a:lnTo>
                    <a:pt x="86" y="16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97" name="Freeform 95"/>
            <p:cNvSpPr/>
            <p:nvPr/>
          </p:nvSpPr>
          <p:spPr bwMode="auto">
            <a:xfrm>
              <a:off x="1670" y="2013"/>
              <a:ext cx="2" cy="145"/>
            </a:xfrm>
            <a:custGeom>
              <a:avLst/>
              <a:gdLst>
                <a:gd name="T0" fmla="*/ 0 w 2"/>
                <a:gd name="T1" fmla="*/ 73 h 172"/>
                <a:gd name="T2" fmla="*/ 1 w 2"/>
                <a:gd name="T3" fmla="*/ 0 h 172"/>
                <a:gd name="T4" fmla="*/ 2 w 2"/>
                <a:gd name="T5" fmla="*/ 0 h 172"/>
                <a:gd name="T6" fmla="*/ 0 60000 65536"/>
                <a:gd name="T7" fmla="*/ 0 60000 65536"/>
                <a:gd name="T8" fmla="*/ 0 60000 65536"/>
                <a:gd name="T9" fmla="*/ 0 w 2"/>
                <a:gd name="T10" fmla="*/ 0 h 172"/>
                <a:gd name="T11" fmla="*/ 2 w 2"/>
                <a:gd name="T12" fmla="*/ 172 h 1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172">
                  <a:moveTo>
                    <a:pt x="0" y="172"/>
                  </a:move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98" name="Freeform 96"/>
            <p:cNvSpPr/>
            <p:nvPr/>
          </p:nvSpPr>
          <p:spPr bwMode="auto">
            <a:xfrm>
              <a:off x="1671" y="2153"/>
              <a:ext cx="35" cy="37"/>
            </a:xfrm>
            <a:custGeom>
              <a:avLst/>
              <a:gdLst>
                <a:gd name="T0" fmla="*/ 0 w 124"/>
                <a:gd name="T1" fmla="*/ 0 h 132"/>
                <a:gd name="T2" fmla="*/ 0 w 124"/>
                <a:gd name="T3" fmla="*/ 0 h 132"/>
                <a:gd name="T4" fmla="*/ 0 w 124"/>
                <a:gd name="T5" fmla="*/ 0 h 132"/>
                <a:gd name="T6" fmla="*/ 0 w 124"/>
                <a:gd name="T7" fmla="*/ 0 h 1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4"/>
                <a:gd name="T13" fmla="*/ 0 h 132"/>
                <a:gd name="T14" fmla="*/ 124 w 124"/>
                <a:gd name="T15" fmla="*/ 132 h 1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4" h="132">
                  <a:moveTo>
                    <a:pt x="0" y="0"/>
                  </a:moveTo>
                  <a:lnTo>
                    <a:pt x="35" y="90"/>
                  </a:lnTo>
                  <a:lnTo>
                    <a:pt x="123" y="132"/>
                  </a:lnTo>
                  <a:lnTo>
                    <a:pt x="124" y="13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99" name="Freeform 97"/>
            <p:cNvSpPr/>
            <p:nvPr/>
          </p:nvSpPr>
          <p:spPr bwMode="auto">
            <a:xfrm>
              <a:off x="2639" y="2945"/>
              <a:ext cx="0" cy="542"/>
            </a:xfrm>
            <a:custGeom>
              <a:avLst/>
              <a:gdLst>
                <a:gd name="T0" fmla="*/ 0 w 1"/>
                <a:gd name="T1" fmla="*/ 0 h 1935"/>
                <a:gd name="T2" fmla="*/ 0 w 1"/>
                <a:gd name="T3" fmla="*/ 3 h 1935"/>
                <a:gd name="T4" fmla="*/ 0 w 1"/>
                <a:gd name="T5" fmla="*/ 3 h 1935"/>
                <a:gd name="T6" fmla="*/ 0 60000 65536"/>
                <a:gd name="T7" fmla="*/ 0 60000 65536"/>
                <a:gd name="T8" fmla="*/ 0 60000 65536"/>
                <a:gd name="T9" fmla="*/ 0 w 1"/>
                <a:gd name="T10" fmla="*/ 0 h 1935"/>
                <a:gd name="T11" fmla="*/ 0 w 1"/>
                <a:gd name="T12" fmla="*/ 1935 h 19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935">
                  <a:moveTo>
                    <a:pt x="0" y="0"/>
                  </a:moveTo>
                  <a:lnTo>
                    <a:pt x="0" y="1935"/>
                  </a:lnTo>
                  <a:lnTo>
                    <a:pt x="1" y="193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00" name="Freeform 98"/>
            <p:cNvSpPr/>
            <p:nvPr/>
          </p:nvSpPr>
          <p:spPr bwMode="auto">
            <a:xfrm>
              <a:off x="2403" y="3210"/>
              <a:ext cx="519" cy="1"/>
            </a:xfrm>
            <a:custGeom>
              <a:avLst/>
              <a:gdLst>
                <a:gd name="T0" fmla="*/ 0 w 617"/>
                <a:gd name="T1" fmla="*/ 0 h 1"/>
                <a:gd name="T2" fmla="*/ 261 w 617"/>
                <a:gd name="T3" fmla="*/ 1 h 1"/>
                <a:gd name="T4" fmla="*/ 0 60000 65536"/>
                <a:gd name="T5" fmla="*/ 0 60000 65536"/>
                <a:gd name="T6" fmla="*/ 0 w 617"/>
                <a:gd name="T7" fmla="*/ 0 h 1"/>
                <a:gd name="T8" fmla="*/ 617 w 617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17" h="1">
                  <a:moveTo>
                    <a:pt x="0" y="0"/>
                  </a:moveTo>
                  <a:lnTo>
                    <a:pt x="617" y="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01" name="Freeform 99"/>
            <p:cNvSpPr/>
            <p:nvPr/>
          </p:nvSpPr>
          <p:spPr bwMode="auto">
            <a:xfrm>
              <a:off x="2474" y="3353"/>
              <a:ext cx="28" cy="9"/>
            </a:xfrm>
            <a:custGeom>
              <a:avLst/>
              <a:gdLst>
                <a:gd name="T0" fmla="*/ 0 w 102"/>
                <a:gd name="T1" fmla="*/ 0 h 34"/>
                <a:gd name="T2" fmla="*/ 0 w 102"/>
                <a:gd name="T3" fmla="*/ 0 h 34"/>
                <a:gd name="T4" fmla="*/ 0 w 102"/>
                <a:gd name="T5" fmla="*/ 0 h 34"/>
                <a:gd name="T6" fmla="*/ 0 60000 65536"/>
                <a:gd name="T7" fmla="*/ 0 60000 65536"/>
                <a:gd name="T8" fmla="*/ 0 60000 65536"/>
                <a:gd name="T9" fmla="*/ 0 w 102"/>
                <a:gd name="T10" fmla="*/ 0 h 34"/>
                <a:gd name="T11" fmla="*/ 102 w 102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2" h="34">
                  <a:moveTo>
                    <a:pt x="102" y="3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02" name="Freeform 100"/>
            <p:cNvSpPr/>
            <p:nvPr/>
          </p:nvSpPr>
          <p:spPr bwMode="auto">
            <a:xfrm>
              <a:off x="2360" y="3210"/>
              <a:ext cx="23" cy="1"/>
            </a:xfrm>
            <a:custGeom>
              <a:avLst/>
              <a:gdLst>
                <a:gd name="T0" fmla="*/ 0 w 83"/>
                <a:gd name="T1" fmla="*/ 0 h 1"/>
                <a:gd name="T2" fmla="*/ 0 w 83"/>
                <a:gd name="T3" fmla="*/ 0 h 1"/>
                <a:gd name="T4" fmla="*/ 0 w 83"/>
                <a:gd name="T5" fmla="*/ 0 h 1"/>
                <a:gd name="T6" fmla="*/ 0 60000 65536"/>
                <a:gd name="T7" fmla="*/ 0 60000 65536"/>
                <a:gd name="T8" fmla="*/ 0 60000 65536"/>
                <a:gd name="T9" fmla="*/ 0 w 83"/>
                <a:gd name="T10" fmla="*/ 0 h 1"/>
                <a:gd name="T11" fmla="*/ 83 w 8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3" h="1">
                  <a:moveTo>
                    <a:pt x="0" y="0"/>
                  </a:moveTo>
                  <a:lnTo>
                    <a:pt x="82" y="0"/>
                  </a:lnTo>
                  <a:lnTo>
                    <a:pt x="8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03" name="Freeform 101"/>
            <p:cNvSpPr/>
            <p:nvPr/>
          </p:nvSpPr>
          <p:spPr bwMode="auto">
            <a:xfrm>
              <a:off x="2474" y="3058"/>
              <a:ext cx="28" cy="10"/>
            </a:xfrm>
            <a:custGeom>
              <a:avLst/>
              <a:gdLst>
                <a:gd name="T0" fmla="*/ 0 w 103"/>
                <a:gd name="T1" fmla="*/ 0 h 33"/>
                <a:gd name="T2" fmla="*/ 0 w 103"/>
                <a:gd name="T3" fmla="*/ 0 h 33"/>
                <a:gd name="T4" fmla="*/ 0 w 103"/>
                <a:gd name="T5" fmla="*/ 0 h 33"/>
                <a:gd name="T6" fmla="*/ 0 60000 65536"/>
                <a:gd name="T7" fmla="*/ 0 60000 65536"/>
                <a:gd name="T8" fmla="*/ 0 60000 65536"/>
                <a:gd name="T9" fmla="*/ 0 w 103"/>
                <a:gd name="T10" fmla="*/ 0 h 33"/>
                <a:gd name="T11" fmla="*/ 103 w 103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3" h="33">
                  <a:moveTo>
                    <a:pt x="0" y="33"/>
                  </a:moveTo>
                  <a:lnTo>
                    <a:pt x="102" y="0"/>
                  </a:lnTo>
                  <a:lnTo>
                    <a:pt x="103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04" name="Freeform 102"/>
            <p:cNvSpPr/>
            <p:nvPr/>
          </p:nvSpPr>
          <p:spPr bwMode="auto">
            <a:xfrm>
              <a:off x="2639" y="2117"/>
              <a:ext cx="0" cy="192"/>
            </a:xfrm>
            <a:custGeom>
              <a:avLst/>
              <a:gdLst>
                <a:gd name="T0" fmla="*/ 0 w 1"/>
                <a:gd name="T1" fmla="*/ 0 h 685"/>
                <a:gd name="T2" fmla="*/ 0 w 1"/>
                <a:gd name="T3" fmla="*/ 1 h 685"/>
                <a:gd name="T4" fmla="*/ 0 w 1"/>
                <a:gd name="T5" fmla="*/ 1 h 685"/>
                <a:gd name="T6" fmla="*/ 0 60000 65536"/>
                <a:gd name="T7" fmla="*/ 0 60000 65536"/>
                <a:gd name="T8" fmla="*/ 0 60000 65536"/>
                <a:gd name="T9" fmla="*/ 0 w 1"/>
                <a:gd name="T10" fmla="*/ 0 h 685"/>
                <a:gd name="T11" fmla="*/ 0 w 1"/>
                <a:gd name="T12" fmla="*/ 685 h 6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85">
                  <a:moveTo>
                    <a:pt x="0" y="0"/>
                  </a:moveTo>
                  <a:lnTo>
                    <a:pt x="0" y="685"/>
                  </a:lnTo>
                  <a:lnTo>
                    <a:pt x="1" y="68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05" name="Freeform 103"/>
            <p:cNvSpPr/>
            <p:nvPr/>
          </p:nvSpPr>
          <p:spPr bwMode="auto">
            <a:xfrm>
              <a:off x="2452" y="2174"/>
              <a:ext cx="124" cy="291"/>
            </a:xfrm>
            <a:custGeom>
              <a:avLst/>
              <a:gdLst>
                <a:gd name="T0" fmla="*/ 0 w 445"/>
                <a:gd name="T1" fmla="*/ 0 h 1041"/>
                <a:gd name="T2" fmla="*/ 0 w 445"/>
                <a:gd name="T3" fmla="*/ 0 h 1041"/>
                <a:gd name="T4" fmla="*/ 0 w 445"/>
                <a:gd name="T5" fmla="*/ 1 h 1041"/>
                <a:gd name="T6" fmla="*/ 1 w 445"/>
                <a:gd name="T7" fmla="*/ 1 h 1041"/>
                <a:gd name="T8" fmla="*/ 1 w 445"/>
                <a:gd name="T9" fmla="*/ 1 h 1041"/>
                <a:gd name="T10" fmla="*/ 1 w 445"/>
                <a:gd name="T11" fmla="*/ 1 h 1041"/>
                <a:gd name="T12" fmla="*/ 1 w 445"/>
                <a:gd name="T13" fmla="*/ 1 h 1041"/>
                <a:gd name="T14" fmla="*/ 1 w 445"/>
                <a:gd name="T15" fmla="*/ 2 h 1041"/>
                <a:gd name="T16" fmla="*/ 1 w 445"/>
                <a:gd name="T17" fmla="*/ 2 h 10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45"/>
                <a:gd name="T28" fmla="*/ 0 h 1041"/>
                <a:gd name="T29" fmla="*/ 445 w 445"/>
                <a:gd name="T30" fmla="*/ 1041 h 104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45" h="1041">
                  <a:moveTo>
                    <a:pt x="0" y="0"/>
                  </a:moveTo>
                  <a:lnTo>
                    <a:pt x="166" y="202"/>
                  </a:lnTo>
                  <a:lnTo>
                    <a:pt x="245" y="284"/>
                  </a:lnTo>
                  <a:lnTo>
                    <a:pt x="325" y="391"/>
                  </a:lnTo>
                  <a:lnTo>
                    <a:pt x="378" y="600"/>
                  </a:lnTo>
                  <a:lnTo>
                    <a:pt x="424" y="782"/>
                  </a:lnTo>
                  <a:lnTo>
                    <a:pt x="445" y="886"/>
                  </a:lnTo>
                  <a:lnTo>
                    <a:pt x="420" y="1041"/>
                  </a:lnTo>
                  <a:lnTo>
                    <a:pt x="421" y="104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06" name="Freeform 104"/>
            <p:cNvSpPr/>
            <p:nvPr/>
          </p:nvSpPr>
          <p:spPr bwMode="auto">
            <a:xfrm>
              <a:off x="2750" y="2174"/>
              <a:ext cx="0" cy="291"/>
            </a:xfrm>
            <a:custGeom>
              <a:avLst/>
              <a:gdLst>
                <a:gd name="T0" fmla="*/ 0 w 1"/>
                <a:gd name="T1" fmla="*/ 2 h 1041"/>
                <a:gd name="T2" fmla="*/ 0 w 1"/>
                <a:gd name="T3" fmla="*/ 0 h 1041"/>
                <a:gd name="T4" fmla="*/ 0 w 1"/>
                <a:gd name="T5" fmla="*/ 0 h 1041"/>
                <a:gd name="T6" fmla="*/ 0 60000 65536"/>
                <a:gd name="T7" fmla="*/ 0 60000 65536"/>
                <a:gd name="T8" fmla="*/ 0 60000 65536"/>
                <a:gd name="T9" fmla="*/ 0 w 1"/>
                <a:gd name="T10" fmla="*/ 0 h 1041"/>
                <a:gd name="T11" fmla="*/ 0 w 1"/>
                <a:gd name="T12" fmla="*/ 1041 h 10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041">
                  <a:moveTo>
                    <a:pt x="0" y="104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07" name="Freeform 105"/>
            <p:cNvSpPr/>
            <p:nvPr/>
          </p:nvSpPr>
          <p:spPr bwMode="auto">
            <a:xfrm>
              <a:off x="2841" y="2169"/>
              <a:ext cx="3" cy="304"/>
            </a:xfrm>
            <a:custGeom>
              <a:avLst/>
              <a:gdLst>
                <a:gd name="T0" fmla="*/ 0 w 3"/>
                <a:gd name="T1" fmla="*/ 153 h 361"/>
                <a:gd name="T2" fmla="*/ 0 w 3"/>
                <a:gd name="T3" fmla="*/ 3 h 361"/>
                <a:gd name="T4" fmla="*/ 3 w 3"/>
                <a:gd name="T5" fmla="*/ 0 h 361"/>
                <a:gd name="T6" fmla="*/ 0 60000 65536"/>
                <a:gd name="T7" fmla="*/ 0 60000 65536"/>
                <a:gd name="T8" fmla="*/ 0 60000 65536"/>
                <a:gd name="T9" fmla="*/ 0 w 3"/>
                <a:gd name="T10" fmla="*/ 0 h 361"/>
                <a:gd name="T11" fmla="*/ 3 w 3"/>
                <a:gd name="T12" fmla="*/ 361 h 3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" h="361">
                  <a:moveTo>
                    <a:pt x="0" y="361"/>
                  </a:moveTo>
                  <a:lnTo>
                    <a:pt x="0" y="6"/>
                  </a:lnTo>
                  <a:lnTo>
                    <a:pt x="3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08" name="Freeform 106"/>
            <p:cNvSpPr/>
            <p:nvPr/>
          </p:nvSpPr>
          <p:spPr bwMode="auto">
            <a:xfrm>
              <a:off x="2478" y="2263"/>
              <a:ext cx="2" cy="112"/>
            </a:xfrm>
            <a:custGeom>
              <a:avLst/>
              <a:gdLst>
                <a:gd name="T0" fmla="*/ 0 w 3"/>
                <a:gd name="T1" fmla="*/ 0 h 134"/>
                <a:gd name="T2" fmla="*/ 0 w 3"/>
                <a:gd name="T3" fmla="*/ 53 h 134"/>
                <a:gd name="T4" fmla="*/ 1 w 3"/>
                <a:gd name="T5" fmla="*/ 55 h 134"/>
                <a:gd name="T6" fmla="*/ 0 60000 65536"/>
                <a:gd name="T7" fmla="*/ 0 60000 65536"/>
                <a:gd name="T8" fmla="*/ 0 60000 65536"/>
                <a:gd name="T9" fmla="*/ 0 w 3"/>
                <a:gd name="T10" fmla="*/ 0 h 134"/>
                <a:gd name="T11" fmla="*/ 3 w 3"/>
                <a:gd name="T12" fmla="*/ 134 h 1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" h="134">
                  <a:moveTo>
                    <a:pt x="0" y="0"/>
                  </a:moveTo>
                  <a:lnTo>
                    <a:pt x="0" y="130"/>
                  </a:lnTo>
                  <a:lnTo>
                    <a:pt x="3" y="1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09" name="Freeform 107"/>
            <p:cNvSpPr/>
            <p:nvPr/>
          </p:nvSpPr>
          <p:spPr bwMode="auto">
            <a:xfrm>
              <a:off x="2434" y="2465"/>
              <a:ext cx="409" cy="1"/>
            </a:xfrm>
            <a:custGeom>
              <a:avLst/>
              <a:gdLst>
                <a:gd name="T0" fmla="*/ 0 w 1458"/>
                <a:gd name="T1" fmla="*/ 0 h 1"/>
                <a:gd name="T2" fmla="*/ 3 w 1458"/>
                <a:gd name="T3" fmla="*/ 0 h 1"/>
                <a:gd name="T4" fmla="*/ 3 w 1458"/>
                <a:gd name="T5" fmla="*/ 0 h 1"/>
                <a:gd name="T6" fmla="*/ 0 60000 65536"/>
                <a:gd name="T7" fmla="*/ 0 60000 65536"/>
                <a:gd name="T8" fmla="*/ 0 60000 65536"/>
                <a:gd name="T9" fmla="*/ 0 w 1458"/>
                <a:gd name="T10" fmla="*/ 0 h 1"/>
                <a:gd name="T11" fmla="*/ 1458 w 145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58" h="1">
                  <a:moveTo>
                    <a:pt x="0" y="0"/>
                  </a:moveTo>
                  <a:lnTo>
                    <a:pt x="1457" y="0"/>
                  </a:lnTo>
                  <a:lnTo>
                    <a:pt x="1458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10" name="Freeform 108"/>
            <p:cNvSpPr/>
            <p:nvPr/>
          </p:nvSpPr>
          <p:spPr bwMode="auto">
            <a:xfrm>
              <a:off x="2469" y="2392"/>
              <a:ext cx="20" cy="20"/>
            </a:xfrm>
            <a:custGeom>
              <a:avLst/>
              <a:gdLst>
                <a:gd name="T0" fmla="*/ 0 w 71"/>
                <a:gd name="T1" fmla="*/ 0 h 67"/>
                <a:gd name="T2" fmla="*/ 0 w 71"/>
                <a:gd name="T3" fmla="*/ 0 h 67"/>
                <a:gd name="T4" fmla="*/ 0 w 71"/>
                <a:gd name="T5" fmla="*/ 0 h 67"/>
                <a:gd name="T6" fmla="*/ 0 w 71"/>
                <a:gd name="T7" fmla="*/ 0 h 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1"/>
                <a:gd name="T13" fmla="*/ 0 h 67"/>
                <a:gd name="T14" fmla="*/ 71 w 71"/>
                <a:gd name="T15" fmla="*/ 67 h 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1" h="67">
                  <a:moveTo>
                    <a:pt x="71" y="67"/>
                  </a:moveTo>
                  <a:lnTo>
                    <a:pt x="50" y="18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11" name="Freeform 109"/>
            <p:cNvSpPr/>
            <p:nvPr/>
          </p:nvSpPr>
          <p:spPr bwMode="auto">
            <a:xfrm>
              <a:off x="2395" y="2398"/>
              <a:ext cx="39" cy="37"/>
            </a:xfrm>
            <a:custGeom>
              <a:avLst/>
              <a:gdLst>
                <a:gd name="T0" fmla="*/ 0 w 141"/>
                <a:gd name="T1" fmla="*/ 0 h 132"/>
                <a:gd name="T2" fmla="*/ 0 w 141"/>
                <a:gd name="T3" fmla="*/ 0 h 132"/>
                <a:gd name="T4" fmla="*/ 0 w 141"/>
                <a:gd name="T5" fmla="*/ 0 h 132"/>
                <a:gd name="T6" fmla="*/ 0 w 141"/>
                <a:gd name="T7" fmla="*/ 0 h 1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1"/>
                <a:gd name="T13" fmla="*/ 0 h 132"/>
                <a:gd name="T14" fmla="*/ 141 w 141"/>
                <a:gd name="T15" fmla="*/ 132 h 1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1" h="132">
                  <a:moveTo>
                    <a:pt x="141" y="132"/>
                  </a:moveTo>
                  <a:lnTo>
                    <a:pt x="99" y="35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12" name="Freeform 110"/>
            <p:cNvSpPr/>
            <p:nvPr/>
          </p:nvSpPr>
          <p:spPr bwMode="auto">
            <a:xfrm>
              <a:off x="2434" y="2435"/>
              <a:ext cx="1" cy="30"/>
            </a:xfrm>
            <a:custGeom>
              <a:avLst/>
              <a:gdLst>
                <a:gd name="T0" fmla="*/ 0 w 1"/>
                <a:gd name="T1" fmla="*/ 0 h 108"/>
                <a:gd name="T2" fmla="*/ 0 w 1"/>
                <a:gd name="T3" fmla="*/ 0 h 108"/>
                <a:gd name="T4" fmla="*/ 1 w 1"/>
                <a:gd name="T5" fmla="*/ 0 h 108"/>
                <a:gd name="T6" fmla="*/ 0 60000 65536"/>
                <a:gd name="T7" fmla="*/ 0 60000 65536"/>
                <a:gd name="T8" fmla="*/ 0 60000 65536"/>
                <a:gd name="T9" fmla="*/ 0 w 1"/>
                <a:gd name="T10" fmla="*/ 0 h 108"/>
                <a:gd name="T11" fmla="*/ 1 w 1"/>
                <a:gd name="T12" fmla="*/ 108 h 1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08">
                  <a:moveTo>
                    <a:pt x="0" y="0"/>
                  </a:moveTo>
                  <a:lnTo>
                    <a:pt x="0" y="108"/>
                  </a:lnTo>
                  <a:lnTo>
                    <a:pt x="1" y="108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13" name="Freeform 111"/>
            <p:cNvSpPr/>
            <p:nvPr/>
          </p:nvSpPr>
          <p:spPr bwMode="auto">
            <a:xfrm>
              <a:off x="2639" y="2370"/>
              <a:ext cx="0" cy="151"/>
            </a:xfrm>
            <a:custGeom>
              <a:avLst/>
              <a:gdLst>
                <a:gd name="T0" fmla="*/ 0 w 1"/>
                <a:gd name="T1" fmla="*/ 0 h 542"/>
                <a:gd name="T2" fmla="*/ 0 w 1"/>
                <a:gd name="T3" fmla="*/ 1 h 542"/>
                <a:gd name="T4" fmla="*/ 0 w 1"/>
                <a:gd name="T5" fmla="*/ 1 h 542"/>
                <a:gd name="T6" fmla="*/ 0 60000 65536"/>
                <a:gd name="T7" fmla="*/ 0 60000 65536"/>
                <a:gd name="T8" fmla="*/ 0 60000 65536"/>
                <a:gd name="T9" fmla="*/ 0 w 1"/>
                <a:gd name="T10" fmla="*/ 0 h 542"/>
                <a:gd name="T11" fmla="*/ 0 w 1"/>
                <a:gd name="T12" fmla="*/ 542 h 5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42">
                  <a:moveTo>
                    <a:pt x="0" y="0"/>
                  </a:moveTo>
                  <a:lnTo>
                    <a:pt x="0" y="542"/>
                  </a:lnTo>
                  <a:lnTo>
                    <a:pt x="1" y="54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14" name="Freeform 112"/>
            <p:cNvSpPr/>
            <p:nvPr/>
          </p:nvSpPr>
          <p:spPr bwMode="auto">
            <a:xfrm>
              <a:off x="2639" y="2333"/>
              <a:ext cx="0" cy="16"/>
            </a:xfrm>
            <a:custGeom>
              <a:avLst/>
              <a:gdLst>
                <a:gd name="T0" fmla="*/ 0 w 1"/>
                <a:gd name="T1" fmla="*/ 0 h 59"/>
                <a:gd name="T2" fmla="*/ 0 w 1"/>
                <a:gd name="T3" fmla="*/ 0 h 59"/>
                <a:gd name="T4" fmla="*/ 0 w 1"/>
                <a:gd name="T5" fmla="*/ 0 h 59"/>
                <a:gd name="T6" fmla="*/ 0 60000 65536"/>
                <a:gd name="T7" fmla="*/ 0 60000 65536"/>
                <a:gd name="T8" fmla="*/ 0 60000 65536"/>
                <a:gd name="T9" fmla="*/ 0 w 1"/>
                <a:gd name="T10" fmla="*/ 0 h 59"/>
                <a:gd name="T11" fmla="*/ 0 w 1"/>
                <a:gd name="T12" fmla="*/ 59 h 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9">
                  <a:moveTo>
                    <a:pt x="0" y="0"/>
                  </a:moveTo>
                  <a:lnTo>
                    <a:pt x="0" y="59"/>
                  </a:lnTo>
                  <a:lnTo>
                    <a:pt x="1" y="59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15" name="Freeform 113"/>
            <p:cNvSpPr/>
            <p:nvPr/>
          </p:nvSpPr>
          <p:spPr bwMode="auto">
            <a:xfrm>
              <a:off x="2434" y="2174"/>
              <a:ext cx="409" cy="0"/>
            </a:xfrm>
            <a:custGeom>
              <a:avLst/>
              <a:gdLst>
                <a:gd name="T0" fmla="*/ 0 w 1458"/>
                <a:gd name="T1" fmla="*/ 3 w 1458"/>
                <a:gd name="T2" fmla="*/ 3 w 1458"/>
                <a:gd name="T3" fmla="*/ 0 60000 65536"/>
                <a:gd name="T4" fmla="*/ 0 60000 65536"/>
                <a:gd name="T5" fmla="*/ 0 60000 65536"/>
                <a:gd name="T6" fmla="*/ 0 w 1458"/>
                <a:gd name="T7" fmla="*/ 1458 w 1458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1458">
                  <a:moveTo>
                    <a:pt x="0" y="0"/>
                  </a:moveTo>
                  <a:lnTo>
                    <a:pt x="1457" y="0"/>
                  </a:lnTo>
                  <a:lnTo>
                    <a:pt x="1458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16" name="Freeform 114"/>
            <p:cNvSpPr/>
            <p:nvPr/>
          </p:nvSpPr>
          <p:spPr bwMode="auto">
            <a:xfrm>
              <a:off x="2469" y="2228"/>
              <a:ext cx="20" cy="19"/>
            </a:xfrm>
            <a:custGeom>
              <a:avLst/>
              <a:gdLst>
                <a:gd name="T0" fmla="*/ 0 w 72"/>
                <a:gd name="T1" fmla="*/ 0 h 66"/>
                <a:gd name="T2" fmla="*/ 0 w 72"/>
                <a:gd name="T3" fmla="*/ 0 h 66"/>
                <a:gd name="T4" fmla="*/ 0 w 72"/>
                <a:gd name="T5" fmla="*/ 0 h 66"/>
                <a:gd name="T6" fmla="*/ 0 w 72"/>
                <a:gd name="T7" fmla="*/ 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"/>
                <a:gd name="T13" fmla="*/ 0 h 66"/>
                <a:gd name="T14" fmla="*/ 72 w 72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" h="66">
                  <a:moveTo>
                    <a:pt x="0" y="66"/>
                  </a:moveTo>
                  <a:lnTo>
                    <a:pt x="50" y="49"/>
                  </a:lnTo>
                  <a:lnTo>
                    <a:pt x="71" y="0"/>
                  </a:lnTo>
                  <a:lnTo>
                    <a:pt x="7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17" name="Freeform 115"/>
            <p:cNvSpPr/>
            <p:nvPr/>
          </p:nvSpPr>
          <p:spPr bwMode="auto">
            <a:xfrm>
              <a:off x="2395" y="2204"/>
              <a:ext cx="39" cy="37"/>
            </a:xfrm>
            <a:custGeom>
              <a:avLst/>
              <a:gdLst>
                <a:gd name="T0" fmla="*/ 0 w 142"/>
                <a:gd name="T1" fmla="*/ 0 h 131"/>
                <a:gd name="T2" fmla="*/ 0 w 142"/>
                <a:gd name="T3" fmla="*/ 0 h 131"/>
                <a:gd name="T4" fmla="*/ 0 w 142"/>
                <a:gd name="T5" fmla="*/ 0 h 131"/>
                <a:gd name="T6" fmla="*/ 0 w 142"/>
                <a:gd name="T7" fmla="*/ 0 h 1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2"/>
                <a:gd name="T13" fmla="*/ 0 h 131"/>
                <a:gd name="T14" fmla="*/ 142 w 142"/>
                <a:gd name="T15" fmla="*/ 131 h 1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2" h="131">
                  <a:moveTo>
                    <a:pt x="0" y="131"/>
                  </a:moveTo>
                  <a:lnTo>
                    <a:pt x="99" y="96"/>
                  </a:lnTo>
                  <a:lnTo>
                    <a:pt x="141" y="0"/>
                  </a:lnTo>
                  <a:lnTo>
                    <a:pt x="14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18" name="Freeform 116"/>
            <p:cNvSpPr/>
            <p:nvPr/>
          </p:nvSpPr>
          <p:spPr bwMode="auto">
            <a:xfrm>
              <a:off x="2434" y="2169"/>
              <a:ext cx="1" cy="43"/>
            </a:xfrm>
            <a:custGeom>
              <a:avLst/>
              <a:gdLst>
                <a:gd name="T0" fmla="*/ 0 w 1"/>
                <a:gd name="T1" fmla="*/ 21 h 51"/>
                <a:gd name="T2" fmla="*/ 0 w 1"/>
                <a:gd name="T3" fmla="*/ 0 h 51"/>
                <a:gd name="T4" fmla="*/ 1 w 1"/>
                <a:gd name="T5" fmla="*/ 0 h 51"/>
                <a:gd name="T6" fmla="*/ 0 60000 65536"/>
                <a:gd name="T7" fmla="*/ 0 60000 65536"/>
                <a:gd name="T8" fmla="*/ 0 60000 65536"/>
                <a:gd name="T9" fmla="*/ 0 w 1"/>
                <a:gd name="T10" fmla="*/ 0 h 51"/>
                <a:gd name="T11" fmla="*/ 1 w 1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1">
                  <a:moveTo>
                    <a:pt x="0" y="5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19" name="Freeform 117"/>
            <p:cNvSpPr/>
            <p:nvPr/>
          </p:nvSpPr>
          <p:spPr bwMode="auto">
            <a:xfrm>
              <a:off x="2527" y="2174"/>
              <a:ext cx="0" cy="86"/>
            </a:xfrm>
            <a:custGeom>
              <a:avLst/>
              <a:gdLst>
                <a:gd name="T0" fmla="*/ 0 w 1"/>
                <a:gd name="T1" fmla="*/ 1 h 308"/>
                <a:gd name="T2" fmla="*/ 0 w 1"/>
                <a:gd name="T3" fmla="*/ 0 h 308"/>
                <a:gd name="T4" fmla="*/ 0 w 1"/>
                <a:gd name="T5" fmla="*/ 0 h 308"/>
                <a:gd name="T6" fmla="*/ 0 60000 65536"/>
                <a:gd name="T7" fmla="*/ 0 60000 65536"/>
                <a:gd name="T8" fmla="*/ 0 60000 65536"/>
                <a:gd name="T9" fmla="*/ 0 w 1"/>
                <a:gd name="T10" fmla="*/ 0 h 308"/>
                <a:gd name="T11" fmla="*/ 0 w 1"/>
                <a:gd name="T12" fmla="*/ 308 h 3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08">
                  <a:moveTo>
                    <a:pt x="0" y="30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20" name="Oval 118"/>
            <p:cNvSpPr>
              <a:spLocks noChangeArrowheads="1"/>
            </p:cNvSpPr>
            <p:nvPr/>
          </p:nvSpPr>
          <p:spPr bwMode="auto">
            <a:xfrm>
              <a:off x="2537" y="3106"/>
              <a:ext cx="213" cy="22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</p:grpSp>
      <p:pic>
        <p:nvPicPr>
          <p:cNvPr id="121" name="Picture 211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869730" y="3940067"/>
            <a:ext cx="3389878" cy="1710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" name="Picture 21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087925" y="1892262"/>
            <a:ext cx="2886510" cy="2009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剖视图种类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47"/>
          <p:cNvSpPr txBox="1">
            <a:spLocks noChangeArrowheads="1"/>
          </p:cNvSpPr>
          <p:nvPr/>
        </p:nvSpPr>
        <p:spPr bwMode="auto">
          <a:xfrm>
            <a:off x="479376" y="1831614"/>
            <a:ext cx="4302781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(1.3)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单一剖切面：局部剖视图</a:t>
            </a:r>
            <a:endParaRPr lang="zh-CN" altLang="en-US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51384" y="2596461"/>
            <a:ext cx="2520280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当不对称机件的内、外形都需要表达</a:t>
            </a:r>
            <a:endParaRPr kumimoji="1"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Group 3"/>
          <p:cNvGrpSpPr/>
          <p:nvPr/>
        </p:nvGrpSpPr>
        <p:grpSpPr bwMode="auto">
          <a:xfrm>
            <a:off x="4277947" y="1412776"/>
            <a:ext cx="3636106" cy="4414787"/>
            <a:chOff x="1343" y="715"/>
            <a:chExt cx="2685" cy="3260"/>
          </a:xfrm>
        </p:grpSpPr>
        <p:sp>
          <p:nvSpPr>
            <p:cNvPr id="6" name="Arc 4"/>
            <p:cNvSpPr/>
            <p:nvPr/>
          </p:nvSpPr>
          <p:spPr bwMode="auto">
            <a:xfrm flipH="1" flipV="1">
              <a:off x="1779" y="1251"/>
              <a:ext cx="141" cy="285"/>
            </a:xfrm>
            <a:custGeom>
              <a:avLst/>
              <a:gdLst>
                <a:gd name="T0" fmla="*/ 0 w 21600"/>
                <a:gd name="T1" fmla="*/ 0 h 41871"/>
                <a:gd name="T2" fmla="*/ 0 w 21600"/>
                <a:gd name="T3" fmla="*/ 0 h 41871"/>
                <a:gd name="T4" fmla="*/ 0 w 21600"/>
                <a:gd name="T5" fmla="*/ 0 h 41871"/>
                <a:gd name="T6" fmla="*/ 0 60000 65536"/>
                <a:gd name="T7" fmla="*/ 0 60000 65536"/>
                <a:gd name="T8" fmla="*/ 0 60000 65536"/>
                <a:gd name="T9" fmla="*/ 0 w 21600"/>
                <a:gd name="T10" fmla="*/ 0 h 41871"/>
                <a:gd name="T11" fmla="*/ 21600 w 21600"/>
                <a:gd name="T12" fmla="*/ 41871 h 4187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1871" fill="none" extrusionOk="0">
                  <a:moveTo>
                    <a:pt x="3992" y="0"/>
                  </a:moveTo>
                  <a:cubicBezTo>
                    <a:pt x="14203" y="1920"/>
                    <a:pt x="21600" y="10838"/>
                    <a:pt x="21600" y="21228"/>
                  </a:cubicBezTo>
                  <a:cubicBezTo>
                    <a:pt x="21600" y="30708"/>
                    <a:pt x="15418" y="39080"/>
                    <a:pt x="6358" y="41871"/>
                  </a:cubicBezTo>
                </a:path>
                <a:path w="21600" h="41871" stroke="0" extrusionOk="0">
                  <a:moveTo>
                    <a:pt x="3992" y="0"/>
                  </a:moveTo>
                  <a:cubicBezTo>
                    <a:pt x="14203" y="1920"/>
                    <a:pt x="21600" y="10838"/>
                    <a:pt x="21600" y="21228"/>
                  </a:cubicBezTo>
                  <a:cubicBezTo>
                    <a:pt x="21600" y="30708"/>
                    <a:pt x="15418" y="39080"/>
                    <a:pt x="6358" y="41871"/>
                  </a:cubicBezTo>
                  <a:lnTo>
                    <a:pt x="0" y="21228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" name="Arc 5"/>
            <p:cNvSpPr/>
            <p:nvPr/>
          </p:nvSpPr>
          <p:spPr bwMode="auto">
            <a:xfrm flipV="1">
              <a:off x="2658" y="1256"/>
              <a:ext cx="141" cy="281"/>
            </a:xfrm>
            <a:custGeom>
              <a:avLst/>
              <a:gdLst>
                <a:gd name="T0" fmla="*/ 0 w 21600"/>
                <a:gd name="T1" fmla="*/ 0 h 41227"/>
                <a:gd name="T2" fmla="*/ 0 w 21600"/>
                <a:gd name="T3" fmla="*/ 0 h 41227"/>
                <a:gd name="T4" fmla="*/ 0 w 21600"/>
                <a:gd name="T5" fmla="*/ 0 h 41227"/>
                <a:gd name="T6" fmla="*/ 0 60000 65536"/>
                <a:gd name="T7" fmla="*/ 0 60000 65536"/>
                <a:gd name="T8" fmla="*/ 0 60000 65536"/>
                <a:gd name="T9" fmla="*/ 0 w 21600"/>
                <a:gd name="T10" fmla="*/ 0 h 41227"/>
                <a:gd name="T11" fmla="*/ 21600 w 21600"/>
                <a:gd name="T12" fmla="*/ 41227 h 412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1227" fill="none" extrusionOk="0">
                  <a:moveTo>
                    <a:pt x="6611" y="-1"/>
                  </a:moveTo>
                  <a:cubicBezTo>
                    <a:pt x="15543" y="2871"/>
                    <a:pt x="21600" y="11180"/>
                    <a:pt x="21600" y="20563"/>
                  </a:cubicBezTo>
                  <a:cubicBezTo>
                    <a:pt x="21600" y="30069"/>
                    <a:pt x="15384" y="38458"/>
                    <a:pt x="6289" y="41226"/>
                  </a:cubicBezTo>
                </a:path>
                <a:path w="21600" h="41227" stroke="0" extrusionOk="0">
                  <a:moveTo>
                    <a:pt x="6611" y="-1"/>
                  </a:moveTo>
                  <a:cubicBezTo>
                    <a:pt x="15543" y="2871"/>
                    <a:pt x="21600" y="11180"/>
                    <a:pt x="21600" y="20563"/>
                  </a:cubicBezTo>
                  <a:cubicBezTo>
                    <a:pt x="21600" y="30069"/>
                    <a:pt x="15384" y="38458"/>
                    <a:pt x="6289" y="41226"/>
                  </a:cubicBezTo>
                  <a:lnTo>
                    <a:pt x="0" y="20563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" name="Arc 6"/>
            <p:cNvSpPr/>
            <p:nvPr/>
          </p:nvSpPr>
          <p:spPr bwMode="auto">
            <a:xfrm flipH="1">
              <a:off x="2197" y="1153"/>
              <a:ext cx="178" cy="466"/>
            </a:xfrm>
            <a:custGeom>
              <a:avLst/>
              <a:gdLst>
                <a:gd name="T0" fmla="*/ 0 w 9970"/>
                <a:gd name="T1" fmla="*/ 0 h 21600"/>
                <a:gd name="T2" fmla="*/ 0 w 9970"/>
                <a:gd name="T3" fmla="*/ 0 h 21600"/>
                <a:gd name="T4" fmla="*/ 0 w 9970"/>
                <a:gd name="T5" fmla="*/ 0 h 21600"/>
                <a:gd name="T6" fmla="*/ 0 60000 65536"/>
                <a:gd name="T7" fmla="*/ 0 60000 65536"/>
                <a:gd name="T8" fmla="*/ 0 60000 65536"/>
                <a:gd name="T9" fmla="*/ 0 w 9970"/>
                <a:gd name="T10" fmla="*/ 0 h 21600"/>
                <a:gd name="T11" fmla="*/ 9970 w 997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970" h="21600" fill="none" extrusionOk="0">
                  <a:moveTo>
                    <a:pt x="-1" y="536"/>
                  </a:moveTo>
                  <a:cubicBezTo>
                    <a:pt x="1570" y="180"/>
                    <a:pt x="3175" y="-1"/>
                    <a:pt x="4786" y="0"/>
                  </a:cubicBezTo>
                  <a:cubicBezTo>
                    <a:pt x="6533" y="0"/>
                    <a:pt x="8273" y="211"/>
                    <a:pt x="9969" y="631"/>
                  </a:cubicBezTo>
                </a:path>
                <a:path w="9970" h="21600" stroke="0" extrusionOk="0">
                  <a:moveTo>
                    <a:pt x="-1" y="536"/>
                  </a:moveTo>
                  <a:cubicBezTo>
                    <a:pt x="1570" y="180"/>
                    <a:pt x="3175" y="-1"/>
                    <a:pt x="4786" y="0"/>
                  </a:cubicBezTo>
                  <a:cubicBezTo>
                    <a:pt x="6533" y="0"/>
                    <a:pt x="8273" y="211"/>
                    <a:pt x="9969" y="631"/>
                  </a:cubicBezTo>
                  <a:lnTo>
                    <a:pt x="4786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" name="Arc 7"/>
            <p:cNvSpPr/>
            <p:nvPr/>
          </p:nvSpPr>
          <p:spPr bwMode="auto">
            <a:xfrm flipH="1" flipV="1">
              <a:off x="2202" y="1172"/>
              <a:ext cx="178" cy="466"/>
            </a:xfrm>
            <a:custGeom>
              <a:avLst/>
              <a:gdLst>
                <a:gd name="T0" fmla="*/ 0 w 9970"/>
                <a:gd name="T1" fmla="*/ 0 h 21600"/>
                <a:gd name="T2" fmla="*/ 0 w 9970"/>
                <a:gd name="T3" fmla="*/ 0 h 21600"/>
                <a:gd name="T4" fmla="*/ 0 w 9970"/>
                <a:gd name="T5" fmla="*/ 0 h 21600"/>
                <a:gd name="T6" fmla="*/ 0 60000 65536"/>
                <a:gd name="T7" fmla="*/ 0 60000 65536"/>
                <a:gd name="T8" fmla="*/ 0 60000 65536"/>
                <a:gd name="T9" fmla="*/ 0 w 9970"/>
                <a:gd name="T10" fmla="*/ 0 h 21600"/>
                <a:gd name="T11" fmla="*/ 9970 w 997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970" h="21600" fill="none" extrusionOk="0">
                  <a:moveTo>
                    <a:pt x="-1" y="536"/>
                  </a:moveTo>
                  <a:cubicBezTo>
                    <a:pt x="1570" y="180"/>
                    <a:pt x="3175" y="-1"/>
                    <a:pt x="4786" y="0"/>
                  </a:cubicBezTo>
                  <a:cubicBezTo>
                    <a:pt x="6533" y="0"/>
                    <a:pt x="8273" y="211"/>
                    <a:pt x="9969" y="631"/>
                  </a:cubicBezTo>
                </a:path>
                <a:path w="9970" h="21600" stroke="0" extrusionOk="0">
                  <a:moveTo>
                    <a:pt x="-1" y="536"/>
                  </a:moveTo>
                  <a:cubicBezTo>
                    <a:pt x="1570" y="180"/>
                    <a:pt x="3175" y="-1"/>
                    <a:pt x="4786" y="0"/>
                  </a:cubicBezTo>
                  <a:cubicBezTo>
                    <a:pt x="6533" y="0"/>
                    <a:pt x="8273" y="211"/>
                    <a:pt x="9969" y="631"/>
                  </a:cubicBezTo>
                  <a:lnTo>
                    <a:pt x="4786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auto">
            <a:xfrm>
              <a:off x="1861" y="1332"/>
              <a:ext cx="136" cy="13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" name="Oval 9"/>
            <p:cNvSpPr>
              <a:spLocks noChangeArrowheads="1"/>
            </p:cNvSpPr>
            <p:nvPr/>
          </p:nvSpPr>
          <p:spPr bwMode="auto">
            <a:xfrm>
              <a:off x="2195" y="1302"/>
              <a:ext cx="188" cy="18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2685" y="715"/>
              <a:ext cx="1" cy="373"/>
            </a:xfrm>
            <a:custGeom>
              <a:avLst/>
              <a:gdLst>
                <a:gd name="T0" fmla="*/ 0 w 1"/>
                <a:gd name="T1" fmla="*/ 0 h 2236"/>
                <a:gd name="T2" fmla="*/ 0 w 1"/>
                <a:gd name="T3" fmla="*/ 0 h 2236"/>
                <a:gd name="T4" fmla="*/ 1 w 1"/>
                <a:gd name="T5" fmla="*/ 0 h 2236"/>
                <a:gd name="T6" fmla="*/ 0 60000 65536"/>
                <a:gd name="T7" fmla="*/ 0 60000 65536"/>
                <a:gd name="T8" fmla="*/ 0 60000 65536"/>
                <a:gd name="T9" fmla="*/ 0 w 1"/>
                <a:gd name="T10" fmla="*/ 0 h 2236"/>
                <a:gd name="T11" fmla="*/ 1 w 1"/>
                <a:gd name="T12" fmla="*/ 2236 h 22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236">
                  <a:moveTo>
                    <a:pt x="0" y="0"/>
                  </a:moveTo>
                  <a:lnTo>
                    <a:pt x="0" y="2236"/>
                  </a:lnTo>
                  <a:lnTo>
                    <a:pt x="1" y="223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3675" y="1635"/>
              <a:ext cx="1" cy="134"/>
            </a:xfrm>
            <a:custGeom>
              <a:avLst/>
              <a:gdLst>
                <a:gd name="T0" fmla="*/ 0 w 1"/>
                <a:gd name="T1" fmla="*/ 0 h 803"/>
                <a:gd name="T2" fmla="*/ 0 w 1"/>
                <a:gd name="T3" fmla="*/ 0 h 803"/>
                <a:gd name="T4" fmla="*/ 1 w 1"/>
                <a:gd name="T5" fmla="*/ 0 h 803"/>
                <a:gd name="T6" fmla="*/ 0 60000 65536"/>
                <a:gd name="T7" fmla="*/ 0 60000 65536"/>
                <a:gd name="T8" fmla="*/ 0 60000 65536"/>
                <a:gd name="T9" fmla="*/ 0 w 1"/>
                <a:gd name="T10" fmla="*/ 0 h 803"/>
                <a:gd name="T11" fmla="*/ 1 w 1"/>
                <a:gd name="T12" fmla="*/ 803 h 8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03">
                  <a:moveTo>
                    <a:pt x="0" y="0"/>
                  </a:moveTo>
                  <a:lnTo>
                    <a:pt x="0" y="803"/>
                  </a:lnTo>
                  <a:lnTo>
                    <a:pt x="1" y="80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" name="Freeform 12"/>
            <p:cNvSpPr/>
            <p:nvPr/>
          </p:nvSpPr>
          <p:spPr bwMode="auto">
            <a:xfrm>
              <a:off x="1695" y="1621"/>
              <a:ext cx="1" cy="156"/>
            </a:xfrm>
            <a:custGeom>
              <a:avLst/>
              <a:gdLst>
                <a:gd name="T0" fmla="*/ 1 w 1"/>
                <a:gd name="T1" fmla="*/ 0 h 156"/>
                <a:gd name="T2" fmla="*/ 0 w 1"/>
                <a:gd name="T3" fmla="*/ 156 h 156"/>
                <a:gd name="T4" fmla="*/ 0 60000 65536"/>
                <a:gd name="T5" fmla="*/ 0 60000 65536"/>
                <a:gd name="T6" fmla="*/ 0 w 1"/>
                <a:gd name="T7" fmla="*/ 0 h 156"/>
                <a:gd name="T8" fmla="*/ 1 w 1"/>
                <a:gd name="T9" fmla="*/ 156 h 15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56">
                  <a:moveTo>
                    <a:pt x="1" y="0"/>
                  </a:moveTo>
                  <a:lnTo>
                    <a:pt x="0" y="15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" name="Freeform 13"/>
            <p:cNvSpPr/>
            <p:nvPr/>
          </p:nvSpPr>
          <p:spPr bwMode="auto">
            <a:xfrm>
              <a:off x="2042" y="1583"/>
              <a:ext cx="1" cy="75"/>
            </a:xfrm>
            <a:custGeom>
              <a:avLst/>
              <a:gdLst>
                <a:gd name="T0" fmla="*/ 0 w 1"/>
                <a:gd name="T1" fmla="*/ 0 h 448"/>
                <a:gd name="T2" fmla="*/ 0 w 1"/>
                <a:gd name="T3" fmla="*/ 0 h 448"/>
                <a:gd name="T4" fmla="*/ 1 w 1"/>
                <a:gd name="T5" fmla="*/ 0 h 448"/>
                <a:gd name="T6" fmla="*/ 0 60000 65536"/>
                <a:gd name="T7" fmla="*/ 0 60000 65536"/>
                <a:gd name="T8" fmla="*/ 0 60000 65536"/>
                <a:gd name="T9" fmla="*/ 0 w 1"/>
                <a:gd name="T10" fmla="*/ 0 h 448"/>
                <a:gd name="T11" fmla="*/ 1 w 1"/>
                <a:gd name="T12" fmla="*/ 448 h 4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48">
                  <a:moveTo>
                    <a:pt x="0" y="44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7" name="Freeform 14"/>
            <p:cNvSpPr/>
            <p:nvPr/>
          </p:nvSpPr>
          <p:spPr bwMode="auto">
            <a:xfrm>
              <a:off x="2289" y="1075"/>
              <a:ext cx="1" cy="123"/>
            </a:xfrm>
            <a:custGeom>
              <a:avLst/>
              <a:gdLst>
                <a:gd name="T0" fmla="*/ 0 w 1"/>
                <a:gd name="T1" fmla="*/ 0 h 739"/>
                <a:gd name="T2" fmla="*/ 0 w 1"/>
                <a:gd name="T3" fmla="*/ 0 h 739"/>
                <a:gd name="T4" fmla="*/ 1 w 1"/>
                <a:gd name="T5" fmla="*/ 0 h 739"/>
                <a:gd name="T6" fmla="*/ 0 60000 65536"/>
                <a:gd name="T7" fmla="*/ 0 60000 65536"/>
                <a:gd name="T8" fmla="*/ 0 60000 65536"/>
                <a:gd name="T9" fmla="*/ 0 w 1"/>
                <a:gd name="T10" fmla="*/ 0 h 739"/>
                <a:gd name="T11" fmla="*/ 1 w 1"/>
                <a:gd name="T12" fmla="*/ 739 h 7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39">
                  <a:moveTo>
                    <a:pt x="0" y="0"/>
                  </a:moveTo>
                  <a:lnTo>
                    <a:pt x="0" y="739"/>
                  </a:lnTo>
                  <a:lnTo>
                    <a:pt x="1" y="739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" name="Freeform 15"/>
            <p:cNvSpPr/>
            <p:nvPr/>
          </p:nvSpPr>
          <p:spPr bwMode="auto">
            <a:xfrm>
              <a:off x="1930" y="1270"/>
              <a:ext cx="1" cy="250"/>
            </a:xfrm>
            <a:custGeom>
              <a:avLst/>
              <a:gdLst>
                <a:gd name="T0" fmla="*/ 0 w 1"/>
                <a:gd name="T1" fmla="*/ 0 h 1495"/>
                <a:gd name="T2" fmla="*/ 0 w 1"/>
                <a:gd name="T3" fmla="*/ 0 h 1495"/>
                <a:gd name="T4" fmla="*/ 1 w 1"/>
                <a:gd name="T5" fmla="*/ 0 h 1495"/>
                <a:gd name="T6" fmla="*/ 0 60000 65536"/>
                <a:gd name="T7" fmla="*/ 0 60000 65536"/>
                <a:gd name="T8" fmla="*/ 0 60000 65536"/>
                <a:gd name="T9" fmla="*/ 0 w 1"/>
                <a:gd name="T10" fmla="*/ 0 h 1495"/>
                <a:gd name="T11" fmla="*/ 1 w 1"/>
                <a:gd name="T12" fmla="*/ 1495 h 14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495">
                  <a:moveTo>
                    <a:pt x="0" y="0"/>
                  </a:moveTo>
                  <a:lnTo>
                    <a:pt x="0" y="1495"/>
                  </a:lnTo>
                  <a:lnTo>
                    <a:pt x="1" y="149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" name="Freeform 16"/>
            <p:cNvSpPr/>
            <p:nvPr/>
          </p:nvSpPr>
          <p:spPr bwMode="auto">
            <a:xfrm>
              <a:off x="1402" y="1725"/>
              <a:ext cx="1" cy="181"/>
            </a:xfrm>
            <a:custGeom>
              <a:avLst/>
              <a:gdLst>
                <a:gd name="T0" fmla="*/ 0 w 1"/>
                <a:gd name="T1" fmla="*/ 181 h 181"/>
                <a:gd name="T2" fmla="*/ 0 w 1"/>
                <a:gd name="T3" fmla="*/ 0 h 181"/>
                <a:gd name="T4" fmla="*/ 1 w 1"/>
                <a:gd name="T5" fmla="*/ 0 h 181"/>
                <a:gd name="T6" fmla="*/ 0 60000 65536"/>
                <a:gd name="T7" fmla="*/ 0 60000 65536"/>
                <a:gd name="T8" fmla="*/ 0 60000 65536"/>
                <a:gd name="T9" fmla="*/ 0 w 1"/>
                <a:gd name="T10" fmla="*/ 0 h 181"/>
                <a:gd name="T11" fmla="*/ 1 w 1"/>
                <a:gd name="T12" fmla="*/ 181 h 1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81">
                  <a:moveTo>
                    <a:pt x="0" y="1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" name="Freeform 17"/>
            <p:cNvSpPr/>
            <p:nvPr/>
          </p:nvSpPr>
          <p:spPr bwMode="auto">
            <a:xfrm>
              <a:off x="3969" y="1718"/>
              <a:ext cx="1" cy="181"/>
            </a:xfrm>
            <a:custGeom>
              <a:avLst/>
              <a:gdLst>
                <a:gd name="T0" fmla="*/ 1 w 1"/>
                <a:gd name="T1" fmla="*/ 181 h 181"/>
                <a:gd name="T2" fmla="*/ 0 w 1"/>
                <a:gd name="T3" fmla="*/ 0 h 181"/>
                <a:gd name="T4" fmla="*/ 1 w 1"/>
                <a:gd name="T5" fmla="*/ 0 h 181"/>
                <a:gd name="T6" fmla="*/ 0 60000 65536"/>
                <a:gd name="T7" fmla="*/ 0 60000 65536"/>
                <a:gd name="T8" fmla="*/ 0 60000 65536"/>
                <a:gd name="T9" fmla="*/ 0 w 1"/>
                <a:gd name="T10" fmla="*/ 0 h 181"/>
                <a:gd name="T11" fmla="*/ 1 w 1"/>
                <a:gd name="T12" fmla="*/ 181 h 1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81">
                  <a:moveTo>
                    <a:pt x="1" y="1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" name="Freeform 18"/>
            <p:cNvSpPr/>
            <p:nvPr/>
          </p:nvSpPr>
          <p:spPr bwMode="auto">
            <a:xfrm>
              <a:off x="1402" y="1693"/>
              <a:ext cx="62" cy="53"/>
            </a:xfrm>
            <a:custGeom>
              <a:avLst/>
              <a:gdLst>
                <a:gd name="T0" fmla="*/ 62 w 62"/>
                <a:gd name="T1" fmla="*/ 0 h 53"/>
                <a:gd name="T2" fmla="*/ 24 w 62"/>
                <a:gd name="T3" fmla="*/ 0 h 53"/>
                <a:gd name="T4" fmla="*/ 4 w 62"/>
                <a:gd name="T5" fmla="*/ 14 h 53"/>
                <a:gd name="T6" fmla="*/ 0 w 62"/>
                <a:gd name="T7" fmla="*/ 53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"/>
                <a:gd name="T13" fmla="*/ 0 h 53"/>
                <a:gd name="T14" fmla="*/ 62 w 62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" h="53">
                  <a:moveTo>
                    <a:pt x="62" y="0"/>
                  </a:moveTo>
                  <a:lnTo>
                    <a:pt x="24" y="0"/>
                  </a:lnTo>
                  <a:lnTo>
                    <a:pt x="4" y="14"/>
                  </a:lnTo>
                  <a:lnTo>
                    <a:pt x="0" y="5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" name="Freeform 19"/>
            <p:cNvSpPr/>
            <p:nvPr/>
          </p:nvSpPr>
          <p:spPr bwMode="auto">
            <a:xfrm>
              <a:off x="3931" y="1693"/>
              <a:ext cx="39" cy="43"/>
            </a:xfrm>
            <a:custGeom>
              <a:avLst/>
              <a:gdLst>
                <a:gd name="T0" fmla="*/ 39 w 39"/>
                <a:gd name="T1" fmla="*/ 43 h 43"/>
                <a:gd name="T2" fmla="*/ 34 w 39"/>
                <a:gd name="T3" fmla="*/ 5 h 43"/>
                <a:gd name="T4" fmla="*/ 0 w 39"/>
                <a:gd name="T5" fmla="*/ 0 h 43"/>
                <a:gd name="T6" fmla="*/ 13 w 39"/>
                <a:gd name="T7" fmla="*/ 0 h 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"/>
                <a:gd name="T13" fmla="*/ 0 h 43"/>
                <a:gd name="T14" fmla="*/ 39 w 39"/>
                <a:gd name="T15" fmla="*/ 43 h 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" h="43">
                  <a:moveTo>
                    <a:pt x="39" y="43"/>
                  </a:moveTo>
                  <a:lnTo>
                    <a:pt x="34" y="5"/>
                  </a:lnTo>
                  <a:lnTo>
                    <a:pt x="0" y="0"/>
                  </a:lnTo>
                  <a:lnTo>
                    <a:pt x="13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" name="Freeform 20"/>
            <p:cNvSpPr/>
            <p:nvPr/>
          </p:nvSpPr>
          <p:spPr bwMode="auto">
            <a:xfrm>
              <a:off x="2741" y="1105"/>
              <a:ext cx="414" cy="1"/>
            </a:xfrm>
            <a:custGeom>
              <a:avLst/>
              <a:gdLst>
                <a:gd name="T0" fmla="*/ 0 w 2486"/>
                <a:gd name="T1" fmla="*/ 0 h 1"/>
                <a:gd name="T2" fmla="*/ 0 w 2486"/>
                <a:gd name="T3" fmla="*/ 0 h 1"/>
                <a:gd name="T4" fmla="*/ 0 w 2486"/>
                <a:gd name="T5" fmla="*/ 0 h 1"/>
                <a:gd name="T6" fmla="*/ 0 60000 65536"/>
                <a:gd name="T7" fmla="*/ 0 60000 65536"/>
                <a:gd name="T8" fmla="*/ 0 60000 65536"/>
                <a:gd name="T9" fmla="*/ 0 w 2486"/>
                <a:gd name="T10" fmla="*/ 0 h 1"/>
                <a:gd name="T11" fmla="*/ 2486 w 248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86" h="1">
                  <a:moveTo>
                    <a:pt x="248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" name="Freeform 21"/>
            <p:cNvSpPr/>
            <p:nvPr/>
          </p:nvSpPr>
          <p:spPr bwMode="auto">
            <a:xfrm>
              <a:off x="3178" y="1130"/>
              <a:ext cx="3" cy="778"/>
            </a:xfrm>
            <a:custGeom>
              <a:avLst/>
              <a:gdLst>
                <a:gd name="T0" fmla="*/ 0 w 3"/>
                <a:gd name="T1" fmla="*/ 778 h 778"/>
                <a:gd name="T2" fmla="*/ 2 w 3"/>
                <a:gd name="T3" fmla="*/ 0 h 778"/>
                <a:gd name="T4" fmla="*/ 3 w 3"/>
                <a:gd name="T5" fmla="*/ 0 h 778"/>
                <a:gd name="T6" fmla="*/ 0 60000 65536"/>
                <a:gd name="T7" fmla="*/ 0 60000 65536"/>
                <a:gd name="T8" fmla="*/ 0 60000 65536"/>
                <a:gd name="T9" fmla="*/ 0 w 3"/>
                <a:gd name="T10" fmla="*/ 0 h 778"/>
                <a:gd name="T11" fmla="*/ 3 w 3"/>
                <a:gd name="T12" fmla="*/ 778 h 7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" h="778">
                  <a:moveTo>
                    <a:pt x="0" y="778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" name="Freeform 22"/>
            <p:cNvSpPr/>
            <p:nvPr/>
          </p:nvSpPr>
          <p:spPr bwMode="auto">
            <a:xfrm>
              <a:off x="3129" y="1098"/>
              <a:ext cx="51" cy="32"/>
            </a:xfrm>
            <a:custGeom>
              <a:avLst/>
              <a:gdLst>
                <a:gd name="T0" fmla="*/ 51 w 51"/>
                <a:gd name="T1" fmla="*/ 32 h 32"/>
                <a:gd name="T2" fmla="*/ 44 w 51"/>
                <a:gd name="T3" fmla="*/ 14 h 32"/>
                <a:gd name="T4" fmla="*/ 20 w 51"/>
                <a:gd name="T5" fmla="*/ 9 h 32"/>
                <a:gd name="T6" fmla="*/ 0 w 51"/>
                <a:gd name="T7" fmla="*/ 0 h 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"/>
                <a:gd name="T13" fmla="*/ 0 h 32"/>
                <a:gd name="T14" fmla="*/ 51 w 51"/>
                <a:gd name="T15" fmla="*/ 32 h 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" h="32">
                  <a:moveTo>
                    <a:pt x="51" y="32"/>
                  </a:moveTo>
                  <a:lnTo>
                    <a:pt x="44" y="14"/>
                  </a:lnTo>
                  <a:lnTo>
                    <a:pt x="20" y="9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6" name="Freeform 23"/>
            <p:cNvSpPr/>
            <p:nvPr/>
          </p:nvSpPr>
          <p:spPr bwMode="auto">
            <a:xfrm>
              <a:off x="3304" y="956"/>
              <a:ext cx="24" cy="25"/>
            </a:xfrm>
            <a:custGeom>
              <a:avLst/>
              <a:gdLst>
                <a:gd name="T0" fmla="*/ 0 w 148"/>
                <a:gd name="T1" fmla="*/ 0 h 149"/>
                <a:gd name="T2" fmla="*/ 0 w 148"/>
                <a:gd name="T3" fmla="*/ 0 h 149"/>
                <a:gd name="T4" fmla="*/ 0 w 148"/>
                <a:gd name="T5" fmla="*/ 0 h 149"/>
                <a:gd name="T6" fmla="*/ 0 w 148"/>
                <a:gd name="T7" fmla="*/ 0 h 1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8"/>
                <a:gd name="T13" fmla="*/ 0 h 149"/>
                <a:gd name="T14" fmla="*/ 148 w 148"/>
                <a:gd name="T15" fmla="*/ 149 h 1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8" h="149">
                  <a:moveTo>
                    <a:pt x="148" y="149"/>
                  </a:moveTo>
                  <a:lnTo>
                    <a:pt x="105" y="43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" name="Freeform 24"/>
            <p:cNvSpPr/>
            <p:nvPr/>
          </p:nvSpPr>
          <p:spPr bwMode="auto">
            <a:xfrm>
              <a:off x="2040" y="949"/>
              <a:ext cx="96" cy="77"/>
            </a:xfrm>
            <a:custGeom>
              <a:avLst/>
              <a:gdLst>
                <a:gd name="T0" fmla="*/ 96 w 96"/>
                <a:gd name="T1" fmla="*/ 0 h 77"/>
                <a:gd name="T2" fmla="*/ 34 w 96"/>
                <a:gd name="T3" fmla="*/ 5 h 77"/>
                <a:gd name="T4" fmla="*/ 0 w 96"/>
                <a:gd name="T5" fmla="*/ 24 h 77"/>
                <a:gd name="T6" fmla="*/ 0 w 96"/>
                <a:gd name="T7" fmla="*/ 77 h 7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77"/>
                <a:gd name="T14" fmla="*/ 96 w 96"/>
                <a:gd name="T15" fmla="*/ 77 h 7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77">
                  <a:moveTo>
                    <a:pt x="96" y="0"/>
                  </a:moveTo>
                  <a:lnTo>
                    <a:pt x="34" y="5"/>
                  </a:lnTo>
                  <a:lnTo>
                    <a:pt x="0" y="24"/>
                  </a:lnTo>
                  <a:lnTo>
                    <a:pt x="0" y="77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8" name="Freeform 25"/>
            <p:cNvSpPr/>
            <p:nvPr/>
          </p:nvSpPr>
          <p:spPr bwMode="auto">
            <a:xfrm>
              <a:off x="1930" y="1630"/>
              <a:ext cx="116" cy="63"/>
            </a:xfrm>
            <a:custGeom>
              <a:avLst/>
              <a:gdLst>
                <a:gd name="T0" fmla="*/ 0 w 116"/>
                <a:gd name="T1" fmla="*/ 63 h 63"/>
                <a:gd name="T2" fmla="*/ 86 w 116"/>
                <a:gd name="T3" fmla="*/ 63 h 63"/>
                <a:gd name="T4" fmla="*/ 110 w 116"/>
                <a:gd name="T5" fmla="*/ 33 h 63"/>
                <a:gd name="T6" fmla="*/ 116 w 116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6"/>
                <a:gd name="T13" fmla="*/ 0 h 63"/>
                <a:gd name="T14" fmla="*/ 116 w 116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6" h="63">
                  <a:moveTo>
                    <a:pt x="0" y="63"/>
                  </a:moveTo>
                  <a:lnTo>
                    <a:pt x="86" y="63"/>
                  </a:lnTo>
                  <a:lnTo>
                    <a:pt x="110" y="33"/>
                  </a:lnTo>
                  <a:lnTo>
                    <a:pt x="116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" name="Freeform 26"/>
            <p:cNvSpPr/>
            <p:nvPr/>
          </p:nvSpPr>
          <p:spPr bwMode="auto">
            <a:xfrm>
              <a:off x="2883" y="805"/>
              <a:ext cx="1" cy="300"/>
            </a:xfrm>
            <a:custGeom>
              <a:avLst/>
              <a:gdLst>
                <a:gd name="T0" fmla="*/ 0 w 1"/>
                <a:gd name="T1" fmla="*/ 0 h 1798"/>
                <a:gd name="T2" fmla="*/ 0 w 1"/>
                <a:gd name="T3" fmla="*/ 0 h 1798"/>
                <a:gd name="T4" fmla="*/ 1 w 1"/>
                <a:gd name="T5" fmla="*/ 0 h 1798"/>
                <a:gd name="T6" fmla="*/ 0 60000 65536"/>
                <a:gd name="T7" fmla="*/ 0 60000 65536"/>
                <a:gd name="T8" fmla="*/ 0 60000 65536"/>
                <a:gd name="T9" fmla="*/ 0 w 1"/>
                <a:gd name="T10" fmla="*/ 0 h 1798"/>
                <a:gd name="T11" fmla="*/ 1 w 1"/>
                <a:gd name="T12" fmla="*/ 1798 h 17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798">
                  <a:moveTo>
                    <a:pt x="0" y="179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" name="Freeform 27"/>
            <p:cNvSpPr/>
            <p:nvPr/>
          </p:nvSpPr>
          <p:spPr bwMode="auto">
            <a:xfrm>
              <a:off x="2314" y="889"/>
              <a:ext cx="26" cy="67"/>
            </a:xfrm>
            <a:custGeom>
              <a:avLst/>
              <a:gdLst>
                <a:gd name="T0" fmla="*/ 0 w 26"/>
                <a:gd name="T1" fmla="*/ 67 h 67"/>
                <a:gd name="T2" fmla="*/ 19 w 26"/>
                <a:gd name="T3" fmla="*/ 50 h 67"/>
                <a:gd name="T4" fmla="*/ 26 w 26"/>
                <a:gd name="T5" fmla="*/ 26 h 67"/>
                <a:gd name="T6" fmla="*/ 26 w 26"/>
                <a:gd name="T7" fmla="*/ 0 h 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"/>
                <a:gd name="T13" fmla="*/ 0 h 67"/>
                <a:gd name="T14" fmla="*/ 26 w 26"/>
                <a:gd name="T15" fmla="*/ 67 h 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" h="67">
                  <a:moveTo>
                    <a:pt x="0" y="67"/>
                  </a:moveTo>
                  <a:lnTo>
                    <a:pt x="19" y="50"/>
                  </a:lnTo>
                  <a:lnTo>
                    <a:pt x="26" y="26"/>
                  </a:lnTo>
                  <a:lnTo>
                    <a:pt x="26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" name="Freeform 28"/>
            <p:cNvSpPr/>
            <p:nvPr/>
          </p:nvSpPr>
          <p:spPr bwMode="auto">
            <a:xfrm>
              <a:off x="3063" y="956"/>
              <a:ext cx="248" cy="1"/>
            </a:xfrm>
            <a:custGeom>
              <a:avLst/>
              <a:gdLst>
                <a:gd name="T0" fmla="*/ 0 w 1485"/>
                <a:gd name="T1" fmla="*/ 0 h 1"/>
                <a:gd name="T2" fmla="*/ 0 w 1485"/>
                <a:gd name="T3" fmla="*/ 0 h 1"/>
                <a:gd name="T4" fmla="*/ 0 w 1485"/>
                <a:gd name="T5" fmla="*/ 0 h 1"/>
                <a:gd name="T6" fmla="*/ 0 60000 65536"/>
                <a:gd name="T7" fmla="*/ 0 60000 65536"/>
                <a:gd name="T8" fmla="*/ 0 60000 65536"/>
                <a:gd name="T9" fmla="*/ 0 w 1485"/>
                <a:gd name="T10" fmla="*/ 0 h 1"/>
                <a:gd name="T11" fmla="*/ 1485 w 148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85" h="1">
                  <a:moveTo>
                    <a:pt x="0" y="0"/>
                  </a:moveTo>
                  <a:lnTo>
                    <a:pt x="1484" y="0"/>
                  </a:lnTo>
                  <a:lnTo>
                    <a:pt x="1485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" name="Freeform 29"/>
            <p:cNvSpPr/>
            <p:nvPr/>
          </p:nvSpPr>
          <p:spPr bwMode="auto">
            <a:xfrm>
              <a:off x="3033" y="920"/>
              <a:ext cx="39" cy="43"/>
            </a:xfrm>
            <a:custGeom>
              <a:avLst/>
              <a:gdLst>
                <a:gd name="T0" fmla="*/ 0 w 39"/>
                <a:gd name="T1" fmla="*/ 0 h 43"/>
                <a:gd name="T2" fmla="*/ 1 w 39"/>
                <a:gd name="T3" fmla="*/ 29 h 43"/>
                <a:gd name="T4" fmla="*/ 39 w 39"/>
                <a:gd name="T5" fmla="*/ 43 h 43"/>
                <a:gd name="T6" fmla="*/ 19 w 39"/>
                <a:gd name="T7" fmla="*/ 36 h 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"/>
                <a:gd name="T13" fmla="*/ 0 h 43"/>
                <a:gd name="T14" fmla="*/ 39 w 39"/>
                <a:gd name="T15" fmla="*/ 43 h 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" h="43">
                  <a:moveTo>
                    <a:pt x="0" y="0"/>
                  </a:moveTo>
                  <a:lnTo>
                    <a:pt x="1" y="29"/>
                  </a:lnTo>
                  <a:lnTo>
                    <a:pt x="39" y="43"/>
                  </a:lnTo>
                  <a:lnTo>
                    <a:pt x="19" y="36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" name="Freeform 30"/>
            <p:cNvSpPr/>
            <p:nvPr/>
          </p:nvSpPr>
          <p:spPr bwMode="auto">
            <a:xfrm>
              <a:off x="2563" y="805"/>
              <a:ext cx="454" cy="1092"/>
            </a:xfrm>
            <a:custGeom>
              <a:avLst/>
              <a:gdLst>
                <a:gd name="T0" fmla="*/ 0 w 454"/>
                <a:gd name="T1" fmla="*/ 0 h 1092"/>
                <a:gd name="T2" fmla="*/ 5 w 454"/>
                <a:gd name="T3" fmla="*/ 96 h 1092"/>
                <a:gd name="T4" fmla="*/ 39 w 454"/>
                <a:gd name="T5" fmla="*/ 154 h 1092"/>
                <a:gd name="T6" fmla="*/ 144 w 454"/>
                <a:gd name="T7" fmla="*/ 258 h 1092"/>
                <a:gd name="T8" fmla="*/ 235 w 454"/>
                <a:gd name="T9" fmla="*/ 383 h 1092"/>
                <a:gd name="T10" fmla="*/ 349 w 454"/>
                <a:gd name="T11" fmla="*/ 491 h 1092"/>
                <a:gd name="T12" fmla="*/ 381 w 454"/>
                <a:gd name="T13" fmla="*/ 555 h 1092"/>
                <a:gd name="T14" fmla="*/ 384 w 454"/>
                <a:gd name="T15" fmla="*/ 630 h 1092"/>
                <a:gd name="T16" fmla="*/ 383 w 454"/>
                <a:gd name="T17" fmla="*/ 792 h 1092"/>
                <a:gd name="T18" fmla="*/ 433 w 454"/>
                <a:gd name="T19" fmla="*/ 941 h 1092"/>
                <a:gd name="T20" fmla="*/ 448 w 454"/>
                <a:gd name="T21" fmla="*/ 1092 h 1092"/>
                <a:gd name="T22" fmla="*/ 454 w 454"/>
                <a:gd name="T23" fmla="*/ 1086 h 109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54"/>
                <a:gd name="T37" fmla="*/ 0 h 1092"/>
                <a:gd name="T38" fmla="*/ 454 w 454"/>
                <a:gd name="T39" fmla="*/ 1092 h 109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54" h="1092">
                  <a:moveTo>
                    <a:pt x="0" y="0"/>
                  </a:moveTo>
                  <a:lnTo>
                    <a:pt x="5" y="96"/>
                  </a:lnTo>
                  <a:lnTo>
                    <a:pt x="39" y="154"/>
                  </a:lnTo>
                  <a:lnTo>
                    <a:pt x="144" y="258"/>
                  </a:lnTo>
                  <a:lnTo>
                    <a:pt x="235" y="383"/>
                  </a:lnTo>
                  <a:lnTo>
                    <a:pt x="349" y="491"/>
                  </a:lnTo>
                  <a:lnTo>
                    <a:pt x="381" y="555"/>
                  </a:lnTo>
                  <a:lnTo>
                    <a:pt x="384" y="630"/>
                  </a:lnTo>
                  <a:lnTo>
                    <a:pt x="383" y="792"/>
                  </a:lnTo>
                  <a:lnTo>
                    <a:pt x="433" y="941"/>
                  </a:lnTo>
                  <a:lnTo>
                    <a:pt x="448" y="1092"/>
                  </a:lnTo>
                  <a:lnTo>
                    <a:pt x="454" y="108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" name="Freeform 31"/>
            <p:cNvSpPr/>
            <p:nvPr/>
          </p:nvSpPr>
          <p:spPr bwMode="auto">
            <a:xfrm>
              <a:off x="3353" y="1693"/>
              <a:ext cx="591" cy="1"/>
            </a:xfrm>
            <a:custGeom>
              <a:avLst/>
              <a:gdLst>
                <a:gd name="T0" fmla="*/ 0 w 3547"/>
                <a:gd name="T1" fmla="*/ 0 h 1"/>
                <a:gd name="T2" fmla="*/ 0 w 3547"/>
                <a:gd name="T3" fmla="*/ 0 h 1"/>
                <a:gd name="T4" fmla="*/ 0 w 3547"/>
                <a:gd name="T5" fmla="*/ 0 h 1"/>
                <a:gd name="T6" fmla="*/ 0 60000 65536"/>
                <a:gd name="T7" fmla="*/ 0 60000 65536"/>
                <a:gd name="T8" fmla="*/ 0 60000 65536"/>
                <a:gd name="T9" fmla="*/ 0 w 3547"/>
                <a:gd name="T10" fmla="*/ 0 h 1"/>
                <a:gd name="T11" fmla="*/ 3547 w 354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47" h="1">
                  <a:moveTo>
                    <a:pt x="0" y="0"/>
                  </a:moveTo>
                  <a:lnTo>
                    <a:pt x="3546" y="0"/>
                  </a:lnTo>
                  <a:lnTo>
                    <a:pt x="3547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5" name="Freeform 32"/>
            <p:cNvSpPr/>
            <p:nvPr/>
          </p:nvSpPr>
          <p:spPr bwMode="auto">
            <a:xfrm>
              <a:off x="3326" y="1611"/>
              <a:ext cx="63" cy="84"/>
            </a:xfrm>
            <a:custGeom>
              <a:avLst/>
              <a:gdLst>
                <a:gd name="T0" fmla="*/ 0 w 63"/>
                <a:gd name="T1" fmla="*/ 0 h 84"/>
                <a:gd name="T2" fmla="*/ 0 w 63"/>
                <a:gd name="T3" fmla="*/ 68 h 84"/>
                <a:gd name="T4" fmla="*/ 41 w 63"/>
                <a:gd name="T5" fmla="*/ 84 h 84"/>
                <a:gd name="T6" fmla="*/ 63 w 63"/>
                <a:gd name="T7" fmla="*/ 82 h 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3"/>
                <a:gd name="T13" fmla="*/ 0 h 84"/>
                <a:gd name="T14" fmla="*/ 63 w 63"/>
                <a:gd name="T15" fmla="*/ 84 h 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3" h="84">
                  <a:moveTo>
                    <a:pt x="0" y="0"/>
                  </a:moveTo>
                  <a:lnTo>
                    <a:pt x="0" y="68"/>
                  </a:lnTo>
                  <a:lnTo>
                    <a:pt x="41" y="84"/>
                  </a:lnTo>
                  <a:lnTo>
                    <a:pt x="63" y="8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" name="Freeform 33"/>
            <p:cNvSpPr/>
            <p:nvPr/>
          </p:nvSpPr>
          <p:spPr bwMode="auto">
            <a:xfrm>
              <a:off x="3518" y="1693"/>
              <a:ext cx="2" cy="215"/>
            </a:xfrm>
            <a:custGeom>
              <a:avLst/>
              <a:gdLst>
                <a:gd name="T0" fmla="*/ 0 w 2"/>
                <a:gd name="T1" fmla="*/ 215 h 215"/>
                <a:gd name="T2" fmla="*/ 1 w 2"/>
                <a:gd name="T3" fmla="*/ 0 h 215"/>
                <a:gd name="T4" fmla="*/ 2 w 2"/>
                <a:gd name="T5" fmla="*/ 0 h 215"/>
                <a:gd name="T6" fmla="*/ 0 60000 65536"/>
                <a:gd name="T7" fmla="*/ 0 60000 65536"/>
                <a:gd name="T8" fmla="*/ 0 60000 65536"/>
                <a:gd name="T9" fmla="*/ 0 w 2"/>
                <a:gd name="T10" fmla="*/ 0 h 215"/>
                <a:gd name="T11" fmla="*/ 2 w 2"/>
                <a:gd name="T12" fmla="*/ 215 h 2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215">
                  <a:moveTo>
                    <a:pt x="0" y="215"/>
                  </a:move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" name="Freeform 34"/>
            <p:cNvSpPr/>
            <p:nvPr/>
          </p:nvSpPr>
          <p:spPr bwMode="auto">
            <a:xfrm>
              <a:off x="2685" y="1182"/>
              <a:ext cx="1" cy="495"/>
            </a:xfrm>
            <a:custGeom>
              <a:avLst/>
              <a:gdLst>
                <a:gd name="T0" fmla="*/ 0 w 1"/>
                <a:gd name="T1" fmla="*/ 0 h 2973"/>
                <a:gd name="T2" fmla="*/ 0 w 1"/>
                <a:gd name="T3" fmla="*/ 0 h 2973"/>
                <a:gd name="T4" fmla="*/ 1 w 1"/>
                <a:gd name="T5" fmla="*/ 0 h 2973"/>
                <a:gd name="T6" fmla="*/ 0 60000 65536"/>
                <a:gd name="T7" fmla="*/ 0 60000 65536"/>
                <a:gd name="T8" fmla="*/ 0 60000 65536"/>
                <a:gd name="T9" fmla="*/ 0 w 1"/>
                <a:gd name="T10" fmla="*/ 0 h 2973"/>
                <a:gd name="T11" fmla="*/ 1 w 1"/>
                <a:gd name="T12" fmla="*/ 2973 h 29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73">
                  <a:moveTo>
                    <a:pt x="0" y="0"/>
                  </a:moveTo>
                  <a:lnTo>
                    <a:pt x="0" y="2973"/>
                  </a:lnTo>
                  <a:lnTo>
                    <a:pt x="1" y="297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9" name="Freeform 35"/>
            <p:cNvSpPr/>
            <p:nvPr/>
          </p:nvSpPr>
          <p:spPr bwMode="auto">
            <a:xfrm>
              <a:off x="2685" y="1122"/>
              <a:ext cx="1" cy="26"/>
            </a:xfrm>
            <a:custGeom>
              <a:avLst/>
              <a:gdLst>
                <a:gd name="T0" fmla="*/ 0 w 1"/>
                <a:gd name="T1" fmla="*/ 0 h 152"/>
                <a:gd name="T2" fmla="*/ 0 w 1"/>
                <a:gd name="T3" fmla="*/ 0 h 152"/>
                <a:gd name="T4" fmla="*/ 1 w 1"/>
                <a:gd name="T5" fmla="*/ 0 h 152"/>
                <a:gd name="T6" fmla="*/ 0 60000 65536"/>
                <a:gd name="T7" fmla="*/ 0 60000 65536"/>
                <a:gd name="T8" fmla="*/ 0 60000 65536"/>
                <a:gd name="T9" fmla="*/ 0 w 1"/>
                <a:gd name="T10" fmla="*/ 0 h 152"/>
                <a:gd name="T11" fmla="*/ 1 w 1"/>
                <a:gd name="T12" fmla="*/ 152 h 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2">
                  <a:moveTo>
                    <a:pt x="0" y="0"/>
                  </a:moveTo>
                  <a:lnTo>
                    <a:pt x="0" y="152"/>
                  </a:lnTo>
                  <a:lnTo>
                    <a:pt x="1" y="15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0" name="Freeform 36"/>
            <p:cNvSpPr/>
            <p:nvPr/>
          </p:nvSpPr>
          <p:spPr bwMode="auto">
            <a:xfrm>
              <a:off x="1749" y="1396"/>
              <a:ext cx="309" cy="1"/>
            </a:xfrm>
            <a:custGeom>
              <a:avLst/>
              <a:gdLst>
                <a:gd name="T0" fmla="*/ 0 w 1854"/>
                <a:gd name="T1" fmla="*/ 0 h 1"/>
                <a:gd name="T2" fmla="*/ 0 w 1854"/>
                <a:gd name="T3" fmla="*/ 0 h 1"/>
                <a:gd name="T4" fmla="*/ 0 w 1854"/>
                <a:gd name="T5" fmla="*/ 0 h 1"/>
                <a:gd name="T6" fmla="*/ 0 60000 65536"/>
                <a:gd name="T7" fmla="*/ 0 60000 65536"/>
                <a:gd name="T8" fmla="*/ 0 60000 65536"/>
                <a:gd name="T9" fmla="*/ 0 w 1854"/>
                <a:gd name="T10" fmla="*/ 0 h 1"/>
                <a:gd name="T11" fmla="*/ 1854 w 185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54" h="1">
                  <a:moveTo>
                    <a:pt x="0" y="0"/>
                  </a:moveTo>
                  <a:lnTo>
                    <a:pt x="1853" y="0"/>
                  </a:lnTo>
                  <a:lnTo>
                    <a:pt x="185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1" name="Freeform 37"/>
            <p:cNvSpPr/>
            <p:nvPr/>
          </p:nvSpPr>
          <p:spPr bwMode="auto">
            <a:xfrm>
              <a:off x="2851" y="1693"/>
              <a:ext cx="125" cy="1"/>
            </a:xfrm>
            <a:custGeom>
              <a:avLst/>
              <a:gdLst>
                <a:gd name="T0" fmla="*/ 0 w 750"/>
                <a:gd name="T1" fmla="*/ 0 h 1"/>
                <a:gd name="T2" fmla="*/ 0 w 750"/>
                <a:gd name="T3" fmla="*/ 0 h 1"/>
                <a:gd name="T4" fmla="*/ 0 w 750"/>
                <a:gd name="T5" fmla="*/ 0 h 1"/>
                <a:gd name="T6" fmla="*/ 0 60000 65536"/>
                <a:gd name="T7" fmla="*/ 0 60000 65536"/>
                <a:gd name="T8" fmla="*/ 0 60000 65536"/>
                <a:gd name="T9" fmla="*/ 0 w 750"/>
                <a:gd name="T10" fmla="*/ 0 h 1"/>
                <a:gd name="T11" fmla="*/ 750 w 75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50" h="1">
                  <a:moveTo>
                    <a:pt x="0" y="0"/>
                  </a:moveTo>
                  <a:lnTo>
                    <a:pt x="749" y="0"/>
                  </a:lnTo>
                  <a:lnTo>
                    <a:pt x="75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2" name="Freeform 38"/>
            <p:cNvSpPr/>
            <p:nvPr/>
          </p:nvSpPr>
          <p:spPr bwMode="auto">
            <a:xfrm>
              <a:off x="2685" y="1758"/>
              <a:ext cx="1" cy="258"/>
            </a:xfrm>
            <a:custGeom>
              <a:avLst/>
              <a:gdLst>
                <a:gd name="T0" fmla="*/ 0 w 1"/>
                <a:gd name="T1" fmla="*/ 0 h 1549"/>
                <a:gd name="T2" fmla="*/ 0 w 1"/>
                <a:gd name="T3" fmla="*/ 0 h 1549"/>
                <a:gd name="T4" fmla="*/ 1 w 1"/>
                <a:gd name="T5" fmla="*/ 0 h 1549"/>
                <a:gd name="T6" fmla="*/ 0 60000 65536"/>
                <a:gd name="T7" fmla="*/ 0 60000 65536"/>
                <a:gd name="T8" fmla="*/ 0 60000 65536"/>
                <a:gd name="T9" fmla="*/ 0 w 1"/>
                <a:gd name="T10" fmla="*/ 0 h 1549"/>
                <a:gd name="T11" fmla="*/ 1 w 1"/>
                <a:gd name="T12" fmla="*/ 1549 h 15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49">
                  <a:moveTo>
                    <a:pt x="0" y="0"/>
                  </a:moveTo>
                  <a:lnTo>
                    <a:pt x="0" y="1549"/>
                  </a:lnTo>
                  <a:lnTo>
                    <a:pt x="1" y="1549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3" name="Freeform 39"/>
            <p:cNvSpPr/>
            <p:nvPr/>
          </p:nvSpPr>
          <p:spPr bwMode="auto">
            <a:xfrm>
              <a:off x="2685" y="1711"/>
              <a:ext cx="1" cy="19"/>
            </a:xfrm>
            <a:custGeom>
              <a:avLst/>
              <a:gdLst>
                <a:gd name="T0" fmla="*/ 0 w 1"/>
                <a:gd name="T1" fmla="*/ 0 h 114"/>
                <a:gd name="T2" fmla="*/ 0 w 1"/>
                <a:gd name="T3" fmla="*/ 0 h 114"/>
                <a:gd name="T4" fmla="*/ 1 w 1"/>
                <a:gd name="T5" fmla="*/ 0 h 114"/>
                <a:gd name="T6" fmla="*/ 0 60000 65536"/>
                <a:gd name="T7" fmla="*/ 0 60000 65536"/>
                <a:gd name="T8" fmla="*/ 0 60000 65536"/>
                <a:gd name="T9" fmla="*/ 0 w 1"/>
                <a:gd name="T10" fmla="*/ 0 h 114"/>
                <a:gd name="T11" fmla="*/ 1 w 1"/>
                <a:gd name="T12" fmla="*/ 114 h 1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14">
                  <a:moveTo>
                    <a:pt x="0" y="0"/>
                  </a:moveTo>
                  <a:lnTo>
                    <a:pt x="0" y="114"/>
                  </a:lnTo>
                  <a:lnTo>
                    <a:pt x="1" y="11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" name="Freeform 40"/>
            <p:cNvSpPr/>
            <p:nvPr/>
          </p:nvSpPr>
          <p:spPr bwMode="auto">
            <a:xfrm>
              <a:off x="3675" y="1830"/>
              <a:ext cx="1" cy="162"/>
            </a:xfrm>
            <a:custGeom>
              <a:avLst/>
              <a:gdLst>
                <a:gd name="T0" fmla="*/ 0 w 1"/>
                <a:gd name="T1" fmla="*/ 0 h 975"/>
                <a:gd name="T2" fmla="*/ 0 w 1"/>
                <a:gd name="T3" fmla="*/ 0 h 975"/>
                <a:gd name="T4" fmla="*/ 1 w 1"/>
                <a:gd name="T5" fmla="*/ 0 h 975"/>
                <a:gd name="T6" fmla="*/ 0 60000 65536"/>
                <a:gd name="T7" fmla="*/ 0 60000 65536"/>
                <a:gd name="T8" fmla="*/ 0 60000 65536"/>
                <a:gd name="T9" fmla="*/ 0 w 1"/>
                <a:gd name="T10" fmla="*/ 0 h 975"/>
                <a:gd name="T11" fmla="*/ 1 w 1"/>
                <a:gd name="T12" fmla="*/ 975 h 9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975">
                  <a:moveTo>
                    <a:pt x="0" y="0"/>
                  </a:moveTo>
                  <a:lnTo>
                    <a:pt x="0" y="975"/>
                  </a:lnTo>
                  <a:lnTo>
                    <a:pt x="1" y="97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5" name="Freeform 41"/>
            <p:cNvSpPr/>
            <p:nvPr/>
          </p:nvSpPr>
          <p:spPr bwMode="auto">
            <a:xfrm>
              <a:off x="3675" y="1792"/>
              <a:ext cx="1" cy="19"/>
            </a:xfrm>
            <a:custGeom>
              <a:avLst/>
              <a:gdLst>
                <a:gd name="T0" fmla="*/ 0 w 1"/>
                <a:gd name="T1" fmla="*/ 0 h 115"/>
                <a:gd name="T2" fmla="*/ 0 w 1"/>
                <a:gd name="T3" fmla="*/ 0 h 115"/>
                <a:gd name="T4" fmla="*/ 1 w 1"/>
                <a:gd name="T5" fmla="*/ 0 h 115"/>
                <a:gd name="T6" fmla="*/ 0 60000 65536"/>
                <a:gd name="T7" fmla="*/ 0 60000 65536"/>
                <a:gd name="T8" fmla="*/ 0 60000 65536"/>
                <a:gd name="T9" fmla="*/ 0 w 1"/>
                <a:gd name="T10" fmla="*/ 0 h 115"/>
                <a:gd name="T11" fmla="*/ 1 w 1"/>
                <a:gd name="T12" fmla="*/ 115 h 1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15">
                  <a:moveTo>
                    <a:pt x="0" y="0"/>
                  </a:moveTo>
                  <a:lnTo>
                    <a:pt x="0" y="115"/>
                  </a:lnTo>
                  <a:lnTo>
                    <a:pt x="1" y="11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6" name="Freeform 42"/>
            <p:cNvSpPr/>
            <p:nvPr/>
          </p:nvSpPr>
          <p:spPr bwMode="auto">
            <a:xfrm>
              <a:off x="1696" y="1852"/>
              <a:ext cx="1" cy="182"/>
            </a:xfrm>
            <a:custGeom>
              <a:avLst/>
              <a:gdLst>
                <a:gd name="T0" fmla="*/ 0 w 1"/>
                <a:gd name="T1" fmla="*/ 0 h 1089"/>
                <a:gd name="T2" fmla="*/ 0 w 1"/>
                <a:gd name="T3" fmla="*/ 0 h 1089"/>
                <a:gd name="T4" fmla="*/ 1 w 1"/>
                <a:gd name="T5" fmla="*/ 0 h 1089"/>
                <a:gd name="T6" fmla="*/ 0 60000 65536"/>
                <a:gd name="T7" fmla="*/ 0 60000 65536"/>
                <a:gd name="T8" fmla="*/ 0 60000 65536"/>
                <a:gd name="T9" fmla="*/ 0 w 1"/>
                <a:gd name="T10" fmla="*/ 0 h 1089"/>
                <a:gd name="T11" fmla="*/ 1 w 1"/>
                <a:gd name="T12" fmla="*/ 1089 h 10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089">
                  <a:moveTo>
                    <a:pt x="0" y="0"/>
                  </a:moveTo>
                  <a:lnTo>
                    <a:pt x="0" y="1089"/>
                  </a:lnTo>
                  <a:lnTo>
                    <a:pt x="1" y="1089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7" name="Freeform 43"/>
            <p:cNvSpPr/>
            <p:nvPr/>
          </p:nvSpPr>
          <p:spPr bwMode="auto">
            <a:xfrm>
              <a:off x="1695" y="1795"/>
              <a:ext cx="1" cy="42"/>
            </a:xfrm>
            <a:custGeom>
              <a:avLst/>
              <a:gdLst>
                <a:gd name="T0" fmla="*/ 0 w 1"/>
                <a:gd name="T1" fmla="*/ 42 h 42"/>
                <a:gd name="T2" fmla="*/ 0 w 1"/>
                <a:gd name="T3" fmla="*/ 0 h 42"/>
                <a:gd name="T4" fmla="*/ 0 60000 65536"/>
                <a:gd name="T5" fmla="*/ 0 60000 65536"/>
                <a:gd name="T6" fmla="*/ 0 w 1"/>
                <a:gd name="T7" fmla="*/ 0 h 42"/>
                <a:gd name="T8" fmla="*/ 1 w 1"/>
                <a:gd name="T9" fmla="*/ 42 h 4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2">
                  <a:moveTo>
                    <a:pt x="0" y="4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" name="Freeform 44"/>
            <p:cNvSpPr/>
            <p:nvPr/>
          </p:nvSpPr>
          <p:spPr bwMode="auto">
            <a:xfrm>
              <a:off x="2649" y="1270"/>
              <a:ext cx="1" cy="250"/>
            </a:xfrm>
            <a:custGeom>
              <a:avLst/>
              <a:gdLst>
                <a:gd name="T0" fmla="*/ 0 w 1"/>
                <a:gd name="T1" fmla="*/ 0 h 1495"/>
                <a:gd name="T2" fmla="*/ 0 w 1"/>
                <a:gd name="T3" fmla="*/ 0 h 1495"/>
                <a:gd name="T4" fmla="*/ 1 w 1"/>
                <a:gd name="T5" fmla="*/ 0 h 1495"/>
                <a:gd name="T6" fmla="*/ 0 60000 65536"/>
                <a:gd name="T7" fmla="*/ 0 60000 65536"/>
                <a:gd name="T8" fmla="*/ 0 60000 65536"/>
                <a:gd name="T9" fmla="*/ 0 w 1"/>
                <a:gd name="T10" fmla="*/ 0 h 1495"/>
                <a:gd name="T11" fmla="*/ 1 w 1"/>
                <a:gd name="T12" fmla="*/ 1495 h 14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495">
                  <a:moveTo>
                    <a:pt x="0" y="0"/>
                  </a:moveTo>
                  <a:lnTo>
                    <a:pt x="0" y="1495"/>
                  </a:lnTo>
                  <a:lnTo>
                    <a:pt x="1" y="149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" name="Freeform 45"/>
            <p:cNvSpPr/>
            <p:nvPr/>
          </p:nvSpPr>
          <p:spPr bwMode="auto">
            <a:xfrm>
              <a:off x="2289" y="1596"/>
              <a:ext cx="1" cy="145"/>
            </a:xfrm>
            <a:custGeom>
              <a:avLst/>
              <a:gdLst>
                <a:gd name="T0" fmla="*/ 0 w 1"/>
                <a:gd name="T1" fmla="*/ 0 h 875"/>
                <a:gd name="T2" fmla="*/ 0 w 1"/>
                <a:gd name="T3" fmla="*/ 0 h 875"/>
                <a:gd name="T4" fmla="*/ 1 w 1"/>
                <a:gd name="T5" fmla="*/ 0 h 875"/>
                <a:gd name="T6" fmla="*/ 0 60000 65536"/>
                <a:gd name="T7" fmla="*/ 0 60000 65536"/>
                <a:gd name="T8" fmla="*/ 0 60000 65536"/>
                <a:gd name="T9" fmla="*/ 0 w 1"/>
                <a:gd name="T10" fmla="*/ 0 h 875"/>
                <a:gd name="T11" fmla="*/ 1 w 1"/>
                <a:gd name="T12" fmla="*/ 875 h 8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75">
                  <a:moveTo>
                    <a:pt x="0" y="0"/>
                  </a:moveTo>
                  <a:lnTo>
                    <a:pt x="0" y="875"/>
                  </a:lnTo>
                  <a:lnTo>
                    <a:pt x="1" y="875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0" name="Freeform 46"/>
            <p:cNvSpPr/>
            <p:nvPr/>
          </p:nvSpPr>
          <p:spPr bwMode="auto">
            <a:xfrm>
              <a:off x="2289" y="1563"/>
              <a:ext cx="1" cy="16"/>
            </a:xfrm>
            <a:custGeom>
              <a:avLst/>
              <a:gdLst>
                <a:gd name="T0" fmla="*/ 0 w 1"/>
                <a:gd name="T1" fmla="*/ 0 h 98"/>
                <a:gd name="T2" fmla="*/ 0 w 1"/>
                <a:gd name="T3" fmla="*/ 0 h 98"/>
                <a:gd name="T4" fmla="*/ 1 w 1"/>
                <a:gd name="T5" fmla="*/ 0 h 98"/>
                <a:gd name="T6" fmla="*/ 0 60000 65536"/>
                <a:gd name="T7" fmla="*/ 0 60000 65536"/>
                <a:gd name="T8" fmla="*/ 0 60000 65536"/>
                <a:gd name="T9" fmla="*/ 0 w 1"/>
                <a:gd name="T10" fmla="*/ 0 h 98"/>
                <a:gd name="T11" fmla="*/ 1 w 1"/>
                <a:gd name="T12" fmla="*/ 98 h 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98">
                  <a:moveTo>
                    <a:pt x="0" y="0"/>
                  </a:moveTo>
                  <a:lnTo>
                    <a:pt x="0" y="98"/>
                  </a:lnTo>
                  <a:lnTo>
                    <a:pt x="1" y="98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1" name="Freeform 47"/>
            <p:cNvSpPr/>
            <p:nvPr/>
          </p:nvSpPr>
          <p:spPr bwMode="auto">
            <a:xfrm>
              <a:off x="2289" y="1254"/>
              <a:ext cx="1" cy="287"/>
            </a:xfrm>
            <a:custGeom>
              <a:avLst/>
              <a:gdLst>
                <a:gd name="T0" fmla="*/ 0 w 1"/>
                <a:gd name="T1" fmla="*/ 0 h 1724"/>
                <a:gd name="T2" fmla="*/ 0 w 1"/>
                <a:gd name="T3" fmla="*/ 0 h 1724"/>
                <a:gd name="T4" fmla="*/ 1 w 1"/>
                <a:gd name="T5" fmla="*/ 0 h 1724"/>
                <a:gd name="T6" fmla="*/ 0 60000 65536"/>
                <a:gd name="T7" fmla="*/ 0 60000 65536"/>
                <a:gd name="T8" fmla="*/ 0 60000 65536"/>
                <a:gd name="T9" fmla="*/ 0 w 1"/>
                <a:gd name="T10" fmla="*/ 0 h 1724"/>
                <a:gd name="T11" fmla="*/ 1 w 1"/>
                <a:gd name="T12" fmla="*/ 1724 h 17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724">
                  <a:moveTo>
                    <a:pt x="0" y="0"/>
                  </a:moveTo>
                  <a:lnTo>
                    <a:pt x="0" y="1724"/>
                  </a:lnTo>
                  <a:lnTo>
                    <a:pt x="1" y="1724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2" name="Freeform 48"/>
            <p:cNvSpPr/>
            <p:nvPr/>
          </p:nvSpPr>
          <p:spPr bwMode="auto">
            <a:xfrm>
              <a:off x="2289" y="1220"/>
              <a:ext cx="1" cy="16"/>
            </a:xfrm>
            <a:custGeom>
              <a:avLst/>
              <a:gdLst>
                <a:gd name="T0" fmla="*/ 0 w 1"/>
                <a:gd name="T1" fmla="*/ 0 h 98"/>
                <a:gd name="T2" fmla="*/ 0 w 1"/>
                <a:gd name="T3" fmla="*/ 0 h 98"/>
                <a:gd name="T4" fmla="*/ 1 w 1"/>
                <a:gd name="T5" fmla="*/ 0 h 98"/>
                <a:gd name="T6" fmla="*/ 0 60000 65536"/>
                <a:gd name="T7" fmla="*/ 0 60000 65536"/>
                <a:gd name="T8" fmla="*/ 0 60000 65536"/>
                <a:gd name="T9" fmla="*/ 0 w 1"/>
                <a:gd name="T10" fmla="*/ 0 h 98"/>
                <a:gd name="T11" fmla="*/ 1 w 1"/>
                <a:gd name="T12" fmla="*/ 98 h 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98">
                  <a:moveTo>
                    <a:pt x="0" y="0"/>
                  </a:moveTo>
                  <a:lnTo>
                    <a:pt x="0" y="98"/>
                  </a:lnTo>
                  <a:lnTo>
                    <a:pt x="1" y="98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3" name="Freeform 49"/>
            <p:cNvSpPr/>
            <p:nvPr/>
          </p:nvSpPr>
          <p:spPr bwMode="auto">
            <a:xfrm>
              <a:off x="2086" y="1396"/>
              <a:ext cx="16" cy="1"/>
            </a:xfrm>
            <a:custGeom>
              <a:avLst/>
              <a:gdLst>
                <a:gd name="T0" fmla="*/ 0 w 99"/>
                <a:gd name="T1" fmla="*/ 0 h 1"/>
                <a:gd name="T2" fmla="*/ 0 w 99"/>
                <a:gd name="T3" fmla="*/ 0 h 1"/>
                <a:gd name="T4" fmla="*/ 0 w 99"/>
                <a:gd name="T5" fmla="*/ 0 h 1"/>
                <a:gd name="T6" fmla="*/ 0 60000 65536"/>
                <a:gd name="T7" fmla="*/ 0 60000 65536"/>
                <a:gd name="T8" fmla="*/ 0 60000 65536"/>
                <a:gd name="T9" fmla="*/ 0 w 99"/>
                <a:gd name="T10" fmla="*/ 0 h 1"/>
                <a:gd name="T11" fmla="*/ 99 w 9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9" h="1">
                  <a:moveTo>
                    <a:pt x="0" y="0"/>
                  </a:moveTo>
                  <a:lnTo>
                    <a:pt x="98" y="0"/>
                  </a:lnTo>
                  <a:lnTo>
                    <a:pt x="9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4" name="Freeform 50"/>
            <p:cNvSpPr/>
            <p:nvPr/>
          </p:nvSpPr>
          <p:spPr bwMode="auto">
            <a:xfrm>
              <a:off x="2125" y="1396"/>
              <a:ext cx="352" cy="1"/>
            </a:xfrm>
            <a:custGeom>
              <a:avLst/>
              <a:gdLst>
                <a:gd name="T0" fmla="*/ 0 w 2116"/>
                <a:gd name="T1" fmla="*/ 0 h 1"/>
                <a:gd name="T2" fmla="*/ 0 w 2116"/>
                <a:gd name="T3" fmla="*/ 0 h 1"/>
                <a:gd name="T4" fmla="*/ 0 w 2116"/>
                <a:gd name="T5" fmla="*/ 0 h 1"/>
                <a:gd name="T6" fmla="*/ 0 60000 65536"/>
                <a:gd name="T7" fmla="*/ 0 60000 65536"/>
                <a:gd name="T8" fmla="*/ 0 60000 65536"/>
                <a:gd name="T9" fmla="*/ 0 w 2116"/>
                <a:gd name="T10" fmla="*/ 0 h 1"/>
                <a:gd name="T11" fmla="*/ 2116 w 21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6" h="1">
                  <a:moveTo>
                    <a:pt x="0" y="0"/>
                  </a:moveTo>
                  <a:lnTo>
                    <a:pt x="2115" y="0"/>
                  </a:lnTo>
                  <a:lnTo>
                    <a:pt x="211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5" name="Freeform 51"/>
            <p:cNvSpPr/>
            <p:nvPr/>
          </p:nvSpPr>
          <p:spPr bwMode="auto">
            <a:xfrm>
              <a:off x="2490" y="1395"/>
              <a:ext cx="30" cy="1"/>
            </a:xfrm>
            <a:custGeom>
              <a:avLst/>
              <a:gdLst>
                <a:gd name="T0" fmla="*/ 30 w 30"/>
                <a:gd name="T1" fmla="*/ 0 h 1"/>
                <a:gd name="T2" fmla="*/ 0 w 30"/>
                <a:gd name="T3" fmla="*/ 1 h 1"/>
                <a:gd name="T4" fmla="*/ 0 w 30"/>
                <a:gd name="T5" fmla="*/ 1 h 1"/>
                <a:gd name="T6" fmla="*/ 0 60000 65536"/>
                <a:gd name="T7" fmla="*/ 0 60000 65536"/>
                <a:gd name="T8" fmla="*/ 0 60000 65536"/>
                <a:gd name="T9" fmla="*/ 0 w 30"/>
                <a:gd name="T10" fmla="*/ 0 h 1"/>
                <a:gd name="T11" fmla="*/ 30 w 3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" h="1">
                  <a:moveTo>
                    <a:pt x="30" y="0"/>
                  </a:moveTo>
                  <a:lnTo>
                    <a:pt x="0" y="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6" name="Freeform 52"/>
            <p:cNvSpPr/>
            <p:nvPr/>
          </p:nvSpPr>
          <p:spPr bwMode="auto">
            <a:xfrm>
              <a:off x="2542" y="1396"/>
              <a:ext cx="309" cy="1"/>
            </a:xfrm>
            <a:custGeom>
              <a:avLst/>
              <a:gdLst>
                <a:gd name="T0" fmla="*/ 0 w 1855"/>
                <a:gd name="T1" fmla="*/ 0 h 1"/>
                <a:gd name="T2" fmla="*/ 0 w 1855"/>
                <a:gd name="T3" fmla="*/ 0 h 1"/>
                <a:gd name="T4" fmla="*/ 0 w 1855"/>
                <a:gd name="T5" fmla="*/ 0 h 1"/>
                <a:gd name="T6" fmla="*/ 0 60000 65536"/>
                <a:gd name="T7" fmla="*/ 0 60000 65536"/>
                <a:gd name="T8" fmla="*/ 0 60000 65536"/>
                <a:gd name="T9" fmla="*/ 0 w 1855"/>
                <a:gd name="T10" fmla="*/ 0 h 1"/>
                <a:gd name="T11" fmla="*/ 1855 w 185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55" h="1">
                  <a:moveTo>
                    <a:pt x="0" y="0"/>
                  </a:moveTo>
                  <a:lnTo>
                    <a:pt x="1854" y="0"/>
                  </a:lnTo>
                  <a:lnTo>
                    <a:pt x="185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7" name="Freeform 53"/>
            <p:cNvSpPr/>
            <p:nvPr/>
          </p:nvSpPr>
          <p:spPr bwMode="auto">
            <a:xfrm>
              <a:off x="2883" y="805"/>
              <a:ext cx="82" cy="82"/>
            </a:xfrm>
            <a:custGeom>
              <a:avLst/>
              <a:gdLst>
                <a:gd name="T0" fmla="*/ 0 w 488"/>
                <a:gd name="T1" fmla="*/ 0 h 488"/>
                <a:gd name="T2" fmla="*/ 0 w 488"/>
                <a:gd name="T3" fmla="*/ 0 h 488"/>
                <a:gd name="T4" fmla="*/ 0 w 488"/>
                <a:gd name="T5" fmla="*/ 0 h 488"/>
                <a:gd name="T6" fmla="*/ 0 60000 65536"/>
                <a:gd name="T7" fmla="*/ 0 60000 65536"/>
                <a:gd name="T8" fmla="*/ 0 60000 65536"/>
                <a:gd name="T9" fmla="*/ 0 w 488"/>
                <a:gd name="T10" fmla="*/ 0 h 488"/>
                <a:gd name="T11" fmla="*/ 488 w 488"/>
                <a:gd name="T12" fmla="*/ 488 h 4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8" h="488">
                  <a:moveTo>
                    <a:pt x="0" y="488"/>
                  </a:moveTo>
                  <a:lnTo>
                    <a:pt x="487" y="0"/>
                  </a:lnTo>
                  <a:lnTo>
                    <a:pt x="48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8" name="Freeform 54"/>
            <p:cNvSpPr/>
            <p:nvPr/>
          </p:nvSpPr>
          <p:spPr bwMode="auto">
            <a:xfrm>
              <a:off x="2883" y="894"/>
              <a:ext cx="149" cy="148"/>
            </a:xfrm>
            <a:custGeom>
              <a:avLst/>
              <a:gdLst>
                <a:gd name="T0" fmla="*/ 0 w 891"/>
                <a:gd name="T1" fmla="*/ 0 h 891"/>
                <a:gd name="T2" fmla="*/ 0 w 891"/>
                <a:gd name="T3" fmla="*/ 0 h 891"/>
                <a:gd name="T4" fmla="*/ 0 w 891"/>
                <a:gd name="T5" fmla="*/ 0 h 891"/>
                <a:gd name="T6" fmla="*/ 0 60000 65536"/>
                <a:gd name="T7" fmla="*/ 0 60000 65536"/>
                <a:gd name="T8" fmla="*/ 0 60000 65536"/>
                <a:gd name="T9" fmla="*/ 0 w 891"/>
                <a:gd name="T10" fmla="*/ 0 h 891"/>
                <a:gd name="T11" fmla="*/ 891 w 891"/>
                <a:gd name="T12" fmla="*/ 891 h 8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1" h="891">
                  <a:moveTo>
                    <a:pt x="0" y="891"/>
                  </a:moveTo>
                  <a:lnTo>
                    <a:pt x="890" y="0"/>
                  </a:lnTo>
                  <a:lnTo>
                    <a:pt x="89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9" name="Freeform 55"/>
            <p:cNvSpPr/>
            <p:nvPr/>
          </p:nvSpPr>
          <p:spPr bwMode="auto">
            <a:xfrm>
              <a:off x="2976" y="956"/>
              <a:ext cx="149" cy="149"/>
            </a:xfrm>
            <a:custGeom>
              <a:avLst/>
              <a:gdLst>
                <a:gd name="T0" fmla="*/ 0 w 892"/>
                <a:gd name="T1" fmla="*/ 0 h 892"/>
                <a:gd name="T2" fmla="*/ 0 w 892"/>
                <a:gd name="T3" fmla="*/ 0 h 892"/>
                <a:gd name="T4" fmla="*/ 0 w 892"/>
                <a:gd name="T5" fmla="*/ 0 h 892"/>
                <a:gd name="T6" fmla="*/ 0 60000 65536"/>
                <a:gd name="T7" fmla="*/ 0 60000 65536"/>
                <a:gd name="T8" fmla="*/ 0 60000 65536"/>
                <a:gd name="T9" fmla="*/ 0 w 892"/>
                <a:gd name="T10" fmla="*/ 0 h 892"/>
                <a:gd name="T11" fmla="*/ 892 w 892"/>
                <a:gd name="T12" fmla="*/ 892 h 8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2" h="892">
                  <a:moveTo>
                    <a:pt x="0" y="892"/>
                  </a:moveTo>
                  <a:lnTo>
                    <a:pt x="891" y="0"/>
                  </a:lnTo>
                  <a:lnTo>
                    <a:pt x="89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0" name="Freeform 56"/>
            <p:cNvSpPr/>
            <p:nvPr/>
          </p:nvSpPr>
          <p:spPr bwMode="auto">
            <a:xfrm>
              <a:off x="3132" y="956"/>
              <a:ext cx="148" cy="149"/>
            </a:xfrm>
            <a:custGeom>
              <a:avLst/>
              <a:gdLst>
                <a:gd name="T0" fmla="*/ 0 w 891"/>
                <a:gd name="T1" fmla="*/ 0 h 892"/>
                <a:gd name="T2" fmla="*/ 0 w 891"/>
                <a:gd name="T3" fmla="*/ 0 h 892"/>
                <a:gd name="T4" fmla="*/ 0 w 891"/>
                <a:gd name="T5" fmla="*/ 0 h 892"/>
                <a:gd name="T6" fmla="*/ 0 60000 65536"/>
                <a:gd name="T7" fmla="*/ 0 60000 65536"/>
                <a:gd name="T8" fmla="*/ 0 60000 65536"/>
                <a:gd name="T9" fmla="*/ 0 w 891"/>
                <a:gd name="T10" fmla="*/ 0 h 892"/>
                <a:gd name="T11" fmla="*/ 891 w 891"/>
                <a:gd name="T12" fmla="*/ 892 h 8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1" h="892">
                  <a:moveTo>
                    <a:pt x="0" y="892"/>
                  </a:moveTo>
                  <a:lnTo>
                    <a:pt x="890" y="0"/>
                  </a:lnTo>
                  <a:lnTo>
                    <a:pt x="89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" name="Freeform 57"/>
            <p:cNvSpPr/>
            <p:nvPr/>
          </p:nvSpPr>
          <p:spPr bwMode="auto">
            <a:xfrm>
              <a:off x="3180" y="1063"/>
              <a:ext cx="149" cy="149"/>
            </a:xfrm>
            <a:custGeom>
              <a:avLst/>
              <a:gdLst>
                <a:gd name="T0" fmla="*/ 0 w 891"/>
                <a:gd name="T1" fmla="*/ 0 h 891"/>
                <a:gd name="T2" fmla="*/ 0 w 891"/>
                <a:gd name="T3" fmla="*/ 0 h 891"/>
                <a:gd name="T4" fmla="*/ 0 w 891"/>
                <a:gd name="T5" fmla="*/ 0 h 891"/>
                <a:gd name="T6" fmla="*/ 0 60000 65536"/>
                <a:gd name="T7" fmla="*/ 0 60000 65536"/>
                <a:gd name="T8" fmla="*/ 0 60000 65536"/>
                <a:gd name="T9" fmla="*/ 0 w 891"/>
                <a:gd name="T10" fmla="*/ 0 h 891"/>
                <a:gd name="T11" fmla="*/ 891 w 891"/>
                <a:gd name="T12" fmla="*/ 891 h 8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1" h="891">
                  <a:moveTo>
                    <a:pt x="0" y="891"/>
                  </a:moveTo>
                  <a:lnTo>
                    <a:pt x="890" y="0"/>
                  </a:lnTo>
                  <a:lnTo>
                    <a:pt x="89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2" name="Freeform 58"/>
            <p:cNvSpPr/>
            <p:nvPr/>
          </p:nvSpPr>
          <p:spPr bwMode="auto">
            <a:xfrm>
              <a:off x="3180" y="1219"/>
              <a:ext cx="149" cy="149"/>
            </a:xfrm>
            <a:custGeom>
              <a:avLst/>
              <a:gdLst>
                <a:gd name="T0" fmla="*/ 0 w 891"/>
                <a:gd name="T1" fmla="*/ 0 h 892"/>
                <a:gd name="T2" fmla="*/ 0 w 891"/>
                <a:gd name="T3" fmla="*/ 0 h 892"/>
                <a:gd name="T4" fmla="*/ 0 w 891"/>
                <a:gd name="T5" fmla="*/ 0 h 892"/>
                <a:gd name="T6" fmla="*/ 0 60000 65536"/>
                <a:gd name="T7" fmla="*/ 0 60000 65536"/>
                <a:gd name="T8" fmla="*/ 0 60000 65536"/>
                <a:gd name="T9" fmla="*/ 0 w 891"/>
                <a:gd name="T10" fmla="*/ 0 h 892"/>
                <a:gd name="T11" fmla="*/ 891 w 891"/>
                <a:gd name="T12" fmla="*/ 892 h 8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1" h="892">
                  <a:moveTo>
                    <a:pt x="0" y="892"/>
                  </a:moveTo>
                  <a:lnTo>
                    <a:pt x="890" y="0"/>
                  </a:lnTo>
                  <a:lnTo>
                    <a:pt x="89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3" name="Freeform 59"/>
            <p:cNvSpPr/>
            <p:nvPr/>
          </p:nvSpPr>
          <p:spPr bwMode="auto">
            <a:xfrm>
              <a:off x="3180" y="1375"/>
              <a:ext cx="149" cy="148"/>
            </a:xfrm>
            <a:custGeom>
              <a:avLst/>
              <a:gdLst>
                <a:gd name="T0" fmla="*/ 0 w 891"/>
                <a:gd name="T1" fmla="*/ 0 h 891"/>
                <a:gd name="T2" fmla="*/ 0 w 891"/>
                <a:gd name="T3" fmla="*/ 0 h 891"/>
                <a:gd name="T4" fmla="*/ 0 w 891"/>
                <a:gd name="T5" fmla="*/ 0 h 891"/>
                <a:gd name="T6" fmla="*/ 0 60000 65536"/>
                <a:gd name="T7" fmla="*/ 0 60000 65536"/>
                <a:gd name="T8" fmla="*/ 0 60000 65536"/>
                <a:gd name="T9" fmla="*/ 0 w 891"/>
                <a:gd name="T10" fmla="*/ 0 h 891"/>
                <a:gd name="T11" fmla="*/ 891 w 891"/>
                <a:gd name="T12" fmla="*/ 891 h 8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1" h="891">
                  <a:moveTo>
                    <a:pt x="0" y="891"/>
                  </a:moveTo>
                  <a:lnTo>
                    <a:pt x="890" y="0"/>
                  </a:lnTo>
                  <a:lnTo>
                    <a:pt x="89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4" name="Freeform 60"/>
            <p:cNvSpPr/>
            <p:nvPr/>
          </p:nvSpPr>
          <p:spPr bwMode="auto">
            <a:xfrm>
              <a:off x="3180" y="1530"/>
              <a:ext cx="149" cy="149"/>
            </a:xfrm>
            <a:custGeom>
              <a:avLst/>
              <a:gdLst>
                <a:gd name="T0" fmla="*/ 0 w 891"/>
                <a:gd name="T1" fmla="*/ 0 h 891"/>
                <a:gd name="T2" fmla="*/ 0 w 891"/>
                <a:gd name="T3" fmla="*/ 0 h 891"/>
                <a:gd name="T4" fmla="*/ 0 w 891"/>
                <a:gd name="T5" fmla="*/ 0 h 891"/>
                <a:gd name="T6" fmla="*/ 0 60000 65536"/>
                <a:gd name="T7" fmla="*/ 0 60000 65536"/>
                <a:gd name="T8" fmla="*/ 0 60000 65536"/>
                <a:gd name="T9" fmla="*/ 0 w 891"/>
                <a:gd name="T10" fmla="*/ 0 h 891"/>
                <a:gd name="T11" fmla="*/ 891 w 891"/>
                <a:gd name="T12" fmla="*/ 891 h 8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1" h="891">
                  <a:moveTo>
                    <a:pt x="0" y="891"/>
                  </a:moveTo>
                  <a:lnTo>
                    <a:pt x="890" y="0"/>
                  </a:lnTo>
                  <a:lnTo>
                    <a:pt x="89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5" name="Freeform 61"/>
            <p:cNvSpPr/>
            <p:nvPr/>
          </p:nvSpPr>
          <p:spPr bwMode="auto">
            <a:xfrm>
              <a:off x="3180" y="1682"/>
              <a:ext cx="153" cy="153"/>
            </a:xfrm>
            <a:custGeom>
              <a:avLst/>
              <a:gdLst>
                <a:gd name="T0" fmla="*/ 0 w 916"/>
                <a:gd name="T1" fmla="*/ 0 h 916"/>
                <a:gd name="T2" fmla="*/ 0 w 916"/>
                <a:gd name="T3" fmla="*/ 0 h 916"/>
                <a:gd name="T4" fmla="*/ 0 w 916"/>
                <a:gd name="T5" fmla="*/ 0 h 916"/>
                <a:gd name="T6" fmla="*/ 0 60000 65536"/>
                <a:gd name="T7" fmla="*/ 0 60000 65536"/>
                <a:gd name="T8" fmla="*/ 0 60000 65536"/>
                <a:gd name="T9" fmla="*/ 0 w 916"/>
                <a:gd name="T10" fmla="*/ 0 h 916"/>
                <a:gd name="T11" fmla="*/ 916 w 916"/>
                <a:gd name="T12" fmla="*/ 916 h 9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6" h="916">
                  <a:moveTo>
                    <a:pt x="0" y="916"/>
                  </a:moveTo>
                  <a:lnTo>
                    <a:pt x="915" y="0"/>
                  </a:lnTo>
                  <a:lnTo>
                    <a:pt x="91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6" name="Freeform 62"/>
            <p:cNvSpPr/>
            <p:nvPr/>
          </p:nvSpPr>
          <p:spPr bwMode="auto">
            <a:xfrm>
              <a:off x="3278" y="1693"/>
              <a:ext cx="199" cy="204"/>
            </a:xfrm>
            <a:custGeom>
              <a:avLst/>
              <a:gdLst>
                <a:gd name="T0" fmla="*/ 0 w 199"/>
                <a:gd name="T1" fmla="*/ 204 h 204"/>
                <a:gd name="T2" fmla="*/ 199 w 199"/>
                <a:gd name="T3" fmla="*/ 0 h 204"/>
                <a:gd name="T4" fmla="*/ 199 w 199"/>
                <a:gd name="T5" fmla="*/ 0 h 204"/>
                <a:gd name="T6" fmla="*/ 0 60000 65536"/>
                <a:gd name="T7" fmla="*/ 0 60000 65536"/>
                <a:gd name="T8" fmla="*/ 0 60000 65536"/>
                <a:gd name="T9" fmla="*/ 0 w 199"/>
                <a:gd name="T10" fmla="*/ 0 h 204"/>
                <a:gd name="T11" fmla="*/ 199 w 199"/>
                <a:gd name="T12" fmla="*/ 204 h 2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9" h="204">
                  <a:moveTo>
                    <a:pt x="0" y="204"/>
                  </a:moveTo>
                  <a:lnTo>
                    <a:pt x="19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7" name="Freeform 63"/>
            <p:cNvSpPr/>
            <p:nvPr/>
          </p:nvSpPr>
          <p:spPr bwMode="auto">
            <a:xfrm>
              <a:off x="3427" y="1806"/>
              <a:ext cx="93" cy="93"/>
            </a:xfrm>
            <a:custGeom>
              <a:avLst/>
              <a:gdLst>
                <a:gd name="T0" fmla="*/ 0 w 93"/>
                <a:gd name="T1" fmla="*/ 93 h 93"/>
                <a:gd name="T2" fmla="*/ 93 w 93"/>
                <a:gd name="T3" fmla="*/ 0 h 93"/>
                <a:gd name="T4" fmla="*/ 93 w 93"/>
                <a:gd name="T5" fmla="*/ 0 h 93"/>
                <a:gd name="T6" fmla="*/ 0 60000 65536"/>
                <a:gd name="T7" fmla="*/ 0 60000 65536"/>
                <a:gd name="T8" fmla="*/ 0 60000 65536"/>
                <a:gd name="T9" fmla="*/ 0 w 93"/>
                <a:gd name="T10" fmla="*/ 0 h 93"/>
                <a:gd name="T11" fmla="*/ 93 w 93"/>
                <a:gd name="T12" fmla="*/ 93 h 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3" h="93">
                  <a:moveTo>
                    <a:pt x="0" y="93"/>
                  </a:moveTo>
                  <a:lnTo>
                    <a:pt x="9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8" name="Line 64"/>
            <p:cNvSpPr>
              <a:spLocks noChangeShapeType="1"/>
            </p:cNvSpPr>
            <p:nvPr/>
          </p:nvSpPr>
          <p:spPr bwMode="auto">
            <a:xfrm>
              <a:off x="2338" y="795"/>
              <a:ext cx="71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9" name="Line 65"/>
            <p:cNvSpPr>
              <a:spLocks noChangeShapeType="1"/>
            </p:cNvSpPr>
            <p:nvPr/>
          </p:nvSpPr>
          <p:spPr bwMode="auto">
            <a:xfrm>
              <a:off x="2338" y="786"/>
              <a:ext cx="0" cy="10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0" name="Line 66"/>
            <p:cNvSpPr>
              <a:spLocks noChangeShapeType="1"/>
            </p:cNvSpPr>
            <p:nvPr/>
          </p:nvSpPr>
          <p:spPr bwMode="auto">
            <a:xfrm>
              <a:off x="3034" y="791"/>
              <a:ext cx="0" cy="1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" name="Line 67"/>
            <p:cNvSpPr>
              <a:spLocks noChangeShapeType="1"/>
            </p:cNvSpPr>
            <p:nvPr/>
          </p:nvSpPr>
          <p:spPr bwMode="auto">
            <a:xfrm flipH="1">
              <a:off x="1435" y="1693"/>
              <a:ext cx="114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2" name="Line 68"/>
            <p:cNvSpPr>
              <a:spLocks noChangeShapeType="1"/>
            </p:cNvSpPr>
            <p:nvPr/>
          </p:nvSpPr>
          <p:spPr bwMode="auto">
            <a:xfrm>
              <a:off x="3326" y="978"/>
              <a:ext cx="0" cy="68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3" name="Line 69"/>
            <p:cNvSpPr>
              <a:spLocks noChangeShapeType="1"/>
            </p:cNvSpPr>
            <p:nvPr/>
          </p:nvSpPr>
          <p:spPr bwMode="auto">
            <a:xfrm flipV="1">
              <a:off x="2040" y="1011"/>
              <a:ext cx="0" cy="1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" name="Line 70"/>
            <p:cNvSpPr>
              <a:spLocks noChangeShapeType="1"/>
            </p:cNvSpPr>
            <p:nvPr/>
          </p:nvSpPr>
          <p:spPr bwMode="auto">
            <a:xfrm flipH="1">
              <a:off x="2107" y="954"/>
              <a:ext cx="48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" name="Freeform 71"/>
            <p:cNvSpPr/>
            <p:nvPr/>
          </p:nvSpPr>
          <p:spPr bwMode="auto">
            <a:xfrm>
              <a:off x="1398" y="1897"/>
              <a:ext cx="2587" cy="3"/>
            </a:xfrm>
            <a:custGeom>
              <a:avLst/>
              <a:gdLst>
                <a:gd name="T0" fmla="*/ 0 w 2587"/>
                <a:gd name="T1" fmla="*/ 0 h 3"/>
                <a:gd name="T2" fmla="*/ 2587 w 2587"/>
                <a:gd name="T3" fmla="*/ 3 h 3"/>
                <a:gd name="T4" fmla="*/ 0 60000 65536"/>
                <a:gd name="T5" fmla="*/ 0 60000 65536"/>
                <a:gd name="T6" fmla="*/ 0 w 2587"/>
                <a:gd name="T7" fmla="*/ 0 h 3"/>
                <a:gd name="T8" fmla="*/ 2587 w 2587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87" h="3">
                  <a:moveTo>
                    <a:pt x="0" y="0"/>
                  </a:moveTo>
                  <a:lnTo>
                    <a:pt x="2587" y="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" name="Oval 72"/>
            <p:cNvSpPr>
              <a:spLocks noChangeArrowheads="1"/>
            </p:cNvSpPr>
            <p:nvPr/>
          </p:nvSpPr>
          <p:spPr bwMode="auto">
            <a:xfrm>
              <a:off x="2582" y="1327"/>
              <a:ext cx="129" cy="13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7" name="Line 73"/>
            <p:cNvSpPr>
              <a:spLocks noChangeShapeType="1"/>
            </p:cNvSpPr>
            <p:nvPr/>
          </p:nvSpPr>
          <p:spPr bwMode="auto">
            <a:xfrm>
              <a:off x="1872" y="1534"/>
              <a:ext cx="341" cy="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8" name="Line 74"/>
            <p:cNvSpPr>
              <a:spLocks noChangeShapeType="1"/>
            </p:cNvSpPr>
            <p:nvPr/>
          </p:nvSpPr>
          <p:spPr bwMode="auto">
            <a:xfrm flipV="1">
              <a:off x="1867" y="1160"/>
              <a:ext cx="346" cy="9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Line 75"/>
            <p:cNvSpPr>
              <a:spLocks noChangeShapeType="1"/>
            </p:cNvSpPr>
            <p:nvPr/>
          </p:nvSpPr>
          <p:spPr bwMode="auto">
            <a:xfrm flipH="1" flipV="1">
              <a:off x="2362" y="1160"/>
              <a:ext cx="350" cy="10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0" name="Line 76"/>
            <p:cNvSpPr>
              <a:spLocks noChangeShapeType="1"/>
            </p:cNvSpPr>
            <p:nvPr/>
          </p:nvSpPr>
          <p:spPr bwMode="auto">
            <a:xfrm flipH="1">
              <a:off x="2366" y="1539"/>
              <a:ext cx="336" cy="9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1" name="Arc 77"/>
            <p:cNvSpPr/>
            <p:nvPr/>
          </p:nvSpPr>
          <p:spPr bwMode="auto">
            <a:xfrm flipV="1">
              <a:off x="2046" y="2289"/>
              <a:ext cx="1286" cy="1277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17827" y="332"/>
                  </a:moveTo>
                  <a:cubicBezTo>
                    <a:pt x="19072" y="111"/>
                    <a:pt x="20335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21519"/>
                    <a:pt x="0" y="21439"/>
                    <a:pt x="1" y="21360"/>
                  </a:cubicBezTo>
                </a:path>
                <a:path w="43200" h="43200" stroke="0" extrusionOk="0">
                  <a:moveTo>
                    <a:pt x="17827" y="332"/>
                  </a:moveTo>
                  <a:cubicBezTo>
                    <a:pt x="19072" y="111"/>
                    <a:pt x="20335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21519"/>
                    <a:pt x="0" y="21439"/>
                    <a:pt x="1" y="2136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" name="Arc 78"/>
            <p:cNvSpPr/>
            <p:nvPr/>
          </p:nvSpPr>
          <p:spPr bwMode="auto">
            <a:xfrm>
              <a:off x="2351" y="2589"/>
              <a:ext cx="679" cy="669"/>
            </a:xfrm>
            <a:custGeom>
              <a:avLst/>
              <a:gdLst>
                <a:gd name="T0" fmla="*/ 0 w 42284"/>
                <a:gd name="T1" fmla="*/ 0 h 42230"/>
                <a:gd name="T2" fmla="*/ 0 w 42284"/>
                <a:gd name="T3" fmla="*/ 0 h 42230"/>
                <a:gd name="T4" fmla="*/ 0 w 42284"/>
                <a:gd name="T5" fmla="*/ 0 h 42230"/>
                <a:gd name="T6" fmla="*/ 0 60000 65536"/>
                <a:gd name="T7" fmla="*/ 0 60000 65536"/>
                <a:gd name="T8" fmla="*/ 0 60000 65536"/>
                <a:gd name="T9" fmla="*/ 0 w 42284"/>
                <a:gd name="T10" fmla="*/ 0 h 42230"/>
                <a:gd name="T11" fmla="*/ 42284 w 42284"/>
                <a:gd name="T12" fmla="*/ 42230 h 4223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284" h="42230" fill="none" extrusionOk="0">
                  <a:moveTo>
                    <a:pt x="-1" y="15377"/>
                  </a:moveTo>
                  <a:cubicBezTo>
                    <a:pt x="2745" y="6249"/>
                    <a:pt x="11151" y="-1"/>
                    <a:pt x="20684" y="0"/>
                  </a:cubicBezTo>
                  <a:cubicBezTo>
                    <a:pt x="32613" y="0"/>
                    <a:pt x="42284" y="9670"/>
                    <a:pt x="42284" y="21600"/>
                  </a:cubicBezTo>
                  <a:cubicBezTo>
                    <a:pt x="42284" y="31064"/>
                    <a:pt x="36122" y="39426"/>
                    <a:pt x="27083" y="42230"/>
                  </a:cubicBezTo>
                </a:path>
                <a:path w="42284" h="42230" stroke="0" extrusionOk="0">
                  <a:moveTo>
                    <a:pt x="-1" y="15377"/>
                  </a:moveTo>
                  <a:cubicBezTo>
                    <a:pt x="2745" y="6249"/>
                    <a:pt x="11151" y="-1"/>
                    <a:pt x="20684" y="0"/>
                  </a:cubicBezTo>
                  <a:cubicBezTo>
                    <a:pt x="32613" y="0"/>
                    <a:pt x="42284" y="9670"/>
                    <a:pt x="42284" y="21600"/>
                  </a:cubicBezTo>
                  <a:cubicBezTo>
                    <a:pt x="42284" y="31064"/>
                    <a:pt x="36122" y="39426"/>
                    <a:pt x="27083" y="42230"/>
                  </a:cubicBezTo>
                  <a:lnTo>
                    <a:pt x="20684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3" name="Arc 79"/>
            <p:cNvSpPr/>
            <p:nvPr/>
          </p:nvSpPr>
          <p:spPr bwMode="auto">
            <a:xfrm>
              <a:off x="2503" y="2734"/>
              <a:ext cx="378" cy="369"/>
            </a:xfrm>
            <a:custGeom>
              <a:avLst/>
              <a:gdLst>
                <a:gd name="T0" fmla="*/ 0 w 41401"/>
                <a:gd name="T1" fmla="*/ 0 h 41476"/>
                <a:gd name="T2" fmla="*/ 0 w 41401"/>
                <a:gd name="T3" fmla="*/ 0 h 41476"/>
                <a:gd name="T4" fmla="*/ 0 w 41401"/>
                <a:gd name="T5" fmla="*/ 0 h 41476"/>
                <a:gd name="T6" fmla="*/ 0 60000 65536"/>
                <a:gd name="T7" fmla="*/ 0 60000 65536"/>
                <a:gd name="T8" fmla="*/ 0 60000 65536"/>
                <a:gd name="T9" fmla="*/ 0 w 41401"/>
                <a:gd name="T10" fmla="*/ 0 h 41476"/>
                <a:gd name="T11" fmla="*/ 41401 w 41401"/>
                <a:gd name="T12" fmla="*/ 41476 h 414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401" h="41476" fill="none" extrusionOk="0">
                  <a:moveTo>
                    <a:pt x="-1" y="12969"/>
                  </a:moveTo>
                  <a:cubicBezTo>
                    <a:pt x="3432" y="5093"/>
                    <a:pt x="11208" y="-1"/>
                    <a:pt x="19801" y="0"/>
                  </a:cubicBezTo>
                  <a:cubicBezTo>
                    <a:pt x="31730" y="0"/>
                    <a:pt x="41401" y="9670"/>
                    <a:pt x="41401" y="21600"/>
                  </a:cubicBezTo>
                  <a:cubicBezTo>
                    <a:pt x="41401" y="30261"/>
                    <a:pt x="36227" y="38085"/>
                    <a:pt x="28257" y="41476"/>
                  </a:cubicBezTo>
                </a:path>
                <a:path w="41401" h="41476" stroke="0" extrusionOk="0">
                  <a:moveTo>
                    <a:pt x="-1" y="12969"/>
                  </a:moveTo>
                  <a:cubicBezTo>
                    <a:pt x="3432" y="5093"/>
                    <a:pt x="11208" y="-1"/>
                    <a:pt x="19801" y="0"/>
                  </a:cubicBezTo>
                  <a:cubicBezTo>
                    <a:pt x="31730" y="0"/>
                    <a:pt x="41401" y="9670"/>
                    <a:pt x="41401" y="21600"/>
                  </a:cubicBezTo>
                  <a:cubicBezTo>
                    <a:pt x="41401" y="30261"/>
                    <a:pt x="36227" y="38085"/>
                    <a:pt x="28257" y="41476"/>
                  </a:cubicBezTo>
                  <a:lnTo>
                    <a:pt x="19801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4" name="Arc 80"/>
            <p:cNvSpPr/>
            <p:nvPr/>
          </p:nvSpPr>
          <p:spPr bwMode="auto">
            <a:xfrm flipH="1">
              <a:off x="3517" y="2772"/>
              <a:ext cx="163" cy="308"/>
            </a:xfrm>
            <a:custGeom>
              <a:avLst/>
              <a:gdLst>
                <a:gd name="T0" fmla="*/ 0 w 22799"/>
                <a:gd name="T1" fmla="*/ 0 h 43200"/>
                <a:gd name="T2" fmla="*/ 0 w 22799"/>
                <a:gd name="T3" fmla="*/ 0 h 43200"/>
                <a:gd name="T4" fmla="*/ 0 w 22799"/>
                <a:gd name="T5" fmla="*/ 0 h 43200"/>
                <a:gd name="T6" fmla="*/ 0 60000 65536"/>
                <a:gd name="T7" fmla="*/ 0 60000 65536"/>
                <a:gd name="T8" fmla="*/ 0 60000 65536"/>
                <a:gd name="T9" fmla="*/ 0 w 22799"/>
                <a:gd name="T10" fmla="*/ 0 h 43200"/>
                <a:gd name="T11" fmla="*/ 22799 w 22799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799" h="43200" fill="none" extrusionOk="0">
                  <a:moveTo>
                    <a:pt x="1198" y="0"/>
                  </a:moveTo>
                  <a:cubicBezTo>
                    <a:pt x="13128" y="0"/>
                    <a:pt x="22799" y="9670"/>
                    <a:pt x="22799" y="21600"/>
                  </a:cubicBezTo>
                  <a:cubicBezTo>
                    <a:pt x="22799" y="33529"/>
                    <a:pt x="13128" y="43200"/>
                    <a:pt x="1199" y="43200"/>
                  </a:cubicBezTo>
                  <a:cubicBezTo>
                    <a:pt x="799" y="43200"/>
                    <a:pt x="399" y="43188"/>
                    <a:pt x="0" y="43166"/>
                  </a:cubicBezTo>
                </a:path>
                <a:path w="22799" h="43200" stroke="0" extrusionOk="0">
                  <a:moveTo>
                    <a:pt x="1198" y="0"/>
                  </a:moveTo>
                  <a:cubicBezTo>
                    <a:pt x="13128" y="0"/>
                    <a:pt x="22799" y="9670"/>
                    <a:pt x="22799" y="21600"/>
                  </a:cubicBezTo>
                  <a:cubicBezTo>
                    <a:pt x="22799" y="33529"/>
                    <a:pt x="13128" y="43200"/>
                    <a:pt x="1199" y="43200"/>
                  </a:cubicBezTo>
                  <a:cubicBezTo>
                    <a:pt x="799" y="43200"/>
                    <a:pt x="399" y="43188"/>
                    <a:pt x="0" y="43166"/>
                  </a:cubicBezTo>
                  <a:lnTo>
                    <a:pt x="1199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5" name="Arc 81"/>
            <p:cNvSpPr/>
            <p:nvPr/>
          </p:nvSpPr>
          <p:spPr bwMode="auto">
            <a:xfrm>
              <a:off x="1688" y="2771"/>
              <a:ext cx="163" cy="308"/>
            </a:xfrm>
            <a:custGeom>
              <a:avLst/>
              <a:gdLst>
                <a:gd name="T0" fmla="*/ 0 w 22799"/>
                <a:gd name="T1" fmla="*/ 0 h 43200"/>
                <a:gd name="T2" fmla="*/ 0 w 22799"/>
                <a:gd name="T3" fmla="*/ 0 h 43200"/>
                <a:gd name="T4" fmla="*/ 0 w 22799"/>
                <a:gd name="T5" fmla="*/ 0 h 43200"/>
                <a:gd name="T6" fmla="*/ 0 60000 65536"/>
                <a:gd name="T7" fmla="*/ 0 60000 65536"/>
                <a:gd name="T8" fmla="*/ 0 60000 65536"/>
                <a:gd name="T9" fmla="*/ 0 w 22799"/>
                <a:gd name="T10" fmla="*/ 0 h 43200"/>
                <a:gd name="T11" fmla="*/ 22799 w 22799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799" h="43200" fill="none" extrusionOk="0">
                  <a:moveTo>
                    <a:pt x="1198" y="0"/>
                  </a:moveTo>
                  <a:cubicBezTo>
                    <a:pt x="13128" y="0"/>
                    <a:pt x="22799" y="9670"/>
                    <a:pt x="22799" y="21600"/>
                  </a:cubicBezTo>
                  <a:cubicBezTo>
                    <a:pt x="22799" y="33529"/>
                    <a:pt x="13128" y="43200"/>
                    <a:pt x="1199" y="43200"/>
                  </a:cubicBezTo>
                  <a:cubicBezTo>
                    <a:pt x="799" y="43200"/>
                    <a:pt x="399" y="43188"/>
                    <a:pt x="0" y="43166"/>
                  </a:cubicBezTo>
                </a:path>
                <a:path w="22799" h="43200" stroke="0" extrusionOk="0">
                  <a:moveTo>
                    <a:pt x="1198" y="0"/>
                  </a:moveTo>
                  <a:cubicBezTo>
                    <a:pt x="13128" y="0"/>
                    <a:pt x="22799" y="9670"/>
                    <a:pt x="22799" y="21600"/>
                  </a:cubicBezTo>
                  <a:cubicBezTo>
                    <a:pt x="22799" y="33529"/>
                    <a:pt x="13128" y="43200"/>
                    <a:pt x="1199" y="43200"/>
                  </a:cubicBezTo>
                  <a:cubicBezTo>
                    <a:pt x="799" y="43200"/>
                    <a:pt x="399" y="43188"/>
                    <a:pt x="0" y="43166"/>
                  </a:cubicBezTo>
                  <a:lnTo>
                    <a:pt x="1199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6" name="Arc 82"/>
            <p:cNvSpPr/>
            <p:nvPr/>
          </p:nvSpPr>
          <p:spPr bwMode="auto">
            <a:xfrm flipH="1" flipV="1">
              <a:off x="2189" y="2772"/>
              <a:ext cx="494" cy="640"/>
            </a:xfrm>
            <a:custGeom>
              <a:avLst/>
              <a:gdLst>
                <a:gd name="T0" fmla="*/ 0 w 21600"/>
                <a:gd name="T1" fmla="*/ 0 h 28283"/>
                <a:gd name="T2" fmla="*/ 0 w 21600"/>
                <a:gd name="T3" fmla="*/ 0 h 28283"/>
                <a:gd name="T4" fmla="*/ 0 w 21600"/>
                <a:gd name="T5" fmla="*/ 0 h 2828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8283"/>
                <a:gd name="T11" fmla="*/ 21600 w 21600"/>
                <a:gd name="T12" fmla="*/ 28283 h 282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8283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3869"/>
                    <a:pt x="21242" y="26124"/>
                    <a:pt x="20540" y="28283"/>
                  </a:cubicBezTo>
                </a:path>
                <a:path w="21600" h="28283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3869"/>
                    <a:pt x="21242" y="26124"/>
                    <a:pt x="20540" y="2828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7" name="Arc 83"/>
            <p:cNvSpPr/>
            <p:nvPr/>
          </p:nvSpPr>
          <p:spPr bwMode="auto">
            <a:xfrm>
              <a:off x="2755" y="3708"/>
              <a:ext cx="47" cy="4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8" name="Freeform 84"/>
            <p:cNvSpPr/>
            <p:nvPr/>
          </p:nvSpPr>
          <p:spPr bwMode="auto">
            <a:xfrm>
              <a:off x="1402" y="2602"/>
              <a:ext cx="1" cy="174"/>
            </a:xfrm>
            <a:custGeom>
              <a:avLst/>
              <a:gdLst>
                <a:gd name="T0" fmla="*/ 0 w 1"/>
                <a:gd name="T1" fmla="*/ 0 h 174"/>
                <a:gd name="T2" fmla="*/ 0 w 1"/>
                <a:gd name="T3" fmla="*/ 174 h 174"/>
                <a:gd name="T4" fmla="*/ 1 w 1"/>
                <a:gd name="T5" fmla="*/ 174 h 174"/>
                <a:gd name="T6" fmla="*/ 0 60000 65536"/>
                <a:gd name="T7" fmla="*/ 0 60000 65536"/>
                <a:gd name="T8" fmla="*/ 0 60000 65536"/>
                <a:gd name="T9" fmla="*/ 0 w 1"/>
                <a:gd name="T10" fmla="*/ 0 h 174"/>
                <a:gd name="T11" fmla="*/ 1 w 1"/>
                <a:gd name="T12" fmla="*/ 174 h 1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74">
                  <a:moveTo>
                    <a:pt x="0" y="0"/>
                  </a:moveTo>
                  <a:lnTo>
                    <a:pt x="0" y="174"/>
                  </a:lnTo>
                  <a:lnTo>
                    <a:pt x="1" y="174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9" name="Freeform 85"/>
            <p:cNvSpPr/>
            <p:nvPr/>
          </p:nvSpPr>
          <p:spPr bwMode="auto">
            <a:xfrm>
              <a:off x="1402" y="2773"/>
              <a:ext cx="294" cy="1"/>
            </a:xfrm>
            <a:custGeom>
              <a:avLst/>
              <a:gdLst>
                <a:gd name="T0" fmla="*/ 0 w 1765"/>
                <a:gd name="T1" fmla="*/ 0 h 1"/>
                <a:gd name="T2" fmla="*/ 0 w 1765"/>
                <a:gd name="T3" fmla="*/ 0 h 1"/>
                <a:gd name="T4" fmla="*/ 0 w 1765"/>
                <a:gd name="T5" fmla="*/ 0 h 1"/>
                <a:gd name="T6" fmla="*/ 0 60000 65536"/>
                <a:gd name="T7" fmla="*/ 0 60000 65536"/>
                <a:gd name="T8" fmla="*/ 0 60000 65536"/>
                <a:gd name="T9" fmla="*/ 0 w 1765"/>
                <a:gd name="T10" fmla="*/ 0 h 1"/>
                <a:gd name="T11" fmla="*/ 1765 w 176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5" h="1">
                  <a:moveTo>
                    <a:pt x="1765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0" name="Freeform 86"/>
            <p:cNvSpPr/>
            <p:nvPr/>
          </p:nvSpPr>
          <p:spPr bwMode="auto">
            <a:xfrm>
              <a:off x="1403" y="3087"/>
              <a:ext cx="301" cy="2"/>
            </a:xfrm>
            <a:custGeom>
              <a:avLst/>
              <a:gdLst>
                <a:gd name="T0" fmla="*/ 301 w 301"/>
                <a:gd name="T1" fmla="*/ 0 h 2"/>
                <a:gd name="T2" fmla="*/ 0 w 301"/>
                <a:gd name="T3" fmla="*/ 0 h 2"/>
                <a:gd name="T4" fmla="*/ 5 w 301"/>
                <a:gd name="T5" fmla="*/ 2 h 2"/>
                <a:gd name="T6" fmla="*/ 0 60000 65536"/>
                <a:gd name="T7" fmla="*/ 0 60000 65536"/>
                <a:gd name="T8" fmla="*/ 0 60000 65536"/>
                <a:gd name="T9" fmla="*/ 0 w 301"/>
                <a:gd name="T10" fmla="*/ 0 h 2"/>
                <a:gd name="T11" fmla="*/ 301 w 301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1" h="2">
                  <a:moveTo>
                    <a:pt x="301" y="0"/>
                  </a:moveTo>
                  <a:lnTo>
                    <a:pt x="0" y="0"/>
                  </a:lnTo>
                  <a:lnTo>
                    <a:pt x="5" y="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1" name="Freeform 87"/>
            <p:cNvSpPr/>
            <p:nvPr/>
          </p:nvSpPr>
          <p:spPr bwMode="auto">
            <a:xfrm>
              <a:off x="1402" y="3084"/>
              <a:ext cx="1" cy="178"/>
            </a:xfrm>
            <a:custGeom>
              <a:avLst/>
              <a:gdLst>
                <a:gd name="T0" fmla="*/ 0 w 1"/>
                <a:gd name="T1" fmla="*/ 0 h 178"/>
                <a:gd name="T2" fmla="*/ 0 w 1"/>
                <a:gd name="T3" fmla="*/ 178 h 178"/>
                <a:gd name="T4" fmla="*/ 0 w 1"/>
                <a:gd name="T5" fmla="*/ 178 h 178"/>
                <a:gd name="T6" fmla="*/ 0 60000 65536"/>
                <a:gd name="T7" fmla="*/ 0 60000 65536"/>
                <a:gd name="T8" fmla="*/ 0 60000 65536"/>
                <a:gd name="T9" fmla="*/ 0 w 1"/>
                <a:gd name="T10" fmla="*/ 0 h 178"/>
                <a:gd name="T11" fmla="*/ 1 w 1"/>
                <a:gd name="T12" fmla="*/ 178 h 1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78">
                  <a:moveTo>
                    <a:pt x="0" y="0"/>
                  </a:moveTo>
                  <a:lnTo>
                    <a:pt x="0" y="178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" name="Freeform 88"/>
            <p:cNvSpPr/>
            <p:nvPr/>
          </p:nvSpPr>
          <p:spPr bwMode="auto">
            <a:xfrm>
              <a:off x="1402" y="2307"/>
              <a:ext cx="1118" cy="298"/>
            </a:xfrm>
            <a:custGeom>
              <a:avLst/>
              <a:gdLst>
                <a:gd name="T0" fmla="*/ 0 w 6710"/>
                <a:gd name="T1" fmla="*/ 0 h 1787"/>
                <a:gd name="T2" fmla="*/ 1 w 6710"/>
                <a:gd name="T3" fmla="*/ 0 h 1787"/>
                <a:gd name="T4" fmla="*/ 1 w 6710"/>
                <a:gd name="T5" fmla="*/ 0 h 1787"/>
                <a:gd name="T6" fmla="*/ 0 60000 65536"/>
                <a:gd name="T7" fmla="*/ 0 60000 65536"/>
                <a:gd name="T8" fmla="*/ 0 60000 65536"/>
                <a:gd name="T9" fmla="*/ 0 w 6710"/>
                <a:gd name="T10" fmla="*/ 0 h 1787"/>
                <a:gd name="T11" fmla="*/ 6710 w 6710"/>
                <a:gd name="T12" fmla="*/ 1787 h 17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10" h="1787">
                  <a:moveTo>
                    <a:pt x="0" y="1787"/>
                  </a:moveTo>
                  <a:lnTo>
                    <a:pt x="6709" y="0"/>
                  </a:lnTo>
                  <a:lnTo>
                    <a:pt x="671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3" name="Freeform 89"/>
            <p:cNvSpPr/>
            <p:nvPr/>
          </p:nvSpPr>
          <p:spPr bwMode="auto">
            <a:xfrm>
              <a:off x="1402" y="3253"/>
              <a:ext cx="640" cy="171"/>
            </a:xfrm>
            <a:custGeom>
              <a:avLst/>
              <a:gdLst>
                <a:gd name="T0" fmla="*/ 0 w 3844"/>
                <a:gd name="T1" fmla="*/ 0 h 1024"/>
                <a:gd name="T2" fmla="*/ 0 w 3844"/>
                <a:gd name="T3" fmla="*/ 0 h 1024"/>
                <a:gd name="T4" fmla="*/ 0 w 3844"/>
                <a:gd name="T5" fmla="*/ 0 h 1024"/>
                <a:gd name="T6" fmla="*/ 0 60000 65536"/>
                <a:gd name="T7" fmla="*/ 0 60000 65536"/>
                <a:gd name="T8" fmla="*/ 0 60000 65536"/>
                <a:gd name="T9" fmla="*/ 0 w 3844"/>
                <a:gd name="T10" fmla="*/ 0 h 1024"/>
                <a:gd name="T11" fmla="*/ 3844 w 3844"/>
                <a:gd name="T12" fmla="*/ 1024 h 10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4" h="1024">
                  <a:moveTo>
                    <a:pt x="0" y="0"/>
                  </a:moveTo>
                  <a:lnTo>
                    <a:pt x="3843" y="1024"/>
                  </a:lnTo>
                  <a:lnTo>
                    <a:pt x="3844" y="1024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4" name="Freeform 90"/>
            <p:cNvSpPr/>
            <p:nvPr/>
          </p:nvSpPr>
          <p:spPr bwMode="auto">
            <a:xfrm>
              <a:off x="3969" y="2600"/>
              <a:ext cx="1" cy="172"/>
            </a:xfrm>
            <a:custGeom>
              <a:avLst/>
              <a:gdLst>
                <a:gd name="T0" fmla="*/ 0 w 1"/>
                <a:gd name="T1" fmla="*/ 0 h 172"/>
                <a:gd name="T2" fmla="*/ 1 w 1"/>
                <a:gd name="T3" fmla="*/ 172 h 172"/>
                <a:gd name="T4" fmla="*/ 1 w 1"/>
                <a:gd name="T5" fmla="*/ 168 h 172"/>
                <a:gd name="T6" fmla="*/ 0 60000 65536"/>
                <a:gd name="T7" fmla="*/ 0 60000 65536"/>
                <a:gd name="T8" fmla="*/ 0 60000 65536"/>
                <a:gd name="T9" fmla="*/ 0 w 1"/>
                <a:gd name="T10" fmla="*/ 0 h 172"/>
                <a:gd name="T11" fmla="*/ 1 w 1"/>
                <a:gd name="T12" fmla="*/ 172 h 1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72">
                  <a:moveTo>
                    <a:pt x="0" y="0"/>
                  </a:moveTo>
                  <a:lnTo>
                    <a:pt x="1" y="172"/>
                  </a:lnTo>
                  <a:lnTo>
                    <a:pt x="1" y="168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5" name="Freeform 91"/>
            <p:cNvSpPr/>
            <p:nvPr/>
          </p:nvSpPr>
          <p:spPr bwMode="auto">
            <a:xfrm>
              <a:off x="3675" y="3084"/>
              <a:ext cx="294" cy="1"/>
            </a:xfrm>
            <a:custGeom>
              <a:avLst/>
              <a:gdLst>
                <a:gd name="T0" fmla="*/ 0 w 1765"/>
                <a:gd name="T1" fmla="*/ 0 h 1"/>
                <a:gd name="T2" fmla="*/ 0 w 1765"/>
                <a:gd name="T3" fmla="*/ 0 h 1"/>
                <a:gd name="T4" fmla="*/ 0 w 1765"/>
                <a:gd name="T5" fmla="*/ 0 h 1"/>
                <a:gd name="T6" fmla="*/ 0 60000 65536"/>
                <a:gd name="T7" fmla="*/ 0 60000 65536"/>
                <a:gd name="T8" fmla="*/ 0 60000 65536"/>
                <a:gd name="T9" fmla="*/ 0 w 1765"/>
                <a:gd name="T10" fmla="*/ 0 h 1"/>
                <a:gd name="T11" fmla="*/ 1765 w 176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5" h="1">
                  <a:moveTo>
                    <a:pt x="0" y="0"/>
                  </a:moveTo>
                  <a:lnTo>
                    <a:pt x="1764" y="0"/>
                  </a:lnTo>
                  <a:lnTo>
                    <a:pt x="1765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6" name="Freeform 92"/>
            <p:cNvSpPr/>
            <p:nvPr/>
          </p:nvSpPr>
          <p:spPr bwMode="auto">
            <a:xfrm>
              <a:off x="3675" y="2773"/>
              <a:ext cx="294" cy="1"/>
            </a:xfrm>
            <a:custGeom>
              <a:avLst/>
              <a:gdLst>
                <a:gd name="T0" fmla="*/ 0 w 1765"/>
                <a:gd name="T1" fmla="*/ 0 h 1"/>
                <a:gd name="T2" fmla="*/ 0 w 1765"/>
                <a:gd name="T3" fmla="*/ 0 h 1"/>
                <a:gd name="T4" fmla="*/ 0 w 1765"/>
                <a:gd name="T5" fmla="*/ 0 h 1"/>
                <a:gd name="T6" fmla="*/ 0 60000 65536"/>
                <a:gd name="T7" fmla="*/ 0 60000 65536"/>
                <a:gd name="T8" fmla="*/ 0 60000 65536"/>
                <a:gd name="T9" fmla="*/ 0 w 1765"/>
                <a:gd name="T10" fmla="*/ 0 h 1"/>
                <a:gd name="T11" fmla="*/ 1765 w 176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5" h="1">
                  <a:moveTo>
                    <a:pt x="0" y="0"/>
                  </a:moveTo>
                  <a:lnTo>
                    <a:pt x="1764" y="0"/>
                  </a:lnTo>
                  <a:lnTo>
                    <a:pt x="1765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7" name="Freeform 93"/>
            <p:cNvSpPr/>
            <p:nvPr/>
          </p:nvSpPr>
          <p:spPr bwMode="auto">
            <a:xfrm>
              <a:off x="3969" y="3075"/>
              <a:ext cx="1" cy="183"/>
            </a:xfrm>
            <a:custGeom>
              <a:avLst/>
              <a:gdLst>
                <a:gd name="T0" fmla="*/ 0 w 1"/>
                <a:gd name="T1" fmla="*/ 0 h 183"/>
                <a:gd name="T2" fmla="*/ 1 w 1"/>
                <a:gd name="T3" fmla="*/ 183 h 183"/>
                <a:gd name="T4" fmla="*/ 1 w 1"/>
                <a:gd name="T5" fmla="*/ 169 h 183"/>
                <a:gd name="T6" fmla="*/ 0 60000 65536"/>
                <a:gd name="T7" fmla="*/ 0 60000 65536"/>
                <a:gd name="T8" fmla="*/ 0 60000 65536"/>
                <a:gd name="T9" fmla="*/ 0 w 1"/>
                <a:gd name="T10" fmla="*/ 0 h 183"/>
                <a:gd name="T11" fmla="*/ 1 w 1"/>
                <a:gd name="T12" fmla="*/ 183 h 1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83">
                  <a:moveTo>
                    <a:pt x="0" y="0"/>
                  </a:moveTo>
                  <a:lnTo>
                    <a:pt x="1" y="183"/>
                  </a:lnTo>
                  <a:lnTo>
                    <a:pt x="1" y="169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8" name="Freeform 94"/>
            <p:cNvSpPr/>
            <p:nvPr/>
          </p:nvSpPr>
          <p:spPr bwMode="auto">
            <a:xfrm>
              <a:off x="2851" y="2307"/>
              <a:ext cx="1118" cy="298"/>
            </a:xfrm>
            <a:custGeom>
              <a:avLst/>
              <a:gdLst>
                <a:gd name="T0" fmla="*/ 1118 w 1118"/>
                <a:gd name="T1" fmla="*/ 298 h 298"/>
                <a:gd name="T2" fmla="*/ 16 w 1118"/>
                <a:gd name="T3" fmla="*/ 4 h 298"/>
                <a:gd name="T4" fmla="*/ 0 w 1118"/>
                <a:gd name="T5" fmla="*/ 0 h 298"/>
                <a:gd name="T6" fmla="*/ 0 60000 65536"/>
                <a:gd name="T7" fmla="*/ 0 60000 65536"/>
                <a:gd name="T8" fmla="*/ 0 60000 65536"/>
                <a:gd name="T9" fmla="*/ 0 w 1118"/>
                <a:gd name="T10" fmla="*/ 0 h 298"/>
                <a:gd name="T11" fmla="*/ 1118 w 1118"/>
                <a:gd name="T12" fmla="*/ 298 h 2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18" h="298">
                  <a:moveTo>
                    <a:pt x="1118" y="298"/>
                  </a:moveTo>
                  <a:lnTo>
                    <a:pt x="16" y="4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" name="Freeform 95"/>
            <p:cNvSpPr/>
            <p:nvPr/>
          </p:nvSpPr>
          <p:spPr bwMode="auto">
            <a:xfrm>
              <a:off x="2851" y="3253"/>
              <a:ext cx="1118" cy="298"/>
            </a:xfrm>
            <a:custGeom>
              <a:avLst/>
              <a:gdLst>
                <a:gd name="T0" fmla="*/ 1 w 6708"/>
                <a:gd name="T1" fmla="*/ 0 h 1788"/>
                <a:gd name="T2" fmla="*/ 0 w 6708"/>
                <a:gd name="T3" fmla="*/ 0 h 1788"/>
                <a:gd name="T4" fmla="*/ 0 w 6708"/>
                <a:gd name="T5" fmla="*/ 0 h 1788"/>
                <a:gd name="T6" fmla="*/ 0 60000 65536"/>
                <a:gd name="T7" fmla="*/ 0 60000 65536"/>
                <a:gd name="T8" fmla="*/ 0 60000 65536"/>
                <a:gd name="T9" fmla="*/ 0 w 6708"/>
                <a:gd name="T10" fmla="*/ 0 h 1788"/>
                <a:gd name="T11" fmla="*/ 6708 w 6708"/>
                <a:gd name="T12" fmla="*/ 1788 h 17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08" h="1788">
                  <a:moveTo>
                    <a:pt x="6708" y="0"/>
                  </a:moveTo>
                  <a:lnTo>
                    <a:pt x="0" y="1788"/>
                  </a:lnTo>
                  <a:lnTo>
                    <a:pt x="1" y="1788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0" name="Freeform 96"/>
            <p:cNvSpPr/>
            <p:nvPr/>
          </p:nvSpPr>
          <p:spPr bwMode="auto">
            <a:xfrm>
              <a:off x="1696" y="2670"/>
              <a:ext cx="1" cy="537"/>
            </a:xfrm>
            <a:custGeom>
              <a:avLst/>
              <a:gdLst>
                <a:gd name="T0" fmla="*/ 0 w 1"/>
                <a:gd name="T1" fmla="*/ 0 h 3225"/>
                <a:gd name="T2" fmla="*/ 0 w 1"/>
                <a:gd name="T3" fmla="*/ 0 h 3225"/>
                <a:gd name="T4" fmla="*/ 1 w 1"/>
                <a:gd name="T5" fmla="*/ 0 h 3225"/>
                <a:gd name="T6" fmla="*/ 0 60000 65536"/>
                <a:gd name="T7" fmla="*/ 0 60000 65536"/>
                <a:gd name="T8" fmla="*/ 0 60000 65536"/>
                <a:gd name="T9" fmla="*/ 0 w 1"/>
                <a:gd name="T10" fmla="*/ 0 h 3225"/>
                <a:gd name="T11" fmla="*/ 1 w 1"/>
                <a:gd name="T12" fmla="*/ 3225 h 32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225">
                  <a:moveTo>
                    <a:pt x="0" y="0"/>
                  </a:moveTo>
                  <a:lnTo>
                    <a:pt x="0" y="3225"/>
                  </a:lnTo>
                  <a:lnTo>
                    <a:pt x="1" y="322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lgDashDot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1" name="Freeform 97"/>
            <p:cNvSpPr/>
            <p:nvPr/>
          </p:nvSpPr>
          <p:spPr bwMode="auto">
            <a:xfrm>
              <a:off x="3675" y="2662"/>
              <a:ext cx="1" cy="536"/>
            </a:xfrm>
            <a:custGeom>
              <a:avLst/>
              <a:gdLst>
                <a:gd name="T0" fmla="*/ 0 w 1"/>
                <a:gd name="T1" fmla="*/ 0 h 3211"/>
                <a:gd name="T2" fmla="*/ 0 w 1"/>
                <a:gd name="T3" fmla="*/ 1 h 3211"/>
                <a:gd name="T4" fmla="*/ 1 w 1"/>
                <a:gd name="T5" fmla="*/ 1 h 3211"/>
                <a:gd name="T6" fmla="*/ 0 60000 65536"/>
                <a:gd name="T7" fmla="*/ 0 60000 65536"/>
                <a:gd name="T8" fmla="*/ 0 60000 65536"/>
                <a:gd name="T9" fmla="*/ 0 w 1"/>
                <a:gd name="T10" fmla="*/ 0 h 3211"/>
                <a:gd name="T11" fmla="*/ 1 w 1"/>
                <a:gd name="T12" fmla="*/ 3211 h 32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211">
                  <a:moveTo>
                    <a:pt x="0" y="0"/>
                  </a:moveTo>
                  <a:lnTo>
                    <a:pt x="0" y="3211"/>
                  </a:lnTo>
                  <a:lnTo>
                    <a:pt x="1" y="321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lgDashDot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" name="Freeform 98"/>
            <p:cNvSpPr/>
            <p:nvPr/>
          </p:nvSpPr>
          <p:spPr bwMode="auto">
            <a:xfrm>
              <a:off x="2685" y="2172"/>
              <a:ext cx="1" cy="213"/>
            </a:xfrm>
            <a:custGeom>
              <a:avLst/>
              <a:gdLst>
                <a:gd name="T0" fmla="*/ 0 w 1"/>
                <a:gd name="T1" fmla="*/ 0 h 1276"/>
                <a:gd name="T2" fmla="*/ 0 w 1"/>
                <a:gd name="T3" fmla="*/ 0 h 1276"/>
                <a:gd name="T4" fmla="*/ 1 w 1"/>
                <a:gd name="T5" fmla="*/ 0 h 1276"/>
                <a:gd name="T6" fmla="*/ 0 60000 65536"/>
                <a:gd name="T7" fmla="*/ 0 60000 65536"/>
                <a:gd name="T8" fmla="*/ 0 60000 65536"/>
                <a:gd name="T9" fmla="*/ 0 w 1"/>
                <a:gd name="T10" fmla="*/ 0 h 1276"/>
                <a:gd name="T11" fmla="*/ 1 w 1"/>
                <a:gd name="T12" fmla="*/ 1276 h 12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276">
                  <a:moveTo>
                    <a:pt x="0" y="0"/>
                  </a:moveTo>
                  <a:lnTo>
                    <a:pt x="0" y="1276"/>
                  </a:lnTo>
                  <a:lnTo>
                    <a:pt x="1" y="127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3" name="Freeform 99"/>
            <p:cNvSpPr/>
            <p:nvPr/>
          </p:nvSpPr>
          <p:spPr bwMode="auto">
            <a:xfrm>
              <a:off x="2042" y="2929"/>
              <a:ext cx="1" cy="757"/>
            </a:xfrm>
            <a:custGeom>
              <a:avLst/>
              <a:gdLst>
                <a:gd name="T0" fmla="*/ 0 w 1"/>
                <a:gd name="T1" fmla="*/ 0 h 4540"/>
                <a:gd name="T2" fmla="*/ 0 w 1"/>
                <a:gd name="T3" fmla="*/ 1 h 4540"/>
                <a:gd name="T4" fmla="*/ 1 w 1"/>
                <a:gd name="T5" fmla="*/ 1 h 4540"/>
                <a:gd name="T6" fmla="*/ 0 60000 65536"/>
                <a:gd name="T7" fmla="*/ 0 60000 65536"/>
                <a:gd name="T8" fmla="*/ 0 60000 65536"/>
                <a:gd name="T9" fmla="*/ 0 w 1"/>
                <a:gd name="T10" fmla="*/ 0 h 4540"/>
                <a:gd name="T11" fmla="*/ 1 w 1"/>
                <a:gd name="T12" fmla="*/ 4540 h 45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540">
                  <a:moveTo>
                    <a:pt x="0" y="0"/>
                  </a:moveTo>
                  <a:lnTo>
                    <a:pt x="0" y="4540"/>
                  </a:lnTo>
                  <a:lnTo>
                    <a:pt x="1" y="454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4" name="Freeform 100"/>
            <p:cNvSpPr/>
            <p:nvPr/>
          </p:nvSpPr>
          <p:spPr bwMode="auto">
            <a:xfrm>
              <a:off x="2289" y="3075"/>
              <a:ext cx="1" cy="481"/>
            </a:xfrm>
            <a:custGeom>
              <a:avLst/>
              <a:gdLst>
                <a:gd name="T0" fmla="*/ 0 w 1"/>
                <a:gd name="T1" fmla="*/ 0 h 2883"/>
                <a:gd name="T2" fmla="*/ 0 w 1"/>
                <a:gd name="T3" fmla="*/ 0 h 2883"/>
                <a:gd name="T4" fmla="*/ 1 w 1"/>
                <a:gd name="T5" fmla="*/ 0 h 2883"/>
                <a:gd name="T6" fmla="*/ 0 60000 65536"/>
                <a:gd name="T7" fmla="*/ 0 60000 65536"/>
                <a:gd name="T8" fmla="*/ 0 60000 65536"/>
                <a:gd name="T9" fmla="*/ 0 w 1"/>
                <a:gd name="T10" fmla="*/ 0 h 2883"/>
                <a:gd name="T11" fmla="*/ 1 w 1"/>
                <a:gd name="T12" fmla="*/ 2883 h 28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883">
                  <a:moveTo>
                    <a:pt x="0" y="0"/>
                  </a:moveTo>
                  <a:lnTo>
                    <a:pt x="0" y="2883"/>
                  </a:lnTo>
                  <a:lnTo>
                    <a:pt x="1" y="288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5" name="Freeform 101"/>
            <p:cNvSpPr/>
            <p:nvPr/>
          </p:nvSpPr>
          <p:spPr bwMode="auto">
            <a:xfrm>
              <a:off x="2537" y="3600"/>
              <a:ext cx="1" cy="86"/>
            </a:xfrm>
            <a:custGeom>
              <a:avLst/>
              <a:gdLst>
                <a:gd name="T0" fmla="*/ 0 w 1"/>
                <a:gd name="T1" fmla="*/ 0 h 86"/>
                <a:gd name="T2" fmla="*/ 0 w 1"/>
                <a:gd name="T3" fmla="*/ 86 h 86"/>
                <a:gd name="T4" fmla="*/ 1 w 1"/>
                <a:gd name="T5" fmla="*/ 86 h 86"/>
                <a:gd name="T6" fmla="*/ 0 60000 65536"/>
                <a:gd name="T7" fmla="*/ 0 60000 65536"/>
                <a:gd name="T8" fmla="*/ 0 60000 65536"/>
                <a:gd name="T9" fmla="*/ 0 w 1"/>
                <a:gd name="T10" fmla="*/ 0 h 86"/>
                <a:gd name="T11" fmla="*/ 1 w 1"/>
                <a:gd name="T12" fmla="*/ 86 h 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6">
                  <a:moveTo>
                    <a:pt x="0" y="0"/>
                  </a:moveTo>
                  <a:lnTo>
                    <a:pt x="0" y="86"/>
                  </a:lnTo>
                  <a:lnTo>
                    <a:pt x="1" y="86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6" name="Freeform 102"/>
            <p:cNvSpPr/>
            <p:nvPr/>
          </p:nvSpPr>
          <p:spPr bwMode="auto">
            <a:xfrm>
              <a:off x="1807" y="3710"/>
              <a:ext cx="211" cy="1"/>
            </a:xfrm>
            <a:custGeom>
              <a:avLst/>
              <a:gdLst>
                <a:gd name="T0" fmla="*/ 0 w 1267"/>
                <a:gd name="T1" fmla="*/ 0 h 1"/>
                <a:gd name="T2" fmla="*/ 0 w 1267"/>
                <a:gd name="T3" fmla="*/ 0 h 1"/>
                <a:gd name="T4" fmla="*/ 0 w 1267"/>
                <a:gd name="T5" fmla="*/ 0 h 1"/>
                <a:gd name="T6" fmla="*/ 0 60000 65536"/>
                <a:gd name="T7" fmla="*/ 0 60000 65536"/>
                <a:gd name="T8" fmla="*/ 0 60000 65536"/>
                <a:gd name="T9" fmla="*/ 0 w 1267"/>
                <a:gd name="T10" fmla="*/ 0 h 1"/>
                <a:gd name="T11" fmla="*/ 1267 w 126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67" h="1">
                  <a:moveTo>
                    <a:pt x="0" y="0"/>
                  </a:moveTo>
                  <a:lnTo>
                    <a:pt x="1266" y="0"/>
                  </a:lnTo>
                  <a:lnTo>
                    <a:pt x="1267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7" name="Freeform 103"/>
            <p:cNvSpPr/>
            <p:nvPr/>
          </p:nvSpPr>
          <p:spPr bwMode="auto">
            <a:xfrm>
              <a:off x="2562" y="3710"/>
              <a:ext cx="211" cy="1"/>
            </a:xfrm>
            <a:custGeom>
              <a:avLst/>
              <a:gdLst>
                <a:gd name="T0" fmla="*/ 0 w 1266"/>
                <a:gd name="T1" fmla="*/ 0 h 1"/>
                <a:gd name="T2" fmla="*/ 0 w 1266"/>
                <a:gd name="T3" fmla="*/ 0 h 1"/>
                <a:gd name="T4" fmla="*/ 0 w 1266"/>
                <a:gd name="T5" fmla="*/ 0 h 1"/>
                <a:gd name="T6" fmla="*/ 0 60000 65536"/>
                <a:gd name="T7" fmla="*/ 0 60000 65536"/>
                <a:gd name="T8" fmla="*/ 0 60000 65536"/>
                <a:gd name="T9" fmla="*/ 0 w 1266"/>
                <a:gd name="T10" fmla="*/ 0 h 1"/>
                <a:gd name="T11" fmla="*/ 1266 w 126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66" h="1">
                  <a:moveTo>
                    <a:pt x="0" y="0"/>
                  </a:moveTo>
                  <a:lnTo>
                    <a:pt x="1265" y="0"/>
                  </a:lnTo>
                  <a:lnTo>
                    <a:pt x="1266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8" name="Freeform 104"/>
            <p:cNvSpPr/>
            <p:nvPr/>
          </p:nvSpPr>
          <p:spPr bwMode="auto">
            <a:xfrm>
              <a:off x="2191" y="2929"/>
              <a:ext cx="1" cy="940"/>
            </a:xfrm>
            <a:custGeom>
              <a:avLst/>
              <a:gdLst>
                <a:gd name="T0" fmla="*/ 0 w 1"/>
                <a:gd name="T1" fmla="*/ 0 h 5639"/>
                <a:gd name="T2" fmla="*/ 0 w 1"/>
                <a:gd name="T3" fmla="*/ 1 h 5639"/>
                <a:gd name="T4" fmla="*/ 1 w 1"/>
                <a:gd name="T5" fmla="*/ 1 h 5639"/>
                <a:gd name="T6" fmla="*/ 0 60000 65536"/>
                <a:gd name="T7" fmla="*/ 0 60000 65536"/>
                <a:gd name="T8" fmla="*/ 0 60000 65536"/>
                <a:gd name="T9" fmla="*/ 0 w 1"/>
                <a:gd name="T10" fmla="*/ 0 h 5639"/>
                <a:gd name="T11" fmla="*/ 1 w 1"/>
                <a:gd name="T12" fmla="*/ 5639 h 56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639">
                  <a:moveTo>
                    <a:pt x="0" y="0"/>
                  </a:moveTo>
                  <a:lnTo>
                    <a:pt x="0" y="5639"/>
                  </a:lnTo>
                  <a:lnTo>
                    <a:pt x="1" y="5639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9" name="Freeform 105"/>
            <p:cNvSpPr/>
            <p:nvPr/>
          </p:nvSpPr>
          <p:spPr bwMode="auto">
            <a:xfrm>
              <a:off x="1999" y="3670"/>
              <a:ext cx="43" cy="41"/>
            </a:xfrm>
            <a:custGeom>
              <a:avLst/>
              <a:gdLst>
                <a:gd name="T0" fmla="*/ 0 w 43"/>
                <a:gd name="T1" fmla="*/ 41 h 41"/>
                <a:gd name="T2" fmla="*/ 22 w 43"/>
                <a:gd name="T3" fmla="*/ 38 h 41"/>
                <a:gd name="T4" fmla="*/ 41 w 43"/>
                <a:gd name="T5" fmla="*/ 21 h 41"/>
                <a:gd name="T6" fmla="*/ 43 w 43"/>
                <a:gd name="T7" fmla="*/ 0 h 4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"/>
                <a:gd name="T13" fmla="*/ 0 h 41"/>
                <a:gd name="T14" fmla="*/ 43 w 43"/>
                <a:gd name="T15" fmla="*/ 41 h 4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" h="41">
                  <a:moveTo>
                    <a:pt x="0" y="41"/>
                  </a:moveTo>
                  <a:lnTo>
                    <a:pt x="22" y="38"/>
                  </a:lnTo>
                  <a:lnTo>
                    <a:pt x="41" y="21"/>
                  </a:lnTo>
                  <a:lnTo>
                    <a:pt x="43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0" name="Freeform 106"/>
            <p:cNvSpPr/>
            <p:nvPr/>
          </p:nvSpPr>
          <p:spPr bwMode="auto">
            <a:xfrm>
              <a:off x="2537" y="3675"/>
              <a:ext cx="25" cy="35"/>
            </a:xfrm>
            <a:custGeom>
              <a:avLst/>
              <a:gdLst>
                <a:gd name="T0" fmla="*/ 0 w 25"/>
                <a:gd name="T1" fmla="*/ 0 h 35"/>
                <a:gd name="T2" fmla="*/ 2 w 25"/>
                <a:gd name="T3" fmla="*/ 26 h 35"/>
                <a:gd name="T4" fmla="*/ 25 w 25"/>
                <a:gd name="T5" fmla="*/ 35 h 35"/>
                <a:gd name="T6" fmla="*/ 25 w 25"/>
                <a:gd name="T7" fmla="*/ 35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5"/>
                <a:gd name="T13" fmla="*/ 0 h 35"/>
                <a:gd name="T14" fmla="*/ 25 w 25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5" h="35">
                  <a:moveTo>
                    <a:pt x="0" y="0"/>
                  </a:moveTo>
                  <a:lnTo>
                    <a:pt x="2" y="26"/>
                  </a:lnTo>
                  <a:lnTo>
                    <a:pt x="25" y="3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1" name="Freeform 107"/>
            <p:cNvSpPr/>
            <p:nvPr/>
          </p:nvSpPr>
          <p:spPr bwMode="auto">
            <a:xfrm>
              <a:off x="2389" y="3325"/>
              <a:ext cx="1" cy="544"/>
            </a:xfrm>
            <a:custGeom>
              <a:avLst/>
              <a:gdLst>
                <a:gd name="T0" fmla="*/ 0 w 1"/>
                <a:gd name="T1" fmla="*/ 0 h 3261"/>
                <a:gd name="T2" fmla="*/ 0 w 1"/>
                <a:gd name="T3" fmla="*/ 1 h 3261"/>
                <a:gd name="T4" fmla="*/ 1 w 1"/>
                <a:gd name="T5" fmla="*/ 1 h 3261"/>
                <a:gd name="T6" fmla="*/ 0 60000 65536"/>
                <a:gd name="T7" fmla="*/ 0 60000 65536"/>
                <a:gd name="T8" fmla="*/ 0 60000 65536"/>
                <a:gd name="T9" fmla="*/ 0 w 1"/>
                <a:gd name="T10" fmla="*/ 0 h 3261"/>
                <a:gd name="T11" fmla="*/ 1 w 1"/>
                <a:gd name="T12" fmla="*/ 3261 h 3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261">
                  <a:moveTo>
                    <a:pt x="0" y="0"/>
                  </a:moveTo>
                  <a:lnTo>
                    <a:pt x="0" y="3261"/>
                  </a:lnTo>
                  <a:lnTo>
                    <a:pt x="1" y="3261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2" name="Freeform 108"/>
            <p:cNvSpPr/>
            <p:nvPr/>
          </p:nvSpPr>
          <p:spPr bwMode="auto">
            <a:xfrm>
              <a:off x="2055" y="2777"/>
              <a:ext cx="448" cy="75"/>
            </a:xfrm>
            <a:custGeom>
              <a:avLst/>
              <a:gdLst>
                <a:gd name="T0" fmla="*/ 0 w 2687"/>
                <a:gd name="T1" fmla="*/ 0 h 453"/>
                <a:gd name="T2" fmla="*/ 0 w 2687"/>
                <a:gd name="T3" fmla="*/ 0 h 453"/>
                <a:gd name="T4" fmla="*/ 0 w 2687"/>
                <a:gd name="T5" fmla="*/ 0 h 453"/>
                <a:gd name="T6" fmla="*/ 0 w 2687"/>
                <a:gd name="T7" fmla="*/ 0 h 453"/>
                <a:gd name="T8" fmla="*/ 0 w 2687"/>
                <a:gd name="T9" fmla="*/ 0 h 453"/>
                <a:gd name="T10" fmla="*/ 0 w 2687"/>
                <a:gd name="T11" fmla="*/ 0 h 453"/>
                <a:gd name="T12" fmla="*/ 0 w 2687"/>
                <a:gd name="T13" fmla="*/ 0 h 453"/>
                <a:gd name="T14" fmla="*/ 0 w 2687"/>
                <a:gd name="T15" fmla="*/ 0 h 4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687"/>
                <a:gd name="T25" fmla="*/ 0 h 453"/>
                <a:gd name="T26" fmla="*/ 2687 w 2687"/>
                <a:gd name="T27" fmla="*/ 453 h 45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687" h="453">
                  <a:moveTo>
                    <a:pt x="0" y="139"/>
                  </a:moveTo>
                  <a:lnTo>
                    <a:pt x="704" y="0"/>
                  </a:lnTo>
                  <a:lnTo>
                    <a:pt x="1024" y="31"/>
                  </a:lnTo>
                  <a:lnTo>
                    <a:pt x="1311" y="243"/>
                  </a:lnTo>
                  <a:lnTo>
                    <a:pt x="1625" y="388"/>
                  </a:lnTo>
                  <a:lnTo>
                    <a:pt x="1974" y="415"/>
                  </a:lnTo>
                  <a:lnTo>
                    <a:pt x="2686" y="453"/>
                  </a:lnTo>
                  <a:lnTo>
                    <a:pt x="2687" y="45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3" name="Freeform 109"/>
            <p:cNvSpPr/>
            <p:nvPr/>
          </p:nvSpPr>
          <p:spPr bwMode="auto">
            <a:xfrm>
              <a:off x="2770" y="3107"/>
              <a:ext cx="26" cy="456"/>
            </a:xfrm>
            <a:custGeom>
              <a:avLst/>
              <a:gdLst>
                <a:gd name="T0" fmla="*/ 2 w 26"/>
                <a:gd name="T1" fmla="*/ 0 h 456"/>
                <a:gd name="T2" fmla="*/ 24 w 26"/>
                <a:gd name="T3" fmla="*/ 232 h 456"/>
                <a:gd name="T4" fmla="*/ 0 w 26"/>
                <a:gd name="T5" fmla="*/ 346 h 456"/>
                <a:gd name="T6" fmla="*/ 26 w 26"/>
                <a:gd name="T7" fmla="*/ 456 h 456"/>
                <a:gd name="T8" fmla="*/ 26 w 26"/>
                <a:gd name="T9" fmla="*/ 456 h 4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456"/>
                <a:gd name="T17" fmla="*/ 26 w 26"/>
                <a:gd name="T18" fmla="*/ 456 h 4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456">
                  <a:moveTo>
                    <a:pt x="2" y="0"/>
                  </a:moveTo>
                  <a:lnTo>
                    <a:pt x="24" y="232"/>
                  </a:lnTo>
                  <a:lnTo>
                    <a:pt x="0" y="346"/>
                  </a:lnTo>
                  <a:lnTo>
                    <a:pt x="26" y="45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4" name="Freeform 110"/>
            <p:cNvSpPr/>
            <p:nvPr/>
          </p:nvSpPr>
          <p:spPr bwMode="auto">
            <a:xfrm>
              <a:off x="2537" y="3562"/>
              <a:ext cx="43" cy="57"/>
            </a:xfrm>
            <a:custGeom>
              <a:avLst/>
              <a:gdLst>
                <a:gd name="T0" fmla="*/ 43 w 43"/>
                <a:gd name="T1" fmla="*/ 0 h 57"/>
                <a:gd name="T2" fmla="*/ 19 w 43"/>
                <a:gd name="T3" fmla="*/ 5 h 57"/>
                <a:gd name="T4" fmla="*/ 2 w 43"/>
                <a:gd name="T5" fmla="*/ 24 h 57"/>
                <a:gd name="T6" fmla="*/ 0 w 43"/>
                <a:gd name="T7" fmla="*/ 57 h 5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"/>
                <a:gd name="T13" fmla="*/ 0 h 57"/>
                <a:gd name="T14" fmla="*/ 43 w 43"/>
                <a:gd name="T15" fmla="*/ 57 h 5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" h="57">
                  <a:moveTo>
                    <a:pt x="43" y="0"/>
                  </a:moveTo>
                  <a:lnTo>
                    <a:pt x="19" y="5"/>
                  </a:lnTo>
                  <a:lnTo>
                    <a:pt x="2" y="24"/>
                  </a:lnTo>
                  <a:lnTo>
                    <a:pt x="0" y="57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5" name="Freeform 111"/>
            <p:cNvSpPr/>
            <p:nvPr/>
          </p:nvSpPr>
          <p:spPr bwMode="auto">
            <a:xfrm>
              <a:off x="1343" y="2929"/>
              <a:ext cx="950" cy="1"/>
            </a:xfrm>
            <a:custGeom>
              <a:avLst/>
              <a:gdLst>
                <a:gd name="T0" fmla="*/ 0 w 5699"/>
                <a:gd name="T1" fmla="*/ 0 h 1"/>
                <a:gd name="T2" fmla="*/ 1 w 5699"/>
                <a:gd name="T3" fmla="*/ 0 h 1"/>
                <a:gd name="T4" fmla="*/ 1 w 5699"/>
                <a:gd name="T5" fmla="*/ 0 h 1"/>
                <a:gd name="T6" fmla="*/ 0 60000 65536"/>
                <a:gd name="T7" fmla="*/ 0 60000 65536"/>
                <a:gd name="T8" fmla="*/ 0 60000 65536"/>
                <a:gd name="T9" fmla="*/ 0 w 5699"/>
                <a:gd name="T10" fmla="*/ 0 h 1"/>
                <a:gd name="T11" fmla="*/ 5699 w 569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99" h="1">
                  <a:moveTo>
                    <a:pt x="0" y="0"/>
                  </a:moveTo>
                  <a:lnTo>
                    <a:pt x="5698" y="0"/>
                  </a:lnTo>
                  <a:lnTo>
                    <a:pt x="569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6" name="Freeform 112"/>
            <p:cNvSpPr/>
            <p:nvPr/>
          </p:nvSpPr>
          <p:spPr bwMode="auto">
            <a:xfrm>
              <a:off x="2289" y="3658"/>
              <a:ext cx="1" cy="311"/>
            </a:xfrm>
            <a:custGeom>
              <a:avLst/>
              <a:gdLst>
                <a:gd name="T0" fmla="*/ 0 w 1"/>
                <a:gd name="T1" fmla="*/ 0 h 1864"/>
                <a:gd name="T2" fmla="*/ 0 w 1"/>
                <a:gd name="T3" fmla="*/ 0 h 1864"/>
                <a:gd name="T4" fmla="*/ 1 w 1"/>
                <a:gd name="T5" fmla="*/ 0 h 1864"/>
                <a:gd name="T6" fmla="*/ 0 60000 65536"/>
                <a:gd name="T7" fmla="*/ 0 60000 65536"/>
                <a:gd name="T8" fmla="*/ 0 60000 65536"/>
                <a:gd name="T9" fmla="*/ 0 w 1"/>
                <a:gd name="T10" fmla="*/ 0 h 1864"/>
                <a:gd name="T11" fmla="*/ 1 w 1"/>
                <a:gd name="T12" fmla="*/ 1864 h 1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864">
                  <a:moveTo>
                    <a:pt x="0" y="0"/>
                  </a:moveTo>
                  <a:lnTo>
                    <a:pt x="0" y="1864"/>
                  </a:lnTo>
                  <a:lnTo>
                    <a:pt x="1" y="186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7" name="Freeform 113"/>
            <p:cNvSpPr/>
            <p:nvPr/>
          </p:nvSpPr>
          <p:spPr bwMode="auto">
            <a:xfrm>
              <a:off x="2289" y="3588"/>
              <a:ext cx="1" cy="38"/>
            </a:xfrm>
            <a:custGeom>
              <a:avLst/>
              <a:gdLst>
                <a:gd name="T0" fmla="*/ 0 w 1"/>
                <a:gd name="T1" fmla="*/ 0 h 229"/>
                <a:gd name="T2" fmla="*/ 0 w 1"/>
                <a:gd name="T3" fmla="*/ 0 h 229"/>
                <a:gd name="T4" fmla="*/ 1 w 1"/>
                <a:gd name="T5" fmla="*/ 0 h 229"/>
                <a:gd name="T6" fmla="*/ 0 60000 65536"/>
                <a:gd name="T7" fmla="*/ 0 60000 65536"/>
                <a:gd name="T8" fmla="*/ 0 60000 65536"/>
                <a:gd name="T9" fmla="*/ 0 w 1"/>
                <a:gd name="T10" fmla="*/ 0 h 229"/>
                <a:gd name="T11" fmla="*/ 1 w 1"/>
                <a:gd name="T12" fmla="*/ 229 h 2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29">
                  <a:moveTo>
                    <a:pt x="0" y="0"/>
                  </a:moveTo>
                  <a:lnTo>
                    <a:pt x="0" y="229"/>
                  </a:lnTo>
                  <a:lnTo>
                    <a:pt x="1" y="229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8" name="Freeform 114"/>
            <p:cNvSpPr/>
            <p:nvPr/>
          </p:nvSpPr>
          <p:spPr bwMode="auto">
            <a:xfrm>
              <a:off x="2685" y="3131"/>
              <a:ext cx="1" cy="26"/>
            </a:xfrm>
            <a:custGeom>
              <a:avLst/>
              <a:gdLst>
                <a:gd name="T0" fmla="*/ 0 w 1"/>
                <a:gd name="T1" fmla="*/ 0 h 152"/>
                <a:gd name="T2" fmla="*/ 0 w 1"/>
                <a:gd name="T3" fmla="*/ 0 h 152"/>
                <a:gd name="T4" fmla="*/ 1 w 1"/>
                <a:gd name="T5" fmla="*/ 0 h 152"/>
                <a:gd name="T6" fmla="*/ 0 60000 65536"/>
                <a:gd name="T7" fmla="*/ 0 60000 65536"/>
                <a:gd name="T8" fmla="*/ 0 60000 65536"/>
                <a:gd name="T9" fmla="*/ 0 w 1"/>
                <a:gd name="T10" fmla="*/ 0 h 152"/>
                <a:gd name="T11" fmla="*/ 1 w 1"/>
                <a:gd name="T12" fmla="*/ 152 h 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2">
                  <a:moveTo>
                    <a:pt x="0" y="0"/>
                  </a:moveTo>
                  <a:lnTo>
                    <a:pt x="0" y="152"/>
                  </a:lnTo>
                  <a:lnTo>
                    <a:pt x="1" y="15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9" name="Freeform 115"/>
            <p:cNvSpPr/>
            <p:nvPr/>
          </p:nvSpPr>
          <p:spPr bwMode="auto">
            <a:xfrm>
              <a:off x="2685" y="3201"/>
              <a:ext cx="1" cy="463"/>
            </a:xfrm>
            <a:custGeom>
              <a:avLst/>
              <a:gdLst>
                <a:gd name="T0" fmla="*/ 0 w 1"/>
                <a:gd name="T1" fmla="*/ 0 h 2775"/>
                <a:gd name="T2" fmla="*/ 0 w 1"/>
                <a:gd name="T3" fmla="*/ 0 h 2775"/>
                <a:gd name="T4" fmla="*/ 1 w 1"/>
                <a:gd name="T5" fmla="*/ 0 h 2775"/>
                <a:gd name="T6" fmla="*/ 0 60000 65536"/>
                <a:gd name="T7" fmla="*/ 0 60000 65536"/>
                <a:gd name="T8" fmla="*/ 0 60000 65536"/>
                <a:gd name="T9" fmla="*/ 0 w 1"/>
                <a:gd name="T10" fmla="*/ 0 h 2775"/>
                <a:gd name="T11" fmla="*/ 1 w 1"/>
                <a:gd name="T12" fmla="*/ 2775 h 27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775">
                  <a:moveTo>
                    <a:pt x="0" y="0"/>
                  </a:moveTo>
                  <a:lnTo>
                    <a:pt x="0" y="2775"/>
                  </a:lnTo>
                  <a:lnTo>
                    <a:pt x="1" y="277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0" name="Freeform 116"/>
            <p:cNvSpPr/>
            <p:nvPr/>
          </p:nvSpPr>
          <p:spPr bwMode="auto">
            <a:xfrm>
              <a:off x="2345" y="2929"/>
              <a:ext cx="32" cy="1"/>
            </a:xfrm>
            <a:custGeom>
              <a:avLst/>
              <a:gdLst>
                <a:gd name="T0" fmla="*/ 0 w 191"/>
                <a:gd name="T1" fmla="*/ 0 h 1"/>
                <a:gd name="T2" fmla="*/ 0 w 191"/>
                <a:gd name="T3" fmla="*/ 0 h 1"/>
                <a:gd name="T4" fmla="*/ 0 w 191"/>
                <a:gd name="T5" fmla="*/ 0 h 1"/>
                <a:gd name="T6" fmla="*/ 0 60000 65536"/>
                <a:gd name="T7" fmla="*/ 0 60000 65536"/>
                <a:gd name="T8" fmla="*/ 0 60000 65536"/>
                <a:gd name="T9" fmla="*/ 0 w 191"/>
                <a:gd name="T10" fmla="*/ 0 h 1"/>
                <a:gd name="T11" fmla="*/ 191 w 19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1" h="1">
                  <a:moveTo>
                    <a:pt x="0" y="0"/>
                  </a:moveTo>
                  <a:lnTo>
                    <a:pt x="190" y="0"/>
                  </a:lnTo>
                  <a:lnTo>
                    <a:pt x="19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1" name="Freeform 117"/>
            <p:cNvSpPr/>
            <p:nvPr/>
          </p:nvSpPr>
          <p:spPr bwMode="auto">
            <a:xfrm>
              <a:off x="2434" y="2929"/>
              <a:ext cx="685" cy="1"/>
            </a:xfrm>
            <a:custGeom>
              <a:avLst/>
              <a:gdLst>
                <a:gd name="T0" fmla="*/ 0 w 4114"/>
                <a:gd name="T1" fmla="*/ 0 h 1"/>
                <a:gd name="T2" fmla="*/ 0 w 4114"/>
                <a:gd name="T3" fmla="*/ 0 h 1"/>
                <a:gd name="T4" fmla="*/ 0 w 4114"/>
                <a:gd name="T5" fmla="*/ 0 h 1"/>
                <a:gd name="T6" fmla="*/ 0 60000 65536"/>
                <a:gd name="T7" fmla="*/ 0 60000 65536"/>
                <a:gd name="T8" fmla="*/ 0 60000 65536"/>
                <a:gd name="T9" fmla="*/ 0 w 4114"/>
                <a:gd name="T10" fmla="*/ 0 h 1"/>
                <a:gd name="T11" fmla="*/ 4114 w 411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14" h="1">
                  <a:moveTo>
                    <a:pt x="0" y="0"/>
                  </a:moveTo>
                  <a:lnTo>
                    <a:pt x="4113" y="0"/>
                  </a:lnTo>
                  <a:lnTo>
                    <a:pt x="41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2" name="Freeform 118"/>
            <p:cNvSpPr/>
            <p:nvPr/>
          </p:nvSpPr>
          <p:spPr bwMode="auto">
            <a:xfrm>
              <a:off x="3170" y="2929"/>
              <a:ext cx="25" cy="1"/>
            </a:xfrm>
            <a:custGeom>
              <a:avLst/>
              <a:gdLst>
                <a:gd name="T0" fmla="*/ 0 w 154"/>
                <a:gd name="T1" fmla="*/ 0 h 1"/>
                <a:gd name="T2" fmla="*/ 0 w 154"/>
                <a:gd name="T3" fmla="*/ 0 h 1"/>
                <a:gd name="T4" fmla="*/ 0 w 154"/>
                <a:gd name="T5" fmla="*/ 0 h 1"/>
                <a:gd name="T6" fmla="*/ 0 60000 65536"/>
                <a:gd name="T7" fmla="*/ 0 60000 65536"/>
                <a:gd name="T8" fmla="*/ 0 60000 65536"/>
                <a:gd name="T9" fmla="*/ 0 w 154"/>
                <a:gd name="T10" fmla="*/ 0 h 1"/>
                <a:gd name="T11" fmla="*/ 154 w 15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4" h="1">
                  <a:moveTo>
                    <a:pt x="0" y="0"/>
                  </a:moveTo>
                  <a:lnTo>
                    <a:pt x="153" y="0"/>
                  </a:lnTo>
                  <a:lnTo>
                    <a:pt x="15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3" name="Freeform 119"/>
            <p:cNvSpPr/>
            <p:nvPr/>
          </p:nvSpPr>
          <p:spPr bwMode="auto">
            <a:xfrm>
              <a:off x="3248" y="2929"/>
              <a:ext cx="780" cy="1"/>
            </a:xfrm>
            <a:custGeom>
              <a:avLst/>
              <a:gdLst>
                <a:gd name="T0" fmla="*/ 0 w 4682"/>
                <a:gd name="T1" fmla="*/ 0 h 1"/>
                <a:gd name="T2" fmla="*/ 1 w 4682"/>
                <a:gd name="T3" fmla="*/ 0 h 1"/>
                <a:gd name="T4" fmla="*/ 1 w 4682"/>
                <a:gd name="T5" fmla="*/ 0 h 1"/>
                <a:gd name="T6" fmla="*/ 0 60000 65536"/>
                <a:gd name="T7" fmla="*/ 0 60000 65536"/>
                <a:gd name="T8" fmla="*/ 0 60000 65536"/>
                <a:gd name="T9" fmla="*/ 0 w 4682"/>
                <a:gd name="T10" fmla="*/ 0 h 1"/>
                <a:gd name="T11" fmla="*/ 4682 w 468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82" h="1">
                  <a:moveTo>
                    <a:pt x="0" y="0"/>
                  </a:moveTo>
                  <a:lnTo>
                    <a:pt x="4681" y="0"/>
                  </a:lnTo>
                  <a:lnTo>
                    <a:pt x="468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4" name="Freeform 120"/>
            <p:cNvSpPr/>
            <p:nvPr/>
          </p:nvSpPr>
          <p:spPr bwMode="auto">
            <a:xfrm>
              <a:off x="2685" y="2529"/>
              <a:ext cx="1" cy="558"/>
            </a:xfrm>
            <a:custGeom>
              <a:avLst/>
              <a:gdLst>
                <a:gd name="T0" fmla="*/ 0 w 1"/>
                <a:gd name="T1" fmla="*/ 0 h 3350"/>
                <a:gd name="T2" fmla="*/ 0 w 1"/>
                <a:gd name="T3" fmla="*/ 0 h 3350"/>
                <a:gd name="T4" fmla="*/ 1 w 1"/>
                <a:gd name="T5" fmla="*/ 0 h 3350"/>
                <a:gd name="T6" fmla="*/ 0 60000 65536"/>
                <a:gd name="T7" fmla="*/ 0 60000 65536"/>
                <a:gd name="T8" fmla="*/ 0 60000 65536"/>
                <a:gd name="T9" fmla="*/ 0 w 1"/>
                <a:gd name="T10" fmla="*/ 0 h 3350"/>
                <a:gd name="T11" fmla="*/ 1 w 1"/>
                <a:gd name="T12" fmla="*/ 3350 h 33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350">
                  <a:moveTo>
                    <a:pt x="0" y="0"/>
                  </a:moveTo>
                  <a:lnTo>
                    <a:pt x="0" y="3350"/>
                  </a:lnTo>
                  <a:lnTo>
                    <a:pt x="1" y="335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5" name="Freeform 121"/>
            <p:cNvSpPr/>
            <p:nvPr/>
          </p:nvSpPr>
          <p:spPr bwMode="auto">
            <a:xfrm>
              <a:off x="2685" y="2433"/>
              <a:ext cx="1" cy="41"/>
            </a:xfrm>
            <a:custGeom>
              <a:avLst/>
              <a:gdLst>
                <a:gd name="T0" fmla="*/ 0 w 1"/>
                <a:gd name="T1" fmla="*/ 0 h 248"/>
                <a:gd name="T2" fmla="*/ 0 w 1"/>
                <a:gd name="T3" fmla="*/ 0 h 248"/>
                <a:gd name="T4" fmla="*/ 1 w 1"/>
                <a:gd name="T5" fmla="*/ 0 h 248"/>
                <a:gd name="T6" fmla="*/ 0 60000 65536"/>
                <a:gd name="T7" fmla="*/ 0 60000 65536"/>
                <a:gd name="T8" fmla="*/ 0 60000 65536"/>
                <a:gd name="T9" fmla="*/ 0 w 1"/>
                <a:gd name="T10" fmla="*/ 0 h 248"/>
                <a:gd name="T11" fmla="*/ 1 w 1"/>
                <a:gd name="T12" fmla="*/ 248 h 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48">
                  <a:moveTo>
                    <a:pt x="0" y="0"/>
                  </a:moveTo>
                  <a:lnTo>
                    <a:pt x="0" y="248"/>
                  </a:lnTo>
                  <a:lnTo>
                    <a:pt x="1" y="24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6" name="Freeform 122"/>
            <p:cNvSpPr/>
            <p:nvPr/>
          </p:nvSpPr>
          <p:spPr bwMode="auto">
            <a:xfrm>
              <a:off x="1930" y="3618"/>
              <a:ext cx="1" cy="357"/>
            </a:xfrm>
            <a:custGeom>
              <a:avLst/>
              <a:gdLst>
                <a:gd name="T0" fmla="*/ 0 w 1"/>
                <a:gd name="T1" fmla="*/ 0 h 2142"/>
                <a:gd name="T2" fmla="*/ 0 w 1"/>
                <a:gd name="T3" fmla="*/ 0 h 2142"/>
                <a:gd name="T4" fmla="*/ 1 w 1"/>
                <a:gd name="T5" fmla="*/ 0 h 2142"/>
                <a:gd name="T6" fmla="*/ 0 60000 65536"/>
                <a:gd name="T7" fmla="*/ 0 60000 65536"/>
                <a:gd name="T8" fmla="*/ 0 60000 65536"/>
                <a:gd name="T9" fmla="*/ 0 w 1"/>
                <a:gd name="T10" fmla="*/ 0 h 2142"/>
                <a:gd name="T11" fmla="*/ 1 w 1"/>
                <a:gd name="T12" fmla="*/ 2142 h 21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142">
                  <a:moveTo>
                    <a:pt x="0" y="0"/>
                  </a:moveTo>
                  <a:lnTo>
                    <a:pt x="0" y="2142"/>
                  </a:lnTo>
                  <a:lnTo>
                    <a:pt x="1" y="214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lgDashDot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7" name="Freeform 123"/>
            <p:cNvSpPr/>
            <p:nvPr/>
          </p:nvSpPr>
          <p:spPr bwMode="auto">
            <a:xfrm>
              <a:off x="1781" y="3735"/>
              <a:ext cx="2" cy="134"/>
            </a:xfrm>
            <a:custGeom>
              <a:avLst/>
              <a:gdLst>
                <a:gd name="T0" fmla="*/ 1 w 2"/>
                <a:gd name="T1" fmla="*/ 0 h 134"/>
                <a:gd name="T2" fmla="*/ 0 w 2"/>
                <a:gd name="T3" fmla="*/ 134 h 134"/>
                <a:gd name="T4" fmla="*/ 2 w 2"/>
                <a:gd name="T5" fmla="*/ 134 h 134"/>
                <a:gd name="T6" fmla="*/ 0 60000 65536"/>
                <a:gd name="T7" fmla="*/ 0 60000 65536"/>
                <a:gd name="T8" fmla="*/ 0 60000 65536"/>
                <a:gd name="T9" fmla="*/ 0 w 2"/>
                <a:gd name="T10" fmla="*/ 0 h 134"/>
                <a:gd name="T11" fmla="*/ 2 w 2"/>
                <a:gd name="T12" fmla="*/ 134 h 1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134">
                  <a:moveTo>
                    <a:pt x="1" y="0"/>
                  </a:moveTo>
                  <a:lnTo>
                    <a:pt x="0" y="134"/>
                  </a:lnTo>
                  <a:lnTo>
                    <a:pt x="2" y="134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8" name="Freeform 124"/>
            <p:cNvSpPr/>
            <p:nvPr/>
          </p:nvSpPr>
          <p:spPr bwMode="auto">
            <a:xfrm>
              <a:off x="1995" y="3710"/>
              <a:ext cx="1" cy="159"/>
            </a:xfrm>
            <a:custGeom>
              <a:avLst/>
              <a:gdLst>
                <a:gd name="T0" fmla="*/ 0 w 1"/>
                <a:gd name="T1" fmla="*/ 0 h 950"/>
                <a:gd name="T2" fmla="*/ 0 w 1"/>
                <a:gd name="T3" fmla="*/ 0 h 950"/>
                <a:gd name="T4" fmla="*/ 1 w 1"/>
                <a:gd name="T5" fmla="*/ 0 h 950"/>
                <a:gd name="T6" fmla="*/ 0 60000 65536"/>
                <a:gd name="T7" fmla="*/ 0 60000 65536"/>
                <a:gd name="T8" fmla="*/ 0 60000 65536"/>
                <a:gd name="T9" fmla="*/ 0 w 1"/>
                <a:gd name="T10" fmla="*/ 0 h 950"/>
                <a:gd name="T11" fmla="*/ 1 w 1"/>
                <a:gd name="T12" fmla="*/ 950 h 9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950">
                  <a:moveTo>
                    <a:pt x="0" y="0"/>
                  </a:moveTo>
                  <a:lnTo>
                    <a:pt x="0" y="950"/>
                  </a:lnTo>
                  <a:lnTo>
                    <a:pt x="1" y="95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9" name="Freeform 125"/>
            <p:cNvSpPr/>
            <p:nvPr/>
          </p:nvSpPr>
          <p:spPr bwMode="auto">
            <a:xfrm>
              <a:off x="1866" y="3710"/>
              <a:ext cx="1" cy="159"/>
            </a:xfrm>
            <a:custGeom>
              <a:avLst/>
              <a:gdLst>
                <a:gd name="T0" fmla="*/ 0 w 1"/>
                <a:gd name="T1" fmla="*/ 0 h 950"/>
                <a:gd name="T2" fmla="*/ 0 w 1"/>
                <a:gd name="T3" fmla="*/ 0 h 950"/>
                <a:gd name="T4" fmla="*/ 1 w 1"/>
                <a:gd name="T5" fmla="*/ 0 h 950"/>
                <a:gd name="T6" fmla="*/ 0 60000 65536"/>
                <a:gd name="T7" fmla="*/ 0 60000 65536"/>
                <a:gd name="T8" fmla="*/ 0 60000 65536"/>
                <a:gd name="T9" fmla="*/ 0 w 1"/>
                <a:gd name="T10" fmla="*/ 0 h 950"/>
                <a:gd name="T11" fmla="*/ 1 w 1"/>
                <a:gd name="T12" fmla="*/ 950 h 9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950">
                  <a:moveTo>
                    <a:pt x="0" y="0"/>
                  </a:moveTo>
                  <a:lnTo>
                    <a:pt x="0" y="950"/>
                  </a:lnTo>
                  <a:lnTo>
                    <a:pt x="1" y="95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0" name="Freeform 126"/>
            <p:cNvSpPr/>
            <p:nvPr/>
          </p:nvSpPr>
          <p:spPr bwMode="auto">
            <a:xfrm>
              <a:off x="1778" y="3708"/>
              <a:ext cx="46" cy="34"/>
            </a:xfrm>
            <a:custGeom>
              <a:avLst/>
              <a:gdLst>
                <a:gd name="T0" fmla="*/ 46 w 46"/>
                <a:gd name="T1" fmla="*/ 3 h 34"/>
                <a:gd name="T2" fmla="*/ 20 w 46"/>
                <a:gd name="T3" fmla="*/ 0 h 34"/>
                <a:gd name="T4" fmla="*/ 5 w 46"/>
                <a:gd name="T5" fmla="*/ 7 h 34"/>
                <a:gd name="T6" fmla="*/ 0 w 46"/>
                <a:gd name="T7" fmla="*/ 34 h 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"/>
                <a:gd name="T13" fmla="*/ 0 h 34"/>
                <a:gd name="T14" fmla="*/ 46 w 46"/>
                <a:gd name="T15" fmla="*/ 34 h 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" h="34">
                  <a:moveTo>
                    <a:pt x="46" y="3"/>
                  </a:moveTo>
                  <a:lnTo>
                    <a:pt x="20" y="0"/>
                  </a:lnTo>
                  <a:lnTo>
                    <a:pt x="5" y="7"/>
                  </a:lnTo>
                  <a:lnTo>
                    <a:pt x="0" y="34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1" name="Freeform 127"/>
            <p:cNvSpPr/>
            <p:nvPr/>
          </p:nvSpPr>
          <p:spPr bwMode="auto">
            <a:xfrm>
              <a:off x="2649" y="3618"/>
              <a:ext cx="1" cy="357"/>
            </a:xfrm>
            <a:custGeom>
              <a:avLst/>
              <a:gdLst>
                <a:gd name="T0" fmla="*/ 0 w 1"/>
                <a:gd name="T1" fmla="*/ 0 h 2142"/>
                <a:gd name="T2" fmla="*/ 0 w 1"/>
                <a:gd name="T3" fmla="*/ 0 h 2142"/>
                <a:gd name="T4" fmla="*/ 1 w 1"/>
                <a:gd name="T5" fmla="*/ 0 h 2142"/>
                <a:gd name="T6" fmla="*/ 0 60000 65536"/>
                <a:gd name="T7" fmla="*/ 0 60000 65536"/>
                <a:gd name="T8" fmla="*/ 0 60000 65536"/>
                <a:gd name="T9" fmla="*/ 0 w 1"/>
                <a:gd name="T10" fmla="*/ 0 h 2142"/>
                <a:gd name="T11" fmla="*/ 1 w 1"/>
                <a:gd name="T12" fmla="*/ 2142 h 21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142">
                  <a:moveTo>
                    <a:pt x="0" y="0"/>
                  </a:moveTo>
                  <a:lnTo>
                    <a:pt x="0" y="2142"/>
                  </a:lnTo>
                  <a:lnTo>
                    <a:pt x="1" y="214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lgDashDot"/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2" name="Freeform 128"/>
            <p:cNvSpPr/>
            <p:nvPr/>
          </p:nvSpPr>
          <p:spPr bwMode="auto">
            <a:xfrm>
              <a:off x="2584" y="3710"/>
              <a:ext cx="1" cy="159"/>
            </a:xfrm>
            <a:custGeom>
              <a:avLst/>
              <a:gdLst>
                <a:gd name="T0" fmla="*/ 0 w 1"/>
                <a:gd name="T1" fmla="*/ 0 h 950"/>
                <a:gd name="T2" fmla="*/ 0 w 1"/>
                <a:gd name="T3" fmla="*/ 0 h 950"/>
                <a:gd name="T4" fmla="*/ 1 w 1"/>
                <a:gd name="T5" fmla="*/ 0 h 950"/>
                <a:gd name="T6" fmla="*/ 0 60000 65536"/>
                <a:gd name="T7" fmla="*/ 0 60000 65536"/>
                <a:gd name="T8" fmla="*/ 0 60000 65536"/>
                <a:gd name="T9" fmla="*/ 0 w 1"/>
                <a:gd name="T10" fmla="*/ 0 h 950"/>
                <a:gd name="T11" fmla="*/ 1 w 1"/>
                <a:gd name="T12" fmla="*/ 950 h 9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950">
                  <a:moveTo>
                    <a:pt x="0" y="0"/>
                  </a:moveTo>
                  <a:lnTo>
                    <a:pt x="0" y="950"/>
                  </a:lnTo>
                  <a:lnTo>
                    <a:pt x="1" y="95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3" name="Freeform 129"/>
            <p:cNvSpPr/>
            <p:nvPr/>
          </p:nvSpPr>
          <p:spPr bwMode="auto">
            <a:xfrm>
              <a:off x="2713" y="3710"/>
              <a:ext cx="1" cy="159"/>
            </a:xfrm>
            <a:custGeom>
              <a:avLst/>
              <a:gdLst>
                <a:gd name="T0" fmla="*/ 0 w 1"/>
                <a:gd name="T1" fmla="*/ 0 h 950"/>
                <a:gd name="T2" fmla="*/ 0 w 1"/>
                <a:gd name="T3" fmla="*/ 0 h 950"/>
                <a:gd name="T4" fmla="*/ 1 w 1"/>
                <a:gd name="T5" fmla="*/ 0 h 950"/>
                <a:gd name="T6" fmla="*/ 0 60000 65536"/>
                <a:gd name="T7" fmla="*/ 0 60000 65536"/>
                <a:gd name="T8" fmla="*/ 0 60000 65536"/>
                <a:gd name="T9" fmla="*/ 0 w 1"/>
                <a:gd name="T10" fmla="*/ 0 h 950"/>
                <a:gd name="T11" fmla="*/ 1 w 1"/>
                <a:gd name="T12" fmla="*/ 950 h 9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950">
                  <a:moveTo>
                    <a:pt x="0" y="0"/>
                  </a:moveTo>
                  <a:lnTo>
                    <a:pt x="0" y="950"/>
                  </a:lnTo>
                  <a:lnTo>
                    <a:pt x="1" y="95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4" name="Freeform 130"/>
            <p:cNvSpPr/>
            <p:nvPr/>
          </p:nvSpPr>
          <p:spPr bwMode="auto">
            <a:xfrm>
              <a:off x="2562" y="3710"/>
              <a:ext cx="210" cy="1"/>
            </a:xfrm>
            <a:custGeom>
              <a:avLst/>
              <a:gdLst>
                <a:gd name="T0" fmla="*/ 0 w 1265"/>
                <a:gd name="T1" fmla="*/ 0 h 1"/>
                <a:gd name="T2" fmla="*/ 0 w 1265"/>
                <a:gd name="T3" fmla="*/ 0 h 1"/>
                <a:gd name="T4" fmla="*/ 0 w 1265"/>
                <a:gd name="T5" fmla="*/ 0 h 1"/>
                <a:gd name="T6" fmla="*/ 0 60000 65536"/>
                <a:gd name="T7" fmla="*/ 0 60000 65536"/>
                <a:gd name="T8" fmla="*/ 0 60000 65536"/>
                <a:gd name="T9" fmla="*/ 0 w 1265"/>
                <a:gd name="T10" fmla="*/ 0 h 1"/>
                <a:gd name="T11" fmla="*/ 1265 w 126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65" h="1">
                  <a:moveTo>
                    <a:pt x="1265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5" name="Freeform 131"/>
            <p:cNvSpPr/>
            <p:nvPr/>
          </p:nvSpPr>
          <p:spPr bwMode="auto">
            <a:xfrm>
              <a:off x="1861" y="3864"/>
              <a:ext cx="5" cy="5"/>
            </a:xfrm>
            <a:custGeom>
              <a:avLst/>
              <a:gdLst>
                <a:gd name="T0" fmla="*/ 0 w 29"/>
                <a:gd name="T1" fmla="*/ 0 h 27"/>
                <a:gd name="T2" fmla="*/ 0 w 29"/>
                <a:gd name="T3" fmla="*/ 0 h 27"/>
                <a:gd name="T4" fmla="*/ 0 w 29"/>
                <a:gd name="T5" fmla="*/ 0 h 27"/>
                <a:gd name="T6" fmla="*/ 0 60000 65536"/>
                <a:gd name="T7" fmla="*/ 0 60000 65536"/>
                <a:gd name="T8" fmla="*/ 0 60000 65536"/>
                <a:gd name="T9" fmla="*/ 0 w 29"/>
                <a:gd name="T10" fmla="*/ 0 h 27"/>
                <a:gd name="T11" fmla="*/ 29 w 29"/>
                <a:gd name="T12" fmla="*/ 27 h 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" h="27">
                  <a:moveTo>
                    <a:pt x="0" y="27"/>
                  </a:moveTo>
                  <a:lnTo>
                    <a:pt x="28" y="0"/>
                  </a:lnTo>
                  <a:lnTo>
                    <a:pt x="2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6" name="Freeform 132"/>
            <p:cNvSpPr/>
            <p:nvPr/>
          </p:nvSpPr>
          <p:spPr bwMode="auto">
            <a:xfrm>
              <a:off x="2389" y="3332"/>
              <a:ext cx="9" cy="9"/>
            </a:xfrm>
            <a:custGeom>
              <a:avLst/>
              <a:gdLst>
                <a:gd name="T0" fmla="*/ 0 w 57"/>
                <a:gd name="T1" fmla="*/ 0 h 57"/>
                <a:gd name="T2" fmla="*/ 0 w 57"/>
                <a:gd name="T3" fmla="*/ 0 h 57"/>
                <a:gd name="T4" fmla="*/ 0 w 57"/>
                <a:gd name="T5" fmla="*/ 0 h 57"/>
                <a:gd name="T6" fmla="*/ 0 60000 65536"/>
                <a:gd name="T7" fmla="*/ 0 60000 65536"/>
                <a:gd name="T8" fmla="*/ 0 60000 65536"/>
                <a:gd name="T9" fmla="*/ 0 w 57"/>
                <a:gd name="T10" fmla="*/ 0 h 57"/>
                <a:gd name="T11" fmla="*/ 57 w 57"/>
                <a:gd name="T12" fmla="*/ 57 h 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" h="57">
                  <a:moveTo>
                    <a:pt x="0" y="57"/>
                  </a:moveTo>
                  <a:lnTo>
                    <a:pt x="56" y="0"/>
                  </a:lnTo>
                  <a:lnTo>
                    <a:pt x="57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7" name="Freeform 133"/>
            <p:cNvSpPr/>
            <p:nvPr/>
          </p:nvSpPr>
          <p:spPr bwMode="auto">
            <a:xfrm>
              <a:off x="2172" y="3851"/>
              <a:ext cx="19" cy="18"/>
            </a:xfrm>
            <a:custGeom>
              <a:avLst/>
              <a:gdLst>
                <a:gd name="T0" fmla="*/ 0 w 111"/>
                <a:gd name="T1" fmla="*/ 0 h 109"/>
                <a:gd name="T2" fmla="*/ 0 w 111"/>
                <a:gd name="T3" fmla="*/ 0 h 109"/>
                <a:gd name="T4" fmla="*/ 0 w 111"/>
                <a:gd name="T5" fmla="*/ 0 h 109"/>
                <a:gd name="T6" fmla="*/ 0 60000 65536"/>
                <a:gd name="T7" fmla="*/ 0 60000 65536"/>
                <a:gd name="T8" fmla="*/ 0 60000 65536"/>
                <a:gd name="T9" fmla="*/ 0 w 111"/>
                <a:gd name="T10" fmla="*/ 0 h 109"/>
                <a:gd name="T11" fmla="*/ 111 w 111"/>
                <a:gd name="T12" fmla="*/ 109 h 1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1" h="109">
                  <a:moveTo>
                    <a:pt x="0" y="109"/>
                  </a:moveTo>
                  <a:lnTo>
                    <a:pt x="110" y="0"/>
                  </a:lnTo>
                  <a:lnTo>
                    <a:pt x="111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8" name="Freeform 134"/>
            <p:cNvSpPr/>
            <p:nvPr/>
          </p:nvSpPr>
          <p:spPr bwMode="auto">
            <a:xfrm>
              <a:off x="2626" y="3424"/>
              <a:ext cx="146" cy="146"/>
            </a:xfrm>
            <a:custGeom>
              <a:avLst/>
              <a:gdLst>
                <a:gd name="T0" fmla="*/ 0 w 875"/>
                <a:gd name="T1" fmla="*/ 0 h 874"/>
                <a:gd name="T2" fmla="*/ 0 w 875"/>
                <a:gd name="T3" fmla="*/ 0 h 874"/>
                <a:gd name="T4" fmla="*/ 0 w 875"/>
                <a:gd name="T5" fmla="*/ 0 h 874"/>
                <a:gd name="T6" fmla="*/ 0 60000 65536"/>
                <a:gd name="T7" fmla="*/ 0 60000 65536"/>
                <a:gd name="T8" fmla="*/ 0 60000 65536"/>
                <a:gd name="T9" fmla="*/ 0 w 875"/>
                <a:gd name="T10" fmla="*/ 0 h 874"/>
                <a:gd name="T11" fmla="*/ 875 w 875"/>
                <a:gd name="T12" fmla="*/ 874 h 8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75" h="874">
                  <a:moveTo>
                    <a:pt x="0" y="874"/>
                  </a:moveTo>
                  <a:lnTo>
                    <a:pt x="874" y="0"/>
                  </a:lnTo>
                  <a:lnTo>
                    <a:pt x="87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9" name="Freeform 135"/>
            <p:cNvSpPr/>
            <p:nvPr/>
          </p:nvSpPr>
          <p:spPr bwMode="auto">
            <a:xfrm>
              <a:off x="2787" y="3558"/>
              <a:ext cx="7" cy="7"/>
            </a:xfrm>
            <a:custGeom>
              <a:avLst/>
              <a:gdLst>
                <a:gd name="T0" fmla="*/ 0 w 38"/>
                <a:gd name="T1" fmla="*/ 0 h 38"/>
                <a:gd name="T2" fmla="*/ 0 w 38"/>
                <a:gd name="T3" fmla="*/ 0 h 38"/>
                <a:gd name="T4" fmla="*/ 0 w 38"/>
                <a:gd name="T5" fmla="*/ 0 h 38"/>
                <a:gd name="T6" fmla="*/ 0 60000 65536"/>
                <a:gd name="T7" fmla="*/ 0 60000 65536"/>
                <a:gd name="T8" fmla="*/ 0 60000 65536"/>
                <a:gd name="T9" fmla="*/ 0 w 38"/>
                <a:gd name="T10" fmla="*/ 0 h 38"/>
                <a:gd name="T11" fmla="*/ 38 w 38"/>
                <a:gd name="T12" fmla="*/ 38 h 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" h="38">
                  <a:moveTo>
                    <a:pt x="0" y="38"/>
                  </a:moveTo>
                  <a:lnTo>
                    <a:pt x="37" y="0"/>
                  </a:lnTo>
                  <a:lnTo>
                    <a:pt x="38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140" name="Group 136"/>
            <p:cNvGrpSpPr/>
            <p:nvPr/>
          </p:nvGrpSpPr>
          <p:grpSpPr bwMode="auto">
            <a:xfrm>
              <a:off x="1782" y="2776"/>
              <a:ext cx="1008" cy="1093"/>
              <a:chOff x="1782" y="2567"/>
              <a:chExt cx="1008" cy="1093"/>
            </a:xfrm>
          </p:grpSpPr>
          <p:sp>
            <p:nvSpPr>
              <p:cNvPr id="144" name="Freeform 137"/>
              <p:cNvSpPr/>
              <p:nvPr/>
            </p:nvSpPr>
            <p:spPr bwMode="auto">
              <a:xfrm>
                <a:off x="2042" y="2567"/>
                <a:ext cx="134" cy="133"/>
              </a:xfrm>
              <a:custGeom>
                <a:avLst/>
                <a:gdLst>
                  <a:gd name="T0" fmla="*/ 0 w 800"/>
                  <a:gd name="T1" fmla="*/ 0 h 799"/>
                  <a:gd name="T2" fmla="*/ 0 w 800"/>
                  <a:gd name="T3" fmla="*/ 0 h 799"/>
                  <a:gd name="T4" fmla="*/ 0 w 800"/>
                  <a:gd name="T5" fmla="*/ 0 h 799"/>
                  <a:gd name="T6" fmla="*/ 0 60000 65536"/>
                  <a:gd name="T7" fmla="*/ 0 60000 65536"/>
                  <a:gd name="T8" fmla="*/ 0 60000 65536"/>
                  <a:gd name="T9" fmla="*/ 0 w 800"/>
                  <a:gd name="T10" fmla="*/ 0 h 799"/>
                  <a:gd name="T11" fmla="*/ 800 w 800"/>
                  <a:gd name="T12" fmla="*/ 799 h 7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0" h="799">
                    <a:moveTo>
                      <a:pt x="0" y="799"/>
                    </a:moveTo>
                    <a:lnTo>
                      <a:pt x="799" y="0"/>
                    </a:lnTo>
                    <a:lnTo>
                      <a:pt x="8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5" name="Freeform 138"/>
              <p:cNvSpPr/>
              <p:nvPr/>
            </p:nvSpPr>
            <p:spPr bwMode="auto">
              <a:xfrm>
                <a:off x="2042" y="2708"/>
                <a:ext cx="149" cy="148"/>
              </a:xfrm>
              <a:custGeom>
                <a:avLst/>
                <a:gdLst>
                  <a:gd name="T0" fmla="*/ 0 w 893"/>
                  <a:gd name="T1" fmla="*/ 0 h 892"/>
                  <a:gd name="T2" fmla="*/ 0 w 893"/>
                  <a:gd name="T3" fmla="*/ 0 h 892"/>
                  <a:gd name="T4" fmla="*/ 0 w 893"/>
                  <a:gd name="T5" fmla="*/ 0 h 892"/>
                  <a:gd name="T6" fmla="*/ 0 60000 65536"/>
                  <a:gd name="T7" fmla="*/ 0 60000 65536"/>
                  <a:gd name="T8" fmla="*/ 0 60000 65536"/>
                  <a:gd name="T9" fmla="*/ 0 w 893"/>
                  <a:gd name="T10" fmla="*/ 0 h 892"/>
                  <a:gd name="T11" fmla="*/ 893 w 893"/>
                  <a:gd name="T12" fmla="*/ 892 h 8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93" h="892">
                    <a:moveTo>
                      <a:pt x="0" y="892"/>
                    </a:moveTo>
                    <a:lnTo>
                      <a:pt x="892" y="0"/>
                    </a:lnTo>
                    <a:lnTo>
                      <a:pt x="89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6" name="Freeform 139"/>
              <p:cNvSpPr/>
              <p:nvPr/>
            </p:nvSpPr>
            <p:spPr bwMode="auto">
              <a:xfrm>
                <a:off x="2042" y="2863"/>
                <a:ext cx="149" cy="149"/>
              </a:xfrm>
              <a:custGeom>
                <a:avLst/>
                <a:gdLst>
                  <a:gd name="T0" fmla="*/ 0 w 892"/>
                  <a:gd name="T1" fmla="*/ 0 h 892"/>
                  <a:gd name="T2" fmla="*/ 0 w 892"/>
                  <a:gd name="T3" fmla="*/ 0 h 892"/>
                  <a:gd name="T4" fmla="*/ 0 w 892"/>
                  <a:gd name="T5" fmla="*/ 0 h 892"/>
                  <a:gd name="T6" fmla="*/ 0 60000 65536"/>
                  <a:gd name="T7" fmla="*/ 0 60000 65536"/>
                  <a:gd name="T8" fmla="*/ 0 60000 65536"/>
                  <a:gd name="T9" fmla="*/ 0 w 892"/>
                  <a:gd name="T10" fmla="*/ 0 h 892"/>
                  <a:gd name="T11" fmla="*/ 892 w 892"/>
                  <a:gd name="T12" fmla="*/ 892 h 8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92" h="892">
                    <a:moveTo>
                      <a:pt x="0" y="892"/>
                    </a:moveTo>
                    <a:lnTo>
                      <a:pt x="891" y="0"/>
                    </a:lnTo>
                    <a:lnTo>
                      <a:pt x="89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7" name="Freeform 140"/>
              <p:cNvSpPr/>
              <p:nvPr/>
            </p:nvSpPr>
            <p:spPr bwMode="auto">
              <a:xfrm>
                <a:off x="2042" y="3019"/>
                <a:ext cx="149" cy="149"/>
              </a:xfrm>
              <a:custGeom>
                <a:avLst/>
                <a:gdLst>
                  <a:gd name="T0" fmla="*/ 0 w 892"/>
                  <a:gd name="T1" fmla="*/ 0 h 891"/>
                  <a:gd name="T2" fmla="*/ 0 w 892"/>
                  <a:gd name="T3" fmla="*/ 0 h 891"/>
                  <a:gd name="T4" fmla="*/ 0 w 892"/>
                  <a:gd name="T5" fmla="*/ 0 h 891"/>
                  <a:gd name="T6" fmla="*/ 0 60000 65536"/>
                  <a:gd name="T7" fmla="*/ 0 60000 65536"/>
                  <a:gd name="T8" fmla="*/ 0 60000 65536"/>
                  <a:gd name="T9" fmla="*/ 0 w 892"/>
                  <a:gd name="T10" fmla="*/ 0 h 891"/>
                  <a:gd name="T11" fmla="*/ 892 w 892"/>
                  <a:gd name="T12" fmla="*/ 891 h 8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92" h="891">
                    <a:moveTo>
                      <a:pt x="0" y="891"/>
                    </a:moveTo>
                    <a:lnTo>
                      <a:pt x="891" y="0"/>
                    </a:lnTo>
                    <a:lnTo>
                      <a:pt x="89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8" name="Freeform 141"/>
              <p:cNvSpPr/>
              <p:nvPr/>
            </p:nvSpPr>
            <p:spPr bwMode="auto">
              <a:xfrm>
                <a:off x="1782" y="3501"/>
                <a:ext cx="82" cy="83"/>
              </a:xfrm>
              <a:custGeom>
                <a:avLst/>
                <a:gdLst>
                  <a:gd name="T0" fmla="*/ 0 w 495"/>
                  <a:gd name="T1" fmla="*/ 0 h 494"/>
                  <a:gd name="T2" fmla="*/ 0 w 495"/>
                  <a:gd name="T3" fmla="*/ 0 h 494"/>
                  <a:gd name="T4" fmla="*/ 0 w 495"/>
                  <a:gd name="T5" fmla="*/ 0 h 494"/>
                  <a:gd name="T6" fmla="*/ 0 60000 65536"/>
                  <a:gd name="T7" fmla="*/ 0 60000 65536"/>
                  <a:gd name="T8" fmla="*/ 0 60000 65536"/>
                  <a:gd name="T9" fmla="*/ 0 w 495"/>
                  <a:gd name="T10" fmla="*/ 0 h 494"/>
                  <a:gd name="T11" fmla="*/ 495 w 495"/>
                  <a:gd name="T12" fmla="*/ 494 h 49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95" h="494">
                    <a:moveTo>
                      <a:pt x="0" y="494"/>
                    </a:moveTo>
                    <a:lnTo>
                      <a:pt x="494" y="0"/>
                    </a:lnTo>
                    <a:lnTo>
                      <a:pt x="49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9" name="Freeform 142"/>
              <p:cNvSpPr/>
              <p:nvPr/>
            </p:nvSpPr>
            <p:spPr bwMode="auto">
              <a:xfrm>
                <a:off x="2042" y="3175"/>
                <a:ext cx="149" cy="148"/>
              </a:xfrm>
              <a:custGeom>
                <a:avLst/>
                <a:gdLst>
                  <a:gd name="T0" fmla="*/ 0 w 892"/>
                  <a:gd name="T1" fmla="*/ 0 h 891"/>
                  <a:gd name="T2" fmla="*/ 0 w 892"/>
                  <a:gd name="T3" fmla="*/ 0 h 891"/>
                  <a:gd name="T4" fmla="*/ 0 w 892"/>
                  <a:gd name="T5" fmla="*/ 0 h 891"/>
                  <a:gd name="T6" fmla="*/ 0 60000 65536"/>
                  <a:gd name="T7" fmla="*/ 0 60000 65536"/>
                  <a:gd name="T8" fmla="*/ 0 60000 65536"/>
                  <a:gd name="T9" fmla="*/ 0 w 892"/>
                  <a:gd name="T10" fmla="*/ 0 h 891"/>
                  <a:gd name="T11" fmla="*/ 892 w 892"/>
                  <a:gd name="T12" fmla="*/ 891 h 8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92" h="891">
                    <a:moveTo>
                      <a:pt x="0" y="891"/>
                    </a:moveTo>
                    <a:lnTo>
                      <a:pt x="891" y="0"/>
                    </a:lnTo>
                    <a:lnTo>
                      <a:pt x="89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0" name="Freeform 143"/>
              <p:cNvSpPr/>
              <p:nvPr/>
            </p:nvSpPr>
            <p:spPr bwMode="auto">
              <a:xfrm>
                <a:off x="2042" y="3330"/>
                <a:ext cx="149" cy="149"/>
              </a:xfrm>
              <a:custGeom>
                <a:avLst/>
                <a:gdLst>
                  <a:gd name="T0" fmla="*/ 0 w 893"/>
                  <a:gd name="T1" fmla="*/ 0 h 892"/>
                  <a:gd name="T2" fmla="*/ 0 w 893"/>
                  <a:gd name="T3" fmla="*/ 0 h 892"/>
                  <a:gd name="T4" fmla="*/ 0 w 893"/>
                  <a:gd name="T5" fmla="*/ 0 h 892"/>
                  <a:gd name="T6" fmla="*/ 0 60000 65536"/>
                  <a:gd name="T7" fmla="*/ 0 60000 65536"/>
                  <a:gd name="T8" fmla="*/ 0 60000 65536"/>
                  <a:gd name="T9" fmla="*/ 0 w 893"/>
                  <a:gd name="T10" fmla="*/ 0 h 892"/>
                  <a:gd name="T11" fmla="*/ 893 w 893"/>
                  <a:gd name="T12" fmla="*/ 892 h 8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93" h="892">
                    <a:moveTo>
                      <a:pt x="0" y="892"/>
                    </a:moveTo>
                    <a:lnTo>
                      <a:pt x="892" y="0"/>
                    </a:lnTo>
                    <a:lnTo>
                      <a:pt x="89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1" name="Freeform 144"/>
              <p:cNvSpPr/>
              <p:nvPr/>
            </p:nvSpPr>
            <p:spPr bwMode="auto">
              <a:xfrm>
                <a:off x="2017" y="3486"/>
                <a:ext cx="174" cy="174"/>
              </a:xfrm>
              <a:custGeom>
                <a:avLst/>
                <a:gdLst>
                  <a:gd name="T0" fmla="*/ 0 w 1043"/>
                  <a:gd name="T1" fmla="*/ 0 h 1042"/>
                  <a:gd name="T2" fmla="*/ 0 w 1043"/>
                  <a:gd name="T3" fmla="*/ 0 h 1042"/>
                  <a:gd name="T4" fmla="*/ 0 w 1043"/>
                  <a:gd name="T5" fmla="*/ 0 h 1042"/>
                  <a:gd name="T6" fmla="*/ 0 60000 65536"/>
                  <a:gd name="T7" fmla="*/ 0 60000 65536"/>
                  <a:gd name="T8" fmla="*/ 0 60000 65536"/>
                  <a:gd name="T9" fmla="*/ 0 w 1043"/>
                  <a:gd name="T10" fmla="*/ 0 h 1042"/>
                  <a:gd name="T11" fmla="*/ 1043 w 1043"/>
                  <a:gd name="T12" fmla="*/ 1042 h 104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43" h="1042">
                    <a:moveTo>
                      <a:pt x="0" y="1042"/>
                    </a:moveTo>
                    <a:lnTo>
                      <a:pt x="1042" y="0"/>
                    </a:lnTo>
                    <a:lnTo>
                      <a:pt x="104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2" name="Freeform 145"/>
              <p:cNvSpPr/>
              <p:nvPr/>
            </p:nvSpPr>
            <p:spPr bwMode="auto">
              <a:xfrm>
                <a:off x="2389" y="3178"/>
                <a:ext cx="109" cy="110"/>
              </a:xfrm>
              <a:custGeom>
                <a:avLst/>
                <a:gdLst>
                  <a:gd name="T0" fmla="*/ 0 w 658"/>
                  <a:gd name="T1" fmla="*/ 0 h 658"/>
                  <a:gd name="T2" fmla="*/ 0 w 658"/>
                  <a:gd name="T3" fmla="*/ 0 h 658"/>
                  <a:gd name="T4" fmla="*/ 0 w 658"/>
                  <a:gd name="T5" fmla="*/ 0 h 658"/>
                  <a:gd name="T6" fmla="*/ 0 60000 65536"/>
                  <a:gd name="T7" fmla="*/ 0 60000 65536"/>
                  <a:gd name="T8" fmla="*/ 0 60000 65536"/>
                  <a:gd name="T9" fmla="*/ 0 w 658"/>
                  <a:gd name="T10" fmla="*/ 0 h 658"/>
                  <a:gd name="T11" fmla="*/ 658 w 658"/>
                  <a:gd name="T12" fmla="*/ 658 h 6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58" h="658">
                    <a:moveTo>
                      <a:pt x="0" y="658"/>
                    </a:moveTo>
                    <a:lnTo>
                      <a:pt x="657" y="0"/>
                    </a:lnTo>
                    <a:lnTo>
                      <a:pt x="65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3" name="Freeform 146"/>
              <p:cNvSpPr/>
              <p:nvPr/>
            </p:nvSpPr>
            <p:spPr bwMode="auto">
              <a:xfrm>
                <a:off x="2389" y="3211"/>
                <a:ext cx="232" cy="232"/>
              </a:xfrm>
              <a:custGeom>
                <a:avLst/>
                <a:gdLst>
                  <a:gd name="T0" fmla="*/ 0 w 1395"/>
                  <a:gd name="T1" fmla="*/ 0 h 1395"/>
                  <a:gd name="T2" fmla="*/ 0 w 1395"/>
                  <a:gd name="T3" fmla="*/ 0 h 1395"/>
                  <a:gd name="T4" fmla="*/ 0 w 1395"/>
                  <a:gd name="T5" fmla="*/ 0 h 1395"/>
                  <a:gd name="T6" fmla="*/ 0 60000 65536"/>
                  <a:gd name="T7" fmla="*/ 0 60000 65536"/>
                  <a:gd name="T8" fmla="*/ 0 60000 65536"/>
                  <a:gd name="T9" fmla="*/ 0 w 1395"/>
                  <a:gd name="T10" fmla="*/ 0 h 1395"/>
                  <a:gd name="T11" fmla="*/ 1395 w 1395"/>
                  <a:gd name="T12" fmla="*/ 1395 h 139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95" h="1395">
                    <a:moveTo>
                      <a:pt x="0" y="1395"/>
                    </a:moveTo>
                    <a:lnTo>
                      <a:pt x="1394" y="0"/>
                    </a:lnTo>
                    <a:lnTo>
                      <a:pt x="139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4" name="Freeform 147"/>
              <p:cNvSpPr/>
              <p:nvPr/>
            </p:nvSpPr>
            <p:spPr bwMode="auto">
              <a:xfrm>
                <a:off x="2389" y="3451"/>
                <a:ext cx="148" cy="148"/>
              </a:xfrm>
              <a:custGeom>
                <a:avLst/>
                <a:gdLst>
                  <a:gd name="T0" fmla="*/ 0 w 891"/>
                  <a:gd name="T1" fmla="*/ 0 h 892"/>
                  <a:gd name="T2" fmla="*/ 0 w 891"/>
                  <a:gd name="T3" fmla="*/ 0 h 892"/>
                  <a:gd name="T4" fmla="*/ 0 w 891"/>
                  <a:gd name="T5" fmla="*/ 0 h 892"/>
                  <a:gd name="T6" fmla="*/ 0 60000 65536"/>
                  <a:gd name="T7" fmla="*/ 0 60000 65536"/>
                  <a:gd name="T8" fmla="*/ 0 60000 65536"/>
                  <a:gd name="T9" fmla="*/ 0 w 891"/>
                  <a:gd name="T10" fmla="*/ 0 h 892"/>
                  <a:gd name="T11" fmla="*/ 891 w 891"/>
                  <a:gd name="T12" fmla="*/ 892 h 8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91" h="892">
                    <a:moveTo>
                      <a:pt x="0" y="892"/>
                    </a:moveTo>
                    <a:lnTo>
                      <a:pt x="890" y="0"/>
                    </a:lnTo>
                    <a:lnTo>
                      <a:pt x="89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5" name="Freeform 148"/>
              <p:cNvSpPr/>
              <p:nvPr/>
            </p:nvSpPr>
            <p:spPr bwMode="auto">
              <a:xfrm>
                <a:off x="2484" y="3559"/>
                <a:ext cx="101" cy="101"/>
              </a:xfrm>
              <a:custGeom>
                <a:avLst/>
                <a:gdLst>
                  <a:gd name="T0" fmla="*/ 0 w 607"/>
                  <a:gd name="T1" fmla="*/ 0 h 606"/>
                  <a:gd name="T2" fmla="*/ 0 w 607"/>
                  <a:gd name="T3" fmla="*/ 0 h 606"/>
                  <a:gd name="T4" fmla="*/ 0 w 607"/>
                  <a:gd name="T5" fmla="*/ 0 h 606"/>
                  <a:gd name="T6" fmla="*/ 0 60000 65536"/>
                  <a:gd name="T7" fmla="*/ 0 60000 65536"/>
                  <a:gd name="T8" fmla="*/ 0 60000 65536"/>
                  <a:gd name="T9" fmla="*/ 0 w 607"/>
                  <a:gd name="T10" fmla="*/ 0 h 606"/>
                  <a:gd name="T11" fmla="*/ 607 w 607"/>
                  <a:gd name="T12" fmla="*/ 606 h 60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07" h="606">
                    <a:moveTo>
                      <a:pt x="0" y="606"/>
                    </a:moveTo>
                    <a:lnTo>
                      <a:pt x="606" y="0"/>
                    </a:lnTo>
                    <a:lnTo>
                      <a:pt x="60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6" name="Freeform 149"/>
              <p:cNvSpPr/>
              <p:nvPr/>
            </p:nvSpPr>
            <p:spPr bwMode="auto">
              <a:xfrm>
                <a:off x="2713" y="3509"/>
                <a:ext cx="77" cy="77"/>
              </a:xfrm>
              <a:custGeom>
                <a:avLst/>
                <a:gdLst>
                  <a:gd name="T0" fmla="*/ 0 w 463"/>
                  <a:gd name="T1" fmla="*/ 0 h 462"/>
                  <a:gd name="T2" fmla="*/ 0 w 463"/>
                  <a:gd name="T3" fmla="*/ 0 h 462"/>
                  <a:gd name="T4" fmla="*/ 0 w 463"/>
                  <a:gd name="T5" fmla="*/ 0 h 462"/>
                  <a:gd name="T6" fmla="*/ 0 60000 65536"/>
                  <a:gd name="T7" fmla="*/ 0 60000 65536"/>
                  <a:gd name="T8" fmla="*/ 0 60000 65536"/>
                  <a:gd name="T9" fmla="*/ 0 w 463"/>
                  <a:gd name="T10" fmla="*/ 0 h 462"/>
                  <a:gd name="T11" fmla="*/ 463 w 463"/>
                  <a:gd name="T12" fmla="*/ 462 h 4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3" h="462">
                    <a:moveTo>
                      <a:pt x="0" y="462"/>
                    </a:moveTo>
                    <a:lnTo>
                      <a:pt x="462" y="0"/>
                    </a:lnTo>
                    <a:lnTo>
                      <a:pt x="46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41" name="Freeform 150"/>
            <p:cNvSpPr/>
            <p:nvPr/>
          </p:nvSpPr>
          <p:spPr bwMode="auto">
            <a:xfrm>
              <a:off x="2795" y="3866"/>
              <a:ext cx="2" cy="3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0 h 17"/>
                <a:gd name="T4" fmla="*/ 0 w 17"/>
                <a:gd name="T5" fmla="*/ 0 h 17"/>
                <a:gd name="T6" fmla="*/ 0 60000 65536"/>
                <a:gd name="T7" fmla="*/ 0 60000 65536"/>
                <a:gd name="T8" fmla="*/ 0 60000 65536"/>
                <a:gd name="T9" fmla="*/ 0 w 17"/>
                <a:gd name="T10" fmla="*/ 0 h 17"/>
                <a:gd name="T11" fmla="*/ 17 w 17"/>
                <a:gd name="T12" fmla="*/ 17 h 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17">
                  <a:moveTo>
                    <a:pt x="0" y="17"/>
                  </a:moveTo>
                  <a:lnTo>
                    <a:pt x="16" y="0"/>
                  </a:lnTo>
                  <a:lnTo>
                    <a:pt x="17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2" name="Line 151"/>
            <p:cNvSpPr>
              <a:spLocks noChangeShapeType="1"/>
            </p:cNvSpPr>
            <p:nvPr/>
          </p:nvSpPr>
          <p:spPr bwMode="auto">
            <a:xfrm>
              <a:off x="2802" y="3742"/>
              <a:ext cx="1" cy="13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" name="Line 152"/>
            <p:cNvSpPr>
              <a:spLocks noChangeShapeType="1"/>
            </p:cNvSpPr>
            <p:nvPr/>
          </p:nvSpPr>
          <p:spPr bwMode="auto">
            <a:xfrm>
              <a:off x="1772" y="3867"/>
              <a:ext cx="104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pic>
        <p:nvPicPr>
          <p:cNvPr id="157" name="Picture 153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389544" y="1437677"/>
            <a:ext cx="3229097" cy="1944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8" name="Picture 15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355366" y="3796790"/>
            <a:ext cx="3457622" cy="1982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剖视图种类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47"/>
          <p:cNvSpPr txBox="1">
            <a:spLocks noChangeArrowheads="1"/>
          </p:cNvSpPr>
          <p:nvPr/>
        </p:nvSpPr>
        <p:spPr bwMode="auto">
          <a:xfrm>
            <a:off x="479376" y="1831614"/>
            <a:ext cx="4302781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(1.3)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单一剖切面：局部剖视图</a:t>
            </a:r>
            <a:endParaRPr lang="zh-CN" altLang="en-US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51384" y="2596461"/>
            <a:ext cx="2520280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当对称机件的轮廓线与中心线重合，不宜半剖</a:t>
            </a:r>
            <a:endParaRPr kumimoji="1"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 rot="20458816">
            <a:off x="5316265" y="2923275"/>
            <a:ext cx="457200" cy="1524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99FF99"/>
          </a:solidFill>
          <a:ln w="12700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3727178" y="3599550"/>
            <a:ext cx="1006475" cy="411163"/>
          </a:xfrm>
          <a:prstGeom prst="wedgeRectCallout">
            <a:avLst>
              <a:gd name="adj1" fmla="val 78866"/>
              <a:gd name="adj2" fmla="val -163898"/>
            </a:avLst>
          </a:prstGeom>
          <a:solidFill>
            <a:srgbClr val="FFFF66"/>
          </a:solidFill>
          <a:ln w="19050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algn="ctr">
              <a:defRPr/>
            </a:pPr>
            <a:r>
              <a:rPr lang="zh-CN" altLang="en-US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 误</a:t>
            </a:r>
            <a:endParaRPr lang="zh-CN" altLang="en-US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9653315" y="2456550"/>
            <a:ext cx="981075" cy="433388"/>
          </a:xfrm>
          <a:prstGeom prst="wedgeRectCallout">
            <a:avLst>
              <a:gd name="adj1" fmla="val -99514"/>
              <a:gd name="adj2" fmla="val 115935"/>
            </a:avLst>
          </a:prstGeom>
          <a:solidFill>
            <a:srgbClr val="FFCCFF"/>
          </a:solidFill>
          <a:ln w="19050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algn="ctr">
              <a:defRPr/>
            </a:pPr>
            <a:r>
              <a:rPr lang="zh-CN" altLang="en-US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 确</a:t>
            </a:r>
            <a:endParaRPr lang="zh-CN" altLang="en-US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014124" y="2434325"/>
            <a:ext cx="1549400" cy="2780558"/>
            <a:chOff x="3677443" y="2865387"/>
            <a:chExt cx="1549400" cy="2780558"/>
          </a:xfrm>
        </p:grpSpPr>
        <p:grpSp>
          <p:nvGrpSpPr>
            <p:cNvPr id="9" name="Group 134"/>
            <p:cNvGrpSpPr/>
            <p:nvPr/>
          </p:nvGrpSpPr>
          <p:grpSpPr bwMode="auto">
            <a:xfrm>
              <a:off x="3752572" y="2865387"/>
              <a:ext cx="1400175" cy="2697163"/>
              <a:chOff x="1499" y="818"/>
              <a:chExt cx="882" cy="1699"/>
            </a:xfrm>
          </p:grpSpPr>
          <p:sp>
            <p:nvSpPr>
              <p:cNvPr id="13" name="Line 7"/>
              <p:cNvSpPr>
                <a:spLocks noChangeShapeType="1"/>
              </p:cNvSpPr>
              <p:nvPr/>
            </p:nvSpPr>
            <p:spPr bwMode="auto">
              <a:xfrm>
                <a:off x="1499" y="824"/>
                <a:ext cx="87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Freeform 8"/>
              <p:cNvSpPr/>
              <p:nvPr/>
            </p:nvSpPr>
            <p:spPr bwMode="auto">
              <a:xfrm>
                <a:off x="1499" y="824"/>
                <a:ext cx="1" cy="228"/>
              </a:xfrm>
              <a:custGeom>
                <a:avLst/>
                <a:gdLst>
                  <a:gd name="T0" fmla="*/ 0 w 1"/>
                  <a:gd name="T1" fmla="*/ 0 h 250"/>
                  <a:gd name="T2" fmla="*/ 0 w 1"/>
                  <a:gd name="T3" fmla="*/ 158 h 250"/>
                  <a:gd name="T4" fmla="*/ 0 60000 65536"/>
                  <a:gd name="T5" fmla="*/ 0 60000 65536"/>
                  <a:gd name="T6" fmla="*/ 0 w 1"/>
                  <a:gd name="T7" fmla="*/ 0 h 250"/>
                  <a:gd name="T8" fmla="*/ 1 w 1"/>
                  <a:gd name="T9" fmla="*/ 250 h 25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50">
                    <a:moveTo>
                      <a:pt x="0" y="0"/>
                    </a:moveTo>
                    <a:lnTo>
                      <a:pt x="0" y="25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Line 9"/>
              <p:cNvSpPr>
                <a:spLocks noChangeShapeType="1"/>
              </p:cNvSpPr>
              <p:nvPr/>
            </p:nvSpPr>
            <p:spPr bwMode="auto">
              <a:xfrm>
                <a:off x="1499" y="1043"/>
                <a:ext cx="43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Freeform 10"/>
              <p:cNvSpPr/>
              <p:nvPr/>
            </p:nvSpPr>
            <p:spPr bwMode="auto">
              <a:xfrm>
                <a:off x="2373" y="818"/>
                <a:ext cx="1" cy="237"/>
              </a:xfrm>
              <a:custGeom>
                <a:avLst/>
                <a:gdLst>
                  <a:gd name="T0" fmla="*/ 0 w 1"/>
                  <a:gd name="T1" fmla="*/ 0 h 260"/>
                  <a:gd name="T2" fmla="*/ 0 w 1"/>
                  <a:gd name="T3" fmla="*/ 164 h 260"/>
                  <a:gd name="T4" fmla="*/ 0 60000 65536"/>
                  <a:gd name="T5" fmla="*/ 0 60000 65536"/>
                  <a:gd name="T6" fmla="*/ 0 w 1"/>
                  <a:gd name="T7" fmla="*/ 0 h 260"/>
                  <a:gd name="T8" fmla="*/ 1 w 1"/>
                  <a:gd name="T9" fmla="*/ 260 h 26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60">
                    <a:moveTo>
                      <a:pt x="0" y="0"/>
                    </a:moveTo>
                    <a:lnTo>
                      <a:pt x="0" y="26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Freeform 11"/>
              <p:cNvSpPr/>
              <p:nvPr/>
            </p:nvSpPr>
            <p:spPr bwMode="auto">
              <a:xfrm>
                <a:off x="2149" y="827"/>
                <a:ext cx="1" cy="738"/>
              </a:xfrm>
              <a:custGeom>
                <a:avLst/>
                <a:gdLst>
                  <a:gd name="T0" fmla="*/ 0 w 1"/>
                  <a:gd name="T1" fmla="*/ 507 h 811"/>
                  <a:gd name="T2" fmla="*/ 0 w 1"/>
                  <a:gd name="T3" fmla="*/ 0 h 811"/>
                  <a:gd name="T4" fmla="*/ 0 60000 65536"/>
                  <a:gd name="T5" fmla="*/ 0 60000 65536"/>
                  <a:gd name="T6" fmla="*/ 0 w 1"/>
                  <a:gd name="T7" fmla="*/ 0 h 811"/>
                  <a:gd name="T8" fmla="*/ 1 w 1"/>
                  <a:gd name="T9" fmla="*/ 811 h 81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811">
                    <a:moveTo>
                      <a:pt x="0" y="811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Freeform 12"/>
              <p:cNvSpPr/>
              <p:nvPr/>
            </p:nvSpPr>
            <p:spPr bwMode="auto">
              <a:xfrm>
                <a:off x="2285" y="1043"/>
                <a:ext cx="1" cy="536"/>
              </a:xfrm>
              <a:custGeom>
                <a:avLst/>
                <a:gdLst>
                  <a:gd name="T0" fmla="*/ 0 w 1"/>
                  <a:gd name="T1" fmla="*/ 0 h 589"/>
                  <a:gd name="T2" fmla="*/ 0 w 1"/>
                  <a:gd name="T3" fmla="*/ 368 h 589"/>
                  <a:gd name="T4" fmla="*/ 0 60000 65536"/>
                  <a:gd name="T5" fmla="*/ 0 60000 65536"/>
                  <a:gd name="T6" fmla="*/ 0 w 1"/>
                  <a:gd name="T7" fmla="*/ 0 h 589"/>
                  <a:gd name="T8" fmla="*/ 1 w 1"/>
                  <a:gd name="T9" fmla="*/ 589 h 58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589">
                    <a:moveTo>
                      <a:pt x="0" y="0"/>
                    </a:moveTo>
                    <a:lnTo>
                      <a:pt x="0" y="589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Freeform 13"/>
              <p:cNvSpPr/>
              <p:nvPr/>
            </p:nvSpPr>
            <p:spPr bwMode="auto">
              <a:xfrm>
                <a:off x="1575" y="1037"/>
                <a:ext cx="1" cy="542"/>
              </a:xfrm>
              <a:custGeom>
                <a:avLst/>
                <a:gdLst>
                  <a:gd name="T0" fmla="*/ 0 w 1"/>
                  <a:gd name="T1" fmla="*/ 0 h 595"/>
                  <a:gd name="T2" fmla="*/ 1 w 1"/>
                  <a:gd name="T3" fmla="*/ 373 h 595"/>
                  <a:gd name="T4" fmla="*/ 0 60000 65536"/>
                  <a:gd name="T5" fmla="*/ 0 60000 65536"/>
                  <a:gd name="T6" fmla="*/ 0 w 1"/>
                  <a:gd name="T7" fmla="*/ 0 h 595"/>
                  <a:gd name="T8" fmla="*/ 1 w 1"/>
                  <a:gd name="T9" fmla="*/ 595 h 59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595">
                    <a:moveTo>
                      <a:pt x="0" y="0"/>
                    </a:moveTo>
                    <a:lnTo>
                      <a:pt x="1" y="59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Freeform 14"/>
              <p:cNvSpPr/>
              <p:nvPr/>
            </p:nvSpPr>
            <p:spPr bwMode="auto">
              <a:xfrm>
                <a:off x="1576" y="1565"/>
                <a:ext cx="709" cy="2"/>
              </a:xfrm>
              <a:custGeom>
                <a:avLst/>
                <a:gdLst>
                  <a:gd name="T0" fmla="*/ 484 w 780"/>
                  <a:gd name="T1" fmla="*/ 2 h 2"/>
                  <a:gd name="T2" fmla="*/ 0 w 780"/>
                  <a:gd name="T3" fmla="*/ 0 h 2"/>
                  <a:gd name="T4" fmla="*/ 0 60000 65536"/>
                  <a:gd name="T5" fmla="*/ 0 60000 65536"/>
                  <a:gd name="T6" fmla="*/ 0 w 780"/>
                  <a:gd name="T7" fmla="*/ 0 h 2"/>
                  <a:gd name="T8" fmla="*/ 780 w 780"/>
                  <a:gd name="T9" fmla="*/ 2 h 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80" h="2">
                    <a:moveTo>
                      <a:pt x="780" y="2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Freeform 15"/>
              <p:cNvSpPr/>
              <p:nvPr/>
            </p:nvSpPr>
            <p:spPr bwMode="auto">
              <a:xfrm>
                <a:off x="2150" y="1386"/>
                <a:ext cx="140" cy="142"/>
              </a:xfrm>
              <a:custGeom>
                <a:avLst/>
                <a:gdLst>
                  <a:gd name="T0" fmla="*/ 0 w 154"/>
                  <a:gd name="T1" fmla="*/ 96 h 156"/>
                  <a:gd name="T2" fmla="*/ 95 w 154"/>
                  <a:gd name="T3" fmla="*/ 0 h 156"/>
                  <a:gd name="T4" fmla="*/ 0 60000 65536"/>
                  <a:gd name="T5" fmla="*/ 0 60000 65536"/>
                  <a:gd name="T6" fmla="*/ 0 w 154"/>
                  <a:gd name="T7" fmla="*/ 0 h 156"/>
                  <a:gd name="T8" fmla="*/ 154 w 154"/>
                  <a:gd name="T9" fmla="*/ 156 h 15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54" h="156">
                    <a:moveTo>
                      <a:pt x="0" y="156"/>
                    </a:moveTo>
                    <a:lnTo>
                      <a:pt x="15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Freeform 16"/>
              <p:cNvSpPr/>
              <p:nvPr/>
            </p:nvSpPr>
            <p:spPr bwMode="auto">
              <a:xfrm>
                <a:off x="2145" y="1216"/>
                <a:ext cx="140" cy="139"/>
              </a:xfrm>
              <a:custGeom>
                <a:avLst/>
                <a:gdLst>
                  <a:gd name="T0" fmla="*/ 0 w 154"/>
                  <a:gd name="T1" fmla="*/ 94 h 153"/>
                  <a:gd name="T2" fmla="*/ 95 w 154"/>
                  <a:gd name="T3" fmla="*/ 0 h 153"/>
                  <a:gd name="T4" fmla="*/ 0 60000 65536"/>
                  <a:gd name="T5" fmla="*/ 0 60000 65536"/>
                  <a:gd name="T6" fmla="*/ 0 w 154"/>
                  <a:gd name="T7" fmla="*/ 0 h 153"/>
                  <a:gd name="T8" fmla="*/ 154 w 154"/>
                  <a:gd name="T9" fmla="*/ 153 h 15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54" h="153">
                    <a:moveTo>
                      <a:pt x="0" y="153"/>
                    </a:moveTo>
                    <a:lnTo>
                      <a:pt x="15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Freeform 17"/>
              <p:cNvSpPr/>
              <p:nvPr/>
            </p:nvSpPr>
            <p:spPr bwMode="auto">
              <a:xfrm>
                <a:off x="2145" y="949"/>
                <a:ext cx="228" cy="227"/>
              </a:xfrm>
              <a:custGeom>
                <a:avLst/>
                <a:gdLst>
                  <a:gd name="T0" fmla="*/ 0 w 250"/>
                  <a:gd name="T1" fmla="*/ 154 h 250"/>
                  <a:gd name="T2" fmla="*/ 158 w 250"/>
                  <a:gd name="T3" fmla="*/ 0 h 250"/>
                  <a:gd name="T4" fmla="*/ 0 60000 65536"/>
                  <a:gd name="T5" fmla="*/ 0 60000 65536"/>
                  <a:gd name="T6" fmla="*/ 0 w 250"/>
                  <a:gd name="T7" fmla="*/ 0 h 250"/>
                  <a:gd name="T8" fmla="*/ 250 w 250"/>
                  <a:gd name="T9" fmla="*/ 250 h 25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50" h="250">
                    <a:moveTo>
                      <a:pt x="0" y="250"/>
                    </a:moveTo>
                    <a:lnTo>
                      <a:pt x="25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Freeform 18"/>
              <p:cNvSpPr/>
              <p:nvPr/>
            </p:nvSpPr>
            <p:spPr bwMode="auto">
              <a:xfrm>
                <a:off x="2285" y="1044"/>
                <a:ext cx="96" cy="2"/>
              </a:xfrm>
              <a:custGeom>
                <a:avLst/>
                <a:gdLst>
                  <a:gd name="T0" fmla="*/ 67 w 105"/>
                  <a:gd name="T1" fmla="*/ 1 h 3"/>
                  <a:gd name="T2" fmla="*/ 0 w 105"/>
                  <a:gd name="T3" fmla="*/ 0 h 3"/>
                  <a:gd name="T4" fmla="*/ 0 60000 65536"/>
                  <a:gd name="T5" fmla="*/ 0 60000 65536"/>
                  <a:gd name="T6" fmla="*/ 0 w 105"/>
                  <a:gd name="T7" fmla="*/ 0 h 3"/>
                  <a:gd name="T8" fmla="*/ 105 w 105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05" h="3">
                    <a:moveTo>
                      <a:pt x="105" y="3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Line 19"/>
              <p:cNvSpPr>
                <a:spLocks noChangeShapeType="1"/>
              </p:cNvSpPr>
              <p:nvPr/>
            </p:nvSpPr>
            <p:spPr bwMode="auto">
              <a:xfrm>
                <a:off x="1936" y="824"/>
                <a:ext cx="0" cy="74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Line 20"/>
              <p:cNvSpPr>
                <a:spLocks noChangeShapeType="1"/>
              </p:cNvSpPr>
              <p:nvPr/>
            </p:nvSpPr>
            <p:spPr bwMode="auto">
              <a:xfrm flipV="1">
                <a:off x="2154" y="824"/>
                <a:ext cx="175" cy="1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Oval 21"/>
              <p:cNvSpPr>
                <a:spLocks noChangeArrowheads="1"/>
              </p:cNvSpPr>
              <p:nvPr/>
            </p:nvSpPr>
            <p:spPr bwMode="auto">
              <a:xfrm>
                <a:off x="1499" y="1637"/>
                <a:ext cx="879" cy="8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Freeform 24"/>
              <p:cNvSpPr/>
              <p:nvPr/>
            </p:nvSpPr>
            <p:spPr bwMode="auto">
              <a:xfrm>
                <a:off x="1714" y="1860"/>
                <a:ext cx="227" cy="227"/>
              </a:xfrm>
              <a:custGeom>
                <a:avLst/>
                <a:gdLst>
                  <a:gd name="T0" fmla="*/ 0 w 250"/>
                  <a:gd name="T1" fmla="*/ 157 h 249"/>
                  <a:gd name="T2" fmla="*/ 154 w 250"/>
                  <a:gd name="T3" fmla="*/ 0 h 249"/>
                  <a:gd name="T4" fmla="*/ 0 60000 65536"/>
                  <a:gd name="T5" fmla="*/ 0 60000 65536"/>
                  <a:gd name="T6" fmla="*/ 0 w 250"/>
                  <a:gd name="T7" fmla="*/ 0 h 249"/>
                  <a:gd name="T8" fmla="*/ 250 w 250"/>
                  <a:gd name="T9" fmla="*/ 249 h 24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50" h="249">
                    <a:moveTo>
                      <a:pt x="0" y="249"/>
                    </a:moveTo>
                    <a:lnTo>
                      <a:pt x="25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Line 25"/>
              <p:cNvSpPr>
                <a:spLocks noChangeShapeType="1"/>
              </p:cNvSpPr>
              <p:nvPr/>
            </p:nvSpPr>
            <p:spPr bwMode="auto">
              <a:xfrm>
                <a:off x="1724" y="2080"/>
                <a:ext cx="213" cy="21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Freeform 26"/>
              <p:cNvSpPr/>
              <p:nvPr/>
            </p:nvSpPr>
            <p:spPr bwMode="auto">
              <a:xfrm>
                <a:off x="1930" y="2080"/>
                <a:ext cx="226" cy="231"/>
              </a:xfrm>
              <a:custGeom>
                <a:avLst/>
                <a:gdLst>
                  <a:gd name="T0" fmla="*/ 0 w 236"/>
                  <a:gd name="T1" fmla="*/ 219 h 234"/>
                  <a:gd name="T2" fmla="*/ 190 w 236"/>
                  <a:gd name="T3" fmla="*/ 0 h 234"/>
                  <a:gd name="T4" fmla="*/ 0 60000 65536"/>
                  <a:gd name="T5" fmla="*/ 0 60000 65536"/>
                  <a:gd name="T6" fmla="*/ 0 w 236"/>
                  <a:gd name="T7" fmla="*/ 0 h 234"/>
                  <a:gd name="T8" fmla="*/ 236 w 236"/>
                  <a:gd name="T9" fmla="*/ 234 h 23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36" h="234">
                    <a:moveTo>
                      <a:pt x="0" y="234"/>
                    </a:moveTo>
                    <a:lnTo>
                      <a:pt x="236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Freeform 27"/>
              <p:cNvSpPr/>
              <p:nvPr/>
            </p:nvSpPr>
            <p:spPr bwMode="auto">
              <a:xfrm>
                <a:off x="1932" y="1860"/>
                <a:ext cx="227" cy="221"/>
              </a:xfrm>
              <a:custGeom>
                <a:avLst/>
                <a:gdLst>
                  <a:gd name="T0" fmla="*/ 154 w 250"/>
                  <a:gd name="T1" fmla="*/ 137 h 249"/>
                  <a:gd name="T2" fmla="*/ 0 w 250"/>
                  <a:gd name="T3" fmla="*/ 0 h 249"/>
                  <a:gd name="T4" fmla="*/ 0 60000 65536"/>
                  <a:gd name="T5" fmla="*/ 0 60000 65536"/>
                  <a:gd name="T6" fmla="*/ 0 w 250"/>
                  <a:gd name="T7" fmla="*/ 0 h 249"/>
                  <a:gd name="T8" fmla="*/ 250 w 250"/>
                  <a:gd name="T9" fmla="*/ 249 h 24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50" h="249">
                    <a:moveTo>
                      <a:pt x="250" y="249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3677443" y="4117185"/>
              <a:ext cx="1549400" cy="1528760"/>
              <a:chOff x="3677443" y="4117185"/>
              <a:chExt cx="1549400" cy="1528760"/>
            </a:xfrm>
          </p:grpSpPr>
          <p:pic>
            <p:nvPicPr>
              <p:cNvPr id="11" name="图片 10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442" t="19438" r="53265"/>
              <a:stretch>
                <a:fillRect/>
              </a:stretch>
            </p:blipFill>
            <p:spPr>
              <a:xfrm>
                <a:off x="3677443" y="4746107"/>
                <a:ext cx="1549400" cy="272395"/>
              </a:xfrm>
              <a:prstGeom prst="rect">
                <a:avLst/>
              </a:prstGeom>
            </p:spPr>
          </p:pic>
          <p:pic>
            <p:nvPicPr>
              <p:cNvPr id="12" name="图片 11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650" t="22209" r="54133" b="-1"/>
              <a:stretch>
                <a:fillRect/>
              </a:stretch>
            </p:blipFill>
            <p:spPr>
              <a:xfrm rot="5400000">
                <a:off x="3665072" y="4750051"/>
                <a:ext cx="1528760" cy="263028"/>
              </a:xfrm>
              <a:prstGeom prst="rect">
                <a:avLst/>
              </a:prstGeom>
            </p:spPr>
          </p:pic>
        </p:grpSp>
      </p:grpSp>
      <p:grpSp>
        <p:nvGrpSpPr>
          <p:cNvPr id="33" name="组合 32"/>
          <p:cNvGrpSpPr/>
          <p:nvPr/>
        </p:nvGrpSpPr>
        <p:grpSpPr>
          <a:xfrm>
            <a:off x="7635602" y="2462900"/>
            <a:ext cx="1549400" cy="2751983"/>
            <a:chOff x="6298921" y="2893962"/>
            <a:chExt cx="1549400" cy="2751983"/>
          </a:xfrm>
        </p:grpSpPr>
        <p:grpSp>
          <p:nvGrpSpPr>
            <p:cNvPr id="34" name="组合 131"/>
            <p:cNvGrpSpPr/>
            <p:nvPr/>
          </p:nvGrpSpPr>
          <p:grpSpPr bwMode="auto">
            <a:xfrm>
              <a:off x="6384647" y="2893962"/>
              <a:ext cx="1382712" cy="1179513"/>
              <a:chOff x="5011738" y="1308100"/>
              <a:chExt cx="1382712" cy="1179513"/>
            </a:xfrm>
          </p:grpSpPr>
          <p:sp>
            <p:nvSpPr>
              <p:cNvPr id="44" name="Freeform 42"/>
              <p:cNvSpPr/>
              <p:nvPr/>
            </p:nvSpPr>
            <p:spPr bwMode="auto">
              <a:xfrm>
                <a:off x="5016500" y="1308100"/>
                <a:ext cx="1377950" cy="1588"/>
              </a:xfrm>
              <a:custGeom>
                <a:avLst/>
                <a:gdLst>
                  <a:gd name="T0" fmla="*/ 0 w 970"/>
                  <a:gd name="T1" fmla="*/ 0 h 1"/>
                  <a:gd name="T2" fmla="*/ 2147483647 w 970"/>
                  <a:gd name="T3" fmla="*/ 2147483647 h 1"/>
                  <a:gd name="T4" fmla="*/ 0 60000 65536"/>
                  <a:gd name="T5" fmla="*/ 0 60000 65536"/>
                  <a:gd name="T6" fmla="*/ 0 w 970"/>
                  <a:gd name="T7" fmla="*/ 0 h 1"/>
                  <a:gd name="T8" fmla="*/ 970 w 970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0" h="1">
                    <a:moveTo>
                      <a:pt x="0" y="0"/>
                    </a:moveTo>
                    <a:lnTo>
                      <a:pt x="970" y="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Freeform 43"/>
              <p:cNvSpPr/>
              <p:nvPr/>
            </p:nvSpPr>
            <p:spPr bwMode="auto">
              <a:xfrm>
                <a:off x="5016500" y="1308100"/>
                <a:ext cx="1588" cy="369888"/>
              </a:xfrm>
              <a:custGeom>
                <a:avLst/>
                <a:gdLst>
                  <a:gd name="T0" fmla="*/ 0 w 1"/>
                  <a:gd name="T1" fmla="*/ 0 h 260"/>
                  <a:gd name="T2" fmla="*/ 0 w 1"/>
                  <a:gd name="T3" fmla="*/ 2147483647 h 260"/>
                  <a:gd name="T4" fmla="*/ 0 60000 65536"/>
                  <a:gd name="T5" fmla="*/ 0 60000 65536"/>
                  <a:gd name="T6" fmla="*/ 0 w 1"/>
                  <a:gd name="T7" fmla="*/ 0 h 260"/>
                  <a:gd name="T8" fmla="*/ 1 w 1"/>
                  <a:gd name="T9" fmla="*/ 260 h 26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60">
                    <a:moveTo>
                      <a:pt x="0" y="0"/>
                    </a:moveTo>
                    <a:lnTo>
                      <a:pt x="0" y="26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Freeform 44"/>
              <p:cNvSpPr/>
              <p:nvPr/>
            </p:nvSpPr>
            <p:spPr bwMode="auto">
              <a:xfrm>
                <a:off x="5011738" y="1657350"/>
                <a:ext cx="539750" cy="0"/>
              </a:xfrm>
              <a:custGeom>
                <a:avLst/>
                <a:gdLst>
                  <a:gd name="T0" fmla="*/ 0 w 360"/>
                  <a:gd name="T1" fmla="*/ 0 h 1"/>
                  <a:gd name="T2" fmla="*/ 2147483647 w 360"/>
                  <a:gd name="T3" fmla="*/ 0 h 1"/>
                  <a:gd name="T4" fmla="*/ 0 60000 65536"/>
                  <a:gd name="T5" fmla="*/ 0 60000 65536"/>
                  <a:gd name="T6" fmla="*/ 0 w 360"/>
                  <a:gd name="T7" fmla="*/ 0 h 1"/>
                  <a:gd name="T8" fmla="*/ 360 w 360"/>
                  <a:gd name="T9" fmla="*/ 0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0" h="1">
                    <a:moveTo>
                      <a:pt x="0" y="0"/>
                    </a:moveTo>
                    <a:lnTo>
                      <a:pt x="36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Freeform 45"/>
              <p:cNvSpPr/>
              <p:nvPr/>
            </p:nvSpPr>
            <p:spPr bwMode="auto">
              <a:xfrm>
                <a:off x="6380163" y="1311275"/>
                <a:ext cx="1587" cy="366713"/>
              </a:xfrm>
              <a:custGeom>
                <a:avLst/>
                <a:gdLst>
                  <a:gd name="T0" fmla="*/ 0 w 1"/>
                  <a:gd name="T1" fmla="*/ 0 h 258"/>
                  <a:gd name="T2" fmla="*/ 2147483647 w 1"/>
                  <a:gd name="T3" fmla="*/ 2147483647 h 258"/>
                  <a:gd name="T4" fmla="*/ 0 60000 65536"/>
                  <a:gd name="T5" fmla="*/ 0 60000 65536"/>
                  <a:gd name="T6" fmla="*/ 0 w 1"/>
                  <a:gd name="T7" fmla="*/ 0 h 258"/>
                  <a:gd name="T8" fmla="*/ 1 w 1"/>
                  <a:gd name="T9" fmla="*/ 258 h 25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58">
                    <a:moveTo>
                      <a:pt x="0" y="0"/>
                    </a:moveTo>
                    <a:lnTo>
                      <a:pt x="1" y="258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Freeform 46"/>
              <p:cNvSpPr/>
              <p:nvPr/>
            </p:nvSpPr>
            <p:spPr bwMode="auto">
              <a:xfrm>
                <a:off x="6030913" y="1312863"/>
                <a:ext cx="1587" cy="1152525"/>
              </a:xfrm>
              <a:custGeom>
                <a:avLst/>
                <a:gdLst>
                  <a:gd name="T0" fmla="*/ 0 w 1"/>
                  <a:gd name="T1" fmla="*/ 2147483647 h 811"/>
                  <a:gd name="T2" fmla="*/ 0 w 1"/>
                  <a:gd name="T3" fmla="*/ 0 h 811"/>
                  <a:gd name="T4" fmla="*/ 0 60000 65536"/>
                  <a:gd name="T5" fmla="*/ 0 60000 65536"/>
                  <a:gd name="T6" fmla="*/ 0 w 1"/>
                  <a:gd name="T7" fmla="*/ 0 h 811"/>
                  <a:gd name="T8" fmla="*/ 1 w 1"/>
                  <a:gd name="T9" fmla="*/ 811 h 81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811">
                    <a:moveTo>
                      <a:pt x="0" y="811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" name="Freeform 47"/>
              <p:cNvSpPr/>
              <p:nvPr/>
            </p:nvSpPr>
            <p:spPr bwMode="auto">
              <a:xfrm>
                <a:off x="6243638" y="1649413"/>
                <a:ext cx="1587" cy="836612"/>
              </a:xfrm>
              <a:custGeom>
                <a:avLst/>
                <a:gdLst>
                  <a:gd name="T0" fmla="*/ 0 w 1"/>
                  <a:gd name="T1" fmla="*/ 0 h 589"/>
                  <a:gd name="T2" fmla="*/ 0 w 1"/>
                  <a:gd name="T3" fmla="*/ 2147483647 h 589"/>
                  <a:gd name="T4" fmla="*/ 0 60000 65536"/>
                  <a:gd name="T5" fmla="*/ 0 60000 65536"/>
                  <a:gd name="T6" fmla="*/ 0 w 1"/>
                  <a:gd name="T7" fmla="*/ 0 h 589"/>
                  <a:gd name="T8" fmla="*/ 1 w 1"/>
                  <a:gd name="T9" fmla="*/ 589 h 58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589">
                    <a:moveTo>
                      <a:pt x="0" y="0"/>
                    </a:moveTo>
                    <a:lnTo>
                      <a:pt x="0" y="589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Freeform 48"/>
              <p:cNvSpPr/>
              <p:nvPr/>
            </p:nvSpPr>
            <p:spPr bwMode="auto">
              <a:xfrm>
                <a:off x="5140325" y="1657350"/>
                <a:ext cx="1588" cy="830263"/>
              </a:xfrm>
              <a:custGeom>
                <a:avLst/>
                <a:gdLst>
                  <a:gd name="T0" fmla="*/ 0 w 1"/>
                  <a:gd name="T1" fmla="*/ 0 h 585"/>
                  <a:gd name="T2" fmla="*/ 0 w 1"/>
                  <a:gd name="T3" fmla="*/ 2147483647 h 585"/>
                  <a:gd name="T4" fmla="*/ 0 60000 65536"/>
                  <a:gd name="T5" fmla="*/ 0 60000 65536"/>
                  <a:gd name="T6" fmla="*/ 0 w 1"/>
                  <a:gd name="T7" fmla="*/ 0 h 585"/>
                  <a:gd name="T8" fmla="*/ 1 w 1"/>
                  <a:gd name="T9" fmla="*/ 585 h 58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585">
                    <a:moveTo>
                      <a:pt x="0" y="0"/>
                    </a:moveTo>
                    <a:lnTo>
                      <a:pt x="0" y="58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Freeform 49"/>
              <p:cNvSpPr/>
              <p:nvPr/>
            </p:nvSpPr>
            <p:spPr bwMode="auto">
              <a:xfrm>
                <a:off x="5135563" y="2465388"/>
                <a:ext cx="1108075" cy="3175"/>
              </a:xfrm>
              <a:custGeom>
                <a:avLst/>
                <a:gdLst>
                  <a:gd name="T0" fmla="*/ 2147483647 w 780"/>
                  <a:gd name="T1" fmla="*/ 2147483647 h 2"/>
                  <a:gd name="T2" fmla="*/ 0 w 780"/>
                  <a:gd name="T3" fmla="*/ 0 h 2"/>
                  <a:gd name="T4" fmla="*/ 0 60000 65536"/>
                  <a:gd name="T5" fmla="*/ 0 60000 65536"/>
                  <a:gd name="T6" fmla="*/ 0 w 780"/>
                  <a:gd name="T7" fmla="*/ 0 h 2"/>
                  <a:gd name="T8" fmla="*/ 780 w 780"/>
                  <a:gd name="T9" fmla="*/ 2 h 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80" h="2">
                    <a:moveTo>
                      <a:pt x="780" y="2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Freeform 50"/>
              <p:cNvSpPr/>
              <p:nvPr/>
            </p:nvSpPr>
            <p:spPr bwMode="auto">
              <a:xfrm>
                <a:off x="6024563" y="2195513"/>
                <a:ext cx="219075" cy="220662"/>
              </a:xfrm>
              <a:custGeom>
                <a:avLst/>
                <a:gdLst>
                  <a:gd name="T0" fmla="*/ 0 w 154"/>
                  <a:gd name="T1" fmla="*/ 2147483647 h 155"/>
                  <a:gd name="T2" fmla="*/ 2147483647 w 154"/>
                  <a:gd name="T3" fmla="*/ 0 h 155"/>
                  <a:gd name="T4" fmla="*/ 0 60000 65536"/>
                  <a:gd name="T5" fmla="*/ 0 60000 65536"/>
                  <a:gd name="T6" fmla="*/ 0 w 154"/>
                  <a:gd name="T7" fmla="*/ 0 h 155"/>
                  <a:gd name="T8" fmla="*/ 154 w 154"/>
                  <a:gd name="T9" fmla="*/ 155 h 15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54" h="155">
                    <a:moveTo>
                      <a:pt x="0" y="155"/>
                    </a:moveTo>
                    <a:lnTo>
                      <a:pt x="15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Freeform 51"/>
              <p:cNvSpPr/>
              <p:nvPr/>
            </p:nvSpPr>
            <p:spPr bwMode="auto">
              <a:xfrm>
                <a:off x="6026150" y="1922463"/>
                <a:ext cx="231775" cy="233362"/>
              </a:xfrm>
              <a:custGeom>
                <a:avLst/>
                <a:gdLst>
                  <a:gd name="T0" fmla="*/ 0 w 163"/>
                  <a:gd name="T1" fmla="*/ 2147483647 h 164"/>
                  <a:gd name="T2" fmla="*/ 2147483647 w 163"/>
                  <a:gd name="T3" fmla="*/ 0 h 164"/>
                  <a:gd name="T4" fmla="*/ 0 60000 65536"/>
                  <a:gd name="T5" fmla="*/ 0 60000 65536"/>
                  <a:gd name="T6" fmla="*/ 0 w 163"/>
                  <a:gd name="T7" fmla="*/ 0 h 164"/>
                  <a:gd name="T8" fmla="*/ 163 w 163"/>
                  <a:gd name="T9" fmla="*/ 164 h 16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3" h="164">
                    <a:moveTo>
                      <a:pt x="0" y="164"/>
                    </a:moveTo>
                    <a:lnTo>
                      <a:pt x="16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Freeform 52"/>
              <p:cNvSpPr/>
              <p:nvPr/>
            </p:nvSpPr>
            <p:spPr bwMode="auto">
              <a:xfrm>
                <a:off x="6032500" y="1506538"/>
                <a:ext cx="355600" cy="354012"/>
              </a:xfrm>
              <a:custGeom>
                <a:avLst/>
                <a:gdLst>
                  <a:gd name="T0" fmla="*/ 0 w 250"/>
                  <a:gd name="T1" fmla="*/ 2147483647 h 249"/>
                  <a:gd name="T2" fmla="*/ 2147483647 w 250"/>
                  <a:gd name="T3" fmla="*/ 0 h 249"/>
                  <a:gd name="T4" fmla="*/ 0 60000 65536"/>
                  <a:gd name="T5" fmla="*/ 0 60000 65536"/>
                  <a:gd name="T6" fmla="*/ 0 w 250"/>
                  <a:gd name="T7" fmla="*/ 0 h 249"/>
                  <a:gd name="T8" fmla="*/ 250 w 250"/>
                  <a:gd name="T9" fmla="*/ 249 h 24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50" h="249">
                    <a:moveTo>
                      <a:pt x="0" y="249"/>
                    </a:moveTo>
                    <a:lnTo>
                      <a:pt x="25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Freeform 53"/>
              <p:cNvSpPr/>
              <p:nvPr/>
            </p:nvSpPr>
            <p:spPr bwMode="auto">
              <a:xfrm>
                <a:off x="6243638" y="1651000"/>
                <a:ext cx="149225" cy="4763"/>
              </a:xfrm>
              <a:custGeom>
                <a:avLst/>
                <a:gdLst>
                  <a:gd name="T0" fmla="*/ 2147483647 w 105"/>
                  <a:gd name="T1" fmla="*/ 2147483647 h 3"/>
                  <a:gd name="T2" fmla="*/ 0 w 105"/>
                  <a:gd name="T3" fmla="*/ 0 h 3"/>
                  <a:gd name="T4" fmla="*/ 0 60000 65536"/>
                  <a:gd name="T5" fmla="*/ 0 60000 65536"/>
                  <a:gd name="T6" fmla="*/ 0 w 105"/>
                  <a:gd name="T7" fmla="*/ 0 h 3"/>
                  <a:gd name="T8" fmla="*/ 105 w 105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05" h="3">
                    <a:moveTo>
                      <a:pt x="105" y="3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Line 54"/>
              <p:cNvSpPr>
                <a:spLocks noChangeShapeType="1"/>
              </p:cNvSpPr>
              <p:nvPr/>
            </p:nvSpPr>
            <p:spPr bwMode="auto">
              <a:xfrm>
                <a:off x="5699125" y="1308100"/>
                <a:ext cx="0" cy="116046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Line 55"/>
              <p:cNvSpPr>
                <a:spLocks noChangeShapeType="1"/>
              </p:cNvSpPr>
              <p:nvPr/>
            </p:nvSpPr>
            <p:spPr bwMode="auto">
              <a:xfrm flipV="1">
                <a:off x="6038850" y="1308100"/>
                <a:ext cx="273050" cy="27305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任意多边形 130"/>
              <p:cNvSpPr>
                <a:spLocks noChangeArrowheads="1"/>
              </p:cNvSpPr>
              <p:nvPr/>
            </p:nvSpPr>
            <p:spPr bwMode="auto">
              <a:xfrm>
                <a:off x="5483225" y="1327150"/>
                <a:ext cx="79375" cy="1138238"/>
              </a:xfrm>
              <a:custGeom>
                <a:avLst/>
                <a:gdLst>
                  <a:gd name="T0" fmla="*/ 10601 w 78187"/>
                  <a:gd name="T1" fmla="*/ 0 h 1137036"/>
                  <a:gd name="T2" fmla="*/ 66260 w 78187"/>
                  <a:gd name="T3" fmla="*/ 166977 h 1137036"/>
                  <a:gd name="T4" fmla="*/ 50358 w 78187"/>
                  <a:gd name="T5" fmla="*/ 349857 h 1137036"/>
                  <a:gd name="T6" fmla="*/ 2650 w 78187"/>
                  <a:gd name="T7" fmla="*/ 707666 h 1137036"/>
                  <a:gd name="T8" fmla="*/ 66260 w 78187"/>
                  <a:gd name="T9" fmla="*/ 906449 h 1137036"/>
                  <a:gd name="T10" fmla="*/ 74212 w 78187"/>
                  <a:gd name="T11" fmla="*/ 1137036 h 11370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8187"/>
                  <a:gd name="T19" fmla="*/ 0 h 1137036"/>
                  <a:gd name="T20" fmla="*/ 78187 w 78187"/>
                  <a:gd name="T21" fmla="*/ 1137036 h 11370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8187" h="1137036">
                    <a:moveTo>
                      <a:pt x="10601" y="0"/>
                    </a:moveTo>
                    <a:cubicBezTo>
                      <a:pt x="35117" y="54334"/>
                      <a:pt x="59634" y="108668"/>
                      <a:pt x="66260" y="166977"/>
                    </a:cubicBezTo>
                    <a:cubicBezTo>
                      <a:pt x="72886" y="225286"/>
                      <a:pt x="60960" y="259742"/>
                      <a:pt x="50358" y="349857"/>
                    </a:cubicBezTo>
                    <a:cubicBezTo>
                      <a:pt x="39756" y="439972"/>
                      <a:pt x="0" y="614901"/>
                      <a:pt x="2650" y="707666"/>
                    </a:cubicBezTo>
                    <a:cubicBezTo>
                      <a:pt x="5300" y="800431"/>
                      <a:pt x="54333" y="834887"/>
                      <a:pt x="66260" y="906449"/>
                    </a:cubicBezTo>
                    <a:cubicBezTo>
                      <a:pt x="78187" y="978011"/>
                      <a:pt x="76199" y="1057523"/>
                      <a:pt x="74212" y="1137036"/>
                    </a:cubicBezTo>
                  </a:path>
                </a:pathLst>
              </a:custGeom>
              <a:noFill/>
              <a:ln w="9525" algn="ctr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6298921" y="4117185"/>
              <a:ext cx="1549400" cy="1528760"/>
              <a:chOff x="5538510" y="4117185"/>
              <a:chExt cx="1549400" cy="1528760"/>
            </a:xfrm>
          </p:grpSpPr>
          <p:sp>
            <p:nvSpPr>
              <p:cNvPr id="36" name="Oval 21"/>
              <p:cNvSpPr>
                <a:spLocks noChangeArrowheads="1"/>
              </p:cNvSpPr>
              <p:nvPr/>
            </p:nvSpPr>
            <p:spPr bwMode="auto">
              <a:xfrm>
                <a:off x="5613639" y="4165550"/>
                <a:ext cx="1395413" cy="139700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954952" y="4519562"/>
                <a:ext cx="360363" cy="360363"/>
              </a:xfrm>
              <a:custGeom>
                <a:avLst/>
                <a:gdLst>
                  <a:gd name="T0" fmla="*/ 0 w 250"/>
                  <a:gd name="T1" fmla="*/ 157 h 249"/>
                  <a:gd name="T2" fmla="*/ 154 w 250"/>
                  <a:gd name="T3" fmla="*/ 0 h 249"/>
                  <a:gd name="T4" fmla="*/ 0 60000 65536"/>
                  <a:gd name="T5" fmla="*/ 0 60000 65536"/>
                  <a:gd name="T6" fmla="*/ 0 w 250"/>
                  <a:gd name="T7" fmla="*/ 0 h 249"/>
                  <a:gd name="T8" fmla="*/ 250 w 250"/>
                  <a:gd name="T9" fmla="*/ 249 h 24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50" h="249">
                    <a:moveTo>
                      <a:pt x="0" y="249"/>
                    </a:moveTo>
                    <a:lnTo>
                      <a:pt x="25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Line 25"/>
              <p:cNvSpPr>
                <a:spLocks noChangeShapeType="1"/>
              </p:cNvSpPr>
              <p:nvPr/>
            </p:nvSpPr>
            <p:spPr bwMode="auto">
              <a:xfrm>
                <a:off x="5970827" y="4868812"/>
                <a:ext cx="338138" cy="34766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6297852" y="4868812"/>
                <a:ext cx="358775" cy="366713"/>
              </a:xfrm>
              <a:custGeom>
                <a:avLst/>
                <a:gdLst>
                  <a:gd name="T0" fmla="*/ 0 w 236"/>
                  <a:gd name="T1" fmla="*/ 219 h 234"/>
                  <a:gd name="T2" fmla="*/ 190 w 236"/>
                  <a:gd name="T3" fmla="*/ 0 h 234"/>
                  <a:gd name="T4" fmla="*/ 0 60000 65536"/>
                  <a:gd name="T5" fmla="*/ 0 60000 65536"/>
                  <a:gd name="T6" fmla="*/ 0 w 236"/>
                  <a:gd name="T7" fmla="*/ 0 h 234"/>
                  <a:gd name="T8" fmla="*/ 236 w 236"/>
                  <a:gd name="T9" fmla="*/ 234 h 23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36" h="234">
                    <a:moveTo>
                      <a:pt x="0" y="234"/>
                    </a:moveTo>
                    <a:lnTo>
                      <a:pt x="236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Freeform 27"/>
              <p:cNvSpPr/>
              <p:nvPr/>
            </p:nvSpPr>
            <p:spPr bwMode="auto">
              <a:xfrm>
                <a:off x="6301027" y="4519562"/>
                <a:ext cx="360363" cy="350838"/>
              </a:xfrm>
              <a:custGeom>
                <a:avLst/>
                <a:gdLst>
                  <a:gd name="T0" fmla="*/ 154 w 250"/>
                  <a:gd name="T1" fmla="*/ 137 h 249"/>
                  <a:gd name="T2" fmla="*/ 0 w 250"/>
                  <a:gd name="T3" fmla="*/ 0 h 249"/>
                  <a:gd name="T4" fmla="*/ 0 60000 65536"/>
                  <a:gd name="T5" fmla="*/ 0 60000 65536"/>
                  <a:gd name="T6" fmla="*/ 0 w 250"/>
                  <a:gd name="T7" fmla="*/ 0 h 249"/>
                  <a:gd name="T8" fmla="*/ 250 w 250"/>
                  <a:gd name="T9" fmla="*/ 249 h 24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50" h="249">
                    <a:moveTo>
                      <a:pt x="250" y="249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42" name="图片 41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442" t="19438" r="53265"/>
              <a:stretch>
                <a:fillRect/>
              </a:stretch>
            </p:blipFill>
            <p:spPr>
              <a:xfrm>
                <a:off x="5538510" y="4746107"/>
                <a:ext cx="1549400" cy="272395"/>
              </a:xfrm>
              <a:prstGeom prst="rect">
                <a:avLst/>
              </a:prstGeom>
            </p:spPr>
          </p:pic>
          <p:pic>
            <p:nvPicPr>
              <p:cNvPr id="43" name="图片 42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650" t="22209" r="54133" b="-1"/>
              <a:stretch>
                <a:fillRect/>
              </a:stretch>
            </p:blipFill>
            <p:spPr>
              <a:xfrm rot="5400000">
                <a:off x="5526139" y="4750051"/>
                <a:ext cx="1528760" cy="263028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 autoUpdateAnimBg="0"/>
      <p:bldP spid="7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剖视图种类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47"/>
          <p:cNvSpPr txBox="1">
            <a:spLocks noChangeArrowheads="1"/>
          </p:cNvSpPr>
          <p:nvPr/>
        </p:nvSpPr>
        <p:spPr bwMode="auto">
          <a:xfrm>
            <a:off x="479376" y="1831614"/>
            <a:ext cx="4302781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(1.3)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单一剖切面：局部剖视图</a:t>
            </a:r>
            <a:endParaRPr lang="zh-CN" altLang="en-US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51384" y="2596461"/>
            <a:ext cx="2520280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algn="just"/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实心杆上有孔、槽时，应采用局部剖视 </a:t>
            </a:r>
            <a:endParaRPr kumimoji="1"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128"/>
          <p:cNvGrpSpPr/>
          <p:nvPr/>
        </p:nvGrpSpPr>
        <p:grpSpPr bwMode="auto">
          <a:xfrm>
            <a:off x="4079776" y="3073684"/>
            <a:ext cx="6257925" cy="1446212"/>
            <a:chOff x="1295400" y="4814888"/>
            <a:chExt cx="6257926" cy="1446212"/>
          </a:xfrm>
        </p:grpSpPr>
        <p:sp>
          <p:nvSpPr>
            <p:cNvPr id="6" name="Rectangle 58"/>
            <p:cNvSpPr>
              <a:spLocks noChangeArrowheads="1"/>
            </p:cNvSpPr>
            <p:nvPr/>
          </p:nvSpPr>
          <p:spPr bwMode="auto">
            <a:xfrm>
              <a:off x="4638676" y="4938713"/>
              <a:ext cx="1093788" cy="118110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" name="Rectangle 59"/>
            <p:cNvSpPr>
              <a:spLocks noChangeArrowheads="1"/>
            </p:cNvSpPr>
            <p:nvPr/>
          </p:nvSpPr>
          <p:spPr bwMode="auto">
            <a:xfrm>
              <a:off x="1657350" y="5308600"/>
              <a:ext cx="758825" cy="441325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" name="Rectangle 60"/>
            <p:cNvSpPr>
              <a:spLocks noChangeArrowheads="1"/>
            </p:cNvSpPr>
            <p:nvPr/>
          </p:nvSpPr>
          <p:spPr bwMode="auto">
            <a:xfrm>
              <a:off x="1444625" y="4814888"/>
              <a:ext cx="3070225" cy="144621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" name="Freeform 61"/>
            <p:cNvSpPr/>
            <p:nvPr/>
          </p:nvSpPr>
          <p:spPr bwMode="auto">
            <a:xfrm>
              <a:off x="2409825" y="5532438"/>
              <a:ext cx="128588" cy="230187"/>
            </a:xfrm>
            <a:custGeom>
              <a:avLst/>
              <a:gdLst>
                <a:gd name="T0" fmla="*/ 2147483647 w 81"/>
                <a:gd name="T1" fmla="*/ 0 h 145"/>
                <a:gd name="T2" fmla="*/ 0 w 81"/>
                <a:gd name="T3" fmla="*/ 2147483647 h 145"/>
                <a:gd name="T4" fmla="*/ 0 60000 65536"/>
                <a:gd name="T5" fmla="*/ 0 60000 65536"/>
                <a:gd name="T6" fmla="*/ 0 w 81"/>
                <a:gd name="T7" fmla="*/ 0 h 145"/>
                <a:gd name="T8" fmla="*/ 81 w 81"/>
                <a:gd name="T9" fmla="*/ 145 h 1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1" h="145">
                  <a:moveTo>
                    <a:pt x="81" y="0"/>
                  </a:moveTo>
                  <a:lnTo>
                    <a:pt x="0" y="14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" name="Freeform 62"/>
            <p:cNvSpPr/>
            <p:nvPr/>
          </p:nvSpPr>
          <p:spPr bwMode="auto">
            <a:xfrm>
              <a:off x="2414588" y="5305425"/>
              <a:ext cx="123825" cy="227013"/>
            </a:xfrm>
            <a:custGeom>
              <a:avLst/>
              <a:gdLst>
                <a:gd name="T0" fmla="*/ 2147483647 w 78"/>
                <a:gd name="T1" fmla="*/ 2147483647 h 143"/>
                <a:gd name="T2" fmla="*/ 2147483647 w 78"/>
                <a:gd name="T3" fmla="*/ 0 h 143"/>
                <a:gd name="T4" fmla="*/ 0 w 78"/>
                <a:gd name="T5" fmla="*/ 2147483647 h 143"/>
                <a:gd name="T6" fmla="*/ 0 60000 65536"/>
                <a:gd name="T7" fmla="*/ 0 60000 65536"/>
                <a:gd name="T8" fmla="*/ 0 60000 65536"/>
                <a:gd name="T9" fmla="*/ 0 w 78"/>
                <a:gd name="T10" fmla="*/ 0 h 143"/>
                <a:gd name="T11" fmla="*/ 78 w 78"/>
                <a:gd name="T12" fmla="*/ 143 h 1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8" h="143">
                  <a:moveTo>
                    <a:pt x="78" y="143"/>
                  </a:moveTo>
                  <a:lnTo>
                    <a:pt x="3" y="0"/>
                  </a:lnTo>
                  <a:lnTo>
                    <a:pt x="0" y="7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" name="Freeform 63"/>
            <p:cNvSpPr/>
            <p:nvPr/>
          </p:nvSpPr>
          <p:spPr bwMode="auto">
            <a:xfrm>
              <a:off x="1439863" y="5187950"/>
              <a:ext cx="222250" cy="128588"/>
            </a:xfrm>
            <a:custGeom>
              <a:avLst/>
              <a:gdLst>
                <a:gd name="T0" fmla="*/ 2147483647 w 280"/>
                <a:gd name="T1" fmla="*/ 2147483647 h 161"/>
                <a:gd name="T2" fmla="*/ 0 w 280"/>
                <a:gd name="T3" fmla="*/ 0 h 161"/>
                <a:gd name="T4" fmla="*/ 2147483647 w 280"/>
                <a:gd name="T5" fmla="*/ 0 h 161"/>
                <a:gd name="T6" fmla="*/ 0 60000 65536"/>
                <a:gd name="T7" fmla="*/ 0 60000 65536"/>
                <a:gd name="T8" fmla="*/ 0 60000 65536"/>
                <a:gd name="T9" fmla="*/ 0 w 280"/>
                <a:gd name="T10" fmla="*/ 0 h 161"/>
                <a:gd name="T11" fmla="*/ 280 w 280"/>
                <a:gd name="T12" fmla="*/ 161 h 1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0" h="161">
                  <a:moveTo>
                    <a:pt x="280" y="16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" name="Freeform 64"/>
            <p:cNvSpPr/>
            <p:nvPr/>
          </p:nvSpPr>
          <p:spPr bwMode="auto">
            <a:xfrm>
              <a:off x="1439863" y="5746750"/>
              <a:ext cx="222250" cy="128588"/>
            </a:xfrm>
            <a:custGeom>
              <a:avLst/>
              <a:gdLst>
                <a:gd name="T0" fmla="*/ 2147483647 w 280"/>
                <a:gd name="T1" fmla="*/ 0 h 163"/>
                <a:gd name="T2" fmla="*/ 0 w 280"/>
                <a:gd name="T3" fmla="*/ 2147483647 h 163"/>
                <a:gd name="T4" fmla="*/ 2147483647 w 280"/>
                <a:gd name="T5" fmla="*/ 2147483647 h 163"/>
                <a:gd name="T6" fmla="*/ 0 60000 65536"/>
                <a:gd name="T7" fmla="*/ 0 60000 65536"/>
                <a:gd name="T8" fmla="*/ 0 60000 65536"/>
                <a:gd name="T9" fmla="*/ 0 w 280"/>
                <a:gd name="T10" fmla="*/ 0 h 163"/>
                <a:gd name="T11" fmla="*/ 280 w 280"/>
                <a:gd name="T12" fmla="*/ 163 h 1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0" h="163">
                  <a:moveTo>
                    <a:pt x="280" y="0"/>
                  </a:moveTo>
                  <a:lnTo>
                    <a:pt x="0" y="163"/>
                  </a:lnTo>
                  <a:lnTo>
                    <a:pt x="1" y="16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" name="Freeform 66"/>
            <p:cNvSpPr/>
            <p:nvPr/>
          </p:nvSpPr>
          <p:spPr bwMode="auto">
            <a:xfrm>
              <a:off x="4506914" y="5078413"/>
              <a:ext cx="136525" cy="1587"/>
            </a:xfrm>
            <a:custGeom>
              <a:avLst/>
              <a:gdLst>
                <a:gd name="T0" fmla="*/ 0 w 173"/>
                <a:gd name="T1" fmla="*/ 0 h 1"/>
                <a:gd name="T2" fmla="*/ 2147483647 w 173"/>
                <a:gd name="T3" fmla="*/ 0 h 1"/>
                <a:gd name="T4" fmla="*/ 2147483647 w 173"/>
                <a:gd name="T5" fmla="*/ 0 h 1"/>
                <a:gd name="T6" fmla="*/ 0 60000 65536"/>
                <a:gd name="T7" fmla="*/ 0 60000 65536"/>
                <a:gd name="T8" fmla="*/ 0 60000 65536"/>
                <a:gd name="T9" fmla="*/ 0 w 173"/>
                <a:gd name="T10" fmla="*/ 0 h 1"/>
                <a:gd name="T11" fmla="*/ 173 w 1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" h="1">
                  <a:moveTo>
                    <a:pt x="0" y="0"/>
                  </a:moveTo>
                  <a:lnTo>
                    <a:pt x="172" y="0"/>
                  </a:lnTo>
                  <a:lnTo>
                    <a:pt x="173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" name="Freeform 67"/>
            <p:cNvSpPr/>
            <p:nvPr/>
          </p:nvSpPr>
          <p:spPr bwMode="auto">
            <a:xfrm>
              <a:off x="4506914" y="5984875"/>
              <a:ext cx="136525" cy="1588"/>
            </a:xfrm>
            <a:custGeom>
              <a:avLst/>
              <a:gdLst>
                <a:gd name="T0" fmla="*/ 0 w 173"/>
                <a:gd name="T1" fmla="*/ 0 h 1"/>
                <a:gd name="T2" fmla="*/ 2147483647 w 173"/>
                <a:gd name="T3" fmla="*/ 0 h 1"/>
                <a:gd name="T4" fmla="*/ 2147483647 w 173"/>
                <a:gd name="T5" fmla="*/ 0 h 1"/>
                <a:gd name="T6" fmla="*/ 0 60000 65536"/>
                <a:gd name="T7" fmla="*/ 0 60000 65536"/>
                <a:gd name="T8" fmla="*/ 0 60000 65536"/>
                <a:gd name="T9" fmla="*/ 0 w 173"/>
                <a:gd name="T10" fmla="*/ 0 h 1"/>
                <a:gd name="T11" fmla="*/ 173 w 1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" h="1">
                  <a:moveTo>
                    <a:pt x="0" y="0"/>
                  </a:moveTo>
                  <a:lnTo>
                    <a:pt x="172" y="0"/>
                  </a:lnTo>
                  <a:lnTo>
                    <a:pt x="173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" name="Freeform 70"/>
            <p:cNvSpPr/>
            <p:nvPr/>
          </p:nvSpPr>
          <p:spPr bwMode="auto">
            <a:xfrm>
              <a:off x="4937126" y="5359400"/>
              <a:ext cx="536575" cy="4763"/>
            </a:xfrm>
            <a:custGeom>
              <a:avLst/>
              <a:gdLst>
                <a:gd name="T0" fmla="*/ 0 w 338"/>
                <a:gd name="T1" fmla="*/ 0 h 3"/>
                <a:gd name="T2" fmla="*/ 2147483647 w 338"/>
                <a:gd name="T3" fmla="*/ 2147483647 h 3"/>
                <a:gd name="T4" fmla="*/ 2147483647 w 338"/>
                <a:gd name="T5" fmla="*/ 0 h 3"/>
                <a:gd name="T6" fmla="*/ 0 60000 65536"/>
                <a:gd name="T7" fmla="*/ 0 60000 65536"/>
                <a:gd name="T8" fmla="*/ 0 60000 65536"/>
                <a:gd name="T9" fmla="*/ 0 w 338"/>
                <a:gd name="T10" fmla="*/ 0 h 3"/>
                <a:gd name="T11" fmla="*/ 338 w 338"/>
                <a:gd name="T12" fmla="*/ 3 h 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8" h="3">
                  <a:moveTo>
                    <a:pt x="0" y="0"/>
                  </a:moveTo>
                  <a:lnTo>
                    <a:pt x="338" y="3"/>
                  </a:lnTo>
                  <a:lnTo>
                    <a:pt x="328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7" name="Freeform 71"/>
            <p:cNvSpPr/>
            <p:nvPr/>
          </p:nvSpPr>
          <p:spPr bwMode="auto">
            <a:xfrm>
              <a:off x="4937126" y="5705475"/>
              <a:ext cx="520700" cy="1588"/>
            </a:xfrm>
            <a:custGeom>
              <a:avLst/>
              <a:gdLst>
                <a:gd name="T0" fmla="*/ 0 w 654"/>
                <a:gd name="T1" fmla="*/ 0 h 1"/>
                <a:gd name="T2" fmla="*/ 2147483647 w 654"/>
                <a:gd name="T3" fmla="*/ 0 h 1"/>
                <a:gd name="T4" fmla="*/ 2147483647 w 654"/>
                <a:gd name="T5" fmla="*/ 0 h 1"/>
                <a:gd name="T6" fmla="*/ 0 60000 65536"/>
                <a:gd name="T7" fmla="*/ 0 60000 65536"/>
                <a:gd name="T8" fmla="*/ 0 60000 65536"/>
                <a:gd name="T9" fmla="*/ 0 w 654"/>
                <a:gd name="T10" fmla="*/ 0 h 1"/>
                <a:gd name="T11" fmla="*/ 654 w 65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54" h="1">
                  <a:moveTo>
                    <a:pt x="0" y="0"/>
                  </a:moveTo>
                  <a:lnTo>
                    <a:pt x="653" y="0"/>
                  </a:lnTo>
                  <a:lnTo>
                    <a:pt x="654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" name="Freeform 72"/>
            <p:cNvSpPr/>
            <p:nvPr/>
          </p:nvSpPr>
          <p:spPr bwMode="auto">
            <a:xfrm>
              <a:off x="5867401" y="5078413"/>
              <a:ext cx="488950" cy="1587"/>
            </a:xfrm>
            <a:custGeom>
              <a:avLst/>
              <a:gdLst>
                <a:gd name="T0" fmla="*/ 0 w 615"/>
                <a:gd name="T1" fmla="*/ 0 h 1"/>
                <a:gd name="T2" fmla="*/ 2147483647 w 615"/>
                <a:gd name="T3" fmla="*/ 0 h 1"/>
                <a:gd name="T4" fmla="*/ 2147483647 w 615"/>
                <a:gd name="T5" fmla="*/ 0 h 1"/>
                <a:gd name="T6" fmla="*/ 0 60000 65536"/>
                <a:gd name="T7" fmla="*/ 0 60000 65536"/>
                <a:gd name="T8" fmla="*/ 0 60000 65536"/>
                <a:gd name="T9" fmla="*/ 0 w 615"/>
                <a:gd name="T10" fmla="*/ 0 h 1"/>
                <a:gd name="T11" fmla="*/ 615 w 61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15" h="1">
                  <a:moveTo>
                    <a:pt x="0" y="0"/>
                  </a:moveTo>
                  <a:lnTo>
                    <a:pt x="614" y="0"/>
                  </a:lnTo>
                  <a:lnTo>
                    <a:pt x="615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" name="Freeform 73"/>
            <p:cNvSpPr/>
            <p:nvPr/>
          </p:nvSpPr>
          <p:spPr bwMode="auto">
            <a:xfrm>
              <a:off x="5867401" y="5984875"/>
              <a:ext cx="1416050" cy="1588"/>
            </a:xfrm>
            <a:custGeom>
              <a:avLst/>
              <a:gdLst>
                <a:gd name="T0" fmla="*/ 0 w 1783"/>
                <a:gd name="T1" fmla="*/ 0 h 1"/>
                <a:gd name="T2" fmla="*/ 2147483647 w 1783"/>
                <a:gd name="T3" fmla="*/ 0 h 1"/>
                <a:gd name="T4" fmla="*/ 2147483647 w 1783"/>
                <a:gd name="T5" fmla="*/ 0 h 1"/>
                <a:gd name="T6" fmla="*/ 0 60000 65536"/>
                <a:gd name="T7" fmla="*/ 0 60000 65536"/>
                <a:gd name="T8" fmla="*/ 0 60000 65536"/>
                <a:gd name="T9" fmla="*/ 0 w 1783"/>
                <a:gd name="T10" fmla="*/ 0 h 1"/>
                <a:gd name="T11" fmla="*/ 1783 w 178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83" h="1">
                  <a:moveTo>
                    <a:pt x="0" y="0"/>
                  </a:moveTo>
                  <a:lnTo>
                    <a:pt x="1782" y="0"/>
                  </a:lnTo>
                  <a:lnTo>
                    <a:pt x="1783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" name="Freeform 74"/>
            <p:cNvSpPr/>
            <p:nvPr/>
          </p:nvSpPr>
          <p:spPr bwMode="auto">
            <a:xfrm>
              <a:off x="5730876" y="5214938"/>
              <a:ext cx="136525" cy="1587"/>
            </a:xfrm>
            <a:custGeom>
              <a:avLst/>
              <a:gdLst>
                <a:gd name="T0" fmla="*/ 0 w 172"/>
                <a:gd name="T1" fmla="*/ 0 h 1"/>
                <a:gd name="T2" fmla="*/ 2147483647 w 172"/>
                <a:gd name="T3" fmla="*/ 0 h 1"/>
                <a:gd name="T4" fmla="*/ 2147483647 w 172"/>
                <a:gd name="T5" fmla="*/ 0 h 1"/>
                <a:gd name="T6" fmla="*/ 0 60000 65536"/>
                <a:gd name="T7" fmla="*/ 0 60000 65536"/>
                <a:gd name="T8" fmla="*/ 0 60000 65536"/>
                <a:gd name="T9" fmla="*/ 0 w 172"/>
                <a:gd name="T10" fmla="*/ 0 h 1"/>
                <a:gd name="T11" fmla="*/ 172 w 17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" h="1">
                  <a:moveTo>
                    <a:pt x="0" y="0"/>
                  </a:moveTo>
                  <a:lnTo>
                    <a:pt x="171" y="0"/>
                  </a:lnTo>
                  <a:lnTo>
                    <a:pt x="17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" name="Freeform 75"/>
            <p:cNvSpPr/>
            <p:nvPr/>
          </p:nvSpPr>
          <p:spPr bwMode="auto">
            <a:xfrm>
              <a:off x="5730876" y="5849938"/>
              <a:ext cx="136525" cy="1587"/>
            </a:xfrm>
            <a:custGeom>
              <a:avLst/>
              <a:gdLst>
                <a:gd name="T0" fmla="*/ 0 w 172"/>
                <a:gd name="T1" fmla="*/ 0 h 1"/>
                <a:gd name="T2" fmla="*/ 2147483647 w 172"/>
                <a:gd name="T3" fmla="*/ 0 h 1"/>
                <a:gd name="T4" fmla="*/ 2147483647 w 172"/>
                <a:gd name="T5" fmla="*/ 0 h 1"/>
                <a:gd name="T6" fmla="*/ 0 60000 65536"/>
                <a:gd name="T7" fmla="*/ 0 60000 65536"/>
                <a:gd name="T8" fmla="*/ 0 60000 65536"/>
                <a:gd name="T9" fmla="*/ 0 w 172"/>
                <a:gd name="T10" fmla="*/ 0 h 1"/>
                <a:gd name="T11" fmla="*/ 172 w 17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" h="1">
                  <a:moveTo>
                    <a:pt x="0" y="0"/>
                  </a:moveTo>
                  <a:lnTo>
                    <a:pt x="171" y="0"/>
                  </a:lnTo>
                  <a:lnTo>
                    <a:pt x="17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" name="Freeform 76"/>
            <p:cNvSpPr/>
            <p:nvPr/>
          </p:nvSpPr>
          <p:spPr bwMode="auto">
            <a:xfrm>
              <a:off x="5867401" y="5078413"/>
              <a:ext cx="1588" cy="906462"/>
            </a:xfrm>
            <a:custGeom>
              <a:avLst/>
              <a:gdLst>
                <a:gd name="T0" fmla="*/ 0 w 1"/>
                <a:gd name="T1" fmla="*/ 0 h 1144"/>
                <a:gd name="T2" fmla="*/ 0 w 1"/>
                <a:gd name="T3" fmla="*/ 2147483647 h 1144"/>
                <a:gd name="T4" fmla="*/ 2147483647 w 1"/>
                <a:gd name="T5" fmla="*/ 2147483647 h 1144"/>
                <a:gd name="T6" fmla="*/ 0 60000 65536"/>
                <a:gd name="T7" fmla="*/ 0 60000 65536"/>
                <a:gd name="T8" fmla="*/ 0 60000 65536"/>
                <a:gd name="T9" fmla="*/ 0 w 1"/>
                <a:gd name="T10" fmla="*/ 0 h 1144"/>
                <a:gd name="T11" fmla="*/ 1 w 1"/>
                <a:gd name="T12" fmla="*/ 1144 h 1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144">
                  <a:moveTo>
                    <a:pt x="0" y="0"/>
                  </a:moveTo>
                  <a:lnTo>
                    <a:pt x="0" y="1144"/>
                  </a:lnTo>
                  <a:lnTo>
                    <a:pt x="1" y="1144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" name="Freeform 77"/>
            <p:cNvSpPr/>
            <p:nvPr/>
          </p:nvSpPr>
          <p:spPr bwMode="auto">
            <a:xfrm>
              <a:off x="7281864" y="5078413"/>
              <a:ext cx="1587" cy="906462"/>
            </a:xfrm>
            <a:custGeom>
              <a:avLst/>
              <a:gdLst>
                <a:gd name="T0" fmla="*/ 0 w 1"/>
                <a:gd name="T1" fmla="*/ 0 h 1144"/>
                <a:gd name="T2" fmla="*/ 0 w 1"/>
                <a:gd name="T3" fmla="*/ 2147483647 h 1144"/>
                <a:gd name="T4" fmla="*/ 2147483647 w 1"/>
                <a:gd name="T5" fmla="*/ 2147483647 h 1144"/>
                <a:gd name="T6" fmla="*/ 0 60000 65536"/>
                <a:gd name="T7" fmla="*/ 0 60000 65536"/>
                <a:gd name="T8" fmla="*/ 0 60000 65536"/>
                <a:gd name="T9" fmla="*/ 0 w 1"/>
                <a:gd name="T10" fmla="*/ 0 h 1144"/>
                <a:gd name="T11" fmla="*/ 1 w 1"/>
                <a:gd name="T12" fmla="*/ 1144 h 1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144">
                  <a:moveTo>
                    <a:pt x="0" y="0"/>
                  </a:moveTo>
                  <a:lnTo>
                    <a:pt x="0" y="1144"/>
                  </a:lnTo>
                  <a:lnTo>
                    <a:pt x="1" y="1144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" name="Freeform 78"/>
            <p:cNvSpPr/>
            <p:nvPr/>
          </p:nvSpPr>
          <p:spPr bwMode="auto">
            <a:xfrm>
              <a:off x="7418389" y="5214938"/>
              <a:ext cx="1587" cy="642937"/>
            </a:xfrm>
            <a:custGeom>
              <a:avLst/>
              <a:gdLst>
                <a:gd name="T0" fmla="*/ 0 w 1"/>
                <a:gd name="T1" fmla="*/ 0 h 405"/>
                <a:gd name="T2" fmla="*/ 2147483647 w 1"/>
                <a:gd name="T3" fmla="*/ 2147483647 h 405"/>
                <a:gd name="T4" fmla="*/ 2147483647 w 1"/>
                <a:gd name="T5" fmla="*/ 2147483647 h 405"/>
                <a:gd name="T6" fmla="*/ 0 60000 65536"/>
                <a:gd name="T7" fmla="*/ 0 60000 65536"/>
                <a:gd name="T8" fmla="*/ 0 60000 65536"/>
                <a:gd name="T9" fmla="*/ 0 w 1"/>
                <a:gd name="T10" fmla="*/ 0 h 405"/>
                <a:gd name="T11" fmla="*/ 1 w 1"/>
                <a:gd name="T12" fmla="*/ 405 h 4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05">
                  <a:moveTo>
                    <a:pt x="0" y="0"/>
                  </a:moveTo>
                  <a:lnTo>
                    <a:pt x="1" y="405"/>
                  </a:lnTo>
                  <a:lnTo>
                    <a:pt x="1" y="4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" name="Freeform 79"/>
            <p:cNvSpPr/>
            <p:nvPr/>
          </p:nvSpPr>
          <p:spPr bwMode="auto">
            <a:xfrm>
              <a:off x="7281864" y="5078413"/>
              <a:ext cx="136525" cy="136525"/>
            </a:xfrm>
            <a:custGeom>
              <a:avLst/>
              <a:gdLst>
                <a:gd name="T0" fmla="*/ 2147483647 w 171"/>
                <a:gd name="T1" fmla="*/ 2147483647 h 173"/>
                <a:gd name="T2" fmla="*/ 0 w 171"/>
                <a:gd name="T3" fmla="*/ 0 h 173"/>
                <a:gd name="T4" fmla="*/ 2147483647 w 171"/>
                <a:gd name="T5" fmla="*/ 0 h 173"/>
                <a:gd name="T6" fmla="*/ 0 60000 65536"/>
                <a:gd name="T7" fmla="*/ 0 60000 65536"/>
                <a:gd name="T8" fmla="*/ 0 60000 65536"/>
                <a:gd name="T9" fmla="*/ 0 w 171"/>
                <a:gd name="T10" fmla="*/ 0 h 173"/>
                <a:gd name="T11" fmla="*/ 171 w 171"/>
                <a:gd name="T12" fmla="*/ 173 h 1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1" h="173">
                  <a:moveTo>
                    <a:pt x="171" y="17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6" name="Freeform 80"/>
            <p:cNvSpPr/>
            <p:nvPr/>
          </p:nvSpPr>
          <p:spPr bwMode="auto">
            <a:xfrm>
              <a:off x="7281864" y="5848350"/>
              <a:ext cx="138112" cy="136525"/>
            </a:xfrm>
            <a:custGeom>
              <a:avLst/>
              <a:gdLst>
                <a:gd name="T0" fmla="*/ 2147483647 w 87"/>
                <a:gd name="T1" fmla="*/ 0 h 86"/>
                <a:gd name="T2" fmla="*/ 0 w 87"/>
                <a:gd name="T3" fmla="*/ 2147483647 h 86"/>
                <a:gd name="T4" fmla="*/ 2147483647 w 87"/>
                <a:gd name="T5" fmla="*/ 2147483647 h 86"/>
                <a:gd name="T6" fmla="*/ 0 60000 65536"/>
                <a:gd name="T7" fmla="*/ 0 60000 65536"/>
                <a:gd name="T8" fmla="*/ 0 60000 65536"/>
                <a:gd name="T9" fmla="*/ 0 w 87"/>
                <a:gd name="T10" fmla="*/ 0 h 86"/>
                <a:gd name="T11" fmla="*/ 87 w 87"/>
                <a:gd name="T12" fmla="*/ 86 h 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7" h="86">
                  <a:moveTo>
                    <a:pt x="87" y="0"/>
                  </a:moveTo>
                  <a:lnTo>
                    <a:pt x="0" y="86"/>
                  </a:lnTo>
                  <a:lnTo>
                    <a:pt x="1" y="86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" name="Freeform 81"/>
            <p:cNvSpPr/>
            <p:nvPr/>
          </p:nvSpPr>
          <p:spPr bwMode="auto">
            <a:xfrm>
              <a:off x="6578601" y="4991100"/>
              <a:ext cx="3175" cy="531813"/>
            </a:xfrm>
            <a:custGeom>
              <a:avLst/>
              <a:gdLst>
                <a:gd name="T0" fmla="*/ 2147483647 w 2"/>
                <a:gd name="T1" fmla="*/ 0 h 335"/>
                <a:gd name="T2" fmla="*/ 0 w 2"/>
                <a:gd name="T3" fmla="*/ 2147483647 h 335"/>
                <a:gd name="T4" fmla="*/ 2147483647 w 2"/>
                <a:gd name="T5" fmla="*/ 2147483647 h 335"/>
                <a:gd name="T6" fmla="*/ 0 60000 65536"/>
                <a:gd name="T7" fmla="*/ 0 60000 65536"/>
                <a:gd name="T8" fmla="*/ 0 60000 65536"/>
                <a:gd name="T9" fmla="*/ 0 w 2"/>
                <a:gd name="T10" fmla="*/ 0 h 335"/>
                <a:gd name="T11" fmla="*/ 2 w 2"/>
                <a:gd name="T12" fmla="*/ 335 h 3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335">
                  <a:moveTo>
                    <a:pt x="2" y="0"/>
                  </a:moveTo>
                  <a:lnTo>
                    <a:pt x="0" y="335"/>
                  </a:lnTo>
                  <a:lnTo>
                    <a:pt x="1" y="33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8" name="Freeform 82"/>
            <p:cNvSpPr/>
            <p:nvPr/>
          </p:nvSpPr>
          <p:spPr bwMode="auto">
            <a:xfrm>
              <a:off x="6354764" y="5078413"/>
              <a:ext cx="1587" cy="190500"/>
            </a:xfrm>
            <a:custGeom>
              <a:avLst/>
              <a:gdLst>
                <a:gd name="T0" fmla="*/ 0 w 1"/>
                <a:gd name="T1" fmla="*/ 0 h 240"/>
                <a:gd name="T2" fmla="*/ 0 w 1"/>
                <a:gd name="T3" fmla="*/ 2147483647 h 240"/>
                <a:gd name="T4" fmla="*/ 2147483647 w 1"/>
                <a:gd name="T5" fmla="*/ 2147483647 h 240"/>
                <a:gd name="T6" fmla="*/ 0 60000 65536"/>
                <a:gd name="T7" fmla="*/ 0 60000 65536"/>
                <a:gd name="T8" fmla="*/ 0 60000 65536"/>
                <a:gd name="T9" fmla="*/ 0 w 1"/>
                <a:gd name="T10" fmla="*/ 0 h 240"/>
                <a:gd name="T11" fmla="*/ 1 w 1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40">
                  <a:moveTo>
                    <a:pt x="0" y="0"/>
                  </a:moveTo>
                  <a:lnTo>
                    <a:pt x="0" y="240"/>
                  </a:lnTo>
                  <a:lnTo>
                    <a:pt x="1" y="24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" name="Freeform 83"/>
            <p:cNvSpPr/>
            <p:nvPr/>
          </p:nvSpPr>
          <p:spPr bwMode="auto">
            <a:xfrm>
              <a:off x="6354764" y="5268913"/>
              <a:ext cx="449262" cy="1587"/>
            </a:xfrm>
            <a:custGeom>
              <a:avLst/>
              <a:gdLst>
                <a:gd name="T0" fmla="*/ 0 w 566"/>
                <a:gd name="T1" fmla="*/ 0 h 1"/>
                <a:gd name="T2" fmla="*/ 2147483647 w 566"/>
                <a:gd name="T3" fmla="*/ 0 h 1"/>
                <a:gd name="T4" fmla="*/ 2147483647 w 566"/>
                <a:gd name="T5" fmla="*/ 0 h 1"/>
                <a:gd name="T6" fmla="*/ 0 60000 65536"/>
                <a:gd name="T7" fmla="*/ 0 60000 65536"/>
                <a:gd name="T8" fmla="*/ 0 60000 65536"/>
                <a:gd name="T9" fmla="*/ 0 w 566"/>
                <a:gd name="T10" fmla="*/ 0 h 1"/>
                <a:gd name="T11" fmla="*/ 566 w 56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6" h="1">
                  <a:moveTo>
                    <a:pt x="0" y="0"/>
                  </a:moveTo>
                  <a:lnTo>
                    <a:pt x="565" y="0"/>
                  </a:lnTo>
                  <a:lnTo>
                    <a:pt x="566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" name="Freeform 84"/>
            <p:cNvSpPr/>
            <p:nvPr/>
          </p:nvSpPr>
          <p:spPr bwMode="auto">
            <a:xfrm>
              <a:off x="6804026" y="5078413"/>
              <a:ext cx="1588" cy="190500"/>
            </a:xfrm>
            <a:custGeom>
              <a:avLst/>
              <a:gdLst>
                <a:gd name="T0" fmla="*/ 0 w 1"/>
                <a:gd name="T1" fmla="*/ 0 h 240"/>
                <a:gd name="T2" fmla="*/ 0 w 1"/>
                <a:gd name="T3" fmla="*/ 2147483647 h 240"/>
                <a:gd name="T4" fmla="*/ 2147483647 w 1"/>
                <a:gd name="T5" fmla="*/ 2147483647 h 240"/>
                <a:gd name="T6" fmla="*/ 0 60000 65536"/>
                <a:gd name="T7" fmla="*/ 0 60000 65536"/>
                <a:gd name="T8" fmla="*/ 0 60000 65536"/>
                <a:gd name="T9" fmla="*/ 0 w 1"/>
                <a:gd name="T10" fmla="*/ 0 h 240"/>
                <a:gd name="T11" fmla="*/ 1 w 1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40">
                  <a:moveTo>
                    <a:pt x="0" y="0"/>
                  </a:moveTo>
                  <a:lnTo>
                    <a:pt x="0" y="240"/>
                  </a:lnTo>
                  <a:lnTo>
                    <a:pt x="1" y="24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" name="Freeform 85"/>
            <p:cNvSpPr/>
            <p:nvPr/>
          </p:nvSpPr>
          <p:spPr bwMode="auto">
            <a:xfrm>
              <a:off x="6804026" y="5078413"/>
              <a:ext cx="479425" cy="1587"/>
            </a:xfrm>
            <a:custGeom>
              <a:avLst/>
              <a:gdLst>
                <a:gd name="T0" fmla="*/ 0 w 604"/>
                <a:gd name="T1" fmla="*/ 0 h 1"/>
                <a:gd name="T2" fmla="*/ 2147483647 w 604"/>
                <a:gd name="T3" fmla="*/ 0 h 1"/>
                <a:gd name="T4" fmla="*/ 2147483647 w 604"/>
                <a:gd name="T5" fmla="*/ 0 h 1"/>
                <a:gd name="T6" fmla="*/ 0 60000 65536"/>
                <a:gd name="T7" fmla="*/ 0 60000 65536"/>
                <a:gd name="T8" fmla="*/ 0 60000 65536"/>
                <a:gd name="T9" fmla="*/ 0 w 604"/>
                <a:gd name="T10" fmla="*/ 0 h 1"/>
                <a:gd name="T11" fmla="*/ 604 w 60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4" h="1">
                  <a:moveTo>
                    <a:pt x="0" y="0"/>
                  </a:moveTo>
                  <a:lnTo>
                    <a:pt x="603" y="0"/>
                  </a:lnTo>
                  <a:lnTo>
                    <a:pt x="604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" name="Freeform 86"/>
            <p:cNvSpPr/>
            <p:nvPr/>
          </p:nvSpPr>
          <p:spPr bwMode="auto">
            <a:xfrm>
              <a:off x="6351589" y="5076825"/>
              <a:ext cx="460375" cy="44450"/>
            </a:xfrm>
            <a:custGeom>
              <a:avLst/>
              <a:gdLst>
                <a:gd name="T0" fmla="*/ 0 w 290"/>
                <a:gd name="T1" fmla="*/ 2147483647 h 28"/>
                <a:gd name="T2" fmla="*/ 2147483647 w 290"/>
                <a:gd name="T3" fmla="*/ 2147483647 h 28"/>
                <a:gd name="T4" fmla="*/ 2147483647 w 290"/>
                <a:gd name="T5" fmla="*/ 0 h 28"/>
                <a:gd name="T6" fmla="*/ 0 60000 65536"/>
                <a:gd name="T7" fmla="*/ 0 60000 65536"/>
                <a:gd name="T8" fmla="*/ 0 60000 65536"/>
                <a:gd name="T9" fmla="*/ 0 w 290"/>
                <a:gd name="T10" fmla="*/ 0 h 28"/>
                <a:gd name="T11" fmla="*/ 290 w 290"/>
                <a:gd name="T12" fmla="*/ 28 h 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0" h="28">
                  <a:moveTo>
                    <a:pt x="0" y="5"/>
                  </a:moveTo>
                  <a:lnTo>
                    <a:pt x="145" y="28"/>
                  </a:lnTo>
                  <a:lnTo>
                    <a:pt x="29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" name="Freeform 87"/>
            <p:cNvSpPr/>
            <p:nvPr/>
          </p:nvSpPr>
          <p:spPr bwMode="auto">
            <a:xfrm>
              <a:off x="6445251" y="5268913"/>
              <a:ext cx="3175" cy="122237"/>
            </a:xfrm>
            <a:custGeom>
              <a:avLst/>
              <a:gdLst>
                <a:gd name="T0" fmla="*/ 0 w 2"/>
                <a:gd name="T1" fmla="*/ 0 h 77"/>
                <a:gd name="T2" fmla="*/ 2147483647 w 2"/>
                <a:gd name="T3" fmla="*/ 2147483647 h 77"/>
                <a:gd name="T4" fmla="*/ 2147483647 w 2"/>
                <a:gd name="T5" fmla="*/ 2147483647 h 77"/>
                <a:gd name="T6" fmla="*/ 0 60000 65536"/>
                <a:gd name="T7" fmla="*/ 0 60000 65536"/>
                <a:gd name="T8" fmla="*/ 0 60000 65536"/>
                <a:gd name="T9" fmla="*/ 0 w 2"/>
                <a:gd name="T10" fmla="*/ 0 h 77"/>
                <a:gd name="T11" fmla="*/ 2 w 2"/>
                <a:gd name="T12" fmla="*/ 77 h 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77">
                  <a:moveTo>
                    <a:pt x="0" y="0"/>
                  </a:moveTo>
                  <a:lnTo>
                    <a:pt x="2" y="77"/>
                  </a:lnTo>
                  <a:lnTo>
                    <a:pt x="1" y="64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" name="Freeform 88"/>
            <p:cNvSpPr/>
            <p:nvPr/>
          </p:nvSpPr>
          <p:spPr bwMode="auto">
            <a:xfrm>
              <a:off x="6499226" y="5424488"/>
              <a:ext cx="160338" cy="1587"/>
            </a:xfrm>
            <a:custGeom>
              <a:avLst/>
              <a:gdLst>
                <a:gd name="T0" fmla="*/ 0 w 203"/>
                <a:gd name="T1" fmla="*/ 0 h 1"/>
                <a:gd name="T2" fmla="*/ 2147483647 w 203"/>
                <a:gd name="T3" fmla="*/ 0 h 1"/>
                <a:gd name="T4" fmla="*/ 2147483647 w 203"/>
                <a:gd name="T5" fmla="*/ 0 h 1"/>
                <a:gd name="T6" fmla="*/ 0 60000 65536"/>
                <a:gd name="T7" fmla="*/ 0 60000 65536"/>
                <a:gd name="T8" fmla="*/ 0 60000 65536"/>
                <a:gd name="T9" fmla="*/ 0 w 203"/>
                <a:gd name="T10" fmla="*/ 0 h 1"/>
                <a:gd name="T11" fmla="*/ 203 w 20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" h="1">
                  <a:moveTo>
                    <a:pt x="0" y="0"/>
                  </a:moveTo>
                  <a:lnTo>
                    <a:pt x="202" y="0"/>
                  </a:lnTo>
                  <a:lnTo>
                    <a:pt x="203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5" name="Freeform 89"/>
            <p:cNvSpPr/>
            <p:nvPr/>
          </p:nvSpPr>
          <p:spPr bwMode="auto">
            <a:xfrm>
              <a:off x="6713539" y="5268913"/>
              <a:ext cx="1587" cy="112712"/>
            </a:xfrm>
            <a:custGeom>
              <a:avLst/>
              <a:gdLst>
                <a:gd name="T0" fmla="*/ 0 w 1"/>
                <a:gd name="T1" fmla="*/ 0 h 71"/>
                <a:gd name="T2" fmla="*/ 2147483647 w 1"/>
                <a:gd name="T3" fmla="*/ 2147483647 h 71"/>
                <a:gd name="T4" fmla="*/ 2147483647 w 1"/>
                <a:gd name="T5" fmla="*/ 2147483647 h 71"/>
                <a:gd name="T6" fmla="*/ 0 60000 65536"/>
                <a:gd name="T7" fmla="*/ 0 60000 65536"/>
                <a:gd name="T8" fmla="*/ 0 60000 65536"/>
                <a:gd name="T9" fmla="*/ 0 w 1"/>
                <a:gd name="T10" fmla="*/ 0 h 71"/>
                <a:gd name="T11" fmla="*/ 1 w 1"/>
                <a:gd name="T12" fmla="*/ 71 h 7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1">
                  <a:moveTo>
                    <a:pt x="0" y="0"/>
                  </a:moveTo>
                  <a:lnTo>
                    <a:pt x="1" y="71"/>
                  </a:lnTo>
                  <a:lnTo>
                    <a:pt x="1" y="64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" name="Freeform 90"/>
            <p:cNvSpPr/>
            <p:nvPr/>
          </p:nvSpPr>
          <p:spPr bwMode="auto">
            <a:xfrm>
              <a:off x="6445251" y="5370513"/>
              <a:ext cx="55563" cy="53975"/>
            </a:xfrm>
            <a:custGeom>
              <a:avLst/>
              <a:gdLst>
                <a:gd name="T0" fmla="*/ 0 w 70"/>
                <a:gd name="T1" fmla="*/ 0 h 69"/>
                <a:gd name="T2" fmla="*/ 2147483647 w 70"/>
                <a:gd name="T3" fmla="*/ 2147483647 h 69"/>
                <a:gd name="T4" fmla="*/ 2147483647 w 70"/>
                <a:gd name="T5" fmla="*/ 2147483647 h 69"/>
                <a:gd name="T6" fmla="*/ 2147483647 w 70"/>
                <a:gd name="T7" fmla="*/ 2147483647 h 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"/>
                <a:gd name="T13" fmla="*/ 0 h 69"/>
                <a:gd name="T14" fmla="*/ 70 w 70"/>
                <a:gd name="T15" fmla="*/ 69 h 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" h="69">
                  <a:moveTo>
                    <a:pt x="0" y="0"/>
                  </a:moveTo>
                  <a:lnTo>
                    <a:pt x="20" y="49"/>
                  </a:lnTo>
                  <a:lnTo>
                    <a:pt x="69" y="69"/>
                  </a:lnTo>
                  <a:lnTo>
                    <a:pt x="70" y="69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" name="Freeform 91"/>
            <p:cNvSpPr/>
            <p:nvPr/>
          </p:nvSpPr>
          <p:spPr bwMode="auto">
            <a:xfrm>
              <a:off x="6659564" y="5370513"/>
              <a:ext cx="55562" cy="53975"/>
            </a:xfrm>
            <a:custGeom>
              <a:avLst/>
              <a:gdLst>
                <a:gd name="T0" fmla="*/ 0 w 69"/>
                <a:gd name="T1" fmla="*/ 2147483647 h 69"/>
                <a:gd name="T2" fmla="*/ 2147483647 w 69"/>
                <a:gd name="T3" fmla="*/ 2147483647 h 69"/>
                <a:gd name="T4" fmla="*/ 2147483647 w 69"/>
                <a:gd name="T5" fmla="*/ 0 h 69"/>
                <a:gd name="T6" fmla="*/ 2147483647 w 69"/>
                <a:gd name="T7" fmla="*/ 0 h 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9"/>
                <a:gd name="T13" fmla="*/ 0 h 69"/>
                <a:gd name="T14" fmla="*/ 69 w 69"/>
                <a:gd name="T15" fmla="*/ 69 h 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9" h="69">
                  <a:moveTo>
                    <a:pt x="0" y="69"/>
                  </a:moveTo>
                  <a:lnTo>
                    <a:pt x="48" y="49"/>
                  </a:lnTo>
                  <a:lnTo>
                    <a:pt x="68" y="0"/>
                  </a:lnTo>
                  <a:lnTo>
                    <a:pt x="69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9" name="Freeform 93"/>
            <p:cNvSpPr/>
            <p:nvPr/>
          </p:nvSpPr>
          <p:spPr bwMode="auto">
            <a:xfrm>
              <a:off x="1439863" y="4994275"/>
              <a:ext cx="71437" cy="69850"/>
            </a:xfrm>
            <a:custGeom>
              <a:avLst/>
              <a:gdLst>
                <a:gd name="T0" fmla="*/ 0 w 90"/>
                <a:gd name="T1" fmla="*/ 2147483647 h 89"/>
                <a:gd name="T2" fmla="*/ 2147483647 w 90"/>
                <a:gd name="T3" fmla="*/ 0 h 89"/>
                <a:gd name="T4" fmla="*/ 2147483647 w 90"/>
                <a:gd name="T5" fmla="*/ 0 h 89"/>
                <a:gd name="T6" fmla="*/ 0 60000 65536"/>
                <a:gd name="T7" fmla="*/ 0 60000 65536"/>
                <a:gd name="T8" fmla="*/ 0 60000 65536"/>
                <a:gd name="T9" fmla="*/ 0 w 90"/>
                <a:gd name="T10" fmla="*/ 0 h 89"/>
                <a:gd name="T11" fmla="*/ 90 w 90"/>
                <a:gd name="T12" fmla="*/ 89 h 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" h="89">
                  <a:moveTo>
                    <a:pt x="0" y="89"/>
                  </a:moveTo>
                  <a:lnTo>
                    <a:pt x="89" y="0"/>
                  </a:lnTo>
                  <a:lnTo>
                    <a:pt x="9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0" name="Freeform 94"/>
            <p:cNvSpPr/>
            <p:nvPr/>
          </p:nvSpPr>
          <p:spPr bwMode="auto">
            <a:xfrm>
              <a:off x="1463675" y="5029200"/>
              <a:ext cx="174625" cy="173038"/>
            </a:xfrm>
            <a:custGeom>
              <a:avLst/>
              <a:gdLst>
                <a:gd name="T0" fmla="*/ 0 w 220"/>
                <a:gd name="T1" fmla="*/ 2147483647 h 219"/>
                <a:gd name="T2" fmla="*/ 2147483647 w 220"/>
                <a:gd name="T3" fmla="*/ 0 h 219"/>
                <a:gd name="T4" fmla="*/ 2147483647 w 220"/>
                <a:gd name="T5" fmla="*/ 0 h 219"/>
                <a:gd name="T6" fmla="*/ 0 60000 65536"/>
                <a:gd name="T7" fmla="*/ 0 60000 65536"/>
                <a:gd name="T8" fmla="*/ 0 60000 65536"/>
                <a:gd name="T9" fmla="*/ 0 w 220"/>
                <a:gd name="T10" fmla="*/ 0 h 219"/>
                <a:gd name="T11" fmla="*/ 220 w 220"/>
                <a:gd name="T12" fmla="*/ 219 h 2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219">
                  <a:moveTo>
                    <a:pt x="0" y="219"/>
                  </a:moveTo>
                  <a:lnTo>
                    <a:pt x="219" y="0"/>
                  </a:lnTo>
                  <a:lnTo>
                    <a:pt x="22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1" name="Freeform 95"/>
            <p:cNvSpPr/>
            <p:nvPr/>
          </p:nvSpPr>
          <p:spPr bwMode="auto">
            <a:xfrm>
              <a:off x="1566863" y="5076825"/>
              <a:ext cx="187325" cy="185738"/>
            </a:xfrm>
            <a:custGeom>
              <a:avLst/>
              <a:gdLst>
                <a:gd name="T0" fmla="*/ 0 w 235"/>
                <a:gd name="T1" fmla="*/ 2147483647 h 235"/>
                <a:gd name="T2" fmla="*/ 2147483647 w 235"/>
                <a:gd name="T3" fmla="*/ 0 h 235"/>
                <a:gd name="T4" fmla="*/ 2147483647 w 235"/>
                <a:gd name="T5" fmla="*/ 0 h 235"/>
                <a:gd name="T6" fmla="*/ 0 60000 65536"/>
                <a:gd name="T7" fmla="*/ 0 60000 65536"/>
                <a:gd name="T8" fmla="*/ 0 60000 65536"/>
                <a:gd name="T9" fmla="*/ 0 w 235"/>
                <a:gd name="T10" fmla="*/ 0 h 235"/>
                <a:gd name="T11" fmla="*/ 235 w 235"/>
                <a:gd name="T12" fmla="*/ 235 h 2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5" h="235">
                  <a:moveTo>
                    <a:pt x="0" y="235"/>
                  </a:moveTo>
                  <a:lnTo>
                    <a:pt x="234" y="0"/>
                  </a:lnTo>
                  <a:lnTo>
                    <a:pt x="23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2" name="Freeform 96"/>
            <p:cNvSpPr/>
            <p:nvPr/>
          </p:nvSpPr>
          <p:spPr bwMode="auto">
            <a:xfrm>
              <a:off x="1676400" y="5106988"/>
              <a:ext cx="209550" cy="209550"/>
            </a:xfrm>
            <a:custGeom>
              <a:avLst/>
              <a:gdLst>
                <a:gd name="T0" fmla="*/ 0 w 265"/>
                <a:gd name="T1" fmla="*/ 2147483647 h 264"/>
                <a:gd name="T2" fmla="*/ 2147483647 w 265"/>
                <a:gd name="T3" fmla="*/ 0 h 264"/>
                <a:gd name="T4" fmla="*/ 2147483647 w 265"/>
                <a:gd name="T5" fmla="*/ 0 h 264"/>
                <a:gd name="T6" fmla="*/ 0 60000 65536"/>
                <a:gd name="T7" fmla="*/ 0 60000 65536"/>
                <a:gd name="T8" fmla="*/ 0 60000 65536"/>
                <a:gd name="T9" fmla="*/ 0 w 265"/>
                <a:gd name="T10" fmla="*/ 0 h 264"/>
                <a:gd name="T11" fmla="*/ 265 w 265"/>
                <a:gd name="T12" fmla="*/ 264 h 2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5" h="264">
                  <a:moveTo>
                    <a:pt x="0" y="264"/>
                  </a:moveTo>
                  <a:lnTo>
                    <a:pt x="264" y="0"/>
                  </a:lnTo>
                  <a:lnTo>
                    <a:pt x="26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3" name="Freeform 97"/>
            <p:cNvSpPr/>
            <p:nvPr/>
          </p:nvSpPr>
          <p:spPr bwMode="auto">
            <a:xfrm>
              <a:off x="1838325" y="5057775"/>
              <a:ext cx="260350" cy="258763"/>
            </a:xfrm>
            <a:custGeom>
              <a:avLst/>
              <a:gdLst>
                <a:gd name="T0" fmla="*/ 0 w 327"/>
                <a:gd name="T1" fmla="*/ 2147483647 h 326"/>
                <a:gd name="T2" fmla="*/ 2147483647 w 327"/>
                <a:gd name="T3" fmla="*/ 0 h 326"/>
                <a:gd name="T4" fmla="*/ 2147483647 w 327"/>
                <a:gd name="T5" fmla="*/ 0 h 326"/>
                <a:gd name="T6" fmla="*/ 0 60000 65536"/>
                <a:gd name="T7" fmla="*/ 0 60000 65536"/>
                <a:gd name="T8" fmla="*/ 0 60000 65536"/>
                <a:gd name="T9" fmla="*/ 0 w 327"/>
                <a:gd name="T10" fmla="*/ 0 h 326"/>
                <a:gd name="T11" fmla="*/ 327 w 327"/>
                <a:gd name="T12" fmla="*/ 326 h 3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7" h="326">
                  <a:moveTo>
                    <a:pt x="0" y="326"/>
                  </a:moveTo>
                  <a:lnTo>
                    <a:pt x="326" y="0"/>
                  </a:lnTo>
                  <a:lnTo>
                    <a:pt x="32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" name="Freeform 98"/>
            <p:cNvSpPr/>
            <p:nvPr/>
          </p:nvSpPr>
          <p:spPr bwMode="auto">
            <a:xfrm>
              <a:off x="1439863" y="5870575"/>
              <a:ext cx="9525" cy="7938"/>
            </a:xfrm>
            <a:custGeom>
              <a:avLst/>
              <a:gdLst>
                <a:gd name="T0" fmla="*/ 0 w 13"/>
                <a:gd name="T1" fmla="*/ 2147483647 h 12"/>
                <a:gd name="T2" fmla="*/ 2147483647 w 13"/>
                <a:gd name="T3" fmla="*/ 0 h 12"/>
                <a:gd name="T4" fmla="*/ 2147483647 w 13"/>
                <a:gd name="T5" fmla="*/ 0 h 12"/>
                <a:gd name="T6" fmla="*/ 0 60000 65536"/>
                <a:gd name="T7" fmla="*/ 0 60000 65536"/>
                <a:gd name="T8" fmla="*/ 0 60000 65536"/>
                <a:gd name="T9" fmla="*/ 0 w 13"/>
                <a:gd name="T10" fmla="*/ 0 h 12"/>
                <a:gd name="T11" fmla="*/ 13 w 13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" h="12">
                  <a:moveTo>
                    <a:pt x="0" y="12"/>
                  </a:moveTo>
                  <a:lnTo>
                    <a:pt x="12" y="0"/>
                  </a:lnTo>
                  <a:lnTo>
                    <a:pt x="13" y="0"/>
                  </a:lnTo>
                </a:path>
              </a:pathLst>
            </a:custGeom>
            <a:noFill/>
            <a:ln w="1588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5" name="Freeform 99"/>
            <p:cNvSpPr/>
            <p:nvPr/>
          </p:nvSpPr>
          <p:spPr bwMode="auto">
            <a:xfrm>
              <a:off x="2001838" y="5035550"/>
              <a:ext cx="277812" cy="280988"/>
            </a:xfrm>
            <a:custGeom>
              <a:avLst/>
              <a:gdLst>
                <a:gd name="T0" fmla="*/ 0 w 175"/>
                <a:gd name="T1" fmla="*/ 2147483647 h 177"/>
                <a:gd name="T2" fmla="*/ 2147483647 w 175"/>
                <a:gd name="T3" fmla="*/ 0 h 177"/>
                <a:gd name="T4" fmla="*/ 0 60000 65536"/>
                <a:gd name="T5" fmla="*/ 0 60000 65536"/>
                <a:gd name="T6" fmla="*/ 0 w 175"/>
                <a:gd name="T7" fmla="*/ 0 h 177"/>
                <a:gd name="T8" fmla="*/ 175 w 175"/>
                <a:gd name="T9" fmla="*/ 177 h 17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75" h="177">
                  <a:moveTo>
                    <a:pt x="0" y="177"/>
                  </a:moveTo>
                  <a:lnTo>
                    <a:pt x="17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6" name="Freeform 100"/>
            <p:cNvSpPr/>
            <p:nvPr/>
          </p:nvSpPr>
          <p:spPr bwMode="auto">
            <a:xfrm>
              <a:off x="1439863" y="5746750"/>
              <a:ext cx="295275" cy="295275"/>
            </a:xfrm>
            <a:custGeom>
              <a:avLst/>
              <a:gdLst>
                <a:gd name="T0" fmla="*/ 0 w 373"/>
                <a:gd name="T1" fmla="*/ 2147483647 h 373"/>
                <a:gd name="T2" fmla="*/ 2147483647 w 373"/>
                <a:gd name="T3" fmla="*/ 0 h 373"/>
                <a:gd name="T4" fmla="*/ 2147483647 w 373"/>
                <a:gd name="T5" fmla="*/ 0 h 373"/>
                <a:gd name="T6" fmla="*/ 0 60000 65536"/>
                <a:gd name="T7" fmla="*/ 0 60000 65536"/>
                <a:gd name="T8" fmla="*/ 0 60000 65536"/>
                <a:gd name="T9" fmla="*/ 0 w 373"/>
                <a:gd name="T10" fmla="*/ 0 h 373"/>
                <a:gd name="T11" fmla="*/ 373 w 373"/>
                <a:gd name="T12" fmla="*/ 373 h 3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373">
                  <a:moveTo>
                    <a:pt x="0" y="373"/>
                  </a:moveTo>
                  <a:lnTo>
                    <a:pt x="372" y="0"/>
                  </a:lnTo>
                  <a:lnTo>
                    <a:pt x="37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7" name="Freeform 101"/>
            <p:cNvSpPr/>
            <p:nvPr/>
          </p:nvSpPr>
          <p:spPr bwMode="auto">
            <a:xfrm>
              <a:off x="2163763" y="5075238"/>
              <a:ext cx="242887" cy="241300"/>
            </a:xfrm>
            <a:custGeom>
              <a:avLst/>
              <a:gdLst>
                <a:gd name="T0" fmla="*/ 0 w 305"/>
                <a:gd name="T1" fmla="*/ 2147483647 h 304"/>
                <a:gd name="T2" fmla="*/ 2147483647 w 305"/>
                <a:gd name="T3" fmla="*/ 0 h 304"/>
                <a:gd name="T4" fmla="*/ 2147483647 w 305"/>
                <a:gd name="T5" fmla="*/ 0 h 304"/>
                <a:gd name="T6" fmla="*/ 0 60000 65536"/>
                <a:gd name="T7" fmla="*/ 0 60000 65536"/>
                <a:gd name="T8" fmla="*/ 0 60000 65536"/>
                <a:gd name="T9" fmla="*/ 0 w 305"/>
                <a:gd name="T10" fmla="*/ 0 h 304"/>
                <a:gd name="T11" fmla="*/ 305 w 305"/>
                <a:gd name="T12" fmla="*/ 304 h 3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5" h="304">
                  <a:moveTo>
                    <a:pt x="0" y="304"/>
                  </a:moveTo>
                  <a:lnTo>
                    <a:pt x="304" y="0"/>
                  </a:lnTo>
                  <a:lnTo>
                    <a:pt x="30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" name="Freeform 102"/>
            <p:cNvSpPr/>
            <p:nvPr/>
          </p:nvSpPr>
          <p:spPr bwMode="auto">
            <a:xfrm>
              <a:off x="1590675" y="5746750"/>
              <a:ext cx="307975" cy="307975"/>
            </a:xfrm>
            <a:custGeom>
              <a:avLst/>
              <a:gdLst>
                <a:gd name="T0" fmla="*/ 0 w 389"/>
                <a:gd name="T1" fmla="*/ 2147483647 h 388"/>
                <a:gd name="T2" fmla="*/ 2147483647 w 389"/>
                <a:gd name="T3" fmla="*/ 0 h 388"/>
                <a:gd name="T4" fmla="*/ 2147483647 w 389"/>
                <a:gd name="T5" fmla="*/ 0 h 388"/>
                <a:gd name="T6" fmla="*/ 0 60000 65536"/>
                <a:gd name="T7" fmla="*/ 0 60000 65536"/>
                <a:gd name="T8" fmla="*/ 0 60000 65536"/>
                <a:gd name="T9" fmla="*/ 0 w 389"/>
                <a:gd name="T10" fmla="*/ 0 h 388"/>
                <a:gd name="T11" fmla="*/ 389 w 389"/>
                <a:gd name="T12" fmla="*/ 388 h 3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9" h="388">
                  <a:moveTo>
                    <a:pt x="0" y="388"/>
                  </a:moveTo>
                  <a:lnTo>
                    <a:pt x="388" y="0"/>
                  </a:lnTo>
                  <a:lnTo>
                    <a:pt x="38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" name="Freeform 103"/>
            <p:cNvSpPr/>
            <p:nvPr/>
          </p:nvSpPr>
          <p:spPr bwMode="auto">
            <a:xfrm>
              <a:off x="2327275" y="5119688"/>
              <a:ext cx="196850" cy="196850"/>
            </a:xfrm>
            <a:custGeom>
              <a:avLst/>
              <a:gdLst>
                <a:gd name="T0" fmla="*/ 0 w 249"/>
                <a:gd name="T1" fmla="*/ 2147483647 h 248"/>
                <a:gd name="T2" fmla="*/ 2147483647 w 249"/>
                <a:gd name="T3" fmla="*/ 0 h 248"/>
                <a:gd name="T4" fmla="*/ 2147483647 w 249"/>
                <a:gd name="T5" fmla="*/ 0 h 248"/>
                <a:gd name="T6" fmla="*/ 0 60000 65536"/>
                <a:gd name="T7" fmla="*/ 0 60000 65536"/>
                <a:gd name="T8" fmla="*/ 0 60000 65536"/>
                <a:gd name="T9" fmla="*/ 0 w 249"/>
                <a:gd name="T10" fmla="*/ 0 h 248"/>
                <a:gd name="T11" fmla="*/ 249 w 249"/>
                <a:gd name="T12" fmla="*/ 248 h 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9" h="248">
                  <a:moveTo>
                    <a:pt x="0" y="248"/>
                  </a:moveTo>
                  <a:lnTo>
                    <a:pt x="248" y="0"/>
                  </a:lnTo>
                  <a:lnTo>
                    <a:pt x="24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0" name="Freeform 104"/>
            <p:cNvSpPr/>
            <p:nvPr/>
          </p:nvSpPr>
          <p:spPr bwMode="auto">
            <a:xfrm>
              <a:off x="1731963" y="5746750"/>
              <a:ext cx="328612" cy="328613"/>
            </a:xfrm>
            <a:custGeom>
              <a:avLst/>
              <a:gdLst>
                <a:gd name="T0" fmla="*/ 0 w 415"/>
                <a:gd name="T1" fmla="*/ 2147483647 h 414"/>
                <a:gd name="T2" fmla="*/ 2147483647 w 415"/>
                <a:gd name="T3" fmla="*/ 0 h 414"/>
                <a:gd name="T4" fmla="*/ 2147483647 w 415"/>
                <a:gd name="T5" fmla="*/ 0 h 414"/>
                <a:gd name="T6" fmla="*/ 0 60000 65536"/>
                <a:gd name="T7" fmla="*/ 0 60000 65536"/>
                <a:gd name="T8" fmla="*/ 0 60000 65536"/>
                <a:gd name="T9" fmla="*/ 0 w 415"/>
                <a:gd name="T10" fmla="*/ 0 h 414"/>
                <a:gd name="T11" fmla="*/ 415 w 415"/>
                <a:gd name="T12" fmla="*/ 414 h 4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5" h="414">
                  <a:moveTo>
                    <a:pt x="0" y="414"/>
                  </a:moveTo>
                  <a:lnTo>
                    <a:pt x="414" y="0"/>
                  </a:lnTo>
                  <a:lnTo>
                    <a:pt x="41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1" name="Freeform 105"/>
            <p:cNvSpPr/>
            <p:nvPr/>
          </p:nvSpPr>
          <p:spPr bwMode="auto">
            <a:xfrm>
              <a:off x="2441575" y="5162550"/>
              <a:ext cx="203200" cy="201613"/>
            </a:xfrm>
            <a:custGeom>
              <a:avLst/>
              <a:gdLst>
                <a:gd name="T0" fmla="*/ 0 w 256"/>
                <a:gd name="T1" fmla="*/ 2147483647 h 255"/>
                <a:gd name="T2" fmla="*/ 2147483647 w 256"/>
                <a:gd name="T3" fmla="*/ 0 h 255"/>
                <a:gd name="T4" fmla="*/ 2147483647 w 256"/>
                <a:gd name="T5" fmla="*/ 0 h 255"/>
                <a:gd name="T6" fmla="*/ 0 60000 65536"/>
                <a:gd name="T7" fmla="*/ 0 60000 65536"/>
                <a:gd name="T8" fmla="*/ 0 60000 65536"/>
                <a:gd name="T9" fmla="*/ 0 w 256"/>
                <a:gd name="T10" fmla="*/ 0 h 255"/>
                <a:gd name="T11" fmla="*/ 256 w 256"/>
                <a:gd name="T12" fmla="*/ 255 h 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6" h="255">
                  <a:moveTo>
                    <a:pt x="0" y="255"/>
                  </a:moveTo>
                  <a:lnTo>
                    <a:pt x="255" y="0"/>
                  </a:lnTo>
                  <a:lnTo>
                    <a:pt x="25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2" name="Freeform 106"/>
            <p:cNvSpPr/>
            <p:nvPr/>
          </p:nvSpPr>
          <p:spPr bwMode="auto">
            <a:xfrm>
              <a:off x="1858963" y="5746750"/>
              <a:ext cx="365125" cy="365125"/>
            </a:xfrm>
            <a:custGeom>
              <a:avLst/>
              <a:gdLst>
                <a:gd name="T0" fmla="*/ 0 w 461"/>
                <a:gd name="T1" fmla="*/ 2147483647 h 460"/>
                <a:gd name="T2" fmla="*/ 2147483647 w 461"/>
                <a:gd name="T3" fmla="*/ 0 h 460"/>
                <a:gd name="T4" fmla="*/ 2147483647 w 461"/>
                <a:gd name="T5" fmla="*/ 0 h 460"/>
                <a:gd name="T6" fmla="*/ 0 60000 65536"/>
                <a:gd name="T7" fmla="*/ 0 60000 65536"/>
                <a:gd name="T8" fmla="*/ 0 60000 65536"/>
                <a:gd name="T9" fmla="*/ 0 w 461"/>
                <a:gd name="T10" fmla="*/ 0 h 460"/>
                <a:gd name="T11" fmla="*/ 461 w 461"/>
                <a:gd name="T12" fmla="*/ 460 h 4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1" h="460">
                  <a:moveTo>
                    <a:pt x="0" y="460"/>
                  </a:moveTo>
                  <a:lnTo>
                    <a:pt x="460" y="0"/>
                  </a:lnTo>
                  <a:lnTo>
                    <a:pt x="46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3" name="Freeform 107"/>
            <p:cNvSpPr/>
            <p:nvPr/>
          </p:nvSpPr>
          <p:spPr bwMode="auto">
            <a:xfrm>
              <a:off x="2501900" y="5211763"/>
              <a:ext cx="255588" cy="257175"/>
            </a:xfrm>
            <a:custGeom>
              <a:avLst/>
              <a:gdLst>
                <a:gd name="T0" fmla="*/ 0 w 323"/>
                <a:gd name="T1" fmla="*/ 2147483647 h 324"/>
                <a:gd name="T2" fmla="*/ 2147483647 w 323"/>
                <a:gd name="T3" fmla="*/ 0 h 324"/>
                <a:gd name="T4" fmla="*/ 2147483647 w 323"/>
                <a:gd name="T5" fmla="*/ 0 h 324"/>
                <a:gd name="T6" fmla="*/ 0 60000 65536"/>
                <a:gd name="T7" fmla="*/ 0 60000 65536"/>
                <a:gd name="T8" fmla="*/ 0 60000 65536"/>
                <a:gd name="T9" fmla="*/ 0 w 323"/>
                <a:gd name="T10" fmla="*/ 0 h 324"/>
                <a:gd name="T11" fmla="*/ 323 w 323"/>
                <a:gd name="T12" fmla="*/ 324 h 3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3" h="324">
                  <a:moveTo>
                    <a:pt x="0" y="324"/>
                  </a:moveTo>
                  <a:lnTo>
                    <a:pt x="322" y="0"/>
                  </a:lnTo>
                  <a:lnTo>
                    <a:pt x="32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4" name="Freeform 108"/>
            <p:cNvSpPr/>
            <p:nvPr/>
          </p:nvSpPr>
          <p:spPr bwMode="auto">
            <a:xfrm>
              <a:off x="2024063" y="5746750"/>
              <a:ext cx="361950" cy="361950"/>
            </a:xfrm>
            <a:custGeom>
              <a:avLst/>
              <a:gdLst>
                <a:gd name="T0" fmla="*/ 0 w 228"/>
                <a:gd name="T1" fmla="*/ 2147483647 h 228"/>
                <a:gd name="T2" fmla="*/ 2147483647 w 228"/>
                <a:gd name="T3" fmla="*/ 0 h 228"/>
                <a:gd name="T4" fmla="*/ 2147483647 w 228"/>
                <a:gd name="T5" fmla="*/ 0 h 228"/>
                <a:gd name="T6" fmla="*/ 0 60000 65536"/>
                <a:gd name="T7" fmla="*/ 0 60000 65536"/>
                <a:gd name="T8" fmla="*/ 0 60000 65536"/>
                <a:gd name="T9" fmla="*/ 0 w 228"/>
                <a:gd name="T10" fmla="*/ 0 h 228"/>
                <a:gd name="T11" fmla="*/ 228 w 228"/>
                <a:gd name="T12" fmla="*/ 228 h 2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8" h="228">
                  <a:moveTo>
                    <a:pt x="0" y="228"/>
                  </a:moveTo>
                  <a:lnTo>
                    <a:pt x="22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5" name="Freeform 109"/>
            <p:cNvSpPr/>
            <p:nvPr/>
          </p:nvSpPr>
          <p:spPr bwMode="auto">
            <a:xfrm>
              <a:off x="2452688" y="5294313"/>
              <a:ext cx="385762" cy="385762"/>
            </a:xfrm>
            <a:custGeom>
              <a:avLst/>
              <a:gdLst>
                <a:gd name="T0" fmla="*/ 0 w 487"/>
                <a:gd name="T1" fmla="*/ 2147483647 h 486"/>
                <a:gd name="T2" fmla="*/ 2147483647 w 487"/>
                <a:gd name="T3" fmla="*/ 0 h 486"/>
                <a:gd name="T4" fmla="*/ 2147483647 w 487"/>
                <a:gd name="T5" fmla="*/ 0 h 486"/>
                <a:gd name="T6" fmla="*/ 0 60000 65536"/>
                <a:gd name="T7" fmla="*/ 0 60000 65536"/>
                <a:gd name="T8" fmla="*/ 0 60000 65536"/>
                <a:gd name="T9" fmla="*/ 0 w 487"/>
                <a:gd name="T10" fmla="*/ 0 h 486"/>
                <a:gd name="T11" fmla="*/ 487 w 487"/>
                <a:gd name="T12" fmla="*/ 486 h 4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7" h="486">
                  <a:moveTo>
                    <a:pt x="0" y="486"/>
                  </a:moveTo>
                  <a:lnTo>
                    <a:pt x="486" y="0"/>
                  </a:lnTo>
                  <a:lnTo>
                    <a:pt x="48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6" name="Freeform 110"/>
            <p:cNvSpPr/>
            <p:nvPr/>
          </p:nvSpPr>
          <p:spPr bwMode="auto">
            <a:xfrm>
              <a:off x="2286000" y="5451475"/>
              <a:ext cx="558800" cy="557213"/>
            </a:xfrm>
            <a:custGeom>
              <a:avLst/>
              <a:gdLst>
                <a:gd name="T0" fmla="*/ 0 w 715"/>
                <a:gd name="T1" fmla="*/ 2147483647 h 715"/>
                <a:gd name="T2" fmla="*/ 2147483647 w 715"/>
                <a:gd name="T3" fmla="*/ 0 h 715"/>
                <a:gd name="T4" fmla="*/ 2147483647 w 715"/>
                <a:gd name="T5" fmla="*/ 0 h 715"/>
                <a:gd name="T6" fmla="*/ 0 60000 65536"/>
                <a:gd name="T7" fmla="*/ 0 60000 65536"/>
                <a:gd name="T8" fmla="*/ 0 60000 65536"/>
                <a:gd name="T9" fmla="*/ 0 w 715"/>
                <a:gd name="T10" fmla="*/ 0 h 715"/>
                <a:gd name="T11" fmla="*/ 715 w 715"/>
                <a:gd name="T12" fmla="*/ 715 h 7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15" h="715">
                  <a:moveTo>
                    <a:pt x="0" y="715"/>
                  </a:moveTo>
                  <a:lnTo>
                    <a:pt x="714" y="0"/>
                  </a:lnTo>
                  <a:lnTo>
                    <a:pt x="71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7" name="Freeform 111"/>
            <p:cNvSpPr/>
            <p:nvPr/>
          </p:nvSpPr>
          <p:spPr bwMode="auto">
            <a:xfrm>
              <a:off x="2471738" y="5610225"/>
              <a:ext cx="376237" cy="377825"/>
            </a:xfrm>
            <a:custGeom>
              <a:avLst/>
              <a:gdLst>
                <a:gd name="T0" fmla="*/ 0 w 237"/>
                <a:gd name="T1" fmla="*/ 2147483647 h 238"/>
                <a:gd name="T2" fmla="*/ 2147483647 w 237"/>
                <a:gd name="T3" fmla="*/ 0 h 238"/>
                <a:gd name="T4" fmla="*/ 0 60000 65536"/>
                <a:gd name="T5" fmla="*/ 0 60000 65536"/>
                <a:gd name="T6" fmla="*/ 0 w 237"/>
                <a:gd name="T7" fmla="*/ 0 h 238"/>
                <a:gd name="T8" fmla="*/ 237 w 237"/>
                <a:gd name="T9" fmla="*/ 238 h 23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7" h="238">
                  <a:moveTo>
                    <a:pt x="0" y="238"/>
                  </a:moveTo>
                  <a:lnTo>
                    <a:pt x="23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8" name="Freeform 112"/>
            <p:cNvSpPr/>
            <p:nvPr/>
          </p:nvSpPr>
          <p:spPr bwMode="auto">
            <a:xfrm>
              <a:off x="2628900" y="5865813"/>
              <a:ext cx="127000" cy="106362"/>
            </a:xfrm>
            <a:custGeom>
              <a:avLst/>
              <a:gdLst>
                <a:gd name="T0" fmla="*/ 0 w 80"/>
                <a:gd name="T1" fmla="*/ 2147483647 h 67"/>
                <a:gd name="T2" fmla="*/ 2147483647 w 80"/>
                <a:gd name="T3" fmla="*/ 0 h 67"/>
                <a:gd name="T4" fmla="*/ 2147483647 w 80"/>
                <a:gd name="T5" fmla="*/ 0 h 67"/>
                <a:gd name="T6" fmla="*/ 0 60000 65536"/>
                <a:gd name="T7" fmla="*/ 0 60000 65536"/>
                <a:gd name="T8" fmla="*/ 0 60000 65536"/>
                <a:gd name="T9" fmla="*/ 0 w 80"/>
                <a:gd name="T10" fmla="*/ 0 h 67"/>
                <a:gd name="T11" fmla="*/ 80 w 80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0" h="67">
                  <a:moveTo>
                    <a:pt x="0" y="67"/>
                  </a:moveTo>
                  <a:lnTo>
                    <a:pt x="8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9" name="Freeform 113"/>
            <p:cNvSpPr/>
            <p:nvPr/>
          </p:nvSpPr>
          <p:spPr bwMode="auto">
            <a:xfrm>
              <a:off x="6003926" y="5078413"/>
              <a:ext cx="74613" cy="74612"/>
            </a:xfrm>
            <a:custGeom>
              <a:avLst/>
              <a:gdLst>
                <a:gd name="T0" fmla="*/ 0 w 94"/>
                <a:gd name="T1" fmla="*/ 2147483647 h 94"/>
                <a:gd name="T2" fmla="*/ 2147483647 w 94"/>
                <a:gd name="T3" fmla="*/ 0 h 94"/>
                <a:gd name="T4" fmla="*/ 2147483647 w 94"/>
                <a:gd name="T5" fmla="*/ 0 h 94"/>
                <a:gd name="T6" fmla="*/ 0 60000 65536"/>
                <a:gd name="T7" fmla="*/ 0 60000 65536"/>
                <a:gd name="T8" fmla="*/ 0 60000 65536"/>
                <a:gd name="T9" fmla="*/ 0 w 94"/>
                <a:gd name="T10" fmla="*/ 0 h 94"/>
                <a:gd name="T11" fmla="*/ 94 w 94"/>
                <a:gd name="T12" fmla="*/ 94 h 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4" h="94">
                  <a:moveTo>
                    <a:pt x="0" y="94"/>
                  </a:moveTo>
                  <a:lnTo>
                    <a:pt x="93" y="0"/>
                  </a:lnTo>
                  <a:lnTo>
                    <a:pt x="9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0" name="Freeform 114"/>
            <p:cNvSpPr/>
            <p:nvPr/>
          </p:nvSpPr>
          <p:spPr bwMode="auto">
            <a:xfrm>
              <a:off x="6045201" y="5078413"/>
              <a:ext cx="195263" cy="195262"/>
            </a:xfrm>
            <a:custGeom>
              <a:avLst/>
              <a:gdLst>
                <a:gd name="T0" fmla="*/ 0 w 246"/>
                <a:gd name="T1" fmla="*/ 2147483647 h 246"/>
                <a:gd name="T2" fmla="*/ 2147483647 w 246"/>
                <a:gd name="T3" fmla="*/ 0 h 246"/>
                <a:gd name="T4" fmla="*/ 2147483647 w 246"/>
                <a:gd name="T5" fmla="*/ 0 h 246"/>
                <a:gd name="T6" fmla="*/ 0 60000 65536"/>
                <a:gd name="T7" fmla="*/ 0 60000 65536"/>
                <a:gd name="T8" fmla="*/ 0 60000 65536"/>
                <a:gd name="T9" fmla="*/ 0 w 246"/>
                <a:gd name="T10" fmla="*/ 0 h 246"/>
                <a:gd name="T11" fmla="*/ 246 w 246"/>
                <a:gd name="T12" fmla="*/ 246 h 2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6" h="246">
                  <a:moveTo>
                    <a:pt x="0" y="246"/>
                  </a:moveTo>
                  <a:lnTo>
                    <a:pt x="245" y="0"/>
                  </a:lnTo>
                  <a:lnTo>
                    <a:pt x="24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" name="Freeform 115"/>
            <p:cNvSpPr/>
            <p:nvPr/>
          </p:nvSpPr>
          <p:spPr bwMode="auto">
            <a:xfrm>
              <a:off x="6113464" y="5126038"/>
              <a:ext cx="242887" cy="242887"/>
            </a:xfrm>
            <a:custGeom>
              <a:avLst/>
              <a:gdLst>
                <a:gd name="T0" fmla="*/ 0 w 305"/>
                <a:gd name="T1" fmla="*/ 2147483647 h 305"/>
                <a:gd name="T2" fmla="*/ 2147483647 w 305"/>
                <a:gd name="T3" fmla="*/ 0 h 305"/>
                <a:gd name="T4" fmla="*/ 2147483647 w 305"/>
                <a:gd name="T5" fmla="*/ 0 h 305"/>
                <a:gd name="T6" fmla="*/ 0 60000 65536"/>
                <a:gd name="T7" fmla="*/ 0 60000 65536"/>
                <a:gd name="T8" fmla="*/ 0 60000 65536"/>
                <a:gd name="T9" fmla="*/ 0 w 305"/>
                <a:gd name="T10" fmla="*/ 0 h 305"/>
                <a:gd name="T11" fmla="*/ 305 w 305"/>
                <a:gd name="T12" fmla="*/ 305 h 3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5" h="305">
                  <a:moveTo>
                    <a:pt x="0" y="305"/>
                  </a:moveTo>
                  <a:lnTo>
                    <a:pt x="304" y="0"/>
                  </a:lnTo>
                  <a:lnTo>
                    <a:pt x="30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2" name="Freeform 116"/>
            <p:cNvSpPr/>
            <p:nvPr/>
          </p:nvSpPr>
          <p:spPr bwMode="auto">
            <a:xfrm>
              <a:off x="6191251" y="5268913"/>
              <a:ext cx="185738" cy="179387"/>
            </a:xfrm>
            <a:custGeom>
              <a:avLst/>
              <a:gdLst>
                <a:gd name="T0" fmla="*/ 0 w 117"/>
                <a:gd name="T1" fmla="*/ 2147483647 h 113"/>
                <a:gd name="T2" fmla="*/ 2147483647 w 117"/>
                <a:gd name="T3" fmla="*/ 0 h 113"/>
                <a:gd name="T4" fmla="*/ 2147483647 w 117"/>
                <a:gd name="T5" fmla="*/ 0 h 113"/>
                <a:gd name="T6" fmla="*/ 0 60000 65536"/>
                <a:gd name="T7" fmla="*/ 0 60000 65536"/>
                <a:gd name="T8" fmla="*/ 0 60000 65536"/>
                <a:gd name="T9" fmla="*/ 0 w 117"/>
                <a:gd name="T10" fmla="*/ 0 h 113"/>
                <a:gd name="T11" fmla="*/ 117 w 117"/>
                <a:gd name="T12" fmla="*/ 113 h 1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7" h="113">
                  <a:moveTo>
                    <a:pt x="0" y="113"/>
                  </a:moveTo>
                  <a:lnTo>
                    <a:pt x="11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3" name="Freeform 117"/>
            <p:cNvSpPr/>
            <p:nvPr/>
          </p:nvSpPr>
          <p:spPr bwMode="auto">
            <a:xfrm>
              <a:off x="6267451" y="5362575"/>
              <a:ext cx="177800" cy="171450"/>
            </a:xfrm>
            <a:custGeom>
              <a:avLst/>
              <a:gdLst>
                <a:gd name="T0" fmla="*/ 0 w 112"/>
                <a:gd name="T1" fmla="*/ 2147483647 h 108"/>
                <a:gd name="T2" fmla="*/ 2147483647 w 112"/>
                <a:gd name="T3" fmla="*/ 0 h 108"/>
                <a:gd name="T4" fmla="*/ 2147483647 w 112"/>
                <a:gd name="T5" fmla="*/ 0 h 108"/>
                <a:gd name="T6" fmla="*/ 0 60000 65536"/>
                <a:gd name="T7" fmla="*/ 0 60000 65536"/>
                <a:gd name="T8" fmla="*/ 0 60000 65536"/>
                <a:gd name="T9" fmla="*/ 0 w 112"/>
                <a:gd name="T10" fmla="*/ 0 h 108"/>
                <a:gd name="T11" fmla="*/ 112 w 112"/>
                <a:gd name="T12" fmla="*/ 108 h 1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2" h="108">
                  <a:moveTo>
                    <a:pt x="0" y="108"/>
                  </a:moveTo>
                  <a:lnTo>
                    <a:pt x="111" y="0"/>
                  </a:lnTo>
                  <a:lnTo>
                    <a:pt x="11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4" name="Freeform 118"/>
            <p:cNvSpPr/>
            <p:nvPr/>
          </p:nvSpPr>
          <p:spPr bwMode="auto">
            <a:xfrm>
              <a:off x="6391276" y="5424488"/>
              <a:ext cx="155575" cy="147637"/>
            </a:xfrm>
            <a:custGeom>
              <a:avLst/>
              <a:gdLst>
                <a:gd name="T0" fmla="*/ 0 w 98"/>
                <a:gd name="T1" fmla="*/ 2147483647 h 93"/>
                <a:gd name="T2" fmla="*/ 2147483647 w 98"/>
                <a:gd name="T3" fmla="*/ 0 h 93"/>
                <a:gd name="T4" fmla="*/ 2147483647 w 98"/>
                <a:gd name="T5" fmla="*/ 0 h 93"/>
                <a:gd name="T6" fmla="*/ 0 60000 65536"/>
                <a:gd name="T7" fmla="*/ 0 60000 65536"/>
                <a:gd name="T8" fmla="*/ 0 60000 65536"/>
                <a:gd name="T9" fmla="*/ 0 w 98"/>
                <a:gd name="T10" fmla="*/ 0 h 93"/>
                <a:gd name="T11" fmla="*/ 98 w 98"/>
                <a:gd name="T12" fmla="*/ 93 h 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8" h="93">
                  <a:moveTo>
                    <a:pt x="0" y="93"/>
                  </a:moveTo>
                  <a:lnTo>
                    <a:pt x="97" y="0"/>
                  </a:lnTo>
                  <a:lnTo>
                    <a:pt x="9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5" name="Freeform 119"/>
            <p:cNvSpPr/>
            <p:nvPr/>
          </p:nvSpPr>
          <p:spPr bwMode="auto">
            <a:xfrm>
              <a:off x="6804026" y="5078413"/>
              <a:ext cx="88900" cy="88900"/>
            </a:xfrm>
            <a:custGeom>
              <a:avLst/>
              <a:gdLst>
                <a:gd name="T0" fmla="*/ 0 w 112"/>
                <a:gd name="T1" fmla="*/ 2147483647 h 112"/>
                <a:gd name="T2" fmla="*/ 2147483647 w 112"/>
                <a:gd name="T3" fmla="*/ 0 h 112"/>
                <a:gd name="T4" fmla="*/ 2147483647 w 112"/>
                <a:gd name="T5" fmla="*/ 0 h 112"/>
                <a:gd name="T6" fmla="*/ 0 60000 65536"/>
                <a:gd name="T7" fmla="*/ 0 60000 65536"/>
                <a:gd name="T8" fmla="*/ 0 60000 65536"/>
                <a:gd name="T9" fmla="*/ 0 w 112"/>
                <a:gd name="T10" fmla="*/ 0 h 112"/>
                <a:gd name="T11" fmla="*/ 112 w 112"/>
                <a:gd name="T12" fmla="*/ 112 h 1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2" h="112">
                  <a:moveTo>
                    <a:pt x="0" y="112"/>
                  </a:moveTo>
                  <a:lnTo>
                    <a:pt x="111" y="0"/>
                  </a:lnTo>
                  <a:lnTo>
                    <a:pt x="11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6" name="Freeform 120"/>
            <p:cNvSpPr/>
            <p:nvPr/>
          </p:nvSpPr>
          <p:spPr bwMode="auto">
            <a:xfrm>
              <a:off x="6543676" y="5078413"/>
              <a:ext cx="512763" cy="512762"/>
            </a:xfrm>
            <a:custGeom>
              <a:avLst/>
              <a:gdLst>
                <a:gd name="T0" fmla="*/ 0 w 323"/>
                <a:gd name="T1" fmla="*/ 2147483647 h 323"/>
                <a:gd name="T2" fmla="*/ 2147483647 w 323"/>
                <a:gd name="T3" fmla="*/ 0 h 323"/>
                <a:gd name="T4" fmla="*/ 2147483647 w 323"/>
                <a:gd name="T5" fmla="*/ 0 h 323"/>
                <a:gd name="T6" fmla="*/ 0 60000 65536"/>
                <a:gd name="T7" fmla="*/ 0 60000 65536"/>
                <a:gd name="T8" fmla="*/ 0 60000 65536"/>
                <a:gd name="T9" fmla="*/ 0 w 323"/>
                <a:gd name="T10" fmla="*/ 0 h 323"/>
                <a:gd name="T11" fmla="*/ 323 w 323"/>
                <a:gd name="T12" fmla="*/ 323 h 3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3" h="323">
                  <a:moveTo>
                    <a:pt x="0" y="323"/>
                  </a:moveTo>
                  <a:lnTo>
                    <a:pt x="322" y="0"/>
                  </a:lnTo>
                  <a:lnTo>
                    <a:pt x="32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7" name="Freeform 121"/>
            <p:cNvSpPr/>
            <p:nvPr/>
          </p:nvSpPr>
          <p:spPr bwMode="auto">
            <a:xfrm>
              <a:off x="6734176" y="5276850"/>
              <a:ext cx="285750" cy="284163"/>
            </a:xfrm>
            <a:custGeom>
              <a:avLst/>
              <a:gdLst>
                <a:gd name="T0" fmla="*/ 0 w 359"/>
                <a:gd name="T1" fmla="*/ 2147483647 h 358"/>
                <a:gd name="T2" fmla="*/ 2147483647 w 359"/>
                <a:gd name="T3" fmla="*/ 0 h 358"/>
                <a:gd name="T4" fmla="*/ 2147483647 w 359"/>
                <a:gd name="T5" fmla="*/ 0 h 358"/>
                <a:gd name="T6" fmla="*/ 0 60000 65536"/>
                <a:gd name="T7" fmla="*/ 0 60000 65536"/>
                <a:gd name="T8" fmla="*/ 0 60000 65536"/>
                <a:gd name="T9" fmla="*/ 0 w 359"/>
                <a:gd name="T10" fmla="*/ 0 h 358"/>
                <a:gd name="T11" fmla="*/ 359 w 359"/>
                <a:gd name="T12" fmla="*/ 358 h 3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9" h="358">
                  <a:moveTo>
                    <a:pt x="0" y="358"/>
                  </a:moveTo>
                  <a:lnTo>
                    <a:pt x="358" y="0"/>
                  </a:lnTo>
                  <a:lnTo>
                    <a:pt x="35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8" name="Freeform 122"/>
            <p:cNvSpPr/>
            <p:nvPr/>
          </p:nvSpPr>
          <p:spPr bwMode="auto">
            <a:xfrm>
              <a:off x="2257425" y="5524500"/>
              <a:ext cx="1323975" cy="14288"/>
            </a:xfrm>
            <a:custGeom>
              <a:avLst/>
              <a:gdLst>
                <a:gd name="T0" fmla="*/ 0 w 834"/>
                <a:gd name="T1" fmla="*/ 2147483647 h 9"/>
                <a:gd name="T2" fmla="*/ 2147483647 w 834"/>
                <a:gd name="T3" fmla="*/ 0 h 9"/>
                <a:gd name="T4" fmla="*/ 2147483647 w 834"/>
                <a:gd name="T5" fmla="*/ 2147483647 h 9"/>
                <a:gd name="T6" fmla="*/ 0 60000 65536"/>
                <a:gd name="T7" fmla="*/ 0 60000 65536"/>
                <a:gd name="T8" fmla="*/ 0 60000 65536"/>
                <a:gd name="T9" fmla="*/ 0 w 834"/>
                <a:gd name="T10" fmla="*/ 0 h 9"/>
                <a:gd name="T11" fmla="*/ 834 w 834"/>
                <a:gd name="T12" fmla="*/ 9 h 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34" h="9">
                  <a:moveTo>
                    <a:pt x="0" y="9"/>
                  </a:moveTo>
                  <a:lnTo>
                    <a:pt x="834" y="0"/>
                  </a:lnTo>
                  <a:lnTo>
                    <a:pt x="829" y="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9" name="Freeform 123"/>
            <p:cNvSpPr/>
            <p:nvPr/>
          </p:nvSpPr>
          <p:spPr bwMode="auto">
            <a:xfrm>
              <a:off x="3667125" y="5532438"/>
              <a:ext cx="76200" cy="1587"/>
            </a:xfrm>
            <a:custGeom>
              <a:avLst/>
              <a:gdLst>
                <a:gd name="T0" fmla="*/ 0 w 96"/>
                <a:gd name="T1" fmla="*/ 0 h 1"/>
                <a:gd name="T2" fmla="*/ 2147483647 w 96"/>
                <a:gd name="T3" fmla="*/ 0 h 1"/>
                <a:gd name="T4" fmla="*/ 2147483647 w 96"/>
                <a:gd name="T5" fmla="*/ 0 h 1"/>
                <a:gd name="T6" fmla="*/ 0 60000 65536"/>
                <a:gd name="T7" fmla="*/ 0 60000 65536"/>
                <a:gd name="T8" fmla="*/ 0 60000 65536"/>
                <a:gd name="T9" fmla="*/ 0 w 96"/>
                <a:gd name="T10" fmla="*/ 0 h 1"/>
                <a:gd name="T11" fmla="*/ 96 w 9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1">
                  <a:moveTo>
                    <a:pt x="0" y="0"/>
                  </a:moveTo>
                  <a:lnTo>
                    <a:pt x="95" y="0"/>
                  </a:lnTo>
                  <a:lnTo>
                    <a:pt x="9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0" name="Freeform 124"/>
            <p:cNvSpPr/>
            <p:nvPr/>
          </p:nvSpPr>
          <p:spPr bwMode="auto">
            <a:xfrm>
              <a:off x="5314951" y="5530850"/>
              <a:ext cx="908050" cy="3175"/>
            </a:xfrm>
            <a:custGeom>
              <a:avLst/>
              <a:gdLst>
                <a:gd name="T0" fmla="*/ 0 w 572"/>
                <a:gd name="T1" fmla="*/ 2147483647 h 2"/>
                <a:gd name="T2" fmla="*/ 2147483647 w 572"/>
                <a:gd name="T3" fmla="*/ 0 h 2"/>
                <a:gd name="T4" fmla="*/ 0 60000 65536"/>
                <a:gd name="T5" fmla="*/ 0 60000 65536"/>
                <a:gd name="T6" fmla="*/ 0 w 572"/>
                <a:gd name="T7" fmla="*/ 0 h 2"/>
                <a:gd name="T8" fmla="*/ 572 w 572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72" h="2">
                  <a:moveTo>
                    <a:pt x="0" y="2"/>
                  </a:moveTo>
                  <a:lnTo>
                    <a:pt x="57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" name="Freeform 125"/>
            <p:cNvSpPr/>
            <p:nvPr/>
          </p:nvSpPr>
          <p:spPr bwMode="auto">
            <a:xfrm>
              <a:off x="6281739" y="5532438"/>
              <a:ext cx="50800" cy="1587"/>
            </a:xfrm>
            <a:custGeom>
              <a:avLst/>
              <a:gdLst>
                <a:gd name="T0" fmla="*/ 0 w 66"/>
                <a:gd name="T1" fmla="*/ 0 h 1"/>
                <a:gd name="T2" fmla="*/ 2147483647 w 66"/>
                <a:gd name="T3" fmla="*/ 0 h 1"/>
                <a:gd name="T4" fmla="*/ 2147483647 w 66"/>
                <a:gd name="T5" fmla="*/ 0 h 1"/>
                <a:gd name="T6" fmla="*/ 0 60000 65536"/>
                <a:gd name="T7" fmla="*/ 0 60000 65536"/>
                <a:gd name="T8" fmla="*/ 0 60000 65536"/>
                <a:gd name="T9" fmla="*/ 0 w 66"/>
                <a:gd name="T10" fmla="*/ 0 h 1"/>
                <a:gd name="T11" fmla="*/ 66 w 6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6" h="1">
                  <a:moveTo>
                    <a:pt x="0" y="0"/>
                  </a:moveTo>
                  <a:lnTo>
                    <a:pt x="64" y="0"/>
                  </a:lnTo>
                  <a:lnTo>
                    <a:pt x="6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2" name="Freeform 126"/>
            <p:cNvSpPr/>
            <p:nvPr/>
          </p:nvSpPr>
          <p:spPr bwMode="auto">
            <a:xfrm>
              <a:off x="6415089" y="5532438"/>
              <a:ext cx="1138237" cy="1587"/>
            </a:xfrm>
            <a:custGeom>
              <a:avLst/>
              <a:gdLst>
                <a:gd name="T0" fmla="*/ 0 w 717"/>
                <a:gd name="T1" fmla="*/ 0 h 1"/>
                <a:gd name="T2" fmla="*/ 2147483647 w 717"/>
                <a:gd name="T3" fmla="*/ 2147483647 h 1"/>
                <a:gd name="T4" fmla="*/ 0 60000 65536"/>
                <a:gd name="T5" fmla="*/ 0 60000 65536"/>
                <a:gd name="T6" fmla="*/ 0 w 717"/>
                <a:gd name="T7" fmla="*/ 0 h 1"/>
                <a:gd name="T8" fmla="*/ 717 w 717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17" h="1">
                  <a:moveTo>
                    <a:pt x="0" y="0"/>
                  </a:moveTo>
                  <a:lnTo>
                    <a:pt x="717" y="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3" name="Freeform 127"/>
            <p:cNvSpPr/>
            <p:nvPr/>
          </p:nvSpPr>
          <p:spPr bwMode="auto">
            <a:xfrm>
              <a:off x="2114550" y="5541963"/>
              <a:ext cx="76200" cy="1587"/>
            </a:xfrm>
            <a:custGeom>
              <a:avLst/>
              <a:gdLst>
                <a:gd name="T0" fmla="*/ 0 w 96"/>
                <a:gd name="T1" fmla="*/ 0 h 1"/>
                <a:gd name="T2" fmla="*/ 2147483647 w 96"/>
                <a:gd name="T3" fmla="*/ 0 h 1"/>
                <a:gd name="T4" fmla="*/ 2147483647 w 96"/>
                <a:gd name="T5" fmla="*/ 0 h 1"/>
                <a:gd name="T6" fmla="*/ 0 60000 65536"/>
                <a:gd name="T7" fmla="*/ 0 60000 65536"/>
                <a:gd name="T8" fmla="*/ 0 60000 65536"/>
                <a:gd name="T9" fmla="*/ 0 w 96"/>
                <a:gd name="T10" fmla="*/ 0 h 1"/>
                <a:gd name="T11" fmla="*/ 96 w 9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1">
                  <a:moveTo>
                    <a:pt x="0" y="0"/>
                  </a:moveTo>
                  <a:lnTo>
                    <a:pt x="95" y="0"/>
                  </a:lnTo>
                  <a:lnTo>
                    <a:pt x="9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" name="Freeform 128"/>
            <p:cNvSpPr/>
            <p:nvPr/>
          </p:nvSpPr>
          <p:spPr bwMode="auto">
            <a:xfrm>
              <a:off x="5181601" y="5532438"/>
              <a:ext cx="76200" cy="1587"/>
            </a:xfrm>
            <a:custGeom>
              <a:avLst/>
              <a:gdLst>
                <a:gd name="T0" fmla="*/ 0 w 96"/>
                <a:gd name="T1" fmla="*/ 0 h 1"/>
                <a:gd name="T2" fmla="*/ 2147483647 w 96"/>
                <a:gd name="T3" fmla="*/ 0 h 1"/>
                <a:gd name="T4" fmla="*/ 2147483647 w 96"/>
                <a:gd name="T5" fmla="*/ 0 h 1"/>
                <a:gd name="T6" fmla="*/ 0 60000 65536"/>
                <a:gd name="T7" fmla="*/ 0 60000 65536"/>
                <a:gd name="T8" fmla="*/ 0 60000 65536"/>
                <a:gd name="T9" fmla="*/ 0 w 96"/>
                <a:gd name="T10" fmla="*/ 0 h 1"/>
                <a:gd name="T11" fmla="*/ 96 w 9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1">
                  <a:moveTo>
                    <a:pt x="0" y="0"/>
                  </a:moveTo>
                  <a:lnTo>
                    <a:pt x="95" y="0"/>
                  </a:lnTo>
                  <a:lnTo>
                    <a:pt x="9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" name="Line 129"/>
            <p:cNvSpPr>
              <a:spLocks noChangeShapeType="1"/>
            </p:cNvSpPr>
            <p:nvPr/>
          </p:nvSpPr>
          <p:spPr bwMode="auto">
            <a:xfrm>
              <a:off x="3810000" y="5534025"/>
              <a:ext cx="12858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" name="Line 130"/>
            <p:cNvSpPr>
              <a:spLocks noChangeShapeType="1"/>
            </p:cNvSpPr>
            <p:nvPr/>
          </p:nvSpPr>
          <p:spPr bwMode="auto">
            <a:xfrm flipH="1">
              <a:off x="1295400" y="5543550"/>
              <a:ext cx="7524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7" name="Arc 131"/>
            <p:cNvSpPr/>
            <p:nvPr/>
          </p:nvSpPr>
          <p:spPr bwMode="auto">
            <a:xfrm>
              <a:off x="5459414" y="5359400"/>
              <a:ext cx="169862" cy="346075"/>
            </a:xfrm>
            <a:custGeom>
              <a:avLst/>
              <a:gdLst>
                <a:gd name="T0" fmla="*/ 138090 w 22823"/>
                <a:gd name="T1" fmla="*/ 0 h 43200"/>
                <a:gd name="T2" fmla="*/ 0 w 22823"/>
                <a:gd name="T3" fmla="*/ 7190925 h 43200"/>
                <a:gd name="T4" fmla="*/ 138090 w 22823"/>
                <a:gd name="T5" fmla="*/ 3595719 h 43200"/>
                <a:gd name="T6" fmla="*/ 0 60000 65536"/>
                <a:gd name="T7" fmla="*/ 0 60000 65536"/>
                <a:gd name="T8" fmla="*/ 0 60000 65536"/>
                <a:gd name="T9" fmla="*/ 0 w 22823"/>
                <a:gd name="T10" fmla="*/ 0 h 43200"/>
                <a:gd name="T11" fmla="*/ 22823 w 22823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823" h="43200" fill="none" extrusionOk="0">
                  <a:moveTo>
                    <a:pt x="1222" y="0"/>
                  </a:moveTo>
                  <a:cubicBezTo>
                    <a:pt x="13152" y="0"/>
                    <a:pt x="22823" y="9670"/>
                    <a:pt x="22823" y="21600"/>
                  </a:cubicBezTo>
                  <a:cubicBezTo>
                    <a:pt x="22823" y="33529"/>
                    <a:pt x="13152" y="43200"/>
                    <a:pt x="1223" y="43200"/>
                  </a:cubicBezTo>
                  <a:cubicBezTo>
                    <a:pt x="815" y="43200"/>
                    <a:pt x="407" y="43188"/>
                    <a:pt x="-1" y="43165"/>
                  </a:cubicBezTo>
                </a:path>
                <a:path w="22823" h="43200" stroke="0" extrusionOk="0">
                  <a:moveTo>
                    <a:pt x="1222" y="0"/>
                  </a:moveTo>
                  <a:cubicBezTo>
                    <a:pt x="13152" y="0"/>
                    <a:pt x="22823" y="9670"/>
                    <a:pt x="22823" y="21600"/>
                  </a:cubicBezTo>
                  <a:cubicBezTo>
                    <a:pt x="22823" y="33529"/>
                    <a:pt x="13152" y="43200"/>
                    <a:pt x="1223" y="43200"/>
                  </a:cubicBezTo>
                  <a:cubicBezTo>
                    <a:pt x="815" y="43200"/>
                    <a:pt x="407" y="43188"/>
                    <a:pt x="-1" y="43165"/>
                  </a:cubicBezTo>
                  <a:lnTo>
                    <a:pt x="1223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8" name="Arc 132"/>
            <p:cNvSpPr/>
            <p:nvPr/>
          </p:nvSpPr>
          <p:spPr bwMode="auto">
            <a:xfrm flipH="1" flipV="1">
              <a:off x="4794251" y="5364163"/>
              <a:ext cx="169863" cy="346075"/>
            </a:xfrm>
            <a:custGeom>
              <a:avLst/>
              <a:gdLst>
                <a:gd name="T0" fmla="*/ 138090 w 22823"/>
                <a:gd name="T1" fmla="*/ 0 h 43200"/>
                <a:gd name="T2" fmla="*/ 0 w 22823"/>
                <a:gd name="T3" fmla="*/ 7190925 h 43200"/>
                <a:gd name="T4" fmla="*/ 138090 w 22823"/>
                <a:gd name="T5" fmla="*/ 3595719 h 43200"/>
                <a:gd name="T6" fmla="*/ 0 60000 65536"/>
                <a:gd name="T7" fmla="*/ 0 60000 65536"/>
                <a:gd name="T8" fmla="*/ 0 60000 65536"/>
                <a:gd name="T9" fmla="*/ 0 w 22823"/>
                <a:gd name="T10" fmla="*/ 0 h 43200"/>
                <a:gd name="T11" fmla="*/ 22823 w 22823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823" h="43200" fill="none" extrusionOk="0">
                  <a:moveTo>
                    <a:pt x="1222" y="0"/>
                  </a:moveTo>
                  <a:cubicBezTo>
                    <a:pt x="13152" y="0"/>
                    <a:pt x="22823" y="9670"/>
                    <a:pt x="22823" y="21600"/>
                  </a:cubicBezTo>
                  <a:cubicBezTo>
                    <a:pt x="22823" y="33529"/>
                    <a:pt x="13152" y="43200"/>
                    <a:pt x="1223" y="43200"/>
                  </a:cubicBezTo>
                  <a:cubicBezTo>
                    <a:pt x="815" y="43200"/>
                    <a:pt x="407" y="43188"/>
                    <a:pt x="-1" y="43165"/>
                  </a:cubicBezTo>
                </a:path>
                <a:path w="22823" h="43200" stroke="0" extrusionOk="0">
                  <a:moveTo>
                    <a:pt x="1222" y="0"/>
                  </a:moveTo>
                  <a:cubicBezTo>
                    <a:pt x="13152" y="0"/>
                    <a:pt x="22823" y="9670"/>
                    <a:pt x="22823" y="21600"/>
                  </a:cubicBezTo>
                  <a:cubicBezTo>
                    <a:pt x="22823" y="33529"/>
                    <a:pt x="13152" y="43200"/>
                    <a:pt x="1223" y="43200"/>
                  </a:cubicBezTo>
                  <a:cubicBezTo>
                    <a:pt x="815" y="43200"/>
                    <a:pt x="407" y="43188"/>
                    <a:pt x="-1" y="43165"/>
                  </a:cubicBezTo>
                  <a:lnTo>
                    <a:pt x="1223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任意多边形 251"/>
            <p:cNvSpPr>
              <a:spLocks noChangeArrowheads="1"/>
            </p:cNvSpPr>
            <p:nvPr/>
          </p:nvSpPr>
          <p:spPr bwMode="auto">
            <a:xfrm>
              <a:off x="1439863" y="4960938"/>
              <a:ext cx="1431925" cy="1155700"/>
            </a:xfrm>
            <a:custGeom>
              <a:avLst/>
              <a:gdLst>
                <a:gd name="T0" fmla="*/ 0 w 1430547"/>
                <a:gd name="T1" fmla="*/ 0 h 1155939"/>
                <a:gd name="T2" fmla="*/ 319178 w 1430547"/>
                <a:gd name="T3" fmla="*/ 120769 h 1155939"/>
                <a:gd name="T4" fmla="*/ 664234 w 1430547"/>
                <a:gd name="T5" fmla="*/ 94890 h 1155939"/>
                <a:gd name="T6" fmla="*/ 836763 w 1430547"/>
                <a:gd name="T7" fmla="*/ 77637 h 1155939"/>
                <a:gd name="T8" fmla="*/ 1078302 w 1430547"/>
                <a:gd name="T9" fmla="*/ 146649 h 1155939"/>
                <a:gd name="T10" fmla="*/ 1302589 w 1430547"/>
                <a:gd name="T11" fmla="*/ 241539 h 1155939"/>
                <a:gd name="T12" fmla="*/ 1388853 w 1430547"/>
                <a:gd name="T13" fmla="*/ 345056 h 1155939"/>
                <a:gd name="T14" fmla="*/ 1406106 w 1430547"/>
                <a:gd name="T15" fmla="*/ 491705 h 1155939"/>
                <a:gd name="T16" fmla="*/ 1414732 w 1430547"/>
                <a:gd name="T17" fmla="*/ 646981 h 1155939"/>
                <a:gd name="T18" fmla="*/ 1311215 w 1430547"/>
                <a:gd name="T19" fmla="*/ 923026 h 1155939"/>
                <a:gd name="T20" fmla="*/ 1173193 w 1430547"/>
                <a:gd name="T21" fmla="*/ 1009290 h 1155939"/>
                <a:gd name="T22" fmla="*/ 1035170 w 1430547"/>
                <a:gd name="T23" fmla="*/ 1026543 h 1155939"/>
                <a:gd name="T24" fmla="*/ 845389 w 1430547"/>
                <a:gd name="T25" fmla="*/ 1052422 h 1155939"/>
                <a:gd name="T26" fmla="*/ 586597 w 1430547"/>
                <a:gd name="T27" fmla="*/ 1138686 h 1155939"/>
                <a:gd name="T28" fmla="*/ 414068 w 1430547"/>
                <a:gd name="T29" fmla="*/ 1147313 h 1155939"/>
                <a:gd name="T30" fmla="*/ 284672 w 1430547"/>
                <a:gd name="T31" fmla="*/ 1086928 h 1155939"/>
                <a:gd name="T32" fmla="*/ 155276 w 1430547"/>
                <a:gd name="T33" fmla="*/ 1086928 h 1155939"/>
                <a:gd name="T34" fmla="*/ 17253 w 1430547"/>
                <a:gd name="T35" fmla="*/ 1069675 h 11559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0547"/>
                <a:gd name="T55" fmla="*/ 0 h 1155939"/>
                <a:gd name="T56" fmla="*/ 1430547 w 1430547"/>
                <a:gd name="T57" fmla="*/ 1155939 h 115593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0547" h="1155939">
                  <a:moveTo>
                    <a:pt x="0" y="0"/>
                  </a:moveTo>
                  <a:cubicBezTo>
                    <a:pt x="104236" y="52477"/>
                    <a:pt x="208472" y="104954"/>
                    <a:pt x="319178" y="120769"/>
                  </a:cubicBezTo>
                  <a:cubicBezTo>
                    <a:pt x="429884" y="136584"/>
                    <a:pt x="577970" y="102079"/>
                    <a:pt x="664234" y="94890"/>
                  </a:cubicBezTo>
                  <a:cubicBezTo>
                    <a:pt x="750498" y="87701"/>
                    <a:pt x="767752" y="69011"/>
                    <a:pt x="836763" y="77637"/>
                  </a:cubicBezTo>
                  <a:cubicBezTo>
                    <a:pt x="905774" y="86263"/>
                    <a:pt x="1000664" y="119332"/>
                    <a:pt x="1078302" y="146649"/>
                  </a:cubicBezTo>
                  <a:cubicBezTo>
                    <a:pt x="1155940" y="173966"/>
                    <a:pt x="1250831" y="208471"/>
                    <a:pt x="1302589" y="241539"/>
                  </a:cubicBezTo>
                  <a:cubicBezTo>
                    <a:pt x="1354348" y="274607"/>
                    <a:pt x="1371600" y="303362"/>
                    <a:pt x="1388853" y="345056"/>
                  </a:cubicBezTo>
                  <a:cubicBezTo>
                    <a:pt x="1406106" y="386750"/>
                    <a:pt x="1401793" y="441384"/>
                    <a:pt x="1406106" y="491705"/>
                  </a:cubicBezTo>
                  <a:cubicBezTo>
                    <a:pt x="1410419" y="542026"/>
                    <a:pt x="1430547" y="575094"/>
                    <a:pt x="1414732" y="646981"/>
                  </a:cubicBezTo>
                  <a:cubicBezTo>
                    <a:pt x="1398917" y="718868"/>
                    <a:pt x="1351471" y="862641"/>
                    <a:pt x="1311215" y="923026"/>
                  </a:cubicBezTo>
                  <a:cubicBezTo>
                    <a:pt x="1270959" y="983411"/>
                    <a:pt x="1219200" y="992037"/>
                    <a:pt x="1173193" y="1009290"/>
                  </a:cubicBezTo>
                  <a:cubicBezTo>
                    <a:pt x="1127186" y="1026543"/>
                    <a:pt x="1035170" y="1026543"/>
                    <a:pt x="1035170" y="1026543"/>
                  </a:cubicBezTo>
                  <a:cubicBezTo>
                    <a:pt x="980536" y="1033732"/>
                    <a:pt x="920151" y="1033732"/>
                    <a:pt x="845389" y="1052422"/>
                  </a:cubicBezTo>
                  <a:cubicBezTo>
                    <a:pt x="770627" y="1071113"/>
                    <a:pt x="658484" y="1122871"/>
                    <a:pt x="586597" y="1138686"/>
                  </a:cubicBezTo>
                  <a:cubicBezTo>
                    <a:pt x="514710" y="1154501"/>
                    <a:pt x="464389" y="1155939"/>
                    <a:pt x="414068" y="1147313"/>
                  </a:cubicBezTo>
                  <a:cubicBezTo>
                    <a:pt x="363747" y="1138687"/>
                    <a:pt x="327804" y="1096992"/>
                    <a:pt x="284672" y="1086928"/>
                  </a:cubicBezTo>
                  <a:cubicBezTo>
                    <a:pt x="241540" y="1076864"/>
                    <a:pt x="199846" y="1089803"/>
                    <a:pt x="155276" y="1086928"/>
                  </a:cubicBezTo>
                  <a:cubicBezTo>
                    <a:pt x="110706" y="1084053"/>
                    <a:pt x="18691" y="1075426"/>
                    <a:pt x="17253" y="1069675"/>
                  </a:cubicBezTo>
                </a:path>
              </a:pathLst>
            </a:custGeom>
            <a:noFill/>
            <a:ln w="12700" algn="ctr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0" name="任意多边形 252"/>
            <p:cNvSpPr>
              <a:spLocks noChangeArrowheads="1"/>
            </p:cNvSpPr>
            <p:nvPr/>
          </p:nvSpPr>
          <p:spPr bwMode="auto">
            <a:xfrm>
              <a:off x="5954714" y="5068888"/>
              <a:ext cx="1111250" cy="525462"/>
            </a:xfrm>
            <a:custGeom>
              <a:avLst/>
              <a:gdLst>
                <a:gd name="T0" fmla="*/ 0 w 1111910"/>
                <a:gd name="T1" fmla="*/ 0 h 524256"/>
                <a:gd name="T2" fmla="*/ 95097 w 1111910"/>
                <a:gd name="T3" fmla="*/ 197510 h 524256"/>
                <a:gd name="T4" fmla="*/ 256032 w 1111910"/>
                <a:gd name="T5" fmla="*/ 387705 h 524256"/>
                <a:gd name="T6" fmla="*/ 329184 w 1111910"/>
                <a:gd name="T7" fmla="*/ 468172 h 524256"/>
                <a:gd name="T8" fmla="*/ 468173 w 1111910"/>
                <a:gd name="T9" fmla="*/ 512064 h 524256"/>
                <a:gd name="T10" fmla="*/ 694944 w 1111910"/>
                <a:gd name="T11" fmla="*/ 519379 h 524256"/>
                <a:gd name="T12" fmla="*/ 826617 w 1111910"/>
                <a:gd name="T13" fmla="*/ 482803 h 524256"/>
                <a:gd name="T14" fmla="*/ 1046073 w 1111910"/>
                <a:gd name="T15" fmla="*/ 373075 h 524256"/>
                <a:gd name="T16" fmla="*/ 1068019 w 1111910"/>
                <a:gd name="T17" fmla="*/ 204825 h 524256"/>
                <a:gd name="T18" fmla="*/ 1111910 w 1111910"/>
                <a:gd name="T19" fmla="*/ 14630 h 52425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11910"/>
                <a:gd name="T31" fmla="*/ 0 h 524256"/>
                <a:gd name="T32" fmla="*/ 1111910 w 1111910"/>
                <a:gd name="T33" fmla="*/ 524256 h 52425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11910" h="524256">
                  <a:moveTo>
                    <a:pt x="0" y="0"/>
                  </a:moveTo>
                  <a:cubicBezTo>
                    <a:pt x="26212" y="66446"/>
                    <a:pt x="52425" y="132893"/>
                    <a:pt x="95097" y="197510"/>
                  </a:cubicBezTo>
                  <a:cubicBezTo>
                    <a:pt x="137769" y="262127"/>
                    <a:pt x="217018" y="342595"/>
                    <a:pt x="256032" y="387705"/>
                  </a:cubicBezTo>
                  <a:cubicBezTo>
                    <a:pt x="295046" y="432815"/>
                    <a:pt x="293827" y="447445"/>
                    <a:pt x="329184" y="468172"/>
                  </a:cubicBezTo>
                  <a:cubicBezTo>
                    <a:pt x="364541" y="488899"/>
                    <a:pt x="407213" y="503530"/>
                    <a:pt x="468173" y="512064"/>
                  </a:cubicBezTo>
                  <a:cubicBezTo>
                    <a:pt x="529133" y="520598"/>
                    <a:pt x="635203" y="524256"/>
                    <a:pt x="694944" y="519379"/>
                  </a:cubicBezTo>
                  <a:cubicBezTo>
                    <a:pt x="754685" y="514502"/>
                    <a:pt x="768096" y="507187"/>
                    <a:pt x="826617" y="482803"/>
                  </a:cubicBezTo>
                  <a:cubicBezTo>
                    <a:pt x="885138" y="458419"/>
                    <a:pt x="1005839" y="419405"/>
                    <a:pt x="1046073" y="373075"/>
                  </a:cubicBezTo>
                  <a:cubicBezTo>
                    <a:pt x="1086307" y="326745"/>
                    <a:pt x="1057046" y="264566"/>
                    <a:pt x="1068019" y="204825"/>
                  </a:cubicBezTo>
                  <a:cubicBezTo>
                    <a:pt x="1078992" y="145084"/>
                    <a:pt x="1108252" y="42671"/>
                    <a:pt x="1111910" y="14630"/>
                  </a:cubicBezTo>
                </a:path>
              </a:pathLst>
            </a:custGeom>
            <a:noFill/>
            <a:ln w="12700" algn="ctr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剖视图种类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47"/>
          <p:cNvSpPr txBox="1">
            <a:spLocks noChangeArrowheads="1"/>
          </p:cNvSpPr>
          <p:nvPr/>
        </p:nvSpPr>
        <p:spPr bwMode="auto">
          <a:xfrm>
            <a:off x="479376" y="1831614"/>
            <a:ext cx="4302781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(1.3)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单一剖切面：局部剖视图</a:t>
            </a:r>
            <a:endParaRPr lang="zh-CN" altLang="en-US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30"/>
          <p:cNvSpPr>
            <a:spLocks noChangeArrowheads="1"/>
          </p:cNvSpPr>
          <p:nvPr/>
        </p:nvSpPr>
        <p:spPr bwMode="auto">
          <a:xfrm>
            <a:off x="6062020" y="5054599"/>
            <a:ext cx="1679575" cy="563563"/>
          </a:xfrm>
          <a:prstGeom prst="wedgeEllipseCallout">
            <a:avLst>
              <a:gd name="adj1" fmla="val -55292"/>
              <a:gd name="adj2" fmla="val -172194"/>
            </a:avLst>
          </a:prstGeom>
          <a:solidFill>
            <a:srgbClr val="FFFF00"/>
          </a:solidFill>
          <a:ln w="12700">
            <a:solidFill>
              <a:srgbClr val="000000"/>
            </a:solidFill>
            <a:miter lim="800000"/>
          </a:ln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2000" b="1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 误</a:t>
            </a:r>
            <a:endParaRPr lang="zh-CN" altLang="en-US" sz="2000" b="1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31"/>
          <p:cNvSpPr>
            <a:spLocks noChangeArrowheads="1"/>
          </p:cNvSpPr>
          <p:nvPr/>
        </p:nvSpPr>
        <p:spPr bwMode="auto">
          <a:xfrm>
            <a:off x="9868222" y="5054599"/>
            <a:ext cx="1584325" cy="563563"/>
          </a:xfrm>
          <a:prstGeom prst="wedgeEllipseCallout">
            <a:avLst>
              <a:gd name="adj1" fmla="val -60819"/>
              <a:gd name="adj2" fmla="val -148213"/>
            </a:avLst>
          </a:prstGeom>
          <a:solidFill>
            <a:srgbClr val="FFCCFF"/>
          </a:solidFill>
          <a:ln w="12700">
            <a:solidFill>
              <a:srgbClr val="000000"/>
            </a:solidFill>
            <a:miter lim="800000"/>
          </a:ln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2000" b="1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 确</a:t>
            </a:r>
            <a:endParaRPr lang="zh-CN" altLang="en-US" sz="2000" b="1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843314" y="2109787"/>
            <a:ext cx="2691828" cy="2638426"/>
            <a:chOff x="3061700" y="2083783"/>
            <a:chExt cx="2691828" cy="2638426"/>
          </a:xfrm>
        </p:grpSpPr>
        <p:grpSp>
          <p:nvGrpSpPr>
            <p:cNvPr id="9" name="Group 4"/>
            <p:cNvGrpSpPr/>
            <p:nvPr/>
          </p:nvGrpSpPr>
          <p:grpSpPr bwMode="auto">
            <a:xfrm>
              <a:off x="3218369" y="2083783"/>
              <a:ext cx="2438400" cy="2638426"/>
              <a:chOff x="902" y="1314"/>
              <a:chExt cx="1536" cy="1662"/>
            </a:xfrm>
          </p:grpSpPr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1008" y="1314"/>
                <a:ext cx="499" cy="1661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 flipH="1">
                <a:off x="902" y="1315"/>
                <a:ext cx="106" cy="10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" name="Line 8"/>
              <p:cNvSpPr>
                <a:spLocks noChangeShapeType="1"/>
              </p:cNvSpPr>
              <p:nvPr/>
            </p:nvSpPr>
            <p:spPr bwMode="auto">
              <a:xfrm flipH="1" flipV="1">
                <a:off x="912" y="2880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" name="Freeform 9"/>
              <p:cNvSpPr/>
              <p:nvPr/>
            </p:nvSpPr>
            <p:spPr bwMode="auto">
              <a:xfrm>
                <a:off x="912" y="1402"/>
                <a:ext cx="1" cy="1488"/>
              </a:xfrm>
              <a:custGeom>
                <a:avLst/>
                <a:gdLst>
                  <a:gd name="T0" fmla="*/ 0 w 1"/>
                  <a:gd name="T1" fmla="*/ 1488 h 1488"/>
                  <a:gd name="T2" fmla="*/ 0 w 1"/>
                  <a:gd name="T3" fmla="*/ 0 h 1488"/>
                  <a:gd name="T4" fmla="*/ 0 60000 65536"/>
                  <a:gd name="T5" fmla="*/ 0 60000 65536"/>
                  <a:gd name="T6" fmla="*/ 0 w 1"/>
                  <a:gd name="T7" fmla="*/ 0 h 1488"/>
                  <a:gd name="T8" fmla="*/ 1 w 1"/>
                  <a:gd name="T9" fmla="*/ 1488 h 148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488">
                    <a:moveTo>
                      <a:pt x="0" y="1488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" name="Rectangle 10"/>
              <p:cNvSpPr>
                <a:spLocks noChangeArrowheads="1"/>
              </p:cNvSpPr>
              <p:nvPr/>
            </p:nvSpPr>
            <p:spPr bwMode="auto">
              <a:xfrm>
                <a:off x="1507" y="1526"/>
                <a:ext cx="922" cy="1191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" name="Line 11"/>
              <p:cNvSpPr>
                <a:spLocks noChangeShapeType="1"/>
              </p:cNvSpPr>
              <p:nvPr/>
            </p:nvSpPr>
            <p:spPr bwMode="auto">
              <a:xfrm>
                <a:off x="1901" y="1747"/>
                <a:ext cx="53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8" name="Line 12"/>
              <p:cNvSpPr>
                <a:spLocks noChangeShapeType="1"/>
              </p:cNvSpPr>
              <p:nvPr/>
            </p:nvSpPr>
            <p:spPr bwMode="auto">
              <a:xfrm>
                <a:off x="1901" y="2496"/>
                <a:ext cx="53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9" name="Line 13"/>
              <p:cNvSpPr>
                <a:spLocks noChangeShapeType="1"/>
              </p:cNvSpPr>
              <p:nvPr/>
            </p:nvSpPr>
            <p:spPr bwMode="auto">
              <a:xfrm>
                <a:off x="1901" y="1747"/>
                <a:ext cx="0" cy="7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" name="Line 14"/>
              <p:cNvSpPr>
                <a:spLocks noChangeShapeType="1"/>
              </p:cNvSpPr>
              <p:nvPr/>
            </p:nvSpPr>
            <p:spPr bwMode="auto">
              <a:xfrm flipH="1">
                <a:off x="1680" y="1747"/>
                <a:ext cx="221" cy="38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" name="Line 15"/>
              <p:cNvSpPr>
                <a:spLocks noChangeShapeType="1"/>
              </p:cNvSpPr>
              <p:nvPr/>
            </p:nvSpPr>
            <p:spPr bwMode="auto">
              <a:xfrm>
                <a:off x="1680" y="2131"/>
                <a:ext cx="221" cy="3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2" name="Line 16"/>
              <p:cNvSpPr>
                <a:spLocks noChangeShapeType="1"/>
              </p:cNvSpPr>
              <p:nvPr/>
            </p:nvSpPr>
            <p:spPr bwMode="auto">
              <a:xfrm flipV="1">
                <a:off x="1507" y="1517"/>
                <a:ext cx="192" cy="19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3" name="Line 17"/>
              <p:cNvSpPr>
                <a:spLocks noChangeShapeType="1"/>
              </p:cNvSpPr>
              <p:nvPr/>
            </p:nvSpPr>
            <p:spPr bwMode="auto">
              <a:xfrm flipV="1">
                <a:off x="1507" y="1517"/>
                <a:ext cx="384" cy="38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" name="Line 18"/>
              <p:cNvSpPr>
                <a:spLocks noChangeShapeType="1"/>
              </p:cNvSpPr>
              <p:nvPr/>
            </p:nvSpPr>
            <p:spPr bwMode="auto">
              <a:xfrm flipV="1">
                <a:off x="1509" y="1517"/>
                <a:ext cx="575" cy="5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19"/>
              <p:cNvSpPr>
                <a:spLocks noChangeShapeType="1"/>
              </p:cNvSpPr>
              <p:nvPr/>
            </p:nvSpPr>
            <p:spPr bwMode="auto">
              <a:xfrm flipV="1">
                <a:off x="1507" y="2102"/>
                <a:ext cx="183" cy="18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20"/>
              <p:cNvSpPr>
                <a:spLocks noChangeShapeType="1"/>
              </p:cNvSpPr>
              <p:nvPr/>
            </p:nvSpPr>
            <p:spPr bwMode="auto">
              <a:xfrm flipV="1">
                <a:off x="2035" y="1517"/>
                <a:ext cx="221" cy="2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7" name="Line 21"/>
              <p:cNvSpPr>
                <a:spLocks noChangeShapeType="1"/>
              </p:cNvSpPr>
              <p:nvPr/>
            </p:nvSpPr>
            <p:spPr bwMode="auto">
              <a:xfrm flipV="1">
                <a:off x="2218" y="1537"/>
                <a:ext cx="201" cy="20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22"/>
              <p:cNvSpPr>
                <a:spLocks noChangeShapeType="1"/>
              </p:cNvSpPr>
              <p:nvPr/>
            </p:nvSpPr>
            <p:spPr bwMode="auto">
              <a:xfrm flipV="1">
                <a:off x="1507" y="2237"/>
                <a:ext cx="221" cy="2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" name="Line 23"/>
              <p:cNvSpPr>
                <a:spLocks noChangeShapeType="1"/>
              </p:cNvSpPr>
              <p:nvPr/>
            </p:nvSpPr>
            <p:spPr bwMode="auto">
              <a:xfrm flipV="1">
                <a:off x="1507" y="2342"/>
                <a:ext cx="298" cy="29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0" name="Line 24"/>
              <p:cNvSpPr>
                <a:spLocks noChangeShapeType="1"/>
              </p:cNvSpPr>
              <p:nvPr/>
            </p:nvSpPr>
            <p:spPr bwMode="auto">
              <a:xfrm flipV="1">
                <a:off x="1622" y="2457"/>
                <a:ext cx="250" cy="25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1" name="Line 25"/>
              <p:cNvSpPr>
                <a:spLocks noChangeShapeType="1"/>
              </p:cNvSpPr>
              <p:nvPr/>
            </p:nvSpPr>
            <p:spPr bwMode="auto">
              <a:xfrm flipV="1">
                <a:off x="1805" y="2486"/>
                <a:ext cx="221" cy="2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2" name="Line 26"/>
              <p:cNvSpPr>
                <a:spLocks noChangeShapeType="1"/>
              </p:cNvSpPr>
              <p:nvPr/>
            </p:nvSpPr>
            <p:spPr bwMode="auto">
              <a:xfrm flipV="1">
                <a:off x="1976" y="2486"/>
                <a:ext cx="221" cy="2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3" name="Line 27"/>
              <p:cNvSpPr>
                <a:spLocks noChangeShapeType="1"/>
              </p:cNvSpPr>
              <p:nvPr/>
            </p:nvSpPr>
            <p:spPr bwMode="auto">
              <a:xfrm flipV="1">
                <a:off x="2141" y="2486"/>
                <a:ext cx="221" cy="2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4" name="Line 28"/>
              <p:cNvSpPr>
                <a:spLocks noChangeShapeType="1"/>
              </p:cNvSpPr>
              <p:nvPr/>
            </p:nvSpPr>
            <p:spPr bwMode="auto">
              <a:xfrm flipV="1">
                <a:off x="2323" y="2611"/>
                <a:ext cx="96" cy="9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5" name="Line 29"/>
              <p:cNvSpPr>
                <a:spLocks noChangeShapeType="1"/>
              </p:cNvSpPr>
              <p:nvPr/>
            </p:nvSpPr>
            <p:spPr bwMode="auto">
              <a:xfrm flipV="1">
                <a:off x="2381" y="1699"/>
                <a:ext cx="39" cy="3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219" t="16552" r="54785"/>
            <a:stretch>
              <a:fillRect/>
            </a:stretch>
          </p:blipFill>
          <p:spPr>
            <a:xfrm>
              <a:off x="3061700" y="3246633"/>
              <a:ext cx="2691828" cy="282153"/>
            </a:xfrm>
            <a:prstGeom prst="rect">
              <a:avLst/>
            </a:prstGeom>
          </p:spPr>
        </p:pic>
      </p:grpSp>
      <p:grpSp>
        <p:nvGrpSpPr>
          <p:cNvPr id="36" name="组合 35"/>
          <p:cNvGrpSpPr/>
          <p:nvPr/>
        </p:nvGrpSpPr>
        <p:grpSpPr>
          <a:xfrm>
            <a:off x="8418327" y="2109787"/>
            <a:ext cx="2691828" cy="2638426"/>
            <a:chOff x="6962773" y="2083783"/>
            <a:chExt cx="2691828" cy="2638426"/>
          </a:xfrm>
        </p:grpSpPr>
        <p:grpSp>
          <p:nvGrpSpPr>
            <p:cNvPr id="38" name="Group 32"/>
            <p:cNvGrpSpPr/>
            <p:nvPr/>
          </p:nvGrpSpPr>
          <p:grpSpPr bwMode="auto">
            <a:xfrm>
              <a:off x="7090280" y="2083783"/>
              <a:ext cx="2438400" cy="2638426"/>
              <a:chOff x="3341" y="1314"/>
              <a:chExt cx="1536" cy="1662"/>
            </a:xfrm>
          </p:grpSpPr>
          <p:sp>
            <p:nvSpPr>
              <p:cNvPr id="40" name="Rectangle 34"/>
              <p:cNvSpPr>
                <a:spLocks noChangeArrowheads="1"/>
              </p:cNvSpPr>
              <p:nvPr/>
            </p:nvSpPr>
            <p:spPr bwMode="auto">
              <a:xfrm>
                <a:off x="3447" y="1314"/>
                <a:ext cx="499" cy="1661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1" name="Line 35"/>
              <p:cNvSpPr>
                <a:spLocks noChangeShapeType="1"/>
              </p:cNvSpPr>
              <p:nvPr/>
            </p:nvSpPr>
            <p:spPr bwMode="auto">
              <a:xfrm flipH="1">
                <a:off x="3341" y="1315"/>
                <a:ext cx="106" cy="10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2" name="Line 36"/>
              <p:cNvSpPr>
                <a:spLocks noChangeShapeType="1"/>
              </p:cNvSpPr>
              <p:nvPr/>
            </p:nvSpPr>
            <p:spPr bwMode="auto">
              <a:xfrm flipH="1" flipV="1">
                <a:off x="3351" y="2880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3" name="Freeform 37"/>
              <p:cNvSpPr/>
              <p:nvPr/>
            </p:nvSpPr>
            <p:spPr bwMode="auto">
              <a:xfrm>
                <a:off x="3351" y="1402"/>
                <a:ext cx="1" cy="1488"/>
              </a:xfrm>
              <a:custGeom>
                <a:avLst/>
                <a:gdLst>
                  <a:gd name="T0" fmla="*/ 0 w 1"/>
                  <a:gd name="T1" fmla="*/ 1488 h 1488"/>
                  <a:gd name="T2" fmla="*/ 0 w 1"/>
                  <a:gd name="T3" fmla="*/ 0 h 1488"/>
                  <a:gd name="T4" fmla="*/ 0 60000 65536"/>
                  <a:gd name="T5" fmla="*/ 0 60000 65536"/>
                  <a:gd name="T6" fmla="*/ 0 w 1"/>
                  <a:gd name="T7" fmla="*/ 0 h 1488"/>
                  <a:gd name="T8" fmla="*/ 1 w 1"/>
                  <a:gd name="T9" fmla="*/ 1488 h 148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488">
                    <a:moveTo>
                      <a:pt x="0" y="1488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4" name="Rectangle 38"/>
              <p:cNvSpPr>
                <a:spLocks noChangeArrowheads="1"/>
              </p:cNvSpPr>
              <p:nvPr/>
            </p:nvSpPr>
            <p:spPr bwMode="auto">
              <a:xfrm>
                <a:off x="3946" y="1526"/>
                <a:ext cx="922" cy="1191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5" name="Line 39"/>
              <p:cNvSpPr>
                <a:spLocks noChangeShapeType="1"/>
              </p:cNvSpPr>
              <p:nvPr/>
            </p:nvSpPr>
            <p:spPr bwMode="auto">
              <a:xfrm>
                <a:off x="4340" y="1747"/>
                <a:ext cx="53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6" name="Line 40"/>
              <p:cNvSpPr>
                <a:spLocks noChangeShapeType="1"/>
              </p:cNvSpPr>
              <p:nvPr/>
            </p:nvSpPr>
            <p:spPr bwMode="auto">
              <a:xfrm>
                <a:off x="4340" y="2496"/>
                <a:ext cx="53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7" name="Line 41"/>
              <p:cNvSpPr>
                <a:spLocks noChangeShapeType="1"/>
              </p:cNvSpPr>
              <p:nvPr/>
            </p:nvSpPr>
            <p:spPr bwMode="auto">
              <a:xfrm>
                <a:off x="4340" y="1737"/>
                <a:ext cx="0" cy="77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8" name="Line 42"/>
              <p:cNvSpPr>
                <a:spLocks noChangeShapeType="1"/>
              </p:cNvSpPr>
              <p:nvPr/>
            </p:nvSpPr>
            <p:spPr bwMode="auto">
              <a:xfrm flipH="1">
                <a:off x="4119" y="1747"/>
                <a:ext cx="221" cy="38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9" name="Line 43"/>
              <p:cNvSpPr>
                <a:spLocks noChangeShapeType="1"/>
              </p:cNvSpPr>
              <p:nvPr/>
            </p:nvSpPr>
            <p:spPr bwMode="auto">
              <a:xfrm>
                <a:off x="4119" y="2131"/>
                <a:ext cx="221" cy="3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0" name="Freeform 44"/>
              <p:cNvSpPr/>
              <p:nvPr/>
            </p:nvSpPr>
            <p:spPr bwMode="auto">
              <a:xfrm>
                <a:off x="4003" y="1517"/>
                <a:ext cx="83" cy="1200"/>
              </a:xfrm>
              <a:custGeom>
                <a:avLst/>
                <a:gdLst>
                  <a:gd name="T0" fmla="*/ 67 w 83"/>
                  <a:gd name="T1" fmla="*/ 0 h 1200"/>
                  <a:gd name="T2" fmla="*/ 77 w 83"/>
                  <a:gd name="T3" fmla="*/ 129 h 1200"/>
                  <a:gd name="T4" fmla="*/ 29 w 83"/>
                  <a:gd name="T5" fmla="*/ 278 h 1200"/>
                  <a:gd name="T6" fmla="*/ 39 w 83"/>
                  <a:gd name="T7" fmla="*/ 451 h 1200"/>
                  <a:gd name="T8" fmla="*/ 5 w 83"/>
                  <a:gd name="T9" fmla="*/ 653 h 1200"/>
                  <a:gd name="T10" fmla="*/ 67 w 83"/>
                  <a:gd name="T11" fmla="*/ 854 h 1200"/>
                  <a:gd name="T12" fmla="*/ 15 w 83"/>
                  <a:gd name="T13" fmla="*/ 1065 h 1200"/>
                  <a:gd name="T14" fmla="*/ 34 w 83"/>
                  <a:gd name="T15" fmla="*/ 1200 h 12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3"/>
                  <a:gd name="T25" fmla="*/ 0 h 1200"/>
                  <a:gd name="T26" fmla="*/ 83 w 83"/>
                  <a:gd name="T27" fmla="*/ 1200 h 12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3" h="1200">
                    <a:moveTo>
                      <a:pt x="67" y="0"/>
                    </a:moveTo>
                    <a:cubicBezTo>
                      <a:pt x="69" y="21"/>
                      <a:pt x="83" y="83"/>
                      <a:pt x="77" y="129"/>
                    </a:cubicBezTo>
                    <a:cubicBezTo>
                      <a:pt x="71" y="175"/>
                      <a:pt x="35" y="224"/>
                      <a:pt x="29" y="278"/>
                    </a:cubicBezTo>
                    <a:cubicBezTo>
                      <a:pt x="23" y="332"/>
                      <a:pt x="43" y="389"/>
                      <a:pt x="39" y="451"/>
                    </a:cubicBezTo>
                    <a:cubicBezTo>
                      <a:pt x="35" y="513"/>
                      <a:pt x="0" y="586"/>
                      <a:pt x="5" y="653"/>
                    </a:cubicBezTo>
                    <a:cubicBezTo>
                      <a:pt x="10" y="720"/>
                      <a:pt x="65" y="785"/>
                      <a:pt x="67" y="854"/>
                    </a:cubicBezTo>
                    <a:cubicBezTo>
                      <a:pt x="69" y="923"/>
                      <a:pt x="20" y="1007"/>
                      <a:pt x="15" y="1065"/>
                    </a:cubicBezTo>
                    <a:cubicBezTo>
                      <a:pt x="10" y="1123"/>
                      <a:pt x="30" y="1172"/>
                      <a:pt x="34" y="1200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1" name="Freeform 45"/>
              <p:cNvSpPr/>
              <p:nvPr/>
            </p:nvSpPr>
            <p:spPr bwMode="auto">
              <a:xfrm>
                <a:off x="4070" y="1517"/>
                <a:ext cx="163" cy="163"/>
              </a:xfrm>
              <a:custGeom>
                <a:avLst/>
                <a:gdLst>
                  <a:gd name="T0" fmla="*/ 0 w 163"/>
                  <a:gd name="T1" fmla="*/ 163 h 163"/>
                  <a:gd name="T2" fmla="*/ 163 w 163"/>
                  <a:gd name="T3" fmla="*/ 0 h 163"/>
                  <a:gd name="T4" fmla="*/ 0 60000 65536"/>
                  <a:gd name="T5" fmla="*/ 0 60000 65536"/>
                  <a:gd name="T6" fmla="*/ 0 w 163"/>
                  <a:gd name="T7" fmla="*/ 0 h 163"/>
                  <a:gd name="T8" fmla="*/ 163 w 163"/>
                  <a:gd name="T9" fmla="*/ 163 h 16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3" h="163">
                    <a:moveTo>
                      <a:pt x="0" y="163"/>
                    </a:moveTo>
                    <a:lnTo>
                      <a:pt x="16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2" name="Freeform 46"/>
              <p:cNvSpPr/>
              <p:nvPr/>
            </p:nvSpPr>
            <p:spPr bwMode="auto">
              <a:xfrm>
                <a:off x="4032" y="1517"/>
                <a:ext cx="355" cy="355"/>
              </a:xfrm>
              <a:custGeom>
                <a:avLst/>
                <a:gdLst>
                  <a:gd name="T0" fmla="*/ 0 w 355"/>
                  <a:gd name="T1" fmla="*/ 355 h 355"/>
                  <a:gd name="T2" fmla="*/ 355 w 355"/>
                  <a:gd name="T3" fmla="*/ 0 h 355"/>
                  <a:gd name="T4" fmla="*/ 0 60000 65536"/>
                  <a:gd name="T5" fmla="*/ 0 60000 65536"/>
                  <a:gd name="T6" fmla="*/ 0 w 355"/>
                  <a:gd name="T7" fmla="*/ 0 h 355"/>
                  <a:gd name="T8" fmla="*/ 355 w 355"/>
                  <a:gd name="T9" fmla="*/ 355 h 35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55" h="355">
                    <a:moveTo>
                      <a:pt x="0" y="355"/>
                    </a:moveTo>
                    <a:lnTo>
                      <a:pt x="35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3" name="Line 47"/>
              <p:cNvSpPr>
                <a:spLocks noChangeShapeType="1"/>
              </p:cNvSpPr>
              <p:nvPr/>
            </p:nvSpPr>
            <p:spPr bwMode="auto">
              <a:xfrm flipV="1">
                <a:off x="4032" y="1526"/>
                <a:ext cx="500" cy="50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4" name="Line 48"/>
              <p:cNvSpPr>
                <a:spLocks noChangeShapeType="1"/>
              </p:cNvSpPr>
              <p:nvPr/>
            </p:nvSpPr>
            <p:spPr bwMode="auto">
              <a:xfrm flipV="1">
                <a:off x="4013" y="2054"/>
                <a:ext cx="144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5" name="Line 49"/>
              <p:cNvSpPr>
                <a:spLocks noChangeShapeType="1"/>
              </p:cNvSpPr>
              <p:nvPr/>
            </p:nvSpPr>
            <p:spPr bwMode="auto">
              <a:xfrm flipV="1">
                <a:off x="4474" y="1517"/>
                <a:ext cx="221" cy="2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6" name="Freeform 50"/>
              <p:cNvSpPr/>
              <p:nvPr/>
            </p:nvSpPr>
            <p:spPr bwMode="auto">
              <a:xfrm>
                <a:off x="4608" y="1517"/>
                <a:ext cx="230" cy="230"/>
              </a:xfrm>
              <a:custGeom>
                <a:avLst/>
                <a:gdLst>
                  <a:gd name="T0" fmla="*/ 0 w 230"/>
                  <a:gd name="T1" fmla="*/ 230 h 230"/>
                  <a:gd name="T2" fmla="*/ 230 w 230"/>
                  <a:gd name="T3" fmla="*/ 0 h 230"/>
                  <a:gd name="T4" fmla="*/ 0 60000 65536"/>
                  <a:gd name="T5" fmla="*/ 0 60000 65536"/>
                  <a:gd name="T6" fmla="*/ 0 w 230"/>
                  <a:gd name="T7" fmla="*/ 0 h 230"/>
                  <a:gd name="T8" fmla="*/ 230 w 230"/>
                  <a:gd name="T9" fmla="*/ 230 h 2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30" h="230">
                    <a:moveTo>
                      <a:pt x="0" y="230"/>
                    </a:moveTo>
                    <a:lnTo>
                      <a:pt x="23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7" name="Freeform 51"/>
              <p:cNvSpPr/>
              <p:nvPr/>
            </p:nvSpPr>
            <p:spPr bwMode="auto">
              <a:xfrm>
                <a:off x="4762" y="1632"/>
                <a:ext cx="105" cy="107"/>
              </a:xfrm>
              <a:custGeom>
                <a:avLst/>
                <a:gdLst>
                  <a:gd name="T0" fmla="*/ 0 w 105"/>
                  <a:gd name="T1" fmla="*/ 107 h 107"/>
                  <a:gd name="T2" fmla="*/ 105 w 105"/>
                  <a:gd name="T3" fmla="*/ 0 h 107"/>
                  <a:gd name="T4" fmla="*/ 0 60000 65536"/>
                  <a:gd name="T5" fmla="*/ 0 60000 65536"/>
                  <a:gd name="T6" fmla="*/ 0 w 105"/>
                  <a:gd name="T7" fmla="*/ 0 h 107"/>
                  <a:gd name="T8" fmla="*/ 105 w 105"/>
                  <a:gd name="T9" fmla="*/ 107 h 10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05" h="107">
                    <a:moveTo>
                      <a:pt x="0" y="107"/>
                    </a:moveTo>
                    <a:lnTo>
                      <a:pt x="10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8" name="Line 52"/>
              <p:cNvSpPr>
                <a:spLocks noChangeShapeType="1"/>
              </p:cNvSpPr>
              <p:nvPr/>
            </p:nvSpPr>
            <p:spPr bwMode="auto">
              <a:xfrm flipV="1">
                <a:off x="4056" y="2203"/>
                <a:ext cx="105" cy="10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9" name="Line 53"/>
              <p:cNvSpPr>
                <a:spLocks noChangeShapeType="1"/>
              </p:cNvSpPr>
              <p:nvPr/>
            </p:nvSpPr>
            <p:spPr bwMode="auto">
              <a:xfrm flipV="1">
                <a:off x="4042" y="2304"/>
                <a:ext cx="173" cy="1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0" name="Freeform 54"/>
              <p:cNvSpPr/>
              <p:nvPr/>
            </p:nvSpPr>
            <p:spPr bwMode="auto">
              <a:xfrm>
                <a:off x="4018" y="2400"/>
                <a:ext cx="259" cy="259"/>
              </a:xfrm>
              <a:custGeom>
                <a:avLst/>
                <a:gdLst>
                  <a:gd name="T0" fmla="*/ 0 w 259"/>
                  <a:gd name="T1" fmla="*/ 259 h 259"/>
                  <a:gd name="T2" fmla="*/ 259 w 259"/>
                  <a:gd name="T3" fmla="*/ 0 h 259"/>
                  <a:gd name="T4" fmla="*/ 0 60000 65536"/>
                  <a:gd name="T5" fmla="*/ 0 60000 65536"/>
                  <a:gd name="T6" fmla="*/ 0 w 259"/>
                  <a:gd name="T7" fmla="*/ 0 h 259"/>
                  <a:gd name="T8" fmla="*/ 259 w 259"/>
                  <a:gd name="T9" fmla="*/ 259 h 25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59" h="259">
                    <a:moveTo>
                      <a:pt x="0" y="259"/>
                    </a:moveTo>
                    <a:lnTo>
                      <a:pt x="25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1" name="Freeform 55"/>
              <p:cNvSpPr/>
              <p:nvPr/>
            </p:nvSpPr>
            <p:spPr bwMode="auto">
              <a:xfrm>
                <a:off x="4109" y="2487"/>
                <a:ext cx="231" cy="229"/>
              </a:xfrm>
              <a:custGeom>
                <a:avLst/>
                <a:gdLst>
                  <a:gd name="T0" fmla="*/ 0 w 231"/>
                  <a:gd name="T1" fmla="*/ 229 h 229"/>
                  <a:gd name="T2" fmla="*/ 231 w 231"/>
                  <a:gd name="T3" fmla="*/ 0 h 229"/>
                  <a:gd name="T4" fmla="*/ 0 60000 65536"/>
                  <a:gd name="T5" fmla="*/ 0 60000 65536"/>
                  <a:gd name="T6" fmla="*/ 0 w 231"/>
                  <a:gd name="T7" fmla="*/ 0 h 229"/>
                  <a:gd name="T8" fmla="*/ 231 w 231"/>
                  <a:gd name="T9" fmla="*/ 229 h 22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31" h="229">
                    <a:moveTo>
                      <a:pt x="0" y="229"/>
                    </a:moveTo>
                    <a:lnTo>
                      <a:pt x="23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2" name="Freeform 56"/>
              <p:cNvSpPr/>
              <p:nvPr/>
            </p:nvSpPr>
            <p:spPr bwMode="auto">
              <a:xfrm>
                <a:off x="4272" y="2496"/>
                <a:ext cx="221" cy="222"/>
              </a:xfrm>
              <a:custGeom>
                <a:avLst/>
                <a:gdLst>
                  <a:gd name="T0" fmla="*/ 0 w 221"/>
                  <a:gd name="T1" fmla="*/ 222 h 222"/>
                  <a:gd name="T2" fmla="*/ 221 w 221"/>
                  <a:gd name="T3" fmla="*/ 0 h 222"/>
                  <a:gd name="T4" fmla="*/ 0 60000 65536"/>
                  <a:gd name="T5" fmla="*/ 0 60000 65536"/>
                  <a:gd name="T6" fmla="*/ 0 w 221"/>
                  <a:gd name="T7" fmla="*/ 0 h 222"/>
                  <a:gd name="T8" fmla="*/ 221 w 221"/>
                  <a:gd name="T9" fmla="*/ 222 h 22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21" h="222">
                    <a:moveTo>
                      <a:pt x="0" y="222"/>
                    </a:moveTo>
                    <a:lnTo>
                      <a:pt x="22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3" name="Freeform 57"/>
              <p:cNvSpPr/>
              <p:nvPr/>
            </p:nvSpPr>
            <p:spPr bwMode="auto">
              <a:xfrm>
                <a:off x="4426" y="2487"/>
                <a:ext cx="230" cy="229"/>
              </a:xfrm>
              <a:custGeom>
                <a:avLst/>
                <a:gdLst>
                  <a:gd name="T0" fmla="*/ 0 w 230"/>
                  <a:gd name="T1" fmla="*/ 229 h 229"/>
                  <a:gd name="T2" fmla="*/ 230 w 230"/>
                  <a:gd name="T3" fmla="*/ 0 h 229"/>
                  <a:gd name="T4" fmla="*/ 0 60000 65536"/>
                  <a:gd name="T5" fmla="*/ 0 60000 65536"/>
                  <a:gd name="T6" fmla="*/ 0 w 230"/>
                  <a:gd name="T7" fmla="*/ 0 h 229"/>
                  <a:gd name="T8" fmla="*/ 230 w 230"/>
                  <a:gd name="T9" fmla="*/ 229 h 22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30" h="229">
                    <a:moveTo>
                      <a:pt x="0" y="229"/>
                    </a:moveTo>
                    <a:lnTo>
                      <a:pt x="23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4" name="Freeform 58"/>
              <p:cNvSpPr/>
              <p:nvPr/>
            </p:nvSpPr>
            <p:spPr bwMode="auto">
              <a:xfrm>
                <a:off x="4589" y="2487"/>
                <a:ext cx="230" cy="229"/>
              </a:xfrm>
              <a:custGeom>
                <a:avLst/>
                <a:gdLst>
                  <a:gd name="T0" fmla="*/ 0 w 230"/>
                  <a:gd name="T1" fmla="*/ 229 h 229"/>
                  <a:gd name="T2" fmla="*/ 230 w 230"/>
                  <a:gd name="T3" fmla="*/ 0 h 229"/>
                  <a:gd name="T4" fmla="*/ 0 60000 65536"/>
                  <a:gd name="T5" fmla="*/ 0 60000 65536"/>
                  <a:gd name="T6" fmla="*/ 0 w 230"/>
                  <a:gd name="T7" fmla="*/ 0 h 229"/>
                  <a:gd name="T8" fmla="*/ 230 w 230"/>
                  <a:gd name="T9" fmla="*/ 229 h 22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30" h="229">
                    <a:moveTo>
                      <a:pt x="0" y="229"/>
                    </a:moveTo>
                    <a:lnTo>
                      <a:pt x="23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5" name="Freeform 59"/>
              <p:cNvSpPr/>
              <p:nvPr/>
            </p:nvSpPr>
            <p:spPr bwMode="auto">
              <a:xfrm>
                <a:off x="4752" y="2593"/>
                <a:ext cx="115" cy="114"/>
              </a:xfrm>
              <a:custGeom>
                <a:avLst/>
                <a:gdLst>
                  <a:gd name="T0" fmla="*/ 0 w 115"/>
                  <a:gd name="T1" fmla="*/ 114 h 114"/>
                  <a:gd name="T2" fmla="*/ 115 w 115"/>
                  <a:gd name="T3" fmla="*/ 0 h 114"/>
                  <a:gd name="T4" fmla="*/ 0 60000 65536"/>
                  <a:gd name="T5" fmla="*/ 0 60000 65536"/>
                  <a:gd name="T6" fmla="*/ 0 w 115"/>
                  <a:gd name="T7" fmla="*/ 0 h 114"/>
                  <a:gd name="T8" fmla="*/ 115 w 115"/>
                  <a:gd name="T9" fmla="*/ 114 h 11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5" h="114">
                    <a:moveTo>
                      <a:pt x="0" y="114"/>
                    </a:moveTo>
                    <a:lnTo>
                      <a:pt x="11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39" name="图片 3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219" t="16552" r="54785"/>
            <a:stretch>
              <a:fillRect/>
            </a:stretch>
          </p:blipFill>
          <p:spPr>
            <a:xfrm>
              <a:off x="6962773" y="3246633"/>
              <a:ext cx="2691828" cy="282153"/>
            </a:xfrm>
            <a:prstGeom prst="rect">
              <a:avLst/>
            </a:prstGeom>
          </p:spPr>
        </p:pic>
      </p:grpSp>
      <p:sp>
        <p:nvSpPr>
          <p:cNvPr id="66" name="Text Box 47"/>
          <p:cNvSpPr txBox="1">
            <a:spLocks noChangeArrowheads="1"/>
          </p:cNvSpPr>
          <p:nvPr/>
        </p:nvSpPr>
        <p:spPr bwMode="auto">
          <a:xfrm>
            <a:off x="1134026" y="2447700"/>
            <a:ext cx="2441694" cy="83099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局部剖视图应注意的问题</a:t>
            </a:r>
            <a:endParaRPr lang="zh-CN" altLang="en-US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 Box 4"/>
          <p:cNvSpPr txBox="1">
            <a:spLocks noChangeArrowheads="1"/>
          </p:cNvSpPr>
          <p:nvPr/>
        </p:nvSpPr>
        <p:spPr bwMode="auto">
          <a:xfrm>
            <a:off x="1122368" y="3414092"/>
            <a:ext cx="2441695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algn="just"/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波浪线不能与图上的其他图线重合</a:t>
            </a:r>
            <a:endParaRPr kumimoji="1"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6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剖视图种类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47"/>
          <p:cNvSpPr txBox="1">
            <a:spLocks noChangeArrowheads="1"/>
          </p:cNvSpPr>
          <p:nvPr/>
        </p:nvSpPr>
        <p:spPr bwMode="auto">
          <a:xfrm>
            <a:off x="479376" y="1831614"/>
            <a:ext cx="4302781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(1.3)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单一剖切面：局部剖视图</a:t>
            </a:r>
            <a:endParaRPr lang="zh-CN" altLang="en-US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47"/>
          <p:cNvSpPr txBox="1">
            <a:spLocks noChangeArrowheads="1"/>
          </p:cNvSpPr>
          <p:nvPr/>
        </p:nvSpPr>
        <p:spPr bwMode="auto">
          <a:xfrm>
            <a:off x="1106910" y="2447700"/>
            <a:ext cx="2441694" cy="83099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局部剖视图应注意的问题</a:t>
            </a:r>
            <a:endParaRPr lang="zh-CN" altLang="en-US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007787" y="3429000"/>
            <a:ext cx="2639941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algn="just"/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波浪线不能穿空而过，也不能超出视图的轮廓线</a:t>
            </a:r>
            <a:endParaRPr kumimoji="1"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4627028" y="1403373"/>
            <a:ext cx="1931931" cy="4562926"/>
            <a:chOff x="2137754" y="1828448"/>
            <a:chExt cx="1931931" cy="4562926"/>
          </a:xfrm>
        </p:grpSpPr>
        <p:grpSp>
          <p:nvGrpSpPr>
            <p:cNvPr id="67" name="Group 134"/>
            <p:cNvGrpSpPr/>
            <p:nvPr/>
          </p:nvGrpSpPr>
          <p:grpSpPr bwMode="auto">
            <a:xfrm>
              <a:off x="2232946" y="1828448"/>
              <a:ext cx="1725613" cy="4475163"/>
              <a:chOff x="514" y="748"/>
              <a:chExt cx="1087" cy="2819"/>
            </a:xfrm>
          </p:grpSpPr>
          <p:grpSp>
            <p:nvGrpSpPr>
              <p:cNvPr id="72" name="Group 135"/>
              <p:cNvGrpSpPr/>
              <p:nvPr/>
            </p:nvGrpSpPr>
            <p:grpSpPr bwMode="auto">
              <a:xfrm>
                <a:off x="514" y="748"/>
                <a:ext cx="1087" cy="1577"/>
                <a:chOff x="514" y="748"/>
                <a:chExt cx="1087" cy="1577"/>
              </a:xfrm>
            </p:grpSpPr>
            <p:grpSp>
              <p:nvGrpSpPr>
                <p:cNvPr id="90" name="Group 136"/>
                <p:cNvGrpSpPr/>
                <p:nvPr/>
              </p:nvGrpSpPr>
              <p:grpSpPr bwMode="auto">
                <a:xfrm>
                  <a:off x="732" y="1258"/>
                  <a:ext cx="574" cy="547"/>
                  <a:chOff x="732" y="1258"/>
                  <a:chExt cx="574" cy="547"/>
                </a:xfrm>
              </p:grpSpPr>
              <p:sp>
                <p:nvSpPr>
                  <p:cNvPr id="102" name="Oval 137"/>
                  <p:cNvSpPr>
                    <a:spLocks noChangeArrowheads="1"/>
                  </p:cNvSpPr>
                  <p:nvPr/>
                </p:nvSpPr>
                <p:spPr bwMode="auto">
                  <a:xfrm>
                    <a:off x="769" y="1258"/>
                    <a:ext cx="537" cy="50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anchor="ctr">
                    <a:spAutoFit/>
                  </a:bodyPr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03" name="Oval 138"/>
                  <p:cNvSpPr>
                    <a:spLocks noChangeArrowheads="1"/>
                  </p:cNvSpPr>
                  <p:nvPr/>
                </p:nvSpPr>
                <p:spPr bwMode="auto">
                  <a:xfrm>
                    <a:off x="882" y="1354"/>
                    <a:ext cx="308" cy="30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04" name="Freeform 139"/>
                  <p:cNvSpPr/>
                  <p:nvPr/>
                </p:nvSpPr>
                <p:spPr bwMode="auto">
                  <a:xfrm>
                    <a:off x="732" y="1286"/>
                    <a:ext cx="390" cy="519"/>
                  </a:xfrm>
                  <a:custGeom>
                    <a:avLst/>
                    <a:gdLst>
                      <a:gd name="T0" fmla="*/ 163 w 403"/>
                      <a:gd name="T1" fmla="*/ 0 h 509"/>
                      <a:gd name="T2" fmla="*/ 195 w 403"/>
                      <a:gd name="T3" fmla="*/ 115 h 509"/>
                      <a:gd name="T4" fmla="*/ 195 w 403"/>
                      <a:gd name="T5" fmla="*/ 231 h 509"/>
                      <a:gd name="T6" fmla="*/ 285 w 403"/>
                      <a:gd name="T7" fmla="*/ 402 h 509"/>
                      <a:gd name="T8" fmla="*/ 342 w 403"/>
                      <a:gd name="T9" fmla="*/ 508 h 509"/>
                      <a:gd name="T10" fmla="*/ 272 w 403"/>
                      <a:gd name="T11" fmla="*/ 561 h 509"/>
                      <a:gd name="T12" fmla="*/ 147 w 403"/>
                      <a:gd name="T13" fmla="*/ 518 h 509"/>
                      <a:gd name="T14" fmla="*/ 24 w 403"/>
                      <a:gd name="T15" fmla="*/ 412 h 509"/>
                      <a:gd name="T16" fmla="*/ 0 w 403"/>
                      <a:gd name="T17" fmla="*/ 159 h 509"/>
                      <a:gd name="T18" fmla="*/ 67 w 403"/>
                      <a:gd name="T19" fmla="*/ 9 h 509"/>
                      <a:gd name="T20" fmla="*/ 163 w 403"/>
                      <a:gd name="T21" fmla="*/ 0 h 509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403"/>
                      <a:gd name="T34" fmla="*/ 0 h 509"/>
                      <a:gd name="T35" fmla="*/ 403 w 403"/>
                      <a:gd name="T36" fmla="*/ 509 h 509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403" h="509">
                        <a:moveTo>
                          <a:pt x="192" y="0"/>
                        </a:moveTo>
                        <a:lnTo>
                          <a:pt x="230" y="105"/>
                        </a:lnTo>
                        <a:lnTo>
                          <a:pt x="230" y="211"/>
                        </a:lnTo>
                        <a:lnTo>
                          <a:pt x="336" y="365"/>
                        </a:lnTo>
                        <a:lnTo>
                          <a:pt x="403" y="461"/>
                        </a:lnTo>
                        <a:lnTo>
                          <a:pt x="320" y="509"/>
                        </a:lnTo>
                        <a:lnTo>
                          <a:pt x="173" y="470"/>
                        </a:lnTo>
                        <a:lnTo>
                          <a:pt x="29" y="374"/>
                        </a:lnTo>
                        <a:lnTo>
                          <a:pt x="0" y="144"/>
                        </a:lnTo>
                        <a:lnTo>
                          <a:pt x="77" y="9"/>
                        </a:lnTo>
                        <a:lnTo>
                          <a:pt x="19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91" name="Rectangle 140"/>
                <p:cNvSpPr>
                  <a:spLocks noChangeArrowheads="1"/>
                </p:cNvSpPr>
                <p:nvPr/>
              </p:nvSpPr>
              <p:spPr bwMode="auto">
                <a:xfrm>
                  <a:off x="514" y="915"/>
                  <a:ext cx="1087" cy="1277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2" name="Freeform 141"/>
                <p:cNvSpPr/>
                <p:nvPr/>
              </p:nvSpPr>
              <p:spPr bwMode="auto">
                <a:xfrm>
                  <a:off x="698" y="748"/>
                  <a:ext cx="658" cy="1577"/>
                </a:xfrm>
                <a:custGeom>
                  <a:avLst/>
                  <a:gdLst>
                    <a:gd name="T0" fmla="*/ 0 w 658"/>
                    <a:gd name="T1" fmla="*/ 0 h 1577"/>
                    <a:gd name="T2" fmla="*/ 83 w 658"/>
                    <a:gd name="T3" fmla="*/ 228 h 1577"/>
                    <a:gd name="T4" fmla="*/ 185 w 658"/>
                    <a:gd name="T5" fmla="*/ 404 h 1577"/>
                    <a:gd name="T6" fmla="*/ 291 w 658"/>
                    <a:gd name="T7" fmla="*/ 704 h 1577"/>
                    <a:gd name="T8" fmla="*/ 321 w 658"/>
                    <a:gd name="T9" fmla="*/ 842 h 1577"/>
                    <a:gd name="T10" fmla="*/ 423 w 658"/>
                    <a:gd name="T11" fmla="*/ 980 h 1577"/>
                    <a:gd name="T12" fmla="*/ 562 w 658"/>
                    <a:gd name="T13" fmla="*/ 1149 h 1577"/>
                    <a:gd name="T14" fmla="*/ 592 w 658"/>
                    <a:gd name="T15" fmla="*/ 1306 h 1577"/>
                    <a:gd name="T16" fmla="*/ 658 w 658"/>
                    <a:gd name="T17" fmla="*/ 1577 h 157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658"/>
                    <a:gd name="T28" fmla="*/ 0 h 1577"/>
                    <a:gd name="T29" fmla="*/ 658 w 658"/>
                    <a:gd name="T30" fmla="*/ 1577 h 157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658" h="1577">
                      <a:moveTo>
                        <a:pt x="0" y="0"/>
                      </a:moveTo>
                      <a:cubicBezTo>
                        <a:pt x="11" y="38"/>
                        <a:pt x="52" y="161"/>
                        <a:pt x="83" y="228"/>
                      </a:cubicBezTo>
                      <a:cubicBezTo>
                        <a:pt x="114" y="295"/>
                        <a:pt x="150" y="325"/>
                        <a:pt x="185" y="404"/>
                      </a:cubicBezTo>
                      <a:cubicBezTo>
                        <a:pt x="220" y="483"/>
                        <a:pt x="268" y="631"/>
                        <a:pt x="291" y="704"/>
                      </a:cubicBezTo>
                      <a:cubicBezTo>
                        <a:pt x="314" y="777"/>
                        <a:pt x="299" y="796"/>
                        <a:pt x="321" y="842"/>
                      </a:cubicBezTo>
                      <a:cubicBezTo>
                        <a:pt x="343" y="888"/>
                        <a:pt x="383" y="929"/>
                        <a:pt x="423" y="980"/>
                      </a:cubicBezTo>
                      <a:cubicBezTo>
                        <a:pt x="463" y="1031"/>
                        <a:pt x="534" y="1095"/>
                        <a:pt x="562" y="1149"/>
                      </a:cubicBezTo>
                      <a:cubicBezTo>
                        <a:pt x="590" y="1203"/>
                        <a:pt x="575" y="1234"/>
                        <a:pt x="592" y="1306"/>
                      </a:cubicBezTo>
                      <a:cubicBezTo>
                        <a:pt x="608" y="1377"/>
                        <a:pt x="645" y="1521"/>
                        <a:pt x="658" y="1577"/>
                      </a:cubicBez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" name="Line 142"/>
                <p:cNvSpPr>
                  <a:spLocks noChangeShapeType="1"/>
                </p:cNvSpPr>
                <p:nvPr/>
              </p:nvSpPr>
              <p:spPr bwMode="auto">
                <a:xfrm flipV="1">
                  <a:off x="663" y="916"/>
                  <a:ext cx="0" cy="128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4" name="Line 143"/>
                <p:cNvSpPr>
                  <a:spLocks noChangeShapeType="1"/>
                </p:cNvSpPr>
                <p:nvPr/>
              </p:nvSpPr>
              <p:spPr bwMode="auto">
                <a:xfrm flipV="1">
                  <a:off x="516" y="917"/>
                  <a:ext cx="98" cy="9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5" name="Line 144"/>
                <p:cNvSpPr>
                  <a:spLocks noChangeShapeType="1"/>
                </p:cNvSpPr>
                <p:nvPr/>
              </p:nvSpPr>
              <p:spPr bwMode="auto">
                <a:xfrm flipV="1">
                  <a:off x="516" y="1036"/>
                  <a:ext cx="147" cy="146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6" name="Line 145"/>
                <p:cNvSpPr>
                  <a:spLocks noChangeShapeType="1"/>
                </p:cNvSpPr>
                <p:nvPr/>
              </p:nvSpPr>
              <p:spPr bwMode="auto">
                <a:xfrm flipV="1">
                  <a:off x="516" y="1212"/>
                  <a:ext cx="137" cy="137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7" name="Line 146"/>
                <p:cNvSpPr>
                  <a:spLocks noChangeShapeType="1"/>
                </p:cNvSpPr>
                <p:nvPr/>
              </p:nvSpPr>
              <p:spPr bwMode="auto">
                <a:xfrm flipV="1">
                  <a:off x="516" y="1378"/>
                  <a:ext cx="137" cy="137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8" name="Line 147"/>
                <p:cNvSpPr>
                  <a:spLocks noChangeShapeType="1"/>
                </p:cNvSpPr>
                <p:nvPr/>
              </p:nvSpPr>
              <p:spPr bwMode="auto">
                <a:xfrm flipV="1">
                  <a:off x="526" y="1553"/>
                  <a:ext cx="128" cy="129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9" name="Line 148"/>
                <p:cNvSpPr>
                  <a:spLocks noChangeShapeType="1"/>
                </p:cNvSpPr>
                <p:nvPr/>
              </p:nvSpPr>
              <p:spPr bwMode="auto">
                <a:xfrm flipV="1">
                  <a:off x="516" y="1730"/>
                  <a:ext cx="137" cy="137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0" name="Line 149"/>
                <p:cNvSpPr>
                  <a:spLocks noChangeShapeType="1"/>
                </p:cNvSpPr>
                <p:nvPr/>
              </p:nvSpPr>
              <p:spPr bwMode="auto">
                <a:xfrm flipV="1">
                  <a:off x="526" y="1907"/>
                  <a:ext cx="128" cy="12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" name="Line 150"/>
                <p:cNvSpPr>
                  <a:spLocks noChangeShapeType="1"/>
                </p:cNvSpPr>
                <p:nvPr/>
              </p:nvSpPr>
              <p:spPr bwMode="auto">
                <a:xfrm flipV="1">
                  <a:off x="536" y="2073"/>
                  <a:ext cx="117" cy="11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3" name="Group 152"/>
              <p:cNvGrpSpPr/>
              <p:nvPr/>
            </p:nvGrpSpPr>
            <p:grpSpPr bwMode="auto">
              <a:xfrm>
                <a:off x="520" y="2449"/>
                <a:ext cx="1063" cy="1118"/>
                <a:chOff x="520" y="2449"/>
                <a:chExt cx="1063" cy="1118"/>
              </a:xfrm>
            </p:grpSpPr>
            <p:grpSp>
              <p:nvGrpSpPr>
                <p:cNvPr id="74" name="Group 153"/>
                <p:cNvGrpSpPr/>
                <p:nvPr/>
              </p:nvGrpSpPr>
              <p:grpSpPr bwMode="auto">
                <a:xfrm>
                  <a:off x="520" y="2449"/>
                  <a:ext cx="1063" cy="1118"/>
                  <a:chOff x="520" y="2449"/>
                  <a:chExt cx="1063" cy="1118"/>
                </a:xfrm>
              </p:grpSpPr>
              <p:grpSp>
                <p:nvGrpSpPr>
                  <p:cNvPr id="80" name="Group 154"/>
                  <p:cNvGrpSpPr/>
                  <p:nvPr/>
                </p:nvGrpSpPr>
                <p:grpSpPr bwMode="auto">
                  <a:xfrm>
                    <a:off x="520" y="2449"/>
                    <a:ext cx="1063" cy="1006"/>
                    <a:chOff x="520" y="2449"/>
                    <a:chExt cx="1063" cy="1006"/>
                  </a:xfrm>
                </p:grpSpPr>
                <p:sp>
                  <p:nvSpPr>
                    <p:cNvPr id="88" name="Oval 15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0" y="2449"/>
                      <a:ext cx="1063" cy="978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</a:ln>
                  </p:spPr>
                  <p:txBody>
                    <a:bodyPr anchor="ctr">
                      <a:spAutoFit/>
                    </a:bodyPr>
                    <a:lstStyle/>
                    <a:p>
                      <a:pPr algn="ctr">
                        <a:defRPr/>
                      </a:pPr>
                      <a:endParaRPr lang="zh-CN" altLang="en-US" kern="0">
                        <a:solidFill>
                          <a:sysClr val="windowText" lastClr="000000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9" name="Freeform 156"/>
                    <p:cNvSpPr/>
                    <p:nvPr/>
                  </p:nvSpPr>
                  <p:spPr bwMode="auto">
                    <a:xfrm>
                      <a:off x="771" y="3317"/>
                      <a:ext cx="547" cy="138"/>
                    </a:xfrm>
                    <a:custGeom>
                      <a:avLst/>
                      <a:gdLst>
                        <a:gd name="T0" fmla="*/ 0 w 548"/>
                        <a:gd name="T1" fmla="*/ 10 h 135"/>
                        <a:gd name="T2" fmla="*/ 0 w 548"/>
                        <a:gd name="T3" fmla="*/ 78 h 135"/>
                        <a:gd name="T4" fmla="*/ 87 w 548"/>
                        <a:gd name="T5" fmla="*/ 131 h 135"/>
                        <a:gd name="T6" fmla="*/ 183 w 548"/>
                        <a:gd name="T7" fmla="*/ 150 h 135"/>
                        <a:gd name="T8" fmla="*/ 283 w 548"/>
                        <a:gd name="T9" fmla="*/ 150 h 135"/>
                        <a:gd name="T10" fmla="*/ 389 w 548"/>
                        <a:gd name="T11" fmla="*/ 150 h 135"/>
                        <a:gd name="T12" fmla="*/ 485 w 548"/>
                        <a:gd name="T13" fmla="*/ 131 h 135"/>
                        <a:gd name="T14" fmla="*/ 543 w 548"/>
                        <a:gd name="T15" fmla="*/ 78 h 135"/>
                        <a:gd name="T16" fmla="*/ 533 w 548"/>
                        <a:gd name="T17" fmla="*/ 0 h 135"/>
                        <a:gd name="T18" fmla="*/ 485 w 548"/>
                        <a:gd name="T19" fmla="*/ 44 h 135"/>
                        <a:gd name="T20" fmla="*/ 389 w 548"/>
                        <a:gd name="T21" fmla="*/ 78 h 135"/>
                        <a:gd name="T22" fmla="*/ 293 w 548"/>
                        <a:gd name="T23" fmla="*/ 63 h 135"/>
                        <a:gd name="T24" fmla="*/ 231 w 548"/>
                        <a:gd name="T25" fmla="*/ 78 h 135"/>
                        <a:gd name="T26" fmla="*/ 77 w 548"/>
                        <a:gd name="T27" fmla="*/ 44 h 135"/>
                        <a:gd name="T28" fmla="*/ 0 w 548"/>
                        <a:gd name="T29" fmla="*/ 10 h 13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w 548"/>
                        <a:gd name="T46" fmla="*/ 0 h 135"/>
                        <a:gd name="T47" fmla="*/ 548 w 548"/>
                        <a:gd name="T48" fmla="*/ 135 h 135"/>
                      </a:gdLst>
                      <a:ahLst/>
                      <a:cxnLst>
                        <a:cxn ang="T30">
                          <a:pos x="T0" y="T1"/>
                        </a:cxn>
                        <a:cxn ang="T31">
                          <a:pos x="T2" y="T3"/>
                        </a:cxn>
                        <a:cxn ang="T32">
                          <a:pos x="T4" y="T5"/>
                        </a:cxn>
                        <a:cxn ang="T33">
                          <a:pos x="T6" y="T7"/>
                        </a:cxn>
                        <a:cxn ang="T34">
                          <a:pos x="T8" y="T9"/>
                        </a:cxn>
                        <a:cxn ang="T35">
                          <a:pos x="T10" y="T11"/>
                        </a:cxn>
                        <a:cxn ang="T36">
                          <a:pos x="T12" y="T13"/>
                        </a:cxn>
                        <a:cxn ang="T37">
                          <a:pos x="T14" y="T15"/>
                        </a:cxn>
                        <a:cxn ang="T38">
                          <a:pos x="T16" y="T17"/>
                        </a:cxn>
                        <a:cxn ang="T39">
                          <a:pos x="T18" y="T19"/>
                        </a:cxn>
                        <a:cxn ang="T40">
                          <a:pos x="T20" y="T21"/>
                        </a:cxn>
                        <a:cxn ang="T41">
                          <a:pos x="T22" y="T23"/>
                        </a:cxn>
                        <a:cxn ang="T42">
                          <a:pos x="T24" y="T25"/>
                        </a:cxn>
                        <a:cxn ang="T43">
                          <a:pos x="T26" y="T27"/>
                        </a:cxn>
                        <a:cxn ang="T44">
                          <a:pos x="T28" y="T29"/>
                        </a:cxn>
                      </a:cxnLst>
                      <a:rect l="T45" t="T46" r="T47" b="T48"/>
                      <a:pathLst>
                        <a:path w="548" h="135">
                          <a:moveTo>
                            <a:pt x="0" y="10"/>
                          </a:moveTo>
                          <a:lnTo>
                            <a:pt x="0" y="68"/>
                          </a:lnTo>
                          <a:lnTo>
                            <a:pt x="87" y="116"/>
                          </a:lnTo>
                          <a:lnTo>
                            <a:pt x="183" y="135"/>
                          </a:lnTo>
                          <a:lnTo>
                            <a:pt x="288" y="135"/>
                          </a:lnTo>
                          <a:lnTo>
                            <a:pt x="394" y="135"/>
                          </a:lnTo>
                          <a:lnTo>
                            <a:pt x="490" y="116"/>
                          </a:lnTo>
                          <a:lnTo>
                            <a:pt x="548" y="68"/>
                          </a:lnTo>
                          <a:lnTo>
                            <a:pt x="538" y="0"/>
                          </a:lnTo>
                          <a:lnTo>
                            <a:pt x="490" y="39"/>
                          </a:lnTo>
                          <a:lnTo>
                            <a:pt x="394" y="68"/>
                          </a:lnTo>
                          <a:lnTo>
                            <a:pt x="298" y="58"/>
                          </a:lnTo>
                          <a:lnTo>
                            <a:pt x="231" y="68"/>
                          </a:lnTo>
                          <a:lnTo>
                            <a:pt x="77" y="39"/>
                          </a:lnTo>
                          <a:lnTo>
                            <a:pt x="0" y="1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wrap="none" anchor="ctr">
                      <a:spAutoFit/>
                    </a:bodyPr>
                    <a:lstStyle/>
                    <a:p>
                      <a:pPr algn="ctr">
                        <a:defRPr/>
                      </a:pPr>
                      <a:endParaRPr lang="zh-CN" altLang="en-US" kern="0">
                        <a:solidFill>
                          <a:sysClr val="windowText" lastClr="000000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</p:grpSp>
              <p:sp>
                <p:nvSpPr>
                  <p:cNvPr id="81" name="Line 159"/>
                  <p:cNvSpPr>
                    <a:spLocks noChangeShapeType="1"/>
                  </p:cNvSpPr>
                  <p:nvPr/>
                </p:nvSpPr>
                <p:spPr bwMode="auto">
                  <a:xfrm>
                    <a:off x="772" y="3358"/>
                    <a:ext cx="0" cy="209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anchor="ctr">
                    <a:spAutoFit/>
                  </a:bodyPr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2" name="Line 160"/>
                  <p:cNvSpPr>
                    <a:spLocks noChangeShapeType="1"/>
                  </p:cNvSpPr>
                  <p:nvPr/>
                </p:nvSpPr>
                <p:spPr bwMode="auto">
                  <a:xfrm>
                    <a:off x="1327" y="3357"/>
                    <a:ext cx="0" cy="205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3" name="Line 16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73" y="3552"/>
                    <a:ext cx="564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anchor="ctr">
                    <a:spAutoFit/>
                  </a:bodyPr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4" name="Oval 162"/>
                  <p:cNvSpPr>
                    <a:spLocks noChangeArrowheads="1"/>
                  </p:cNvSpPr>
                  <p:nvPr/>
                </p:nvSpPr>
                <p:spPr bwMode="auto">
                  <a:xfrm>
                    <a:off x="666" y="2583"/>
                    <a:ext cx="756" cy="706"/>
                  </a:xfrm>
                  <a:prstGeom prst="ellips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5" name="Line 163"/>
                  <p:cNvSpPr>
                    <a:spLocks noChangeShapeType="1"/>
                  </p:cNvSpPr>
                  <p:nvPr/>
                </p:nvSpPr>
                <p:spPr bwMode="auto">
                  <a:xfrm>
                    <a:off x="887" y="3250"/>
                    <a:ext cx="0" cy="302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anchor="ctr">
                    <a:spAutoFit/>
                  </a:bodyPr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6" name="Line 164"/>
                  <p:cNvSpPr>
                    <a:spLocks noChangeShapeType="1"/>
                  </p:cNvSpPr>
                  <p:nvPr/>
                </p:nvSpPr>
                <p:spPr bwMode="auto">
                  <a:xfrm>
                    <a:off x="1203" y="3269"/>
                    <a:ext cx="0" cy="284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7" name="Freeform 165"/>
                  <p:cNvSpPr/>
                  <p:nvPr/>
                </p:nvSpPr>
                <p:spPr bwMode="auto">
                  <a:xfrm>
                    <a:off x="598" y="3122"/>
                    <a:ext cx="882" cy="118"/>
                  </a:xfrm>
                  <a:custGeom>
                    <a:avLst/>
                    <a:gdLst>
                      <a:gd name="T0" fmla="*/ 0 w 883"/>
                      <a:gd name="T1" fmla="*/ 82 h 116"/>
                      <a:gd name="T2" fmla="*/ 86 w 883"/>
                      <a:gd name="T3" fmla="*/ 29 h 116"/>
                      <a:gd name="T4" fmla="*/ 268 w 883"/>
                      <a:gd name="T5" fmla="*/ 0 h 116"/>
                      <a:gd name="T6" fmla="*/ 403 w 883"/>
                      <a:gd name="T7" fmla="*/ 29 h 116"/>
                      <a:gd name="T8" fmla="*/ 590 w 883"/>
                      <a:gd name="T9" fmla="*/ 10 h 116"/>
                      <a:gd name="T10" fmla="*/ 772 w 883"/>
                      <a:gd name="T11" fmla="*/ 63 h 116"/>
                      <a:gd name="T12" fmla="*/ 878 w 883"/>
                      <a:gd name="T13" fmla="*/ 126 h 11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83"/>
                      <a:gd name="T22" fmla="*/ 0 h 116"/>
                      <a:gd name="T23" fmla="*/ 883 w 883"/>
                      <a:gd name="T24" fmla="*/ 116 h 11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83" h="116">
                        <a:moveTo>
                          <a:pt x="0" y="77"/>
                        </a:moveTo>
                        <a:cubicBezTo>
                          <a:pt x="14" y="69"/>
                          <a:pt x="42" y="42"/>
                          <a:pt x="86" y="29"/>
                        </a:cubicBezTo>
                        <a:cubicBezTo>
                          <a:pt x="130" y="16"/>
                          <a:pt x="215" y="0"/>
                          <a:pt x="268" y="0"/>
                        </a:cubicBezTo>
                        <a:cubicBezTo>
                          <a:pt x="321" y="0"/>
                          <a:pt x="349" y="27"/>
                          <a:pt x="403" y="29"/>
                        </a:cubicBezTo>
                        <a:cubicBezTo>
                          <a:pt x="457" y="31"/>
                          <a:pt x="533" y="5"/>
                          <a:pt x="595" y="10"/>
                        </a:cubicBezTo>
                        <a:cubicBezTo>
                          <a:pt x="657" y="15"/>
                          <a:pt x="729" y="40"/>
                          <a:pt x="777" y="58"/>
                        </a:cubicBezTo>
                        <a:cubicBezTo>
                          <a:pt x="825" y="76"/>
                          <a:pt x="861" y="104"/>
                          <a:pt x="883" y="116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75" name="Line 166"/>
                <p:cNvSpPr>
                  <a:spLocks noChangeShapeType="1"/>
                </p:cNvSpPr>
                <p:nvPr/>
              </p:nvSpPr>
              <p:spPr bwMode="auto">
                <a:xfrm flipV="1">
                  <a:off x="780" y="3445"/>
                  <a:ext cx="96" cy="9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6" name="Freeform 167"/>
                <p:cNvSpPr/>
                <p:nvPr/>
              </p:nvSpPr>
              <p:spPr bwMode="auto">
                <a:xfrm>
                  <a:off x="771" y="3279"/>
                  <a:ext cx="115" cy="117"/>
                </a:xfrm>
                <a:custGeom>
                  <a:avLst/>
                  <a:gdLst>
                    <a:gd name="T0" fmla="*/ 0 w 116"/>
                    <a:gd name="T1" fmla="*/ 125 h 115"/>
                    <a:gd name="T2" fmla="*/ 111 w 116"/>
                    <a:gd name="T3" fmla="*/ 0 h 115"/>
                    <a:gd name="T4" fmla="*/ 0 60000 65536"/>
                    <a:gd name="T5" fmla="*/ 0 60000 65536"/>
                    <a:gd name="T6" fmla="*/ 0 w 116"/>
                    <a:gd name="T7" fmla="*/ 0 h 115"/>
                    <a:gd name="T8" fmla="*/ 116 w 116"/>
                    <a:gd name="T9" fmla="*/ 115 h 115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16" h="115">
                      <a:moveTo>
                        <a:pt x="0" y="115"/>
                      </a:moveTo>
                      <a:lnTo>
                        <a:pt x="116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7" name="Freeform 168"/>
                <p:cNvSpPr/>
                <p:nvPr/>
              </p:nvSpPr>
              <p:spPr bwMode="auto">
                <a:xfrm>
                  <a:off x="694" y="3200"/>
                  <a:ext cx="96" cy="98"/>
                </a:xfrm>
                <a:custGeom>
                  <a:avLst/>
                  <a:gdLst>
                    <a:gd name="T0" fmla="*/ 0 w 96"/>
                    <a:gd name="T1" fmla="*/ 106 h 96"/>
                    <a:gd name="T2" fmla="*/ 96 w 96"/>
                    <a:gd name="T3" fmla="*/ 0 h 96"/>
                    <a:gd name="T4" fmla="*/ 0 60000 65536"/>
                    <a:gd name="T5" fmla="*/ 0 60000 65536"/>
                    <a:gd name="T6" fmla="*/ 0 w 96"/>
                    <a:gd name="T7" fmla="*/ 0 h 96"/>
                    <a:gd name="T8" fmla="*/ 96 w 96"/>
                    <a:gd name="T9" fmla="*/ 96 h 9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6" h="96">
                      <a:moveTo>
                        <a:pt x="0" y="96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8" name="Freeform 169"/>
                <p:cNvSpPr/>
                <p:nvPr/>
              </p:nvSpPr>
              <p:spPr bwMode="auto">
                <a:xfrm>
                  <a:off x="1201" y="3426"/>
                  <a:ext cx="125" cy="128"/>
                </a:xfrm>
                <a:custGeom>
                  <a:avLst/>
                  <a:gdLst>
                    <a:gd name="T0" fmla="*/ 0 w 125"/>
                    <a:gd name="T1" fmla="*/ 136 h 126"/>
                    <a:gd name="T2" fmla="*/ 125 w 125"/>
                    <a:gd name="T3" fmla="*/ 0 h 126"/>
                    <a:gd name="T4" fmla="*/ 0 60000 65536"/>
                    <a:gd name="T5" fmla="*/ 0 60000 65536"/>
                    <a:gd name="T6" fmla="*/ 0 w 125"/>
                    <a:gd name="T7" fmla="*/ 0 h 126"/>
                    <a:gd name="T8" fmla="*/ 125 w 125"/>
                    <a:gd name="T9" fmla="*/ 126 h 12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25" h="126">
                      <a:moveTo>
                        <a:pt x="0" y="126"/>
                      </a:moveTo>
                      <a:lnTo>
                        <a:pt x="125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9" name="Line 170"/>
                <p:cNvSpPr>
                  <a:spLocks noChangeShapeType="1"/>
                </p:cNvSpPr>
                <p:nvPr/>
              </p:nvSpPr>
              <p:spPr bwMode="auto">
                <a:xfrm flipV="1">
                  <a:off x="1201" y="3191"/>
                  <a:ext cx="201" cy="205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</p:grpSp>
        <p:pic>
          <p:nvPicPr>
            <p:cNvPr id="68" name="图片 67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219" t="16552" r="54785"/>
            <a:stretch>
              <a:fillRect/>
            </a:stretch>
          </p:blipFill>
          <p:spPr>
            <a:xfrm>
              <a:off x="2137754" y="5177886"/>
              <a:ext cx="1931931" cy="282153"/>
            </a:xfrm>
            <a:prstGeom prst="rect">
              <a:avLst/>
            </a:prstGeom>
          </p:spPr>
        </p:pic>
        <p:pic>
          <p:nvPicPr>
            <p:cNvPr id="69" name="图片 6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077" t="26845" r="64190" b="3454"/>
            <a:stretch>
              <a:fillRect/>
            </a:stretch>
          </p:blipFill>
          <p:spPr>
            <a:xfrm>
              <a:off x="2696066" y="2931735"/>
              <a:ext cx="895546" cy="235671"/>
            </a:xfrm>
            <a:prstGeom prst="rect">
              <a:avLst/>
            </a:prstGeom>
          </p:spPr>
        </p:pic>
        <p:pic>
          <p:nvPicPr>
            <p:cNvPr id="70" name="图片 69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54" t="40013" r="53538" b="20955"/>
            <a:stretch>
              <a:fillRect/>
            </a:stretch>
          </p:blipFill>
          <p:spPr>
            <a:xfrm rot="5400000">
              <a:off x="2078611" y="5349713"/>
              <a:ext cx="1951346" cy="131976"/>
            </a:xfrm>
            <a:prstGeom prst="rect">
              <a:avLst/>
            </a:prstGeom>
          </p:spPr>
        </p:pic>
        <p:pic>
          <p:nvPicPr>
            <p:cNvPr id="71" name="图片 70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45" t="34439" r="46163" b="7013"/>
            <a:stretch>
              <a:fillRect/>
            </a:stretch>
          </p:blipFill>
          <p:spPr>
            <a:xfrm rot="5400000">
              <a:off x="1904214" y="3026003"/>
              <a:ext cx="2271860" cy="197963"/>
            </a:xfrm>
            <a:prstGeom prst="rect">
              <a:avLst/>
            </a:prstGeom>
          </p:spPr>
        </p:pic>
      </p:grpSp>
      <p:sp>
        <p:nvSpPr>
          <p:cNvPr id="105" name="Text Box 41"/>
          <p:cNvSpPr txBox="1">
            <a:spLocks noChangeArrowheads="1"/>
          </p:cNvSpPr>
          <p:nvPr/>
        </p:nvSpPr>
        <p:spPr bwMode="auto">
          <a:xfrm>
            <a:off x="5331819" y="4973661"/>
            <a:ext cx="48895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" name="Text Box 42"/>
          <p:cNvSpPr txBox="1">
            <a:spLocks noChangeArrowheads="1"/>
          </p:cNvSpPr>
          <p:nvPr/>
        </p:nvSpPr>
        <p:spPr bwMode="auto">
          <a:xfrm>
            <a:off x="5227044" y="2313011"/>
            <a:ext cx="48895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" name="Text Box 43"/>
          <p:cNvSpPr txBox="1">
            <a:spLocks noChangeArrowheads="1"/>
          </p:cNvSpPr>
          <p:nvPr/>
        </p:nvSpPr>
        <p:spPr bwMode="auto">
          <a:xfrm>
            <a:off x="4792069" y="1265261"/>
            <a:ext cx="48895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8" name="Text Box 44"/>
          <p:cNvSpPr txBox="1">
            <a:spLocks noChangeArrowheads="1"/>
          </p:cNvSpPr>
          <p:nvPr/>
        </p:nvSpPr>
        <p:spPr bwMode="auto">
          <a:xfrm>
            <a:off x="5769969" y="3605236"/>
            <a:ext cx="48895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9" name="Text Box 84"/>
          <p:cNvSpPr txBox="1">
            <a:spLocks noChangeArrowheads="1"/>
          </p:cNvSpPr>
          <p:nvPr/>
        </p:nvSpPr>
        <p:spPr bwMode="auto">
          <a:xfrm>
            <a:off x="6369490" y="5539957"/>
            <a:ext cx="90281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</a:t>
            </a:r>
            <a:endParaRPr kumimoji="1"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Text Box 85"/>
          <p:cNvSpPr txBox="1">
            <a:spLocks noChangeArrowheads="1"/>
          </p:cNvSpPr>
          <p:nvPr/>
        </p:nvSpPr>
        <p:spPr bwMode="auto">
          <a:xfrm>
            <a:off x="9229418" y="5539957"/>
            <a:ext cx="90281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</a:t>
            </a:r>
            <a:endParaRPr kumimoji="1"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1" name="Picture 17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911460" y="2201268"/>
            <a:ext cx="2843212" cy="2881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2" name="组合 111"/>
          <p:cNvGrpSpPr/>
          <p:nvPr/>
        </p:nvGrpSpPr>
        <p:grpSpPr>
          <a:xfrm>
            <a:off x="10034335" y="1642200"/>
            <a:ext cx="1931931" cy="4324099"/>
            <a:chOff x="8371432" y="2067275"/>
            <a:chExt cx="1931931" cy="4324099"/>
          </a:xfrm>
        </p:grpSpPr>
        <p:grpSp>
          <p:nvGrpSpPr>
            <p:cNvPr id="113" name="Group 172"/>
            <p:cNvGrpSpPr/>
            <p:nvPr/>
          </p:nvGrpSpPr>
          <p:grpSpPr bwMode="auto">
            <a:xfrm>
              <a:off x="8487698" y="2186431"/>
              <a:ext cx="1679575" cy="4097338"/>
              <a:chOff x="4282" y="961"/>
              <a:chExt cx="1058" cy="2581"/>
            </a:xfrm>
          </p:grpSpPr>
          <p:grpSp>
            <p:nvGrpSpPr>
              <p:cNvPr id="119" name="Group 96"/>
              <p:cNvGrpSpPr/>
              <p:nvPr/>
            </p:nvGrpSpPr>
            <p:grpSpPr bwMode="auto">
              <a:xfrm>
                <a:off x="4494" y="1295"/>
                <a:ext cx="559" cy="532"/>
                <a:chOff x="4494" y="1295"/>
                <a:chExt cx="559" cy="532"/>
              </a:xfrm>
            </p:grpSpPr>
            <p:sp>
              <p:nvSpPr>
                <p:cNvPr id="148" name="Oval 97"/>
                <p:cNvSpPr>
                  <a:spLocks noChangeArrowheads="1"/>
                </p:cNvSpPr>
                <p:nvPr/>
              </p:nvSpPr>
              <p:spPr bwMode="auto">
                <a:xfrm>
                  <a:off x="4530" y="1295"/>
                  <a:ext cx="523" cy="490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9" name="Oval 98"/>
                <p:cNvSpPr>
                  <a:spLocks noChangeArrowheads="1"/>
                </p:cNvSpPr>
                <p:nvPr/>
              </p:nvSpPr>
              <p:spPr bwMode="auto">
                <a:xfrm>
                  <a:off x="4640" y="1388"/>
                  <a:ext cx="300" cy="295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0" name="Freeform 99"/>
                <p:cNvSpPr/>
                <p:nvPr/>
              </p:nvSpPr>
              <p:spPr bwMode="auto">
                <a:xfrm>
                  <a:off x="4494" y="1322"/>
                  <a:ext cx="380" cy="505"/>
                </a:xfrm>
                <a:custGeom>
                  <a:avLst/>
                  <a:gdLst>
                    <a:gd name="T0" fmla="*/ 143 w 403"/>
                    <a:gd name="T1" fmla="*/ 0 h 509"/>
                    <a:gd name="T2" fmla="*/ 172 w 403"/>
                    <a:gd name="T3" fmla="*/ 100 h 509"/>
                    <a:gd name="T4" fmla="*/ 172 w 403"/>
                    <a:gd name="T5" fmla="*/ 201 h 509"/>
                    <a:gd name="T6" fmla="*/ 251 w 403"/>
                    <a:gd name="T7" fmla="*/ 350 h 509"/>
                    <a:gd name="T8" fmla="*/ 301 w 403"/>
                    <a:gd name="T9" fmla="*/ 442 h 509"/>
                    <a:gd name="T10" fmla="*/ 240 w 403"/>
                    <a:gd name="T11" fmla="*/ 489 h 509"/>
                    <a:gd name="T12" fmla="*/ 129 w 403"/>
                    <a:gd name="T13" fmla="*/ 450 h 509"/>
                    <a:gd name="T14" fmla="*/ 22 w 403"/>
                    <a:gd name="T15" fmla="*/ 359 h 509"/>
                    <a:gd name="T16" fmla="*/ 0 w 403"/>
                    <a:gd name="T17" fmla="*/ 139 h 509"/>
                    <a:gd name="T18" fmla="*/ 58 w 403"/>
                    <a:gd name="T19" fmla="*/ 9 h 509"/>
                    <a:gd name="T20" fmla="*/ 143 w 403"/>
                    <a:gd name="T21" fmla="*/ 0 h 50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03"/>
                    <a:gd name="T34" fmla="*/ 0 h 509"/>
                    <a:gd name="T35" fmla="*/ 403 w 403"/>
                    <a:gd name="T36" fmla="*/ 509 h 509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03" h="509">
                      <a:moveTo>
                        <a:pt x="192" y="0"/>
                      </a:moveTo>
                      <a:lnTo>
                        <a:pt x="230" y="105"/>
                      </a:lnTo>
                      <a:lnTo>
                        <a:pt x="230" y="211"/>
                      </a:lnTo>
                      <a:lnTo>
                        <a:pt x="336" y="365"/>
                      </a:lnTo>
                      <a:lnTo>
                        <a:pt x="403" y="461"/>
                      </a:lnTo>
                      <a:lnTo>
                        <a:pt x="320" y="509"/>
                      </a:lnTo>
                      <a:lnTo>
                        <a:pt x="173" y="470"/>
                      </a:lnTo>
                      <a:lnTo>
                        <a:pt x="29" y="374"/>
                      </a:lnTo>
                      <a:lnTo>
                        <a:pt x="0" y="144"/>
                      </a:lnTo>
                      <a:lnTo>
                        <a:pt x="77" y="9"/>
                      </a:lnTo>
                      <a:lnTo>
                        <a:pt x="19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20" name="Rectangle 100"/>
              <p:cNvSpPr>
                <a:spLocks noChangeArrowheads="1"/>
              </p:cNvSpPr>
              <p:nvPr/>
            </p:nvSpPr>
            <p:spPr bwMode="auto">
              <a:xfrm>
                <a:off x="4282" y="961"/>
                <a:ext cx="1058" cy="1243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1" name="Line 101"/>
              <p:cNvSpPr>
                <a:spLocks noChangeShapeType="1"/>
              </p:cNvSpPr>
              <p:nvPr/>
            </p:nvSpPr>
            <p:spPr bwMode="auto">
              <a:xfrm flipV="1">
                <a:off x="4427" y="962"/>
                <a:ext cx="0" cy="12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2" name="Line 102"/>
              <p:cNvSpPr>
                <a:spLocks noChangeShapeType="1"/>
              </p:cNvSpPr>
              <p:nvPr/>
            </p:nvSpPr>
            <p:spPr bwMode="auto">
              <a:xfrm flipV="1">
                <a:off x="4284" y="963"/>
                <a:ext cx="96" cy="9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3" name="Line 103"/>
              <p:cNvSpPr>
                <a:spLocks noChangeShapeType="1"/>
              </p:cNvSpPr>
              <p:nvPr/>
            </p:nvSpPr>
            <p:spPr bwMode="auto">
              <a:xfrm flipV="1">
                <a:off x="4284" y="1079"/>
                <a:ext cx="143" cy="14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4" name="Line 104"/>
              <p:cNvSpPr>
                <a:spLocks noChangeShapeType="1"/>
              </p:cNvSpPr>
              <p:nvPr/>
            </p:nvSpPr>
            <p:spPr bwMode="auto">
              <a:xfrm flipV="1">
                <a:off x="4284" y="1251"/>
                <a:ext cx="133" cy="13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5" name="Line 105"/>
              <p:cNvSpPr>
                <a:spLocks noChangeShapeType="1"/>
              </p:cNvSpPr>
              <p:nvPr/>
            </p:nvSpPr>
            <p:spPr bwMode="auto">
              <a:xfrm flipV="1">
                <a:off x="4284" y="1412"/>
                <a:ext cx="133" cy="13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6" name="Line 106"/>
              <p:cNvSpPr>
                <a:spLocks noChangeShapeType="1"/>
              </p:cNvSpPr>
              <p:nvPr/>
            </p:nvSpPr>
            <p:spPr bwMode="auto">
              <a:xfrm flipV="1">
                <a:off x="4294" y="1583"/>
                <a:ext cx="124" cy="12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7" name="Line 107"/>
              <p:cNvSpPr>
                <a:spLocks noChangeShapeType="1"/>
              </p:cNvSpPr>
              <p:nvPr/>
            </p:nvSpPr>
            <p:spPr bwMode="auto">
              <a:xfrm flipV="1">
                <a:off x="4284" y="1754"/>
                <a:ext cx="133" cy="13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8" name="Line 108"/>
              <p:cNvSpPr>
                <a:spLocks noChangeShapeType="1"/>
              </p:cNvSpPr>
              <p:nvPr/>
            </p:nvSpPr>
            <p:spPr bwMode="auto">
              <a:xfrm flipV="1">
                <a:off x="4294" y="1926"/>
                <a:ext cx="124" cy="12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9" name="Line 109"/>
              <p:cNvSpPr>
                <a:spLocks noChangeShapeType="1"/>
              </p:cNvSpPr>
              <p:nvPr/>
            </p:nvSpPr>
            <p:spPr bwMode="auto">
              <a:xfrm flipV="1">
                <a:off x="4303" y="2089"/>
                <a:ext cx="114" cy="11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130" name="Group 111"/>
              <p:cNvGrpSpPr/>
              <p:nvPr/>
            </p:nvGrpSpPr>
            <p:grpSpPr bwMode="auto">
              <a:xfrm>
                <a:off x="4288" y="2454"/>
                <a:ext cx="1034" cy="979"/>
                <a:chOff x="4288" y="2454"/>
                <a:chExt cx="1034" cy="979"/>
              </a:xfrm>
            </p:grpSpPr>
            <p:sp>
              <p:nvSpPr>
                <p:cNvPr id="146" name="Oval 112"/>
                <p:cNvSpPr>
                  <a:spLocks noChangeArrowheads="1"/>
                </p:cNvSpPr>
                <p:nvPr/>
              </p:nvSpPr>
              <p:spPr bwMode="auto">
                <a:xfrm>
                  <a:off x="4288" y="2454"/>
                  <a:ext cx="1034" cy="952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7" name="Freeform 113"/>
                <p:cNvSpPr/>
                <p:nvPr/>
              </p:nvSpPr>
              <p:spPr bwMode="auto">
                <a:xfrm>
                  <a:off x="4532" y="3299"/>
                  <a:ext cx="532" cy="134"/>
                </a:xfrm>
                <a:custGeom>
                  <a:avLst/>
                  <a:gdLst>
                    <a:gd name="T0" fmla="*/ 0 w 548"/>
                    <a:gd name="T1" fmla="*/ 10 h 135"/>
                    <a:gd name="T2" fmla="*/ 0 w 548"/>
                    <a:gd name="T3" fmla="*/ 67 h 135"/>
                    <a:gd name="T4" fmla="*/ 76 w 548"/>
                    <a:gd name="T5" fmla="*/ 111 h 135"/>
                    <a:gd name="T6" fmla="*/ 158 w 548"/>
                    <a:gd name="T7" fmla="*/ 130 h 135"/>
                    <a:gd name="T8" fmla="*/ 249 w 548"/>
                    <a:gd name="T9" fmla="*/ 130 h 135"/>
                    <a:gd name="T10" fmla="*/ 339 w 548"/>
                    <a:gd name="T11" fmla="*/ 130 h 135"/>
                    <a:gd name="T12" fmla="*/ 423 w 548"/>
                    <a:gd name="T13" fmla="*/ 111 h 135"/>
                    <a:gd name="T14" fmla="*/ 472 w 548"/>
                    <a:gd name="T15" fmla="*/ 67 h 135"/>
                    <a:gd name="T16" fmla="*/ 464 w 548"/>
                    <a:gd name="T17" fmla="*/ 0 h 135"/>
                    <a:gd name="T18" fmla="*/ 423 w 548"/>
                    <a:gd name="T19" fmla="*/ 39 h 135"/>
                    <a:gd name="T20" fmla="*/ 339 w 548"/>
                    <a:gd name="T21" fmla="*/ 67 h 135"/>
                    <a:gd name="T22" fmla="*/ 257 w 548"/>
                    <a:gd name="T23" fmla="*/ 58 h 135"/>
                    <a:gd name="T24" fmla="*/ 199 w 548"/>
                    <a:gd name="T25" fmla="*/ 67 h 135"/>
                    <a:gd name="T26" fmla="*/ 67 w 548"/>
                    <a:gd name="T27" fmla="*/ 39 h 135"/>
                    <a:gd name="T28" fmla="*/ 0 w 548"/>
                    <a:gd name="T29" fmla="*/ 10 h 13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8"/>
                    <a:gd name="T46" fmla="*/ 0 h 135"/>
                    <a:gd name="T47" fmla="*/ 548 w 548"/>
                    <a:gd name="T48" fmla="*/ 135 h 135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8" h="135">
                      <a:moveTo>
                        <a:pt x="0" y="10"/>
                      </a:moveTo>
                      <a:lnTo>
                        <a:pt x="0" y="68"/>
                      </a:lnTo>
                      <a:lnTo>
                        <a:pt x="87" y="116"/>
                      </a:lnTo>
                      <a:lnTo>
                        <a:pt x="183" y="135"/>
                      </a:lnTo>
                      <a:lnTo>
                        <a:pt x="288" y="135"/>
                      </a:lnTo>
                      <a:lnTo>
                        <a:pt x="394" y="135"/>
                      </a:lnTo>
                      <a:lnTo>
                        <a:pt x="490" y="116"/>
                      </a:lnTo>
                      <a:lnTo>
                        <a:pt x="548" y="68"/>
                      </a:lnTo>
                      <a:lnTo>
                        <a:pt x="538" y="0"/>
                      </a:lnTo>
                      <a:lnTo>
                        <a:pt x="490" y="39"/>
                      </a:lnTo>
                      <a:lnTo>
                        <a:pt x="394" y="68"/>
                      </a:lnTo>
                      <a:lnTo>
                        <a:pt x="298" y="58"/>
                      </a:lnTo>
                      <a:lnTo>
                        <a:pt x="231" y="68"/>
                      </a:lnTo>
                      <a:lnTo>
                        <a:pt x="77" y="39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31" name="Line 116"/>
              <p:cNvSpPr>
                <a:spLocks noChangeShapeType="1"/>
              </p:cNvSpPr>
              <p:nvPr/>
            </p:nvSpPr>
            <p:spPr bwMode="auto">
              <a:xfrm>
                <a:off x="4533" y="3339"/>
                <a:ext cx="0" cy="20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2" name="Line 117"/>
              <p:cNvSpPr>
                <a:spLocks noChangeShapeType="1"/>
              </p:cNvSpPr>
              <p:nvPr/>
            </p:nvSpPr>
            <p:spPr bwMode="auto">
              <a:xfrm>
                <a:off x="5073" y="3338"/>
                <a:ext cx="0" cy="20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3" name="Line 118"/>
              <p:cNvSpPr>
                <a:spLocks noChangeShapeType="1"/>
              </p:cNvSpPr>
              <p:nvPr/>
            </p:nvSpPr>
            <p:spPr bwMode="auto">
              <a:xfrm flipH="1">
                <a:off x="4534" y="3528"/>
                <a:ext cx="54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4" name="Oval 119"/>
              <p:cNvSpPr>
                <a:spLocks noChangeArrowheads="1"/>
              </p:cNvSpPr>
              <p:nvPr/>
            </p:nvSpPr>
            <p:spPr bwMode="auto">
              <a:xfrm>
                <a:off x="4429" y="2584"/>
                <a:ext cx="737" cy="688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5" name="Line 120"/>
              <p:cNvSpPr>
                <a:spLocks noChangeShapeType="1"/>
              </p:cNvSpPr>
              <p:nvPr/>
            </p:nvSpPr>
            <p:spPr bwMode="auto">
              <a:xfrm>
                <a:off x="4644" y="3234"/>
                <a:ext cx="0" cy="29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6" name="Line 121"/>
              <p:cNvSpPr>
                <a:spLocks noChangeShapeType="1"/>
              </p:cNvSpPr>
              <p:nvPr/>
            </p:nvSpPr>
            <p:spPr bwMode="auto">
              <a:xfrm>
                <a:off x="4953" y="3252"/>
                <a:ext cx="0" cy="27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7" name="Line 122"/>
              <p:cNvSpPr>
                <a:spLocks noChangeShapeType="1"/>
              </p:cNvSpPr>
              <p:nvPr/>
            </p:nvSpPr>
            <p:spPr bwMode="auto">
              <a:xfrm flipV="1">
                <a:off x="4541" y="3423"/>
                <a:ext cx="93" cy="9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8" name="Freeform 123"/>
              <p:cNvSpPr/>
              <p:nvPr/>
            </p:nvSpPr>
            <p:spPr bwMode="auto">
              <a:xfrm>
                <a:off x="4531" y="3262"/>
                <a:ext cx="113" cy="114"/>
              </a:xfrm>
              <a:custGeom>
                <a:avLst/>
                <a:gdLst>
                  <a:gd name="T0" fmla="*/ 0 w 116"/>
                  <a:gd name="T1" fmla="*/ 110 h 115"/>
                  <a:gd name="T2" fmla="*/ 101 w 116"/>
                  <a:gd name="T3" fmla="*/ 0 h 115"/>
                  <a:gd name="T4" fmla="*/ 0 60000 65536"/>
                  <a:gd name="T5" fmla="*/ 0 60000 65536"/>
                  <a:gd name="T6" fmla="*/ 0 w 116"/>
                  <a:gd name="T7" fmla="*/ 0 h 115"/>
                  <a:gd name="T8" fmla="*/ 116 w 116"/>
                  <a:gd name="T9" fmla="*/ 115 h 11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6" h="115">
                    <a:moveTo>
                      <a:pt x="0" y="115"/>
                    </a:moveTo>
                    <a:lnTo>
                      <a:pt x="11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9" name="Freeform 124"/>
              <p:cNvSpPr/>
              <p:nvPr/>
            </p:nvSpPr>
            <p:spPr bwMode="auto">
              <a:xfrm>
                <a:off x="4457" y="3186"/>
                <a:ext cx="93" cy="95"/>
              </a:xfrm>
              <a:custGeom>
                <a:avLst/>
                <a:gdLst>
                  <a:gd name="T0" fmla="*/ 0 w 96"/>
                  <a:gd name="T1" fmla="*/ 91 h 96"/>
                  <a:gd name="T2" fmla="*/ 81 w 96"/>
                  <a:gd name="T3" fmla="*/ 0 h 96"/>
                  <a:gd name="T4" fmla="*/ 0 60000 65536"/>
                  <a:gd name="T5" fmla="*/ 0 60000 65536"/>
                  <a:gd name="T6" fmla="*/ 0 w 96"/>
                  <a:gd name="T7" fmla="*/ 0 h 96"/>
                  <a:gd name="T8" fmla="*/ 96 w 96"/>
                  <a:gd name="T9" fmla="*/ 96 h 9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6" h="96">
                    <a:moveTo>
                      <a:pt x="0" y="96"/>
                    </a:moveTo>
                    <a:lnTo>
                      <a:pt x="9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0" name="Freeform 125"/>
              <p:cNvSpPr/>
              <p:nvPr/>
            </p:nvSpPr>
            <p:spPr bwMode="auto">
              <a:xfrm>
                <a:off x="4950" y="3405"/>
                <a:ext cx="122" cy="124"/>
              </a:xfrm>
              <a:custGeom>
                <a:avLst/>
                <a:gdLst>
                  <a:gd name="T0" fmla="*/ 0 w 125"/>
                  <a:gd name="T1" fmla="*/ 116 h 126"/>
                  <a:gd name="T2" fmla="*/ 110 w 125"/>
                  <a:gd name="T3" fmla="*/ 0 h 126"/>
                  <a:gd name="T4" fmla="*/ 0 60000 65536"/>
                  <a:gd name="T5" fmla="*/ 0 60000 65536"/>
                  <a:gd name="T6" fmla="*/ 0 w 125"/>
                  <a:gd name="T7" fmla="*/ 0 h 126"/>
                  <a:gd name="T8" fmla="*/ 125 w 125"/>
                  <a:gd name="T9" fmla="*/ 126 h 12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5" h="126">
                    <a:moveTo>
                      <a:pt x="0" y="126"/>
                    </a:moveTo>
                    <a:lnTo>
                      <a:pt x="12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1" name="Line 126"/>
              <p:cNvSpPr>
                <a:spLocks noChangeShapeType="1"/>
              </p:cNvSpPr>
              <p:nvPr/>
            </p:nvSpPr>
            <p:spPr bwMode="auto">
              <a:xfrm flipV="1">
                <a:off x="4950" y="3176"/>
                <a:ext cx="197" cy="20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2" name="Freeform 128"/>
              <p:cNvSpPr/>
              <p:nvPr/>
            </p:nvSpPr>
            <p:spPr bwMode="auto">
              <a:xfrm>
                <a:off x="4516" y="963"/>
                <a:ext cx="207" cy="450"/>
              </a:xfrm>
              <a:custGeom>
                <a:avLst/>
                <a:gdLst>
                  <a:gd name="T0" fmla="*/ 207 w 207"/>
                  <a:gd name="T1" fmla="*/ 450 h 450"/>
                  <a:gd name="T2" fmla="*/ 169 w 207"/>
                  <a:gd name="T3" fmla="*/ 366 h 450"/>
                  <a:gd name="T4" fmla="*/ 148 w 207"/>
                  <a:gd name="T5" fmla="*/ 233 h 450"/>
                  <a:gd name="T6" fmla="*/ 49 w 207"/>
                  <a:gd name="T7" fmla="*/ 162 h 450"/>
                  <a:gd name="T8" fmla="*/ 0 w 207"/>
                  <a:gd name="T9" fmla="*/ 0 h 4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7"/>
                  <a:gd name="T16" fmla="*/ 0 h 450"/>
                  <a:gd name="T17" fmla="*/ 207 w 207"/>
                  <a:gd name="T18" fmla="*/ 450 h 4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7" h="450">
                    <a:moveTo>
                      <a:pt x="207" y="450"/>
                    </a:moveTo>
                    <a:cubicBezTo>
                      <a:pt x="201" y="437"/>
                      <a:pt x="179" y="402"/>
                      <a:pt x="169" y="366"/>
                    </a:cubicBezTo>
                    <a:cubicBezTo>
                      <a:pt x="159" y="330"/>
                      <a:pt x="168" y="267"/>
                      <a:pt x="148" y="233"/>
                    </a:cubicBezTo>
                    <a:cubicBezTo>
                      <a:pt x="128" y="199"/>
                      <a:pt x="74" y="201"/>
                      <a:pt x="49" y="162"/>
                    </a:cubicBezTo>
                    <a:cubicBezTo>
                      <a:pt x="25" y="124"/>
                      <a:pt x="8" y="27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3" name="Freeform 129"/>
              <p:cNvSpPr/>
              <p:nvPr/>
            </p:nvSpPr>
            <p:spPr bwMode="auto">
              <a:xfrm>
                <a:off x="4827" y="1670"/>
                <a:ext cx="296" cy="522"/>
              </a:xfrm>
              <a:custGeom>
                <a:avLst/>
                <a:gdLst>
                  <a:gd name="T0" fmla="*/ 0 w 252"/>
                  <a:gd name="T1" fmla="*/ 0 h 444"/>
                  <a:gd name="T2" fmla="*/ 133 w 252"/>
                  <a:gd name="T3" fmla="*/ 203 h 444"/>
                  <a:gd name="T4" fmla="*/ 242 w 252"/>
                  <a:gd name="T5" fmla="*/ 283 h 444"/>
                  <a:gd name="T6" fmla="*/ 308 w 252"/>
                  <a:gd name="T7" fmla="*/ 459 h 444"/>
                  <a:gd name="T8" fmla="*/ 471 w 252"/>
                  <a:gd name="T9" fmla="*/ 687 h 444"/>
                  <a:gd name="T10" fmla="*/ 483 w 252"/>
                  <a:gd name="T11" fmla="*/ 916 h 444"/>
                  <a:gd name="T12" fmla="*/ 564 w 252"/>
                  <a:gd name="T13" fmla="*/ 998 h 44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52"/>
                  <a:gd name="T22" fmla="*/ 0 h 444"/>
                  <a:gd name="T23" fmla="*/ 252 w 252"/>
                  <a:gd name="T24" fmla="*/ 444 h 44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52" h="444">
                    <a:moveTo>
                      <a:pt x="0" y="0"/>
                    </a:moveTo>
                    <a:cubicBezTo>
                      <a:pt x="21" y="34"/>
                      <a:pt x="42" y="69"/>
                      <a:pt x="60" y="90"/>
                    </a:cubicBezTo>
                    <a:cubicBezTo>
                      <a:pt x="78" y="111"/>
                      <a:pt x="95" y="107"/>
                      <a:pt x="108" y="126"/>
                    </a:cubicBezTo>
                    <a:cubicBezTo>
                      <a:pt x="121" y="145"/>
                      <a:pt x="121" y="174"/>
                      <a:pt x="138" y="204"/>
                    </a:cubicBezTo>
                    <a:cubicBezTo>
                      <a:pt x="155" y="234"/>
                      <a:pt x="197" y="272"/>
                      <a:pt x="210" y="306"/>
                    </a:cubicBezTo>
                    <a:cubicBezTo>
                      <a:pt x="223" y="340"/>
                      <a:pt x="209" y="385"/>
                      <a:pt x="216" y="408"/>
                    </a:cubicBezTo>
                    <a:cubicBezTo>
                      <a:pt x="223" y="431"/>
                      <a:pt x="237" y="437"/>
                      <a:pt x="252" y="444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4" name="Freeform 130"/>
              <p:cNvSpPr/>
              <p:nvPr/>
            </p:nvSpPr>
            <p:spPr bwMode="auto">
              <a:xfrm>
                <a:off x="5088" y="3139"/>
                <a:ext cx="148" cy="49"/>
              </a:xfrm>
              <a:custGeom>
                <a:avLst/>
                <a:gdLst>
                  <a:gd name="T0" fmla="*/ 0 w 126"/>
                  <a:gd name="T1" fmla="*/ 0 h 42"/>
                  <a:gd name="T2" fmla="*/ 94 w 126"/>
                  <a:gd name="T3" fmla="*/ 77 h 42"/>
                  <a:gd name="T4" fmla="*/ 188 w 126"/>
                  <a:gd name="T5" fmla="*/ 65 h 42"/>
                  <a:gd name="T6" fmla="*/ 282 w 126"/>
                  <a:gd name="T7" fmla="*/ 9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6"/>
                  <a:gd name="T13" fmla="*/ 0 h 42"/>
                  <a:gd name="T14" fmla="*/ 126 w 126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6" h="42">
                    <a:moveTo>
                      <a:pt x="0" y="0"/>
                    </a:moveTo>
                    <a:cubicBezTo>
                      <a:pt x="7" y="7"/>
                      <a:pt x="28" y="31"/>
                      <a:pt x="42" y="36"/>
                    </a:cubicBezTo>
                    <a:cubicBezTo>
                      <a:pt x="56" y="41"/>
                      <a:pt x="70" y="29"/>
                      <a:pt x="84" y="30"/>
                    </a:cubicBezTo>
                    <a:cubicBezTo>
                      <a:pt x="98" y="31"/>
                      <a:pt x="117" y="40"/>
                      <a:pt x="126" y="42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5" name="Freeform 131"/>
              <p:cNvSpPr/>
              <p:nvPr/>
            </p:nvSpPr>
            <p:spPr bwMode="auto">
              <a:xfrm>
                <a:off x="4389" y="3110"/>
                <a:ext cx="85" cy="106"/>
              </a:xfrm>
              <a:custGeom>
                <a:avLst/>
                <a:gdLst>
                  <a:gd name="T0" fmla="*/ 164 w 72"/>
                  <a:gd name="T1" fmla="*/ 0 h 90"/>
                  <a:gd name="T2" fmla="*/ 98 w 72"/>
                  <a:gd name="T3" fmla="*/ 67 h 90"/>
                  <a:gd name="T4" fmla="*/ 98 w 72"/>
                  <a:gd name="T5" fmla="*/ 150 h 90"/>
                  <a:gd name="T6" fmla="*/ 0 w 72"/>
                  <a:gd name="T7" fmla="*/ 204 h 9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2"/>
                  <a:gd name="T13" fmla="*/ 0 h 90"/>
                  <a:gd name="T14" fmla="*/ 72 w 72"/>
                  <a:gd name="T15" fmla="*/ 90 h 9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2" h="90">
                    <a:moveTo>
                      <a:pt x="72" y="0"/>
                    </a:moveTo>
                    <a:cubicBezTo>
                      <a:pt x="59" y="9"/>
                      <a:pt x="47" y="19"/>
                      <a:pt x="42" y="30"/>
                    </a:cubicBezTo>
                    <a:cubicBezTo>
                      <a:pt x="37" y="41"/>
                      <a:pt x="49" y="56"/>
                      <a:pt x="42" y="66"/>
                    </a:cubicBezTo>
                    <a:cubicBezTo>
                      <a:pt x="35" y="76"/>
                      <a:pt x="7" y="86"/>
                      <a:pt x="0" y="90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4" name="组合 113"/>
            <p:cNvGrpSpPr/>
            <p:nvPr/>
          </p:nvGrpSpPr>
          <p:grpSpPr>
            <a:xfrm>
              <a:off x="8371432" y="2067275"/>
              <a:ext cx="1931931" cy="4324099"/>
              <a:chOff x="2137754" y="2067275"/>
              <a:chExt cx="1931931" cy="4324099"/>
            </a:xfrm>
          </p:grpSpPr>
          <p:pic>
            <p:nvPicPr>
              <p:cNvPr id="115" name="图片 114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219" t="16552" r="54785"/>
              <a:stretch>
                <a:fillRect/>
              </a:stretch>
            </p:blipFill>
            <p:spPr>
              <a:xfrm>
                <a:off x="2137754" y="5177886"/>
                <a:ext cx="1931931" cy="282153"/>
              </a:xfrm>
              <a:prstGeom prst="rect">
                <a:avLst/>
              </a:prstGeom>
            </p:spPr>
          </p:pic>
          <p:pic>
            <p:nvPicPr>
              <p:cNvPr id="116" name="图片 115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077" t="26845" r="64190" b="3454"/>
              <a:stretch>
                <a:fillRect/>
              </a:stretch>
            </p:blipFill>
            <p:spPr>
              <a:xfrm>
                <a:off x="2696066" y="3009955"/>
                <a:ext cx="895546" cy="235671"/>
              </a:xfrm>
              <a:prstGeom prst="rect">
                <a:avLst/>
              </a:prstGeom>
            </p:spPr>
          </p:pic>
          <p:pic>
            <p:nvPicPr>
              <p:cNvPr id="117" name="图片 116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254" t="40013" r="53538" b="20955"/>
              <a:stretch>
                <a:fillRect/>
              </a:stretch>
            </p:blipFill>
            <p:spPr>
              <a:xfrm rot="5400000">
                <a:off x="2078611" y="5349713"/>
                <a:ext cx="1951346" cy="131976"/>
              </a:xfrm>
              <a:prstGeom prst="rect">
                <a:avLst/>
              </a:prstGeom>
            </p:spPr>
          </p:pic>
          <p:pic>
            <p:nvPicPr>
              <p:cNvPr id="118" name="图片 117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145" t="34439" r="46163" b="7013"/>
              <a:stretch>
                <a:fillRect/>
              </a:stretch>
            </p:blipFill>
            <p:spPr>
              <a:xfrm rot="5400000">
                <a:off x="1904214" y="3104223"/>
                <a:ext cx="2271860" cy="197963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75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75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75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utoUpdateAnimBg="0" build="p"/>
      <p:bldP spid="106" grpId="0" autoUpdateAnimBg="0" build="p"/>
      <p:bldP spid="107" grpId="0" autoUpdateAnimBg="0" build="p"/>
      <p:bldP spid="108" grpId="0" autoUpdateAnimBg="0" build="p"/>
      <p:bldP spid="109" grpId="0"/>
      <p:bldP spid="11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剖视图种类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47"/>
          <p:cNvSpPr txBox="1">
            <a:spLocks noChangeArrowheads="1"/>
          </p:cNvSpPr>
          <p:nvPr/>
        </p:nvSpPr>
        <p:spPr bwMode="auto">
          <a:xfrm>
            <a:off x="479376" y="1831614"/>
            <a:ext cx="4302781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(1.3)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单一剖切面：局部剖视图</a:t>
            </a:r>
            <a:endParaRPr lang="zh-CN" altLang="en-US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47"/>
          <p:cNvSpPr txBox="1">
            <a:spLocks noChangeArrowheads="1"/>
          </p:cNvSpPr>
          <p:nvPr/>
        </p:nvSpPr>
        <p:spPr bwMode="auto">
          <a:xfrm>
            <a:off x="1106910" y="2447700"/>
            <a:ext cx="2441694" cy="83099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局部剖视图应注意的问题</a:t>
            </a:r>
            <a:endParaRPr lang="zh-CN" altLang="en-US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007787" y="3429000"/>
            <a:ext cx="2639941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algn="just"/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波浪线不能穿空而过，也不能超出视图的轮廓线</a:t>
            </a:r>
            <a:endParaRPr kumimoji="1"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78"/>
          <p:cNvSpPr txBox="1">
            <a:spLocks noChangeArrowheads="1"/>
          </p:cNvSpPr>
          <p:nvPr/>
        </p:nvSpPr>
        <p:spPr bwMode="auto">
          <a:xfrm>
            <a:off x="5173056" y="5755085"/>
            <a:ext cx="90281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</a:t>
            </a:r>
            <a:endParaRPr kumimoji="1"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79"/>
          <p:cNvSpPr txBox="1">
            <a:spLocks noChangeArrowheads="1"/>
          </p:cNvSpPr>
          <p:nvPr/>
        </p:nvSpPr>
        <p:spPr bwMode="auto">
          <a:xfrm>
            <a:off x="10501492" y="5735947"/>
            <a:ext cx="90281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</a:t>
            </a:r>
            <a:endParaRPr kumimoji="1"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82"/>
          <p:cNvSpPr txBox="1">
            <a:spLocks noChangeArrowheads="1"/>
          </p:cNvSpPr>
          <p:nvPr/>
        </p:nvSpPr>
        <p:spPr bwMode="auto">
          <a:xfrm>
            <a:off x="5392958" y="4615260"/>
            <a:ext cx="485775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9" name="Picture 88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61165" y="3979609"/>
            <a:ext cx="2596977" cy="2207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89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52216" y="1157092"/>
            <a:ext cx="2445951" cy="2604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" name="组合 10"/>
          <p:cNvGrpSpPr/>
          <p:nvPr/>
        </p:nvGrpSpPr>
        <p:grpSpPr>
          <a:xfrm>
            <a:off x="9967476" y="1233682"/>
            <a:ext cx="1931931" cy="4324099"/>
            <a:chOff x="8399156" y="976536"/>
            <a:chExt cx="1931931" cy="4324099"/>
          </a:xfrm>
        </p:grpSpPr>
        <p:grpSp>
          <p:nvGrpSpPr>
            <p:cNvPr id="12" name="Group 87"/>
            <p:cNvGrpSpPr/>
            <p:nvPr/>
          </p:nvGrpSpPr>
          <p:grpSpPr bwMode="auto">
            <a:xfrm>
              <a:off x="8488285" y="1078250"/>
              <a:ext cx="1690688" cy="4152900"/>
              <a:chOff x="4215" y="631"/>
              <a:chExt cx="1065" cy="2616"/>
            </a:xfrm>
          </p:grpSpPr>
          <p:grpSp>
            <p:nvGrpSpPr>
              <p:cNvPr id="19" name="Group 85"/>
              <p:cNvGrpSpPr/>
              <p:nvPr/>
            </p:nvGrpSpPr>
            <p:grpSpPr bwMode="auto">
              <a:xfrm>
                <a:off x="4215" y="2150"/>
                <a:ext cx="1065" cy="987"/>
                <a:chOff x="4215" y="2150"/>
                <a:chExt cx="1065" cy="987"/>
              </a:xfrm>
            </p:grpSpPr>
            <p:sp>
              <p:nvSpPr>
                <p:cNvPr id="50" name="Oval 4"/>
                <p:cNvSpPr>
                  <a:spLocks noChangeArrowheads="1"/>
                </p:cNvSpPr>
                <p:nvPr/>
              </p:nvSpPr>
              <p:spPr bwMode="auto">
                <a:xfrm>
                  <a:off x="4215" y="2150"/>
                  <a:ext cx="1065" cy="960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1" name="Freeform 5"/>
                <p:cNvSpPr/>
                <p:nvPr/>
              </p:nvSpPr>
              <p:spPr bwMode="auto">
                <a:xfrm>
                  <a:off x="4466" y="3002"/>
                  <a:ext cx="548" cy="135"/>
                </a:xfrm>
                <a:custGeom>
                  <a:avLst/>
                  <a:gdLst>
                    <a:gd name="T0" fmla="*/ 0 w 548"/>
                    <a:gd name="T1" fmla="*/ 10 h 135"/>
                    <a:gd name="T2" fmla="*/ 0 w 548"/>
                    <a:gd name="T3" fmla="*/ 68 h 135"/>
                    <a:gd name="T4" fmla="*/ 87 w 548"/>
                    <a:gd name="T5" fmla="*/ 116 h 135"/>
                    <a:gd name="T6" fmla="*/ 183 w 548"/>
                    <a:gd name="T7" fmla="*/ 135 h 135"/>
                    <a:gd name="T8" fmla="*/ 288 w 548"/>
                    <a:gd name="T9" fmla="*/ 135 h 135"/>
                    <a:gd name="T10" fmla="*/ 394 w 548"/>
                    <a:gd name="T11" fmla="*/ 135 h 135"/>
                    <a:gd name="T12" fmla="*/ 490 w 548"/>
                    <a:gd name="T13" fmla="*/ 116 h 135"/>
                    <a:gd name="T14" fmla="*/ 548 w 548"/>
                    <a:gd name="T15" fmla="*/ 68 h 135"/>
                    <a:gd name="T16" fmla="*/ 538 w 548"/>
                    <a:gd name="T17" fmla="*/ 0 h 135"/>
                    <a:gd name="T18" fmla="*/ 490 w 548"/>
                    <a:gd name="T19" fmla="*/ 39 h 135"/>
                    <a:gd name="T20" fmla="*/ 394 w 548"/>
                    <a:gd name="T21" fmla="*/ 68 h 135"/>
                    <a:gd name="T22" fmla="*/ 298 w 548"/>
                    <a:gd name="T23" fmla="*/ 58 h 135"/>
                    <a:gd name="T24" fmla="*/ 231 w 548"/>
                    <a:gd name="T25" fmla="*/ 68 h 135"/>
                    <a:gd name="T26" fmla="*/ 77 w 548"/>
                    <a:gd name="T27" fmla="*/ 39 h 135"/>
                    <a:gd name="T28" fmla="*/ 0 w 548"/>
                    <a:gd name="T29" fmla="*/ 10 h 13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8"/>
                    <a:gd name="T46" fmla="*/ 0 h 135"/>
                    <a:gd name="T47" fmla="*/ 548 w 548"/>
                    <a:gd name="T48" fmla="*/ 135 h 135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8" h="135">
                      <a:moveTo>
                        <a:pt x="0" y="10"/>
                      </a:moveTo>
                      <a:lnTo>
                        <a:pt x="0" y="68"/>
                      </a:lnTo>
                      <a:lnTo>
                        <a:pt x="87" y="116"/>
                      </a:lnTo>
                      <a:lnTo>
                        <a:pt x="183" y="135"/>
                      </a:lnTo>
                      <a:lnTo>
                        <a:pt x="288" y="135"/>
                      </a:lnTo>
                      <a:lnTo>
                        <a:pt x="394" y="135"/>
                      </a:lnTo>
                      <a:lnTo>
                        <a:pt x="490" y="116"/>
                      </a:lnTo>
                      <a:lnTo>
                        <a:pt x="548" y="68"/>
                      </a:lnTo>
                      <a:lnTo>
                        <a:pt x="538" y="0"/>
                      </a:lnTo>
                      <a:lnTo>
                        <a:pt x="490" y="39"/>
                      </a:lnTo>
                      <a:lnTo>
                        <a:pt x="394" y="68"/>
                      </a:lnTo>
                      <a:lnTo>
                        <a:pt x="298" y="58"/>
                      </a:lnTo>
                      <a:lnTo>
                        <a:pt x="231" y="68"/>
                      </a:lnTo>
                      <a:lnTo>
                        <a:pt x="77" y="39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0" name="Line 6"/>
              <p:cNvSpPr>
                <a:spLocks noChangeShapeType="1"/>
              </p:cNvSpPr>
              <p:nvPr/>
            </p:nvSpPr>
            <p:spPr bwMode="auto">
              <a:xfrm>
                <a:off x="4467" y="3042"/>
                <a:ext cx="0" cy="20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" name="Line 7"/>
              <p:cNvSpPr>
                <a:spLocks noChangeShapeType="1"/>
              </p:cNvSpPr>
              <p:nvPr/>
            </p:nvSpPr>
            <p:spPr bwMode="auto">
              <a:xfrm>
                <a:off x="5024" y="3041"/>
                <a:ext cx="0" cy="2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2" name="Line 8"/>
              <p:cNvSpPr>
                <a:spLocks noChangeShapeType="1"/>
              </p:cNvSpPr>
              <p:nvPr/>
            </p:nvSpPr>
            <p:spPr bwMode="auto">
              <a:xfrm flipH="1">
                <a:off x="4468" y="3232"/>
                <a:ext cx="56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3" name="Oval 9"/>
              <p:cNvSpPr>
                <a:spLocks noChangeArrowheads="1"/>
              </p:cNvSpPr>
              <p:nvPr/>
            </p:nvSpPr>
            <p:spPr bwMode="auto">
              <a:xfrm>
                <a:off x="4361" y="2282"/>
                <a:ext cx="758" cy="692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" name="Line 10"/>
              <p:cNvSpPr>
                <a:spLocks noChangeShapeType="1"/>
              </p:cNvSpPr>
              <p:nvPr/>
            </p:nvSpPr>
            <p:spPr bwMode="auto">
              <a:xfrm>
                <a:off x="4583" y="2936"/>
                <a:ext cx="0" cy="2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11"/>
              <p:cNvSpPr>
                <a:spLocks noChangeShapeType="1"/>
              </p:cNvSpPr>
              <p:nvPr/>
            </p:nvSpPr>
            <p:spPr bwMode="auto">
              <a:xfrm>
                <a:off x="4900" y="2954"/>
                <a:ext cx="0" cy="27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12"/>
              <p:cNvSpPr>
                <a:spLocks noChangeShapeType="1"/>
              </p:cNvSpPr>
              <p:nvPr/>
            </p:nvSpPr>
            <p:spPr bwMode="auto">
              <a:xfrm flipV="1">
                <a:off x="4486" y="3127"/>
                <a:ext cx="96" cy="9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7" name="Freeform 13"/>
              <p:cNvSpPr/>
              <p:nvPr/>
            </p:nvSpPr>
            <p:spPr bwMode="auto">
              <a:xfrm>
                <a:off x="4466" y="2984"/>
                <a:ext cx="115" cy="115"/>
              </a:xfrm>
              <a:custGeom>
                <a:avLst/>
                <a:gdLst>
                  <a:gd name="T0" fmla="*/ 0 w 115"/>
                  <a:gd name="T1" fmla="*/ 115 h 115"/>
                  <a:gd name="T2" fmla="*/ 115 w 115"/>
                  <a:gd name="T3" fmla="*/ 0 h 115"/>
                  <a:gd name="T4" fmla="*/ 0 60000 65536"/>
                  <a:gd name="T5" fmla="*/ 0 60000 65536"/>
                  <a:gd name="T6" fmla="*/ 0 w 115"/>
                  <a:gd name="T7" fmla="*/ 0 h 115"/>
                  <a:gd name="T8" fmla="*/ 115 w 115"/>
                  <a:gd name="T9" fmla="*/ 115 h 11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5" h="115">
                    <a:moveTo>
                      <a:pt x="0" y="115"/>
                    </a:moveTo>
                    <a:lnTo>
                      <a:pt x="11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8" name="Freeform 14"/>
              <p:cNvSpPr/>
              <p:nvPr/>
            </p:nvSpPr>
            <p:spPr bwMode="auto">
              <a:xfrm>
                <a:off x="4400" y="2897"/>
                <a:ext cx="96" cy="96"/>
              </a:xfrm>
              <a:custGeom>
                <a:avLst/>
                <a:gdLst>
                  <a:gd name="T0" fmla="*/ 0 w 96"/>
                  <a:gd name="T1" fmla="*/ 96 h 96"/>
                  <a:gd name="T2" fmla="*/ 96 w 96"/>
                  <a:gd name="T3" fmla="*/ 0 h 96"/>
                  <a:gd name="T4" fmla="*/ 0 60000 65536"/>
                  <a:gd name="T5" fmla="*/ 0 60000 65536"/>
                  <a:gd name="T6" fmla="*/ 0 w 96"/>
                  <a:gd name="T7" fmla="*/ 0 h 96"/>
                  <a:gd name="T8" fmla="*/ 96 w 96"/>
                  <a:gd name="T9" fmla="*/ 96 h 9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6" h="96">
                    <a:moveTo>
                      <a:pt x="0" y="96"/>
                    </a:moveTo>
                    <a:lnTo>
                      <a:pt x="9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4898" y="3108"/>
                <a:ext cx="125" cy="126"/>
              </a:xfrm>
              <a:custGeom>
                <a:avLst/>
                <a:gdLst>
                  <a:gd name="T0" fmla="*/ 0 w 125"/>
                  <a:gd name="T1" fmla="*/ 126 h 126"/>
                  <a:gd name="T2" fmla="*/ 125 w 125"/>
                  <a:gd name="T3" fmla="*/ 0 h 126"/>
                  <a:gd name="T4" fmla="*/ 0 60000 65536"/>
                  <a:gd name="T5" fmla="*/ 0 60000 65536"/>
                  <a:gd name="T6" fmla="*/ 0 w 125"/>
                  <a:gd name="T7" fmla="*/ 0 h 126"/>
                  <a:gd name="T8" fmla="*/ 125 w 125"/>
                  <a:gd name="T9" fmla="*/ 126 h 12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5" h="126">
                    <a:moveTo>
                      <a:pt x="0" y="126"/>
                    </a:moveTo>
                    <a:lnTo>
                      <a:pt x="12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4898" y="2888"/>
                <a:ext cx="192" cy="192"/>
              </a:xfrm>
              <a:custGeom>
                <a:avLst/>
                <a:gdLst>
                  <a:gd name="T0" fmla="*/ 0 w 192"/>
                  <a:gd name="T1" fmla="*/ 192 h 192"/>
                  <a:gd name="T2" fmla="*/ 192 w 192"/>
                  <a:gd name="T3" fmla="*/ 0 h 192"/>
                  <a:gd name="T4" fmla="*/ 0 60000 65536"/>
                  <a:gd name="T5" fmla="*/ 0 60000 65536"/>
                  <a:gd name="T6" fmla="*/ 0 w 192"/>
                  <a:gd name="T7" fmla="*/ 0 h 192"/>
                  <a:gd name="T8" fmla="*/ 192 w 192"/>
                  <a:gd name="T9" fmla="*/ 192 h 19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92" h="192">
                    <a:moveTo>
                      <a:pt x="0" y="192"/>
                    </a:moveTo>
                    <a:lnTo>
                      <a:pt x="19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1" name="Freeform 17"/>
              <p:cNvSpPr/>
              <p:nvPr/>
            </p:nvSpPr>
            <p:spPr bwMode="auto">
              <a:xfrm>
                <a:off x="4293" y="2219"/>
                <a:ext cx="937" cy="660"/>
              </a:xfrm>
              <a:custGeom>
                <a:avLst/>
                <a:gdLst>
                  <a:gd name="T0" fmla="*/ 82 w 937"/>
                  <a:gd name="T1" fmla="*/ 645 h 660"/>
                  <a:gd name="T2" fmla="*/ 232 w 937"/>
                  <a:gd name="T3" fmla="*/ 555 h 660"/>
                  <a:gd name="T4" fmla="*/ 157 w 937"/>
                  <a:gd name="T5" fmla="*/ 465 h 660"/>
                  <a:gd name="T6" fmla="*/ 127 w 937"/>
                  <a:gd name="T7" fmla="*/ 360 h 660"/>
                  <a:gd name="T8" fmla="*/ 153 w 937"/>
                  <a:gd name="T9" fmla="*/ 256 h 660"/>
                  <a:gd name="T10" fmla="*/ 240 w 937"/>
                  <a:gd name="T11" fmla="*/ 131 h 660"/>
                  <a:gd name="T12" fmla="*/ 461 w 937"/>
                  <a:gd name="T13" fmla="*/ 102 h 660"/>
                  <a:gd name="T14" fmla="*/ 622 w 937"/>
                  <a:gd name="T15" fmla="*/ 195 h 660"/>
                  <a:gd name="T16" fmla="*/ 749 w 937"/>
                  <a:gd name="T17" fmla="*/ 294 h 660"/>
                  <a:gd name="T18" fmla="*/ 787 w 937"/>
                  <a:gd name="T19" fmla="*/ 428 h 660"/>
                  <a:gd name="T20" fmla="*/ 729 w 937"/>
                  <a:gd name="T21" fmla="*/ 592 h 660"/>
                  <a:gd name="T22" fmla="*/ 787 w 937"/>
                  <a:gd name="T23" fmla="*/ 660 h 660"/>
                  <a:gd name="T24" fmla="*/ 877 w 937"/>
                  <a:gd name="T25" fmla="*/ 555 h 660"/>
                  <a:gd name="T26" fmla="*/ 937 w 937"/>
                  <a:gd name="T27" fmla="*/ 360 h 660"/>
                  <a:gd name="T28" fmla="*/ 825 w 937"/>
                  <a:gd name="T29" fmla="*/ 227 h 660"/>
                  <a:gd name="T30" fmla="*/ 757 w 937"/>
                  <a:gd name="T31" fmla="*/ 75 h 660"/>
                  <a:gd name="T32" fmla="*/ 562 w 937"/>
                  <a:gd name="T33" fmla="*/ 0 h 660"/>
                  <a:gd name="T34" fmla="*/ 365 w 937"/>
                  <a:gd name="T35" fmla="*/ 6 h 660"/>
                  <a:gd name="T36" fmla="*/ 221 w 937"/>
                  <a:gd name="T37" fmla="*/ 54 h 660"/>
                  <a:gd name="T38" fmla="*/ 86 w 937"/>
                  <a:gd name="T39" fmla="*/ 169 h 660"/>
                  <a:gd name="T40" fmla="*/ 0 w 937"/>
                  <a:gd name="T41" fmla="*/ 352 h 660"/>
                  <a:gd name="T42" fmla="*/ 29 w 937"/>
                  <a:gd name="T43" fmla="*/ 515 h 660"/>
                  <a:gd name="T44" fmla="*/ 82 w 937"/>
                  <a:gd name="T45" fmla="*/ 645 h 66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937"/>
                  <a:gd name="T70" fmla="*/ 0 h 660"/>
                  <a:gd name="T71" fmla="*/ 937 w 937"/>
                  <a:gd name="T72" fmla="*/ 660 h 660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937" h="660">
                    <a:moveTo>
                      <a:pt x="82" y="645"/>
                    </a:moveTo>
                    <a:lnTo>
                      <a:pt x="232" y="555"/>
                    </a:lnTo>
                    <a:lnTo>
                      <a:pt x="157" y="465"/>
                    </a:lnTo>
                    <a:lnTo>
                      <a:pt x="127" y="360"/>
                    </a:lnTo>
                    <a:lnTo>
                      <a:pt x="153" y="256"/>
                    </a:lnTo>
                    <a:lnTo>
                      <a:pt x="240" y="131"/>
                    </a:lnTo>
                    <a:lnTo>
                      <a:pt x="461" y="102"/>
                    </a:lnTo>
                    <a:lnTo>
                      <a:pt x="622" y="195"/>
                    </a:lnTo>
                    <a:lnTo>
                      <a:pt x="749" y="294"/>
                    </a:lnTo>
                    <a:lnTo>
                      <a:pt x="787" y="428"/>
                    </a:lnTo>
                    <a:lnTo>
                      <a:pt x="729" y="592"/>
                    </a:lnTo>
                    <a:lnTo>
                      <a:pt x="787" y="660"/>
                    </a:lnTo>
                    <a:lnTo>
                      <a:pt x="877" y="555"/>
                    </a:lnTo>
                    <a:lnTo>
                      <a:pt x="937" y="360"/>
                    </a:lnTo>
                    <a:lnTo>
                      <a:pt x="825" y="227"/>
                    </a:lnTo>
                    <a:lnTo>
                      <a:pt x="757" y="75"/>
                    </a:lnTo>
                    <a:lnTo>
                      <a:pt x="562" y="0"/>
                    </a:lnTo>
                    <a:lnTo>
                      <a:pt x="365" y="6"/>
                    </a:lnTo>
                    <a:lnTo>
                      <a:pt x="221" y="54"/>
                    </a:lnTo>
                    <a:lnTo>
                      <a:pt x="86" y="169"/>
                    </a:lnTo>
                    <a:lnTo>
                      <a:pt x="0" y="352"/>
                    </a:lnTo>
                    <a:lnTo>
                      <a:pt x="29" y="515"/>
                    </a:lnTo>
                    <a:lnTo>
                      <a:pt x="82" y="6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2" name="Freeform 20"/>
              <p:cNvSpPr/>
              <p:nvPr/>
            </p:nvSpPr>
            <p:spPr bwMode="auto">
              <a:xfrm>
                <a:off x="4341" y="2749"/>
                <a:ext cx="845" cy="206"/>
              </a:xfrm>
              <a:custGeom>
                <a:avLst/>
                <a:gdLst>
                  <a:gd name="T0" fmla="*/ 0 w 845"/>
                  <a:gd name="T1" fmla="*/ 206 h 206"/>
                  <a:gd name="T2" fmla="*/ 48 w 845"/>
                  <a:gd name="T3" fmla="*/ 119 h 206"/>
                  <a:gd name="T4" fmla="*/ 201 w 845"/>
                  <a:gd name="T5" fmla="*/ 42 h 206"/>
                  <a:gd name="T6" fmla="*/ 305 w 845"/>
                  <a:gd name="T7" fmla="*/ 0 h 206"/>
                  <a:gd name="T8" fmla="*/ 444 w 845"/>
                  <a:gd name="T9" fmla="*/ 39 h 206"/>
                  <a:gd name="T10" fmla="*/ 528 w 845"/>
                  <a:gd name="T11" fmla="*/ 8 h 206"/>
                  <a:gd name="T12" fmla="*/ 643 w 845"/>
                  <a:gd name="T13" fmla="*/ 33 h 206"/>
                  <a:gd name="T14" fmla="*/ 749 w 845"/>
                  <a:gd name="T15" fmla="*/ 138 h 206"/>
                  <a:gd name="T16" fmla="*/ 845 w 845"/>
                  <a:gd name="T17" fmla="*/ 167 h 20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45"/>
                  <a:gd name="T28" fmla="*/ 0 h 206"/>
                  <a:gd name="T29" fmla="*/ 845 w 845"/>
                  <a:gd name="T30" fmla="*/ 206 h 20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45" h="206">
                    <a:moveTo>
                      <a:pt x="0" y="206"/>
                    </a:moveTo>
                    <a:cubicBezTo>
                      <a:pt x="7" y="176"/>
                      <a:pt x="15" y="146"/>
                      <a:pt x="48" y="119"/>
                    </a:cubicBezTo>
                    <a:cubicBezTo>
                      <a:pt x="81" y="92"/>
                      <a:pt x="158" y="62"/>
                      <a:pt x="201" y="42"/>
                    </a:cubicBezTo>
                    <a:cubicBezTo>
                      <a:pt x="244" y="22"/>
                      <a:pt x="265" y="0"/>
                      <a:pt x="305" y="0"/>
                    </a:cubicBezTo>
                    <a:cubicBezTo>
                      <a:pt x="345" y="0"/>
                      <a:pt x="407" y="38"/>
                      <a:pt x="444" y="39"/>
                    </a:cubicBezTo>
                    <a:cubicBezTo>
                      <a:pt x="481" y="40"/>
                      <a:pt x="495" y="9"/>
                      <a:pt x="528" y="8"/>
                    </a:cubicBezTo>
                    <a:cubicBezTo>
                      <a:pt x="561" y="7"/>
                      <a:pt x="606" y="11"/>
                      <a:pt x="643" y="33"/>
                    </a:cubicBezTo>
                    <a:cubicBezTo>
                      <a:pt x="680" y="55"/>
                      <a:pt x="715" y="116"/>
                      <a:pt x="749" y="138"/>
                    </a:cubicBezTo>
                    <a:cubicBezTo>
                      <a:pt x="783" y="160"/>
                      <a:pt x="831" y="164"/>
                      <a:pt x="845" y="167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3" name="Oval 21"/>
              <p:cNvSpPr>
                <a:spLocks noChangeArrowheads="1"/>
              </p:cNvSpPr>
              <p:nvPr/>
            </p:nvSpPr>
            <p:spPr bwMode="auto">
              <a:xfrm>
                <a:off x="4475" y="981"/>
                <a:ext cx="523" cy="493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4" name="Oval 22"/>
              <p:cNvSpPr>
                <a:spLocks noChangeArrowheads="1"/>
              </p:cNvSpPr>
              <p:nvPr/>
            </p:nvSpPr>
            <p:spPr bwMode="auto">
              <a:xfrm>
                <a:off x="4583" y="1082"/>
                <a:ext cx="317" cy="297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5" name="Freeform 23"/>
              <p:cNvSpPr/>
              <p:nvPr/>
            </p:nvSpPr>
            <p:spPr bwMode="auto">
              <a:xfrm>
                <a:off x="4428" y="1007"/>
                <a:ext cx="403" cy="517"/>
              </a:xfrm>
              <a:custGeom>
                <a:avLst/>
                <a:gdLst>
                  <a:gd name="T0" fmla="*/ 192 w 403"/>
                  <a:gd name="T1" fmla="*/ 0 h 509"/>
                  <a:gd name="T2" fmla="*/ 230 w 403"/>
                  <a:gd name="T3" fmla="*/ 115 h 509"/>
                  <a:gd name="T4" fmla="*/ 230 w 403"/>
                  <a:gd name="T5" fmla="*/ 227 h 509"/>
                  <a:gd name="T6" fmla="*/ 336 w 403"/>
                  <a:gd name="T7" fmla="*/ 395 h 509"/>
                  <a:gd name="T8" fmla="*/ 403 w 403"/>
                  <a:gd name="T9" fmla="*/ 498 h 509"/>
                  <a:gd name="T10" fmla="*/ 320 w 403"/>
                  <a:gd name="T11" fmla="*/ 550 h 509"/>
                  <a:gd name="T12" fmla="*/ 173 w 403"/>
                  <a:gd name="T13" fmla="*/ 508 h 509"/>
                  <a:gd name="T14" fmla="*/ 29 w 403"/>
                  <a:gd name="T15" fmla="*/ 404 h 509"/>
                  <a:gd name="T16" fmla="*/ 0 w 403"/>
                  <a:gd name="T17" fmla="*/ 154 h 509"/>
                  <a:gd name="T18" fmla="*/ 77 w 403"/>
                  <a:gd name="T19" fmla="*/ 9 h 509"/>
                  <a:gd name="T20" fmla="*/ 192 w 403"/>
                  <a:gd name="T21" fmla="*/ 0 h 50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03"/>
                  <a:gd name="T34" fmla="*/ 0 h 509"/>
                  <a:gd name="T35" fmla="*/ 403 w 403"/>
                  <a:gd name="T36" fmla="*/ 509 h 50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03" h="509">
                    <a:moveTo>
                      <a:pt x="192" y="0"/>
                    </a:moveTo>
                    <a:lnTo>
                      <a:pt x="230" y="105"/>
                    </a:lnTo>
                    <a:lnTo>
                      <a:pt x="230" y="211"/>
                    </a:lnTo>
                    <a:lnTo>
                      <a:pt x="336" y="365"/>
                    </a:lnTo>
                    <a:lnTo>
                      <a:pt x="403" y="461"/>
                    </a:lnTo>
                    <a:lnTo>
                      <a:pt x="320" y="509"/>
                    </a:lnTo>
                    <a:lnTo>
                      <a:pt x="173" y="470"/>
                    </a:lnTo>
                    <a:lnTo>
                      <a:pt x="29" y="374"/>
                    </a:lnTo>
                    <a:lnTo>
                      <a:pt x="0" y="144"/>
                    </a:lnTo>
                    <a:lnTo>
                      <a:pt x="77" y="9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6" name="Rectangle 24"/>
              <p:cNvSpPr>
                <a:spLocks noChangeArrowheads="1"/>
              </p:cNvSpPr>
              <p:nvPr/>
            </p:nvSpPr>
            <p:spPr bwMode="auto">
              <a:xfrm>
                <a:off x="4215" y="638"/>
                <a:ext cx="1065" cy="1251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8" name="Line 25"/>
              <p:cNvSpPr>
                <a:spLocks noChangeShapeType="1"/>
              </p:cNvSpPr>
              <p:nvPr/>
            </p:nvSpPr>
            <p:spPr bwMode="auto">
              <a:xfrm flipH="1" flipV="1">
                <a:off x="4361" y="783"/>
                <a:ext cx="0" cy="11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9" name="Line 26"/>
              <p:cNvSpPr>
                <a:spLocks noChangeShapeType="1"/>
              </p:cNvSpPr>
              <p:nvPr/>
            </p:nvSpPr>
            <p:spPr bwMode="auto">
              <a:xfrm flipV="1">
                <a:off x="4217" y="640"/>
                <a:ext cx="96" cy="9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0" name="Freeform 27"/>
              <p:cNvSpPr/>
              <p:nvPr/>
            </p:nvSpPr>
            <p:spPr bwMode="auto">
              <a:xfrm>
                <a:off x="4217" y="631"/>
                <a:ext cx="268" cy="269"/>
              </a:xfrm>
              <a:custGeom>
                <a:avLst/>
                <a:gdLst>
                  <a:gd name="T0" fmla="*/ 0 w 268"/>
                  <a:gd name="T1" fmla="*/ 269 h 269"/>
                  <a:gd name="T2" fmla="*/ 268 w 268"/>
                  <a:gd name="T3" fmla="*/ 0 h 269"/>
                  <a:gd name="T4" fmla="*/ 0 60000 65536"/>
                  <a:gd name="T5" fmla="*/ 0 60000 65536"/>
                  <a:gd name="T6" fmla="*/ 0 w 268"/>
                  <a:gd name="T7" fmla="*/ 0 h 269"/>
                  <a:gd name="T8" fmla="*/ 268 w 268"/>
                  <a:gd name="T9" fmla="*/ 269 h 26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68" h="269">
                    <a:moveTo>
                      <a:pt x="0" y="269"/>
                    </a:moveTo>
                    <a:lnTo>
                      <a:pt x="26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1" name="Freeform 28"/>
              <p:cNvSpPr/>
              <p:nvPr/>
            </p:nvSpPr>
            <p:spPr bwMode="auto">
              <a:xfrm>
                <a:off x="4217" y="919"/>
                <a:ext cx="143" cy="144"/>
              </a:xfrm>
              <a:custGeom>
                <a:avLst/>
                <a:gdLst>
                  <a:gd name="T0" fmla="*/ 0 w 143"/>
                  <a:gd name="T1" fmla="*/ 144 h 144"/>
                  <a:gd name="T2" fmla="*/ 143 w 143"/>
                  <a:gd name="T3" fmla="*/ 0 h 144"/>
                  <a:gd name="T4" fmla="*/ 0 60000 65536"/>
                  <a:gd name="T5" fmla="*/ 0 60000 65536"/>
                  <a:gd name="T6" fmla="*/ 0 w 143"/>
                  <a:gd name="T7" fmla="*/ 0 h 144"/>
                  <a:gd name="T8" fmla="*/ 143 w 143"/>
                  <a:gd name="T9" fmla="*/ 144 h 14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43" h="144">
                    <a:moveTo>
                      <a:pt x="0" y="144"/>
                    </a:moveTo>
                    <a:lnTo>
                      <a:pt x="14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2" name="Freeform 29"/>
              <p:cNvSpPr/>
              <p:nvPr/>
            </p:nvSpPr>
            <p:spPr bwMode="auto">
              <a:xfrm>
                <a:off x="4217" y="1082"/>
                <a:ext cx="143" cy="144"/>
              </a:xfrm>
              <a:custGeom>
                <a:avLst/>
                <a:gdLst>
                  <a:gd name="T0" fmla="*/ 0 w 143"/>
                  <a:gd name="T1" fmla="*/ 144 h 144"/>
                  <a:gd name="T2" fmla="*/ 143 w 143"/>
                  <a:gd name="T3" fmla="*/ 0 h 144"/>
                  <a:gd name="T4" fmla="*/ 0 60000 65536"/>
                  <a:gd name="T5" fmla="*/ 0 60000 65536"/>
                  <a:gd name="T6" fmla="*/ 0 w 143"/>
                  <a:gd name="T7" fmla="*/ 0 h 144"/>
                  <a:gd name="T8" fmla="*/ 143 w 143"/>
                  <a:gd name="T9" fmla="*/ 144 h 14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43" h="144">
                    <a:moveTo>
                      <a:pt x="0" y="144"/>
                    </a:moveTo>
                    <a:lnTo>
                      <a:pt x="14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3" name="Freeform 30"/>
              <p:cNvSpPr/>
              <p:nvPr/>
            </p:nvSpPr>
            <p:spPr bwMode="auto">
              <a:xfrm>
                <a:off x="4227" y="1255"/>
                <a:ext cx="133" cy="135"/>
              </a:xfrm>
              <a:custGeom>
                <a:avLst/>
                <a:gdLst>
                  <a:gd name="T0" fmla="*/ 0 w 133"/>
                  <a:gd name="T1" fmla="*/ 135 h 135"/>
                  <a:gd name="T2" fmla="*/ 133 w 133"/>
                  <a:gd name="T3" fmla="*/ 0 h 135"/>
                  <a:gd name="T4" fmla="*/ 0 60000 65536"/>
                  <a:gd name="T5" fmla="*/ 0 60000 65536"/>
                  <a:gd name="T6" fmla="*/ 0 w 133"/>
                  <a:gd name="T7" fmla="*/ 0 h 135"/>
                  <a:gd name="T8" fmla="*/ 133 w 133"/>
                  <a:gd name="T9" fmla="*/ 135 h 1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3" h="135">
                    <a:moveTo>
                      <a:pt x="0" y="135"/>
                    </a:moveTo>
                    <a:lnTo>
                      <a:pt x="13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4" name="Freeform 31"/>
              <p:cNvSpPr/>
              <p:nvPr/>
            </p:nvSpPr>
            <p:spPr bwMode="auto">
              <a:xfrm>
                <a:off x="4217" y="1428"/>
                <a:ext cx="143" cy="143"/>
              </a:xfrm>
              <a:custGeom>
                <a:avLst/>
                <a:gdLst>
                  <a:gd name="T0" fmla="*/ 0 w 143"/>
                  <a:gd name="T1" fmla="*/ 143 h 143"/>
                  <a:gd name="T2" fmla="*/ 143 w 143"/>
                  <a:gd name="T3" fmla="*/ 0 h 143"/>
                  <a:gd name="T4" fmla="*/ 0 60000 65536"/>
                  <a:gd name="T5" fmla="*/ 0 60000 65536"/>
                  <a:gd name="T6" fmla="*/ 0 w 143"/>
                  <a:gd name="T7" fmla="*/ 0 h 143"/>
                  <a:gd name="T8" fmla="*/ 143 w 143"/>
                  <a:gd name="T9" fmla="*/ 143 h 14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43" h="143">
                    <a:moveTo>
                      <a:pt x="0" y="143"/>
                    </a:moveTo>
                    <a:lnTo>
                      <a:pt x="14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5" name="Freeform 32"/>
              <p:cNvSpPr/>
              <p:nvPr/>
            </p:nvSpPr>
            <p:spPr bwMode="auto">
              <a:xfrm>
                <a:off x="4227" y="1601"/>
                <a:ext cx="133" cy="135"/>
              </a:xfrm>
              <a:custGeom>
                <a:avLst/>
                <a:gdLst>
                  <a:gd name="T0" fmla="*/ 0 w 133"/>
                  <a:gd name="T1" fmla="*/ 135 h 135"/>
                  <a:gd name="T2" fmla="*/ 133 w 133"/>
                  <a:gd name="T3" fmla="*/ 0 h 135"/>
                  <a:gd name="T4" fmla="*/ 0 60000 65536"/>
                  <a:gd name="T5" fmla="*/ 0 60000 65536"/>
                  <a:gd name="T6" fmla="*/ 0 w 133"/>
                  <a:gd name="T7" fmla="*/ 0 h 135"/>
                  <a:gd name="T8" fmla="*/ 133 w 133"/>
                  <a:gd name="T9" fmla="*/ 135 h 1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3" h="135">
                    <a:moveTo>
                      <a:pt x="0" y="135"/>
                    </a:moveTo>
                    <a:lnTo>
                      <a:pt x="13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6" name="Freeform 33"/>
              <p:cNvSpPr/>
              <p:nvPr/>
            </p:nvSpPr>
            <p:spPr bwMode="auto">
              <a:xfrm>
                <a:off x="4236" y="1754"/>
                <a:ext cx="134" cy="135"/>
              </a:xfrm>
              <a:custGeom>
                <a:avLst/>
                <a:gdLst>
                  <a:gd name="T0" fmla="*/ 0 w 134"/>
                  <a:gd name="T1" fmla="*/ 135 h 135"/>
                  <a:gd name="T2" fmla="*/ 134 w 134"/>
                  <a:gd name="T3" fmla="*/ 0 h 135"/>
                  <a:gd name="T4" fmla="*/ 0 60000 65536"/>
                  <a:gd name="T5" fmla="*/ 0 60000 65536"/>
                  <a:gd name="T6" fmla="*/ 0 w 134"/>
                  <a:gd name="T7" fmla="*/ 0 h 135"/>
                  <a:gd name="T8" fmla="*/ 134 w 134"/>
                  <a:gd name="T9" fmla="*/ 135 h 1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4" h="135">
                    <a:moveTo>
                      <a:pt x="0" y="135"/>
                    </a:moveTo>
                    <a:lnTo>
                      <a:pt x="13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7" name="Line 36"/>
              <p:cNvSpPr>
                <a:spLocks noChangeShapeType="1"/>
              </p:cNvSpPr>
              <p:nvPr/>
            </p:nvSpPr>
            <p:spPr bwMode="auto">
              <a:xfrm>
                <a:off x="4360" y="785"/>
                <a:ext cx="20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8" name="Freeform 37"/>
              <p:cNvSpPr/>
              <p:nvPr/>
            </p:nvSpPr>
            <p:spPr bwMode="auto">
              <a:xfrm>
                <a:off x="4505" y="631"/>
                <a:ext cx="162" cy="471"/>
              </a:xfrm>
              <a:custGeom>
                <a:avLst/>
                <a:gdLst>
                  <a:gd name="T0" fmla="*/ 162 w 162"/>
                  <a:gd name="T1" fmla="*/ 471 h 471"/>
                  <a:gd name="T2" fmla="*/ 124 w 162"/>
                  <a:gd name="T3" fmla="*/ 365 h 471"/>
                  <a:gd name="T4" fmla="*/ 60 w 162"/>
                  <a:gd name="T5" fmla="*/ 279 h 471"/>
                  <a:gd name="T6" fmla="*/ 66 w 162"/>
                  <a:gd name="T7" fmla="*/ 163 h 471"/>
                  <a:gd name="T8" fmla="*/ 9 w 162"/>
                  <a:gd name="T9" fmla="*/ 58 h 471"/>
                  <a:gd name="T10" fmla="*/ 9 w 162"/>
                  <a:gd name="T11" fmla="*/ 0 h 4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2"/>
                  <a:gd name="T19" fmla="*/ 0 h 471"/>
                  <a:gd name="T20" fmla="*/ 162 w 162"/>
                  <a:gd name="T21" fmla="*/ 471 h 47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2" h="471">
                    <a:moveTo>
                      <a:pt x="162" y="471"/>
                    </a:moveTo>
                    <a:cubicBezTo>
                      <a:pt x="150" y="434"/>
                      <a:pt x="141" y="397"/>
                      <a:pt x="124" y="365"/>
                    </a:cubicBezTo>
                    <a:cubicBezTo>
                      <a:pt x="107" y="333"/>
                      <a:pt x="70" y="313"/>
                      <a:pt x="60" y="279"/>
                    </a:cubicBezTo>
                    <a:cubicBezTo>
                      <a:pt x="50" y="245"/>
                      <a:pt x="74" y="200"/>
                      <a:pt x="66" y="163"/>
                    </a:cubicBezTo>
                    <a:cubicBezTo>
                      <a:pt x="58" y="126"/>
                      <a:pt x="18" y="85"/>
                      <a:pt x="9" y="58"/>
                    </a:cubicBezTo>
                    <a:cubicBezTo>
                      <a:pt x="0" y="31"/>
                      <a:pt x="4" y="15"/>
                      <a:pt x="9" y="0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9" name="Freeform 38"/>
              <p:cNvSpPr/>
              <p:nvPr/>
            </p:nvSpPr>
            <p:spPr bwMode="auto">
              <a:xfrm>
                <a:off x="4773" y="1380"/>
                <a:ext cx="249" cy="509"/>
              </a:xfrm>
              <a:custGeom>
                <a:avLst/>
                <a:gdLst>
                  <a:gd name="T0" fmla="*/ 0 w 249"/>
                  <a:gd name="T1" fmla="*/ 0 h 509"/>
                  <a:gd name="T2" fmla="*/ 48 w 249"/>
                  <a:gd name="T3" fmla="*/ 67 h 509"/>
                  <a:gd name="T4" fmla="*/ 173 w 249"/>
                  <a:gd name="T5" fmla="*/ 211 h 509"/>
                  <a:gd name="T6" fmla="*/ 201 w 249"/>
                  <a:gd name="T7" fmla="*/ 374 h 509"/>
                  <a:gd name="T8" fmla="*/ 249 w 249"/>
                  <a:gd name="T9" fmla="*/ 509 h 5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9"/>
                  <a:gd name="T16" fmla="*/ 0 h 509"/>
                  <a:gd name="T17" fmla="*/ 249 w 249"/>
                  <a:gd name="T18" fmla="*/ 509 h 50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9" h="509">
                    <a:moveTo>
                      <a:pt x="0" y="0"/>
                    </a:moveTo>
                    <a:cubicBezTo>
                      <a:pt x="10" y="11"/>
                      <a:pt x="19" y="32"/>
                      <a:pt x="48" y="67"/>
                    </a:cubicBezTo>
                    <a:cubicBezTo>
                      <a:pt x="77" y="102"/>
                      <a:pt x="147" y="160"/>
                      <a:pt x="173" y="211"/>
                    </a:cubicBezTo>
                    <a:cubicBezTo>
                      <a:pt x="199" y="262"/>
                      <a:pt x="188" y="325"/>
                      <a:pt x="201" y="374"/>
                    </a:cubicBezTo>
                    <a:cubicBezTo>
                      <a:pt x="214" y="423"/>
                      <a:pt x="241" y="487"/>
                      <a:pt x="249" y="509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8399156" y="976536"/>
              <a:ext cx="1931931" cy="4324099"/>
              <a:chOff x="8371432" y="2067275"/>
              <a:chExt cx="1931931" cy="4324099"/>
            </a:xfrm>
          </p:grpSpPr>
          <p:pic>
            <p:nvPicPr>
              <p:cNvPr id="14" name="图片 13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219" t="16552" r="54785"/>
              <a:stretch>
                <a:fillRect/>
              </a:stretch>
            </p:blipFill>
            <p:spPr>
              <a:xfrm>
                <a:off x="8371432" y="5177886"/>
                <a:ext cx="1931931" cy="282153"/>
              </a:xfrm>
              <a:prstGeom prst="rect">
                <a:avLst/>
              </a:prstGeom>
            </p:spPr>
          </p:pic>
          <p:pic>
            <p:nvPicPr>
              <p:cNvPr id="15" name="图片 14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077" t="26845" r="64190" b="3454"/>
              <a:stretch>
                <a:fillRect/>
              </a:stretch>
            </p:blipFill>
            <p:spPr>
              <a:xfrm>
                <a:off x="8929744" y="3009955"/>
                <a:ext cx="895546" cy="235671"/>
              </a:xfrm>
              <a:prstGeom prst="rect">
                <a:avLst/>
              </a:prstGeom>
            </p:spPr>
          </p:pic>
          <p:pic>
            <p:nvPicPr>
              <p:cNvPr id="17" name="图片 16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254" t="40013" r="53538" b="20955"/>
              <a:stretch>
                <a:fillRect/>
              </a:stretch>
            </p:blipFill>
            <p:spPr>
              <a:xfrm rot="5400000">
                <a:off x="8312289" y="5349713"/>
                <a:ext cx="1951346" cy="131976"/>
              </a:xfrm>
              <a:prstGeom prst="rect">
                <a:avLst/>
              </a:prstGeom>
            </p:spPr>
          </p:pic>
          <p:pic>
            <p:nvPicPr>
              <p:cNvPr id="18" name="图片 17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145" t="34439" r="46163" b="7013"/>
              <a:stretch>
                <a:fillRect/>
              </a:stretch>
            </p:blipFill>
            <p:spPr>
              <a:xfrm rot="5400000">
                <a:off x="8137892" y="3104223"/>
                <a:ext cx="2271860" cy="197963"/>
              </a:xfrm>
              <a:prstGeom prst="rect">
                <a:avLst/>
              </a:prstGeom>
            </p:spPr>
          </p:pic>
        </p:grpSp>
      </p:grpSp>
      <p:grpSp>
        <p:nvGrpSpPr>
          <p:cNvPr id="52" name="组合 51"/>
          <p:cNvGrpSpPr/>
          <p:nvPr/>
        </p:nvGrpSpPr>
        <p:grpSpPr>
          <a:xfrm>
            <a:off x="4737552" y="1233682"/>
            <a:ext cx="1931931" cy="4324099"/>
            <a:chOff x="2174282" y="976536"/>
            <a:chExt cx="1931931" cy="4324099"/>
          </a:xfrm>
        </p:grpSpPr>
        <p:grpSp>
          <p:nvGrpSpPr>
            <p:cNvPr id="53" name="Group 84"/>
            <p:cNvGrpSpPr/>
            <p:nvPr/>
          </p:nvGrpSpPr>
          <p:grpSpPr bwMode="auto">
            <a:xfrm>
              <a:off x="2262951" y="1076752"/>
              <a:ext cx="1690688" cy="4152900"/>
              <a:chOff x="767" y="618"/>
              <a:chExt cx="1065" cy="2616"/>
            </a:xfrm>
          </p:grpSpPr>
          <p:grpSp>
            <p:nvGrpSpPr>
              <p:cNvPr id="59" name="Group 83"/>
              <p:cNvGrpSpPr/>
              <p:nvPr/>
            </p:nvGrpSpPr>
            <p:grpSpPr bwMode="auto">
              <a:xfrm>
                <a:off x="767" y="2137"/>
                <a:ext cx="1065" cy="987"/>
                <a:chOff x="767" y="2137"/>
                <a:chExt cx="1065" cy="987"/>
              </a:xfrm>
            </p:grpSpPr>
            <p:sp>
              <p:nvSpPr>
                <p:cNvPr id="175" name="Oval 42"/>
                <p:cNvSpPr>
                  <a:spLocks noChangeArrowheads="1"/>
                </p:cNvSpPr>
                <p:nvPr/>
              </p:nvSpPr>
              <p:spPr bwMode="auto">
                <a:xfrm>
                  <a:off x="767" y="2137"/>
                  <a:ext cx="1065" cy="960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6" name="Freeform 43"/>
                <p:cNvSpPr/>
                <p:nvPr/>
              </p:nvSpPr>
              <p:spPr bwMode="auto">
                <a:xfrm>
                  <a:off x="1018" y="2989"/>
                  <a:ext cx="548" cy="135"/>
                </a:xfrm>
                <a:custGeom>
                  <a:avLst/>
                  <a:gdLst>
                    <a:gd name="T0" fmla="*/ 0 w 548"/>
                    <a:gd name="T1" fmla="*/ 10 h 135"/>
                    <a:gd name="T2" fmla="*/ 0 w 548"/>
                    <a:gd name="T3" fmla="*/ 68 h 135"/>
                    <a:gd name="T4" fmla="*/ 87 w 548"/>
                    <a:gd name="T5" fmla="*/ 116 h 135"/>
                    <a:gd name="T6" fmla="*/ 183 w 548"/>
                    <a:gd name="T7" fmla="*/ 135 h 135"/>
                    <a:gd name="T8" fmla="*/ 288 w 548"/>
                    <a:gd name="T9" fmla="*/ 135 h 135"/>
                    <a:gd name="T10" fmla="*/ 394 w 548"/>
                    <a:gd name="T11" fmla="*/ 135 h 135"/>
                    <a:gd name="T12" fmla="*/ 490 w 548"/>
                    <a:gd name="T13" fmla="*/ 116 h 135"/>
                    <a:gd name="T14" fmla="*/ 548 w 548"/>
                    <a:gd name="T15" fmla="*/ 68 h 135"/>
                    <a:gd name="T16" fmla="*/ 538 w 548"/>
                    <a:gd name="T17" fmla="*/ 0 h 135"/>
                    <a:gd name="T18" fmla="*/ 490 w 548"/>
                    <a:gd name="T19" fmla="*/ 39 h 135"/>
                    <a:gd name="T20" fmla="*/ 394 w 548"/>
                    <a:gd name="T21" fmla="*/ 68 h 135"/>
                    <a:gd name="T22" fmla="*/ 298 w 548"/>
                    <a:gd name="T23" fmla="*/ 58 h 135"/>
                    <a:gd name="T24" fmla="*/ 231 w 548"/>
                    <a:gd name="T25" fmla="*/ 68 h 135"/>
                    <a:gd name="T26" fmla="*/ 77 w 548"/>
                    <a:gd name="T27" fmla="*/ 39 h 135"/>
                    <a:gd name="T28" fmla="*/ 0 w 548"/>
                    <a:gd name="T29" fmla="*/ 10 h 13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8"/>
                    <a:gd name="T46" fmla="*/ 0 h 135"/>
                    <a:gd name="T47" fmla="*/ 548 w 548"/>
                    <a:gd name="T48" fmla="*/ 135 h 135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8" h="135">
                      <a:moveTo>
                        <a:pt x="0" y="10"/>
                      </a:moveTo>
                      <a:lnTo>
                        <a:pt x="0" y="68"/>
                      </a:lnTo>
                      <a:lnTo>
                        <a:pt x="87" y="116"/>
                      </a:lnTo>
                      <a:lnTo>
                        <a:pt x="183" y="135"/>
                      </a:lnTo>
                      <a:lnTo>
                        <a:pt x="288" y="135"/>
                      </a:lnTo>
                      <a:lnTo>
                        <a:pt x="394" y="135"/>
                      </a:lnTo>
                      <a:lnTo>
                        <a:pt x="490" y="116"/>
                      </a:lnTo>
                      <a:lnTo>
                        <a:pt x="548" y="68"/>
                      </a:lnTo>
                      <a:lnTo>
                        <a:pt x="538" y="0"/>
                      </a:lnTo>
                      <a:lnTo>
                        <a:pt x="490" y="39"/>
                      </a:lnTo>
                      <a:lnTo>
                        <a:pt x="394" y="68"/>
                      </a:lnTo>
                      <a:lnTo>
                        <a:pt x="298" y="58"/>
                      </a:lnTo>
                      <a:lnTo>
                        <a:pt x="231" y="68"/>
                      </a:lnTo>
                      <a:lnTo>
                        <a:pt x="77" y="39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60" name="Line 44"/>
              <p:cNvSpPr>
                <a:spLocks noChangeShapeType="1"/>
              </p:cNvSpPr>
              <p:nvPr/>
            </p:nvSpPr>
            <p:spPr bwMode="auto">
              <a:xfrm>
                <a:off x="1019" y="3029"/>
                <a:ext cx="0" cy="20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1" name="Line 45"/>
              <p:cNvSpPr>
                <a:spLocks noChangeShapeType="1"/>
              </p:cNvSpPr>
              <p:nvPr/>
            </p:nvSpPr>
            <p:spPr bwMode="auto">
              <a:xfrm>
                <a:off x="1576" y="3028"/>
                <a:ext cx="0" cy="2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2" name="Line 46"/>
              <p:cNvSpPr>
                <a:spLocks noChangeShapeType="1"/>
              </p:cNvSpPr>
              <p:nvPr/>
            </p:nvSpPr>
            <p:spPr bwMode="auto">
              <a:xfrm flipH="1">
                <a:off x="1020" y="3219"/>
                <a:ext cx="56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3" name="Oval 47"/>
              <p:cNvSpPr>
                <a:spLocks noChangeArrowheads="1"/>
              </p:cNvSpPr>
              <p:nvPr/>
            </p:nvSpPr>
            <p:spPr bwMode="auto">
              <a:xfrm>
                <a:off x="913" y="2269"/>
                <a:ext cx="758" cy="692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4" name="Line 48"/>
              <p:cNvSpPr>
                <a:spLocks noChangeShapeType="1"/>
              </p:cNvSpPr>
              <p:nvPr/>
            </p:nvSpPr>
            <p:spPr bwMode="auto">
              <a:xfrm>
                <a:off x="1135" y="2923"/>
                <a:ext cx="0" cy="2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5" name="Line 49"/>
              <p:cNvSpPr>
                <a:spLocks noChangeShapeType="1"/>
              </p:cNvSpPr>
              <p:nvPr/>
            </p:nvSpPr>
            <p:spPr bwMode="auto">
              <a:xfrm>
                <a:off x="1452" y="2941"/>
                <a:ext cx="0" cy="27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1" name="Line 50"/>
              <p:cNvSpPr>
                <a:spLocks noChangeShapeType="1"/>
              </p:cNvSpPr>
              <p:nvPr/>
            </p:nvSpPr>
            <p:spPr bwMode="auto">
              <a:xfrm flipV="1">
                <a:off x="1038" y="3114"/>
                <a:ext cx="96" cy="9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2" name="Freeform 51"/>
              <p:cNvSpPr/>
              <p:nvPr/>
            </p:nvSpPr>
            <p:spPr bwMode="auto">
              <a:xfrm>
                <a:off x="1018" y="2971"/>
                <a:ext cx="115" cy="115"/>
              </a:xfrm>
              <a:custGeom>
                <a:avLst/>
                <a:gdLst>
                  <a:gd name="T0" fmla="*/ 0 w 115"/>
                  <a:gd name="T1" fmla="*/ 115 h 115"/>
                  <a:gd name="T2" fmla="*/ 115 w 115"/>
                  <a:gd name="T3" fmla="*/ 0 h 115"/>
                  <a:gd name="T4" fmla="*/ 0 60000 65536"/>
                  <a:gd name="T5" fmla="*/ 0 60000 65536"/>
                  <a:gd name="T6" fmla="*/ 0 w 115"/>
                  <a:gd name="T7" fmla="*/ 0 h 115"/>
                  <a:gd name="T8" fmla="*/ 115 w 115"/>
                  <a:gd name="T9" fmla="*/ 115 h 11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5" h="115">
                    <a:moveTo>
                      <a:pt x="0" y="115"/>
                    </a:moveTo>
                    <a:lnTo>
                      <a:pt x="11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3" name="Freeform 52"/>
              <p:cNvSpPr/>
              <p:nvPr/>
            </p:nvSpPr>
            <p:spPr bwMode="auto">
              <a:xfrm>
                <a:off x="952" y="2884"/>
                <a:ext cx="96" cy="96"/>
              </a:xfrm>
              <a:custGeom>
                <a:avLst/>
                <a:gdLst>
                  <a:gd name="T0" fmla="*/ 0 w 96"/>
                  <a:gd name="T1" fmla="*/ 96 h 96"/>
                  <a:gd name="T2" fmla="*/ 96 w 96"/>
                  <a:gd name="T3" fmla="*/ 0 h 96"/>
                  <a:gd name="T4" fmla="*/ 0 60000 65536"/>
                  <a:gd name="T5" fmla="*/ 0 60000 65536"/>
                  <a:gd name="T6" fmla="*/ 0 w 96"/>
                  <a:gd name="T7" fmla="*/ 0 h 96"/>
                  <a:gd name="T8" fmla="*/ 96 w 96"/>
                  <a:gd name="T9" fmla="*/ 96 h 9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6" h="96">
                    <a:moveTo>
                      <a:pt x="0" y="96"/>
                    </a:moveTo>
                    <a:lnTo>
                      <a:pt x="9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4" name="Freeform 53"/>
              <p:cNvSpPr/>
              <p:nvPr/>
            </p:nvSpPr>
            <p:spPr bwMode="auto">
              <a:xfrm>
                <a:off x="1450" y="3095"/>
                <a:ext cx="125" cy="126"/>
              </a:xfrm>
              <a:custGeom>
                <a:avLst/>
                <a:gdLst>
                  <a:gd name="T0" fmla="*/ 0 w 125"/>
                  <a:gd name="T1" fmla="*/ 126 h 126"/>
                  <a:gd name="T2" fmla="*/ 125 w 125"/>
                  <a:gd name="T3" fmla="*/ 0 h 126"/>
                  <a:gd name="T4" fmla="*/ 0 60000 65536"/>
                  <a:gd name="T5" fmla="*/ 0 60000 65536"/>
                  <a:gd name="T6" fmla="*/ 0 w 125"/>
                  <a:gd name="T7" fmla="*/ 0 h 126"/>
                  <a:gd name="T8" fmla="*/ 125 w 125"/>
                  <a:gd name="T9" fmla="*/ 126 h 12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5" h="126">
                    <a:moveTo>
                      <a:pt x="0" y="126"/>
                    </a:moveTo>
                    <a:lnTo>
                      <a:pt x="12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5" name="Freeform 54"/>
              <p:cNvSpPr/>
              <p:nvPr/>
            </p:nvSpPr>
            <p:spPr bwMode="auto">
              <a:xfrm>
                <a:off x="1450" y="2875"/>
                <a:ext cx="192" cy="192"/>
              </a:xfrm>
              <a:custGeom>
                <a:avLst/>
                <a:gdLst>
                  <a:gd name="T0" fmla="*/ 0 w 192"/>
                  <a:gd name="T1" fmla="*/ 192 h 192"/>
                  <a:gd name="T2" fmla="*/ 192 w 192"/>
                  <a:gd name="T3" fmla="*/ 0 h 192"/>
                  <a:gd name="T4" fmla="*/ 0 60000 65536"/>
                  <a:gd name="T5" fmla="*/ 0 60000 65536"/>
                  <a:gd name="T6" fmla="*/ 0 w 192"/>
                  <a:gd name="T7" fmla="*/ 0 h 192"/>
                  <a:gd name="T8" fmla="*/ 192 w 192"/>
                  <a:gd name="T9" fmla="*/ 192 h 19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92" h="192">
                    <a:moveTo>
                      <a:pt x="0" y="192"/>
                    </a:moveTo>
                    <a:lnTo>
                      <a:pt x="19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6" name="Freeform 55"/>
              <p:cNvSpPr/>
              <p:nvPr/>
            </p:nvSpPr>
            <p:spPr bwMode="auto">
              <a:xfrm>
                <a:off x="845" y="2206"/>
                <a:ext cx="937" cy="660"/>
              </a:xfrm>
              <a:custGeom>
                <a:avLst/>
                <a:gdLst>
                  <a:gd name="T0" fmla="*/ 82 w 937"/>
                  <a:gd name="T1" fmla="*/ 645 h 660"/>
                  <a:gd name="T2" fmla="*/ 232 w 937"/>
                  <a:gd name="T3" fmla="*/ 555 h 660"/>
                  <a:gd name="T4" fmla="*/ 157 w 937"/>
                  <a:gd name="T5" fmla="*/ 465 h 660"/>
                  <a:gd name="T6" fmla="*/ 127 w 937"/>
                  <a:gd name="T7" fmla="*/ 360 h 660"/>
                  <a:gd name="T8" fmla="*/ 153 w 937"/>
                  <a:gd name="T9" fmla="*/ 256 h 660"/>
                  <a:gd name="T10" fmla="*/ 240 w 937"/>
                  <a:gd name="T11" fmla="*/ 131 h 660"/>
                  <a:gd name="T12" fmla="*/ 461 w 937"/>
                  <a:gd name="T13" fmla="*/ 102 h 660"/>
                  <a:gd name="T14" fmla="*/ 622 w 937"/>
                  <a:gd name="T15" fmla="*/ 195 h 660"/>
                  <a:gd name="T16" fmla="*/ 749 w 937"/>
                  <a:gd name="T17" fmla="*/ 294 h 660"/>
                  <a:gd name="T18" fmla="*/ 787 w 937"/>
                  <a:gd name="T19" fmla="*/ 428 h 660"/>
                  <a:gd name="T20" fmla="*/ 729 w 937"/>
                  <a:gd name="T21" fmla="*/ 592 h 660"/>
                  <a:gd name="T22" fmla="*/ 787 w 937"/>
                  <a:gd name="T23" fmla="*/ 660 h 660"/>
                  <a:gd name="T24" fmla="*/ 877 w 937"/>
                  <a:gd name="T25" fmla="*/ 555 h 660"/>
                  <a:gd name="T26" fmla="*/ 937 w 937"/>
                  <a:gd name="T27" fmla="*/ 360 h 660"/>
                  <a:gd name="T28" fmla="*/ 825 w 937"/>
                  <a:gd name="T29" fmla="*/ 227 h 660"/>
                  <a:gd name="T30" fmla="*/ 757 w 937"/>
                  <a:gd name="T31" fmla="*/ 75 h 660"/>
                  <a:gd name="T32" fmla="*/ 562 w 937"/>
                  <a:gd name="T33" fmla="*/ 0 h 660"/>
                  <a:gd name="T34" fmla="*/ 365 w 937"/>
                  <a:gd name="T35" fmla="*/ 6 h 660"/>
                  <a:gd name="T36" fmla="*/ 221 w 937"/>
                  <a:gd name="T37" fmla="*/ 54 h 660"/>
                  <a:gd name="T38" fmla="*/ 86 w 937"/>
                  <a:gd name="T39" fmla="*/ 169 h 660"/>
                  <a:gd name="T40" fmla="*/ 0 w 937"/>
                  <a:gd name="T41" fmla="*/ 352 h 660"/>
                  <a:gd name="T42" fmla="*/ 29 w 937"/>
                  <a:gd name="T43" fmla="*/ 515 h 660"/>
                  <a:gd name="T44" fmla="*/ 82 w 937"/>
                  <a:gd name="T45" fmla="*/ 645 h 66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937"/>
                  <a:gd name="T70" fmla="*/ 0 h 660"/>
                  <a:gd name="T71" fmla="*/ 937 w 937"/>
                  <a:gd name="T72" fmla="*/ 660 h 660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937" h="660">
                    <a:moveTo>
                      <a:pt x="82" y="645"/>
                    </a:moveTo>
                    <a:lnTo>
                      <a:pt x="232" y="555"/>
                    </a:lnTo>
                    <a:lnTo>
                      <a:pt x="157" y="465"/>
                    </a:lnTo>
                    <a:lnTo>
                      <a:pt x="127" y="360"/>
                    </a:lnTo>
                    <a:lnTo>
                      <a:pt x="153" y="256"/>
                    </a:lnTo>
                    <a:lnTo>
                      <a:pt x="240" y="131"/>
                    </a:lnTo>
                    <a:lnTo>
                      <a:pt x="461" y="102"/>
                    </a:lnTo>
                    <a:lnTo>
                      <a:pt x="622" y="195"/>
                    </a:lnTo>
                    <a:lnTo>
                      <a:pt x="749" y="294"/>
                    </a:lnTo>
                    <a:lnTo>
                      <a:pt x="787" y="428"/>
                    </a:lnTo>
                    <a:lnTo>
                      <a:pt x="729" y="592"/>
                    </a:lnTo>
                    <a:lnTo>
                      <a:pt x="787" y="660"/>
                    </a:lnTo>
                    <a:lnTo>
                      <a:pt x="877" y="555"/>
                    </a:lnTo>
                    <a:lnTo>
                      <a:pt x="937" y="360"/>
                    </a:lnTo>
                    <a:lnTo>
                      <a:pt x="825" y="227"/>
                    </a:lnTo>
                    <a:lnTo>
                      <a:pt x="757" y="75"/>
                    </a:lnTo>
                    <a:lnTo>
                      <a:pt x="562" y="0"/>
                    </a:lnTo>
                    <a:lnTo>
                      <a:pt x="365" y="6"/>
                    </a:lnTo>
                    <a:lnTo>
                      <a:pt x="221" y="54"/>
                    </a:lnTo>
                    <a:lnTo>
                      <a:pt x="86" y="169"/>
                    </a:lnTo>
                    <a:lnTo>
                      <a:pt x="0" y="352"/>
                    </a:lnTo>
                    <a:lnTo>
                      <a:pt x="29" y="515"/>
                    </a:lnTo>
                    <a:lnTo>
                      <a:pt x="82" y="6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7" name="Oval 58"/>
              <p:cNvSpPr>
                <a:spLocks noChangeArrowheads="1"/>
              </p:cNvSpPr>
              <p:nvPr/>
            </p:nvSpPr>
            <p:spPr bwMode="auto">
              <a:xfrm>
                <a:off x="1027" y="968"/>
                <a:ext cx="523" cy="493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8" name="Oval 59"/>
              <p:cNvSpPr>
                <a:spLocks noChangeArrowheads="1"/>
              </p:cNvSpPr>
              <p:nvPr/>
            </p:nvSpPr>
            <p:spPr bwMode="auto">
              <a:xfrm>
                <a:off x="1135" y="1069"/>
                <a:ext cx="317" cy="297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9" name="Freeform 60"/>
              <p:cNvSpPr/>
              <p:nvPr/>
            </p:nvSpPr>
            <p:spPr bwMode="auto">
              <a:xfrm>
                <a:off x="980" y="994"/>
                <a:ext cx="403" cy="517"/>
              </a:xfrm>
              <a:custGeom>
                <a:avLst/>
                <a:gdLst>
                  <a:gd name="T0" fmla="*/ 192 w 403"/>
                  <a:gd name="T1" fmla="*/ 0 h 509"/>
                  <a:gd name="T2" fmla="*/ 230 w 403"/>
                  <a:gd name="T3" fmla="*/ 115 h 509"/>
                  <a:gd name="T4" fmla="*/ 230 w 403"/>
                  <a:gd name="T5" fmla="*/ 227 h 509"/>
                  <a:gd name="T6" fmla="*/ 336 w 403"/>
                  <a:gd name="T7" fmla="*/ 395 h 509"/>
                  <a:gd name="T8" fmla="*/ 403 w 403"/>
                  <a:gd name="T9" fmla="*/ 498 h 509"/>
                  <a:gd name="T10" fmla="*/ 320 w 403"/>
                  <a:gd name="T11" fmla="*/ 550 h 509"/>
                  <a:gd name="T12" fmla="*/ 173 w 403"/>
                  <a:gd name="T13" fmla="*/ 508 h 509"/>
                  <a:gd name="T14" fmla="*/ 29 w 403"/>
                  <a:gd name="T15" fmla="*/ 404 h 509"/>
                  <a:gd name="T16" fmla="*/ 0 w 403"/>
                  <a:gd name="T17" fmla="*/ 154 h 509"/>
                  <a:gd name="T18" fmla="*/ 77 w 403"/>
                  <a:gd name="T19" fmla="*/ 9 h 509"/>
                  <a:gd name="T20" fmla="*/ 192 w 403"/>
                  <a:gd name="T21" fmla="*/ 0 h 50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03"/>
                  <a:gd name="T34" fmla="*/ 0 h 509"/>
                  <a:gd name="T35" fmla="*/ 403 w 403"/>
                  <a:gd name="T36" fmla="*/ 509 h 50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03" h="509">
                    <a:moveTo>
                      <a:pt x="192" y="0"/>
                    </a:moveTo>
                    <a:lnTo>
                      <a:pt x="230" y="105"/>
                    </a:lnTo>
                    <a:lnTo>
                      <a:pt x="230" y="211"/>
                    </a:lnTo>
                    <a:lnTo>
                      <a:pt x="336" y="365"/>
                    </a:lnTo>
                    <a:lnTo>
                      <a:pt x="403" y="461"/>
                    </a:lnTo>
                    <a:lnTo>
                      <a:pt x="320" y="509"/>
                    </a:lnTo>
                    <a:lnTo>
                      <a:pt x="173" y="470"/>
                    </a:lnTo>
                    <a:lnTo>
                      <a:pt x="29" y="374"/>
                    </a:lnTo>
                    <a:lnTo>
                      <a:pt x="0" y="144"/>
                    </a:lnTo>
                    <a:lnTo>
                      <a:pt x="77" y="9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0" name="Rectangle 61"/>
              <p:cNvSpPr>
                <a:spLocks noChangeArrowheads="1"/>
              </p:cNvSpPr>
              <p:nvPr/>
            </p:nvSpPr>
            <p:spPr bwMode="auto">
              <a:xfrm>
                <a:off x="767" y="625"/>
                <a:ext cx="1065" cy="1251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1" name="Line 62"/>
              <p:cNvSpPr>
                <a:spLocks noChangeShapeType="1"/>
              </p:cNvSpPr>
              <p:nvPr/>
            </p:nvSpPr>
            <p:spPr bwMode="auto">
              <a:xfrm flipH="1" flipV="1">
                <a:off x="913" y="770"/>
                <a:ext cx="0" cy="11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2" name="Line 63"/>
              <p:cNvSpPr>
                <a:spLocks noChangeShapeType="1"/>
              </p:cNvSpPr>
              <p:nvPr/>
            </p:nvSpPr>
            <p:spPr bwMode="auto">
              <a:xfrm flipV="1">
                <a:off x="769" y="627"/>
                <a:ext cx="96" cy="9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3" name="Freeform 64"/>
              <p:cNvSpPr/>
              <p:nvPr/>
            </p:nvSpPr>
            <p:spPr bwMode="auto">
              <a:xfrm>
                <a:off x="769" y="618"/>
                <a:ext cx="268" cy="269"/>
              </a:xfrm>
              <a:custGeom>
                <a:avLst/>
                <a:gdLst>
                  <a:gd name="T0" fmla="*/ 0 w 268"/>
                  <a:gd name="T1" fmla="*/ 269 h 269"/>
                  <a:gd name="T2" fmla="*/ 268 w 268"/>
                  <a:gd name="T3" fmla="*/ 0 h 269"/>
                  <a:gd name="T4" fmla="*/ 0 60000 65536"/>
                  <a:gd name="T5" fmla="*/ 0 60000 65536"/>
                  <a:gd name="T6" fmla="*/ 0 w 268"/>
                  <a:gd name="T7" fmla="*/ 0 h 269"/>
                  <a:gd name="T8" fmla="*/ 268 w 268"/>
                  <a:gd name="T9" fmla="*/ 269 h 26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68" h="269">
                    <a:moveTo>
                      <a:pt x="0" y="269"/>
                    </a:moveTo>
                    <a:lnTo>
                      <a:pt x="26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4" name="Freeform 65"/>
              <p:cNvSpPr/>
              <p:nvPr/>
            </p:nvSpPr>
            <p:spPr bwMode="auto">
              <a:xfrm>
                <a:off x="769" y="906"/>
                <a:ext cx="143" cy="144"/>
              </a:xfrm>
              <a:custGeom>
                <a:avLst/>
                <a:gdLst>
                  <a:gd name="T0" fmla="*/ 0 w 143"/>
                  <a:gd name="T1" fmla="*/ 144 h 144"/>
                  <a:gd name="T2" fmla="*/ 143 w 143"/>
                  <a:gd name="T3" fmla="*/ 0 h 144"/>
                  <a:gd name="T4" fmla="*/ 0 60000 65536"/>
                  <a:gd name="T5" fmla="*/ 0 60000 65536"/>
                  <a:gd name="T6" fmla="*/ 0 w 143"/>
                  <a:gd name="T7" fmla="*/ 0 h 144"/>
                  <a:gd name="T8" fmla="*/ 143 w 143"/>
                  <a:gd name="T9" fmla="*/ 144 h 14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43" h="144">
                    <a:moveTo>
                      <a:pt x="0" y="144"/>
                    </a:moveTo>
                    <a:lnTo>
                      <a:pt x="14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5" name="Freeform 66"/>
              <p:cNvSpPr/>
              <p:nvPr/>
            </p:nvSpPr>
            <p:spPr bwMode="auto">
              <a:xfrm>
                <a:off x="769" y="1069"/>
                <a:ext cx="143" cy="144"/>
              </a:xfrm>
              <a:custGeom>
                <a:avLst/>
                <a:gdLst>
                  <a:gd name="T0" fmla="*/ 0 w 143"/>
                  <a:gd name="T1" fmla="*/ 144 h 144"/>
                  <a:gd name="T2" fmla="*/ 143 w 143"/>
                  <a:gd name="T3" fmla="*/ 0 h 144"/>
                  <a:gd name="T4" fmla="*/ 0 60000 65536"/>
                  <a:gd name="T5" fmla="*/ 0 60000 65536"/>
                  <a:gd name="T6" fmla="*/ 0 w 143"/>
                  <a:gd name="T7" fmla="*/ 0 h 144"/>
                  <a:gd name="T8" fmla="*/ 143 w 143"/>
                  <a:gd name="T9" fmla="*/ 144 h 14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43" h="144">
                    <a:moveTo>
                      <a:pt x="0" y="144"/>
                    </a:moveTo>
                    <a:lnTo>
                      <a:pt x="14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6" name="Freeform 67"/>
              <p:cNvSpPr/>
              <p:nvPr/>
            </p:nvSpPr>
            <p:spPr bwMode="auto">
              <a:xfrm>
                <a:off x="779" y="1242"/>
                <a:ext cx="133" cy="135"/>
              </a:xfrm>
              <a:custGeom>
                <a:avLst/>
                <a:gdLst>
                  <a:gd name="T0" fmla="*/ 0 w 133"/>
                  <a:gd name="T1" fmla="*/ 135 h 135"/>
                  <a:gd name="T2" fmla="*/ 133 w 133"/>
                  <a:gd name="T3" fmla="*/ 0 h 135"/>
                  <a:gd name="T4" fmla="*/ 0 60000 65536"/>
                  <a:gd name="T5" fmla="*/ 0 60000 65536"/>
                  <a:gd name="T6" fmla="*/ 0 w 133"/>
                  <a:gd name="T7" fmla="*/ 0 h 135"/>
                  <a:gd name="T8" fmla="*/ 133 w 133"/>
                  <a:gd name="T9" fmla="*/ 135 h 1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3" h="135">
                    <a:moveTo>
                      <a:pt x="0" y="135"/>
                    </a:moveTo>
                    <a:lnTo>
                      <a:pt x="13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7" name="Freeform 68"/>
              <p:cNvSpPr/>
              <p:nvPr/>
            </p:nvSpPr>
            <p:spPr bwMode="auto">
              <a:xfrm>
                <a:off x="769" y="1415"/>
                <a:ext cx="143" cy="143"/>
              </a:xfrm>
              <a:custGeom>
                <a:avLst/>
                <a:gdLst>
                  <a:gd name="T0" fmla="*/ 0 w 143"/>
                  <a:gd name="T1" fmla="*/ 143 h 143"/>
                  <a:gd name="T2" fmla="*/ 143 w 143"/>
                  <a:gd name="T3" fmla="*/ 0 h 143"/>
                  <a:gd name="T4" fmla="*/ 0 60000 65536"/>
                  <a:gd name="T5" fmla="*/ 0 60000 65536"/>
                  <a:gd name="T6" fmla="*/ 0 w 143"/>
                  <a:gd name="T7" fmla="*/ 0 h 143"/>
                  <a:gd name="T8" fmla="*/ 143 w 143"/>
                  <a:gd name="T9" fmla="*/ 143 h 14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43" h="143">
                    <a:moveTo>
                      <a:pt x="0" y="143"/>
                    </a:moveTo>
                    <a:lnTo>
                      <a:pt x="14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8" name="Freeform 69"/>
              <p:cNvSpPr/>
              <p:nvPr/>
            </p:nvSpPr>
            <p:spPr bwMode="auto">
              <a:xfrm>
                <a:off x="779" y="1588"/>
                <a:ext cx="133" cy="135"/>
              </a:xfrm>
              <a:custGeom>
                <a:avLst/>
                <a:gdLst>
                  <a:gd name="T0" fmla="*/ 0 w 133"/>
                  <a:gd name="T1" fmla="*/ 135 h 135"/>
                  <a:gd name="T2" fmla="*/ 133 w 133"/>
                  <a:gd name="T3" fmla="*/ 0 h 135"/>
                  <a:gd name="T4" fmla="*/ 0 60000 65536"/>
                  <a:gd name="T5" fmla="*/ 0 60000 65536"/>
                  <a:gd name="T6" fmla="*/ 0 w 133"/>
                  <a:gd name="T7" fmla="*/ 0 h 135"/>
                  <a:gd name="T8" fmla="*/ 133 w 133"/>
                  <a:gd name="T9" fmla="*/ 135 h 1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3" h="135">
                    <a:moveTo>
                      <a:pt x="0" y="135"/>
                    </a:moveTo>
                    <a:lnTo>
                      <a:pt x="13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9" name="Freeform 70"/>
              <p:cNvSpPr/>
              <p:nvPr/>
            </p:nvSpPr>
            <p:spPr bwMode="auto">
              <a:xfrm>
                <a:off x="788" y="1741"/>
                <a:ext cx="134" cy="135"/>
              </a:xfrm>
              <a:custGeom>
                <a:avLst/>
                <a:gdLst>
                  <a:gd name="T0" fmla="*/ 0 w 134"/>
                  <a:gd name="T1" fmla="*/ 135 h 135"/>
                  <a:gd name="T2" fmla="*/ 134 w 134"/>
                  <a:gd name="T3" fmla="*/ 0 h 135"/>
                  <a:gd name="T4" fmla="*/ 0 60000 65536"/>
                  <a:gd name="T5" fmla="*/ 0 60000 65536"/>
                  <a:gd name="T6" fmla="*/ 0 w 134"/>
                  <a:gd name="T7" fmla="*/ 0 h 135"/>
                  <a:gd name="T8" fmla="*/ 134 w 134"/>
                  <a:gd name="T9" fmla="*/ 135 h 1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4" h="135">
                    <a:moveTo>
                      <a:pt x="0" y="135"/>
                    </a:moveTo>
                    <a:lnTo>
                      <a:pt x="13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0" name="Line 73"/>
              <p:cNvSpPr>
                <a:spLocks noChangeShapeType="1"/>
              </p:cNvSpPr>
              <p:nvPr/>
            </p:nvSpPr>
            <p:spPr bwMode="auto">
              <a:xfrm>
                <a:off x="912" y="772"/>
                <a:ext cx="20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1" name="Freeform 74"/>
              <p:cNvSpPr/>
              <p:nvPr/>
            </p:nvSpPr>
            <p:spPr bwMode="auto">
              <a:xfrm>
                <a:off x="1057" y="618"/>
                <a:ext cx="162" cy="471"/>
              </a:xfrm>
              <a:custGeom>
                <a:avLst/>
                <a:gdLst>
                  <a:gd name="T0" fmla="*/ 162 w 162"/>
                  <a:gd name="T1" fmla="*/ 471 h 471"/>
                  <a:gd name="T2" fmla="*/ 124 w 162"/>
                  <a:gd name="T3" fmla="*/ 365 h 471"/>
                  <a:gd name="T4" fmla="*/ 60 w 162"/>
                  <a:gd name="T5" fmla="*/ 279 h 471"/>
                  <a:gd name="T6" fmla="*/ 66 w 162"/>
                  <a:gd name="T7" fmla="*/ 163 h 471"/>
                  <a:gd name="T8" fmla="*/ 9 w 162"/>
                  <a:gd name="T9" fmla="*/ 58 h 471"/>
                  <a:gd name="T10" fmla="*/ 9 w 162"/>
                  <a:gd name="T11" fmla="*/ 0 h 4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2"/>
                  <a:gd name="T19" fmla="*/ 0 h 471"/>
                  <a:gd name="T20" fmla="*/ 162 w 162"/>
                  <a:gd name="T21" fmla="*/ 471 h 47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2" h="471">
                    <a:moveTo>
                      <a:pt x="162" y="471"/>
                    </a:moveTo>
                    <a:cubicBezTo>
                      <a:pt x="150" y="434"/>
                      <a:pt x="141" y="397"/>
                      <a:pt x="124" y="365"/>
                    </a:cubicBezTo>
                    <a:cubicBezTo>
                      <a:pt x="107" y="333"/>
                      <a:pt x="70" y="313"/>
                      <a:pt x="60" y="279"/>
                    </a:cubicBezTo>
                    <a:cubicBezTo>
                      <a:pt x="50" y="245"/>
                      <a:pt x="74" y="200"/>
                      <a:pt x="66" y="163"/>
                    </a:cubicBezTo>
                    <a:cubicBezTo>
                      <a:pt x="58" y="126"/>
                      <a:pt x="18" y="85"/>
                      <a:pt x="9" y="58"/>
                    </a:cubicBezTo>
                    <a:cubicBezTo>
                      <a:pt x="0" y="31"/>
                      <a:pt x="4" y="15"/>
                      <a:pt x="9" y="0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2" name="Freeform 75"/>
              <p:cNvSpPr/>
              <p:nvPr/>
            </p:nvSpPr>
            <p:spPr bwMode="auto">
              <a:xfrm>
                <a:off x="1325" y="1367"/>
                <a:ext cx="249" cy="509"/>
              </a:xfrm>
              <a:custGeom>
                <a:avLst/>
                <a:gdLst>
                  <a:gd name="T0" fmla="*/ 0 w 249"/>
                  <a:gd name="T1" fmla="*/ 0 h 509"/>
                  <a:gd name="T2" fmla="*/ 48 w 249"/>
                  <a:gd name="T3" fmla="*/ 67 h 509"/>
                  <a:gd name="T4" fmla="*/ 173 w 249"/>
                  <a:gd name="T5" fmla="*/ 211 h 509"/>
                  <a:gd name="T6" fmla="*/ 201 w 249"/>
                  <a:gd name="T7" fmla="*/ 374 h 509"/>
                  <a:gd name="T8" fmla="*/ 249 w 249"/>
                  <a:gd name="T9" fmla="*/ 509 h 5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9"/>
                  <a:gd name="T16" fmla="*/ 0 h 509"/>
                  <a:gd name="T17" fmla="*/ 249 w 249"/>
                  <a:gd name="T18" fmla="*/ 509 h 50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9" h="509">
                    <a:moveTo>
                      <a:pt x="0" y="0"/>
                    </a:moveTo>
                    <a:cubicBezTo>
                      <a:pt x="10" y="11"/>
                      <a:pt x="19" y="32"/>
                      <a:pt x="48" y="67"/>
                    </a:cubicBezTo>
                    <a:cubicBezTo>
                      <a:pt x="77" y="102"/>
                      <a:pt x="147" y="160"/>
                      <a:pt x="173" y="211"/>
                    </a:cubicBezTo>
                    <a:cubicBezTo>
                      <a:pt x="199" y="262"/>
                      <a:pt x="188" y="325"/>
                      <a:pt x="201" y="374"/>
                    </a:cubicBezTo>
                    <a:cubicBezTo>
                      <a:pt x="214" y="423"/>
                      <a:pt x="241" y="487"/>
                      <a:pt x="249" y="509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3" name="Freeform 76"/>
              <p:cNvSpPr/>
              <p:nvPr/>
            </p:nvSpPr>
            <p:spPr bwMode="auto">
              <a:xfrm>
                <a:off x="859" y="2820"/>
                <a:ext cx="120" cy="69"/>
              </a:xfrm>
              <a:custGeom>
                <a:avLst/>
                <a:gdLst>
                  <a:gd name="T0" fmla="*/ 120 w 120"/>
                  <a:gd name="T1" fmla="*/ 3 h 69"/>
                  <a:gd name="T2" fmla="*/ 78 w 120"/>
                  <a:gd name="T3" fmla="*/ 9 h 69"/>
                  <a:gd name="T4" fmla="*/ 66 w 120"/>
                  <a:gd name="T5" fmla="*/ 57 h 69"/>
                  <a:gd name="T6" fmla="*/ 0 w 120"/>
                  <a:gd name="T7" fmla="*/ 69 h 6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"/>
                  <a:gd name="T13" fmla="*/ 0 h 69"/>
                  <a:gd name="T14" fmla="*/ 120 w 120"/>
                  <a:gd name="T15" fmla="*/ 69 h 6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" h="69">
                    <a:moveTo>
                      <a:pt x="120" y="3"/>
                    </a:moveTo>
                    <a:cubicBezTo>
                      <a:pt x="103" y="1"/>
                      <a:pt x="87" y="0"/>
                      <a:pt x="78" y="9"/>
                    </a:cubicBezTo>
                    <a:cubicBezTo>
                      <a:pt x="69" y="18"/>
                      <a:pt x="79" y="47"/>
                      <a:pt x="66" y="57"/>
                    </a:cubicBezTo>
                    <a:cubicBezTo>
                      <a:pt x="53" y="67"/>
                      <a:pt x="26" y="68"/>
                      <a:pt x="0" y="69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4" name="Freeform 77"/>
              <p:cNvSpPr/>
              <p:nvPr/>
            </p:nvSpPr>
            <p:spPr bwMode="auto">
              <a:xfrm>
                <a:off x="1585" y="2823"/>
                <a:ext cx="144" cy="84"/>
              </a:xfrm>
              <a:custGeom>
                <a:avLst/>
                <a:gdLst>
                  <a:gd name="T0" fmla="*/ 0 w 144"/>
                  <a:gd name="T1" fmla="*/ 0 h 84"/>
                  <a:gd name="T2" fmla="*/ 36 w 144"/>
                  <a:gd name="T3" fmla="*/ 12 h 84"/>
                  <a:gd name="T4" fmla="*/ 48 w 144"/>
                  <a:gd name="T5" fmla="*/ 60 h 84"/>
                  <a:gd name="T6" fmla="*/ 144 w 144"/>
                  <a:gd name="T7" fmla="*/ 84 h 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4"/>
                  <a:gd name="T13" fmla="*/ 0 h 84"/>
                  <a:gd name="T14" fmla="*/ 144 w 144"/>
                  <a:gd name="T15" fmla="*/ 84 h 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4" h="84">
                    <a:moveTo>
                      <a:pt x="0" y="0"/>
                    </a:moveTo>
                    <a:cubicBezTo>
                      <a:pt x="14" y="1"/>
                      <a:pt x="28" y="2"/>
                      <a:pt x="36" y="12"/>
                    </a:cubicBezTo>
                    <a:cubicBezTo>
                      <a:pt x="44" y="22"/>
                      <a:pt x="30" y="48"/>
                      <a:pt x="48" y="60"/>
                    </a:cubicBezTo>
                    <a:cubicBezTo>
                      <a:pt x="66" y="72"/>
                      <a:pt x="128" y="80"/>
                      <a:pt x="144" y="84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2174282" y="976536"/>
              <a:ext cx="1931931" cy="4324099"/>
              <a:chOff x="8371432" y="2067275"/>
              <a:chExt cx="1931931" cy="4324099"/>
            </a:xfrm>
          </p:grpSpPr>
          <p:pic>
            <p:nvPicPr>
              <p:cNvPr id="55" name="图片 54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219" t="16552" r="54785"/>
              <a:stretch>
                <a:fillRect/>
              </a:stretch>
            </p:blipFill>
            <p:spPr>
              <a:xfrm>
                <a:off x="8371432" y="5177886"/>
                <a:ext cx="1931931" cy="282153"/>
              </a:xfrm>
              <a:prstGeom prst="rect">
                <a:avLst/>
              </a:prstGeom>
            </p:spPr>
          </p:pic>
          <p:pic>
            <p:nvPicPr>
              <p:cNvPr id="56" name="图片 55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077" t="26845" r="64190" b="3454"/>
              <a:stretch>
                <a:fillRect/>
              </a:stretch>
            </p:blipFill>
            <p:spPr>
              <a:xfrm>
                <a:off x="8929744" y="3009955"/>
                <a:ext cx="895546" cy="235671"/>
              </a:xfrm>
              <a:prstGeom prst="rect">
                <a:avLst/>
              </a:prstGeom>
            </p:spPr>
          </p:pic>
          <p:pic>
            <p:nvPicPr>
              <p:cNvPr id="57" name="图片 56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254" t="40013" r="53538" b="20955"/>
              <a:stretch>
                <a:fillRect/>
              </a:stretch>
            </p:blipFill>
            <p:spPr>
              <a:xfrm rot="5400000">
                <a:off x="8312289" y="5349713"/>
                <a:ext cx="1951346" cy="131976"/>
              </a:xfrm>
              <a:prstGeom prst="rect">
                <a:avLst/>
              </a:prstGeom>
            </p:spPr>
          </p:pic>
          <p:pic>
            <p:nvPicPr>
              <p:cNvPr id="58" name="图片 57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145" t="34439" r="46163" b="7013"/>
              <a:stretch>
                <a:fillRect/>
              </a:stretch>
            </p:blipFill>
            <p:spPr>
              <a:xfrm rot="5400000">
                <a:off x="8137892" y="3104223"/>
                <a:ext cx="2271860" cy="197963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剖视图种类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47"/>
          <p:cNvSpPr txBox="1">
            <a:spLocks noChangeArrowheads="1"/>
          </p:cNvSpPr>
          <p:nvPr/>
        </p:nvSpPr>
        <p:spPr bwMode="auto">
          <a:xfrm>
            <a:off x="479376" y="1831614"/>
            <a:ext cx="4302781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(1.3)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单一剖切面：局部剖视图</a:t>
            </a:r>
            <a:endParaRPr lang="zh-CN" altLang="en-US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47"/>
          <p:cNvSpPr txBox="1">
            <a:spLocks noChangeArrowheads="1"/>
          </p:cNvSpPr>
          <p:nvPr/>
        </p:nvSpPr>
        <p:spPr bwMode="auto">
          <a:xfrm>
            <a:off x="1106910" y="2447700"/>
            <a:ext cx="2441694" cy="83099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局部剖视图应注意的问题</a:t>
            </a:r>
            <a:endParaRPr lang="zh-CN" altLang="en-US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007787" y="3429000"/>
            <a:ext cx="2639941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algn="just"/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在一个视图中，局部剖的数量不宜过多</a:t>
            </a:r>
            <a:endParaRPr kumimoji="1"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218"/>
          <p:cNvSpPr txBox="1">
            <a:spLocks noChangeArrowheads="1"/>
          </p:cNvSpPr>
          <p:nvPr/>
        </p:nvSpPr>
        <p:spPr bwMode="auto">
          <a:xfrm>
            <a:off x="5288752" y="4941168"/>
            <a:ext cx="902812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8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</a:t>
            </a:r>
            <a:endParaRPr lang="zh-CN" altLang="en-US" sz="28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219"/>
          <p:cNvSpPr txBox="1">
            <a:spLocks noChangeArrowheads="1"/>
          </p:cNvSpPr>
          <p:nvPr/>
        </p:nvSpPr>
        <p:spPr bwMode="auto">
          <a:xfrm>
            <a:off x="7904041" y="4974506"/>
            <a:ext cx="902812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8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</a:t>
            </a:r>
            <a:endParaRPr lang="zh-CN" altLang="en-US" sz="28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149" descr="PPT1B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552384" y="1718543"/>
            <a:ext cx="2455862" cy="332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" name="组合 10"/>
          <p:cNvGrpSpPr/>
          <p:nvPr/>
        </p:nvGrpSpPr>
        <p:grpSpPr>
          <a:xfrm>
            <a:off x="4659677" y="2048742"/>
            <a:ext cx="2084333" cy="2679703"/>
            <a:chOff x="1908694" y="2165349"/>
            <a:chExt cx="2084333" cy="2679703"/>
          </a:xfrm>
        </p:grpSpPr>
        <p:grpSp>
          <p:nvGrpSpPr>
            <p:cNvPr id="12" name="Group 146"/>
            <p:cNvGrpSpPr/>
            <p:nvPr/>
          </p:nvGrpSpPr>
          <p:grpSpPr bwMode="auto">
            <a:xfrm>
              <a:off x="1995399" y="2238375"/>
              <a:ext cx="1924050" cy="2533650"/>
              <a:chOff x="677" y="1320"/>
              <a:chExt cx="1212" cy="1596"/>
            </a:xfrm>
          </p:grpSpPr>
          <p:sp>
            <p:nvSpPr>
              <p:cNvPr id="19" name="Line 3"/>
              <p:cNvSpPr>
                <a:spLocks noChangeShapeType="1"/>
              </p:cNvSpPr>
              <p:nvPr/>
            </p:nvSpPr>
            <p:spPr bwMode="auto">
              <a:xfrm>
                <a:off x="767" y="1329"/>
                <a:ext cx="111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" name="Line 4"/>
              <p:cNvSpPr>
                <a:spLocks noChangeShapeType="1"/>
              </p:cNvSpPr>
              <p:nvPr/>
            </p:nvSpPr>
            <p:spPr bwMode="auto">
              <a:xfrm>
                <a:off x="763" y="1494"/>
                <a:ext cx="15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" name="Line 5"/>
              <p:cNvSpPr>
                <a:spLocks noChangeShapeType="1"/>
              </p:cNvSpPr>
              <p:nvPr/>
            </p:nvSpPr>
            <p:spPr bwMode="auto">
              <a:xfrm>
                <a:off x="1757" y="1494"/>
                <a:ext cx="0" cy="82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2" name="Line 7"/>
              <p:cNvSpPr>
                <a:spLocks noChangeShapeType="1"/>
              </p:cNvSpPr>
              <p:nvPr/>
            </p:nvSpPr>
            <p:spPr bwMode="auto">
              <a:xfrm flipH="1">
                <a:off x="677" y="1620"/>
                <a:ext cx="22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3" name="Line 8"/>
              <p:cNvSpPr>
                <a:spLocks noChangeShapeType="1"/>
              </p:cNvSpPr>
              <p:nvPr/>
            </p:nvSpPr>
            <p:spPr bwMode="auto">
              <a:xfrm flipH="1">
                <a:off x="679" y="2045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" name="Line 9"/>
              <p:cNvSpPr>
                <a:spLocks noChangeShapeType="1"/>
              </p:cNvSpPr>
              <p:nvPr/>
            </p:nvSpPr>
            <p:spPr bwMode="auto">
              <a:xfrm>
                <a:off x="682" y="1620"/>
                <a:ext cx="0" cy="42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10"/>
              <p:cNvSpPr>
                <a:spLocks noChangeShapeType="1"/>
              </p:cNvSpPr>
              <p:nvPr/>
            </p:nvSpPr>
            <p:spPr bwMode="auto">
              <a:xfrm>
                <a:off x="907" y="1501"/>
                <a:ext cx="0" cy="12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11"/>
              <p:cNvSpPr>
                <a:spLocks noChangeShapeType="1"/>
              </p:cNvSpPr>
              <p:nvPr/>
            </p:nvSpPr>
            <p:spPr bwMode="auto">
              <a:xfrm>
                <a:off x="907" y="2032"/>
                <a:ext cx="0" cy="69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7" name="Line 12"/>
              <p:cNvSpPr>
                <a:spLocks noChangeShapeType="1"/>
              </p:cNvSpPr>
              <p:nvPr/>
            </p:nvSpPr>
            <p:spPr bwMode="auto">
              <a:xfrm flipV="1">
                <a:off x="773" y="1327"/>
                <a:ext cx="0" cy="16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13"/>
              <p:cNvSpPr>
                <a:spLocks noChangeShapeType="1"/>
              </p:cNvSpPr>
              <p:nvPr/>
            </p:nvSpPr>
            <p:spPr bwMode="auto">
              <a:xfrm>
                <a:off x="1869" y="1328"/>
                <a:ext cx="0" cy="17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" name="Line 14"/>
              <p:cNvSpPr>
                <a:spLocks noChangeShapeType="1"/>
              </p:cNvSpPr>
              <p:nvPr/>
            </p:nvSpPr>
            <p:spPr bwMode="auto">
              <a:xfrm>
                <a:off x="1024" y="1955"/>
                <a:ext cx="0" cy="22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0" name="Line 15"/>
              <p:cNvSpPr>
                <a:spLocks noChangeShapeType="1"/>
              </p:cNvSpPr>
              <p:nvPr/>
            </p:nvSpPr>
            <p:spPr bwMode="auto">
              <a:xfrm>
                <a:off x="1640" y="2219"/>
                <a:ext cx="0" cy="16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1" name="Line 16"/>
              <p:cNvSpPr>
                <a:spLocks noChangeShapeType="1"/>
              </p:cNvSpPr>
              <p:nvPr/>
            </p:nvSpPr>
            <p:spPr bwMode="auto">
              <a:xfrm>
                <a:off x="690" y="1693"/>
                <a:ext cx="33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2" name="Line 17"/>
              <p:cNvSpPr>
                <a:spLocks noChangeShapeType="1"/>
              </p:cNvSpPr>
              <p:nvPr/>
            </p:nvSpPr>
            <p:spPr bwMode="auto">
              <a:xfrm>
                <a:off x="689" y="1961"/>
                <a:ext cx="3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3" name="Line 18"/>
              <p:cNvSpPr>
                <a:spLocks noChangeShapeType="1"/>
              </p:cNvSpPr>
              <p:nvPr/>
            </p:nvSpPr>
            <p:spPr bwMode="auto">
              <a:xfrm>
                <a:off x="1143" y="2735"/>
                <a:ext cx="35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4" name="Line 19"/>
              <p:cNvSpPr>
                <a:spLocks noChangeShapeType="1"/>
              </p:cNvSpPr>
              <p:nvPr/>
            </p:nvSpPr>
            <p:spPr bwMode="auto">
              <a:xfrm>
                <a:off x="767" y="2902"/>
                <a:ext cx="112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5" name="Line 20"/>
              <p:cNvSpPr>
                <a:spLocks noChangeShapeType="1"/>
              </p:cNvSpPr>
              <p:nvPr/>
            </p:nvSpPr>
            <p:spPr bwMode="auto">
              <a:xfrm>
                <a:off x="768" y="2723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6" name="Line 22"/>
              <p:cNvSpPr>
                <a:spLocks noChangeShapeType="1"/>
              </p:cNvSpPr>
              <p:nvPr/>
            </p:nvSpPr>
            <p:spPr bwMode="auto">
              <a:xfrm>
                <a:off x="1876" y="2320"/>
                <a:ext cx="0" cy="41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8" name="Line 23"/>
              <p:cNvSpPr>
                <a:spLocks noChangeShapeType="1"/>
              </p:cNvSpPr>
              <p:nvPr/>
            </p:nvSpPr>
            <p:spPr bwMode="auto">
              <a:xfrm>
                <a:off x="1761" y="2313"/>
                <a:ext cx="12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9" name="Line 24"/>
              <p:cNvSpPr>
                <a:spLocks noChangeShapeType="1"/>
              </p:cNvSpPr>
              <p:nvPr/>
            </p:nvSpPr>
            <p:spPr bwMode="auto">
              <a:xfrm>
                <a:off x="1876" y="2302"/>
                <a:ext cx="0" cy="6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0" name="Line 25"/>
              <p:cNvSpPr>
                <a:spLocks noChangeShapeType="1"/>
              </p:cNvSpPr>
              <p:nvPr/>
            </p:nvSpPr>
            <p:spPr bwMode="auto">
              <a:xfrm>
                <a:off x="1639" y="2377"/>
                <a:ext cx="25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1" name="Line 26"/>
              <p:cNvSpPr>
                <a:spLocks noChangeShapeType="1"/>
              </p:cNvSpPr>
              <p:nvPr/>
            </p:nvSpPr>
            <p:spPr bwMode="auto">
              <a:xfrm>
                <a:off x="1631" y="2557"/>
                <a:ext cx="25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2" name="Line 27"/>
              <p:cNvSpPr>
                <a:spLocks noChangeShapeType="1"/>
              </p:cNvSpPr>
              <p:nvPr/>
            </p:nvSpPr>
            <p:spPr bwMode="auto">
              <a:xfrm>
                <a:off x="1639" y="2557"/>
                <a:ext cx="0" cy="34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3" name="Arc 30"/>
              <p:cNvSpPr/>
              <p:nvPr/>
            </p:nvSpPr>
            <p:spPr bwMode="auto">
              <a:xfrm flipV="1">
                <a:off x="830" y="1682"/>
                <a:ext cx="250" cy="278"/>
              </a:xfrm>
              <a:custGeom>
                <a:avLst/>
                <a:gdLst>
                  <a:gd name="T0" fmla="*/ 0 w 21600"/>
                  <a:gd name="T1" fmla="*/ 0 h 28035"/>
                  <a:gd name="T2" fmla="*/ 0 w 21600"/>
                  <a:gd name="T3" fmla="*/ 0 h 28035"/>
                  <a:gd name="T4" fmla="*/ 0 w 21600"/>
                  <a:gd name="T5" fmla="*/ 0 h 28035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8035"/>
                  <a:gd name="T11" fmla="*/ 21600 w 21600"/>
                  <a:gd name="T12" fmla="*/ 28035 h 280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8035" fill="none" extrusionOk="0">
                    <a:moveTo>
                      <a:pt x="16547" y="0"/>
                    </a:moveTo>
                    <a:cubicBezTo>
                      <a:pt x="19811" y="3890"/>
                      <a:pt x="21600" y="8805"/>
                      <a:pt x="21600" y="13883"/>
                    </a:cubicBezTo>
                    <a:cubicBezTo>
                      <a:pt x="21600" y="19082"/>
                      <a:pt x="19724" y="24106"/>
                      <a:pt x="16318" y="28034"/>
                    </a:cubicBezTo>
                  </a:path>
                  <a:path w="21600" h="28035" stroke="0" extrusionOk="0">
                    <a:moveTo>
                      <a:pt x="16547" y="0"/>
                    </a:moveTo>
                    <a:cubicBezTo>
                      <a:pt x="19811" y="3890"/>
                      <a:pt x="21600" y="8805"/>
                      <a:pt x="21600" y="13883"/>
                    </a:cubicBezTo>
                    <a:cubicBezTo>
                      <a:pt x="21600" y="19082"/>
                      <a:pt x="19724" y="24106"/>
                      <a:pt x="16318" y="28034"/>
                    </a:cubicBezTo>
                    <a:lnTo>
                      <a:pt x="0" y="13883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4" name="Arc 33"/>
              <p:cNvSpPr/>
              <p:nvPr/>
            </p:nvSpPr>
            <p:spPr bwMode="auto">
              <a:xfrm flipH="1">
                <a:off x="1599" y="2381"/>
                <a:ext cx="155" cy="183"/>
              </a:xfrm>
              <a:custGeom>
                <a:avLst/>
                <a:gdLst>
                  <a:gd name="T0" fmla="*/ 0 w 21600"/>
                  <a:gd name="T1" fmla="*/ 0 h 26395"/>
                  <a:gd name="T2" fmla="*/ 0 w 21600"/>
                  <a:gd name="T3" fmla="*/ 0 h 26395"/>
                  <a:gd name="T4" fmla="*/ 0 w 21600"/>
                  <a:gd name="T5" fmla="*/ 0 h 26395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395"/>
                  <a:gd name="T11" fmla="*/ 21600 w 21600"/>
                  <a:gd name="T12" fmla="*/ 26395 h 2639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395" fill="none" extrusionOk="0">
                    <a:moveTo>
                      <a:pt x="17055" y="0"/>
                    </a:moveTo>
                    <a:cubicBezTo>
                      <a:pt x="20001" y="3790"/>
                      <a:pt x="21600" y="8453"/>
                      <a:pt x="21600" y="13254"/>
                    </a:cubicBezTo>
                    <a:cubicBezTo>
                      <a:pt x="21600" y="18005"/>
                      <a:pt x="20033" y="22624"/>
                      <a:pt x="17142" y="26395"/>
                    </a:cubicBezTo>
                  </a:path>
                  <a:path w="21600" h="26395" stroke="0" extrusionOk="0">
                    <a:moveTo>
                      <a:pt x="17055" y="0"/>
                    </a:moveTo>
                    <a:cubicBezTo>
                      <a:pt x="20001" y="3790"/>
                      <a:pt x="21600" y="8453"/>
                      <a:pt x="21600" y="13254"/>
                    </a:cubicBezTo>
                    <a:cubicBezTo>
                      <a:pt x="21600" y="18005"/>
                      <a:pt x="20033" y="22624"/>
                      <a:pt x="17142" y="26395"/>
                    </a:cubicBezTo>
                    <a:lnTo>
                      <a:pt x="0" y="13254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5" name="Oval 34"/>
              <p:cNvSpPr>
                <a:spLocks noChangeArrowheads="1"/>
              </p:cNvSpPr>
              <p:nvPr/>
            </p:nvSpPr>
            <p:spPr bwMode="auto">
              <a:xfrm>
                <a:off x="1143" y="1924"/>
                <a:ext cx="404" cy="404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6" name="Freeform 110"/>
              <p:cNvSpPr/>
              <p:nvPr/>
            </p:nvSpPr>
            <p:spPr bwMode="auto">
              <a:xfrm>
                <a:off x="903" y="1329"/>
                <a:ext cx="377" cy="897"/>
              </a:xfrm>
              <a:custGeom>
                <a:avLst/>
                <a:gdLst>
                  <a:gd name="T0" fmla="*/ 306 w 377"/>
                  <a:gd name="T1" fmla="*/ 0 h 897"/>
                  <a:gd name="T2" fmla="*/ 372 w 377"/>
                  <a:gd name="T3" fmla="*/ 234 h 897"/>
                  <a:gd name="T4" fmla="*/ 279 w 377"/>
                  <a:gd name="T5" fmla="*/ 465 h 897"/>
                  <a:gd name="T6" fmla="*/ 231 w 377"/>
                  <a:gd name="T7" fmla="*/ 657 h 897"/>
                  <a:gd name="T8" fmla="*/ 117 w 377"/>
                  <a:gd name="T9" fmla="*/ 846 h 897"/>
                  <a:gd name="T10" fmla="*/ 0 w 377"/>
                  <a:gd name="T11" fmla="*/ 897 h 8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77"/>
                  <a:gd name="T19" fmla="*/ 0 h 897"/>
                  <a:gd name="T20" fmla="*/ 377 w 377"/>
                  <a:gd name="T21" fmla="*/ 897 h 8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77" h="897">
                    <a:moveTo>
                      <a:pt x="306" y="0"/>
                    </a:moveTo>
                    <a:cubicBezTo>
                      <a:pt x="341" y="78"/>
                      <a:pt x="377" y="157"/>
                      <a:pt x="372" y="234"/>
                    </a:cubicBezTo>
                    <a:cubicBezTo>
                      <a:pt x="367" y="311"/>
                      <a:pt x="303" y="395"/>
                      <a:pt x="279" y="465"/>
                    </a:cubicBezTo>
                    <a:cubicBezTo>
                      <a:pt x="255" y="535"/>
                      <a:pt x="258" y="594"/>
                      <a:pt x="231" y="657"/>
                    </a:cubicBezTo>
                    <a:cubicBezTo>
                      <a:pt x="204" y="720"/>
                      <a:pt x="155" y="806"/>
                      <a:pt x="117" y="846"/>
                    </a:cubicBezTo>
                    <a:cubicBezTo>
                      <a:pt x="79" y="886"/>
                      <a:pt x="39" y="891"/>
                      <a:pt x="0" y="897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7" name="Line 112"/>
              <p:cNvSpPr>
                <a:spLocks noChangeShapeType="1"/>
              </p:cNvSpPr>
              <p:nvPr/>
            </p:nvSpPr>
            <p:spPr bwMode="auto">
              <a:xfrm>
                <a:off x="1020" y="1338"/>
                <a:ext cx="0" cy="35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8" name="Freeform 113"/>
              <p:cNvSpPr/>
              <p:nvPr/>
            </p:nvSpPr>
            <p:spPr bwMode="auto">
              <a:xfrm>
                <a:off x="1423" y="2109"/>
                <a:ext cx="332" cy="786"/>
              </a:xfrm>
              <a:custGeom>
                <a:avLst/>
                <a:gdLst>
                  <a:gd name="T0" fmla="*/ 332 w 332"/>
                  <a:gd name="T1" fmla="*/ 0 h 786"/>
                  <a:gd name="T2" fmla="*/ 143 w 332"/>
                  <a:gd name="T3" fmla="*/ 189 h 786"/>
                  <a:gd name="T4" fmla="*/ 2 w 332"/>
                  <a:gd name="T5" fmla="*/ 384 h 786"/>
                  <a:gd name="T6" fmla="*/ 128 w 332"/>
                  <a:gd name="T7" fmla="*/ 786 h 78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32"/>
                  <a:gd name="T13" fmla="*/ 0 h 786"/>
                  <a:gd name="T14" fmla="*/ 332 w 332"/>
                  <a:gd name="T15" fmla="*/ 786 h 78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32" h="786">
                    <a:moveTo>
                      <a:pt x="332" y="0"/>
                    </a:moveTo>
                    <a:cubicBezTo>
                      <a:pt x="265" y="62"/>
                      <a:pt x="198" y="125"/>
                      <a:pt x="143" y="189"/>
                    </a:cubicBezTo>
                    <a:cubicBezTo>
                      <a:pt x="88" y="253"/>
                      <a:pt x="4" y="285"/>
                      <a:pt x="2" y="384"/>
                    </a:cubicBezTo>
                    <a:cubicBezTo>
                      <a:pt x="0" y="483"/>
                      <a:pt x="104" y="719"/>
                      <a:pt x="128" y="786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9" name="Freeform 114"/>
              <p:cNvSpPr/>
              <p:nvPr/>
            </p:nvSpPr>
            <p:spPr bwMode="auto">
              <a:xfrm>
                <a:off x="1446" y="1329"/>
                <a:ext cx="315" cy="531"/>
              </a:xfrm>
              <a:custGeom>
                <a:avLst/>
                <a:gdLst>
                  <a:gd name="T0" fmla="*/ 66 w 315"/>
                  <a:gd name="T1" fmla="*/ 0 h 531"/>
                  <a:gd name="T2" fmla="*/ 42 w 315"/>
                  <a:gd name="T3" fmla="*/ 273 h 531"/>
                  <a:gd name="T4" fmla="*/ 315 w 315"/>
                  <a:gd name="T5" fmla="*/ 531 h 531"/>
                  <a:gd name="T6" fmla="*/ 0 60000 65536"/>
                  <a:gd name="T7" fmla="*/ 0 60000 65536"/>
                  <a:gd name="T8" fmla="*/ 0 60000 65536"/>
                  <a:gd name="T9" fmla="*/ 0 w 315"/>
                  <a:gd name="T10" fmla="*/ 0 h 531"/>
                  <a:gd name="T11" fmla="*/ 315 w 315"/>
                  <a:gd name="T12" fmla="*/ 531 h 53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5" h="531">
                    <a:moveTo>
                      <a:pt x="66" y="0"/>
                    </a:moveTo>
                    <a:cubicBezTo>
                      <a:pt x="33" y="92"/>
                      <a:pt x="0" y="185"/>
                      <a:pt x="42" y="273"/>
                    </a:cubicBezTo>
                    <a:cubicBezTo>
                      <a:pt x="84" y="361"/>
                      <a:pt x="199" y="446"/>
                      <a:pt x="315" y="531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0" name="Line 115"/>
              <p:cNvSpPr>
                <a:spLocks noChangeShapeType="1"/>
              </p:cNvSpPr>
              <p:nvPr/>
            </p:nvSpPr>
            <p:spPr bwMode="auto">
              <a:xfrm>
                <a:off x="1747" y="1494"/>
                <a:ext cx="1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1" name="Line 116"/>
              <p:cNvSpPr>
                <a:spLocks noChangeShapeType="1"/>
              </p:cNvSpPr>
              <p:nvPr/>
            </p:nvSpPr>
            <p:spPr bwMode="auto">
              <a:xfrm>
                <a:off x="1640" y="1334"/>
                <a:ext cx="0" cy="43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2" name="Freeform 117"/>
              <p:cNvSpPr/>
              <p:nvPr/>
            </p:nvSpPr>
            <p:spPr bwMode="auto">
              <a:xfrm>
                <a:off x="909" y="2457"/>
                <a:ext cx="285" cy="453"/>
              </a:xfrm>
              <a:custGeom>
                <a:avLst/>
                <a:gdLst>
                  <a:gd name="T0" fmla="*/ 0 w 285"/>
                  <a:gd name="T1" fmla="*/ 0 h 453"/>
                  <a:gd name="T2" fmla="*/ 171 w 285"/>
                  <a:gd name="T3" fmla="*/ 129 h 453"/>
                  <a:gd name="T4" fmla="*/ 285 w 285"/>
                  <a:gd name="T5" fmla="*/ 453 h 453"/>
                  <a:gd name="T6" fmla="*/ 0 60000 65536"/>
                  <a:gd name="T7" fmla="*/ 0 60000 65536"/>
                  <a:gd name="T8" fmla="*/ 0 60000 65536"/>
                  <a:gd name="T9" fmla="*/ 0 w 285"/>
                  <a:gd name="T10" fmla="*/ 0 h 453"/>
                  <a:gd name="T11" fmla="*/ 285 w 285"/>
                  <a:gd name="T12" fmla="*/ 453 h 4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5" h="453">
                    <a:moveTo>
                      <a:pt x="0" y="0"/>
                    </a:moveTo>
                    <a:cubicBezTo>
                      <a:pt x="62" y="27"/>
                      <a:pt x="124" y="54"/>
                      <a:pt x="171" y="129"/>
                    </a:cubicBezTo>
                    <a:cubicBezTo>
                      <a:pt x="218" y="204"/>
                      <a:pt x="251" y="328"/>
                      <a:pt x="285" y="453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3" name="Line 118"/>
              <p:cNvSpPr>
                <a:spLocks noChangeShapeType="1"/>
              </p:cNvSpPr>
              <p:nvPr/>
            </p:nvSpPr>
            <p:spPr bwMode="auto">
              <a:xfrm>
                <a:off x="768" y="2735"/>
                <a:ext cx="15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4" name="Line 119"/>
              <p:cNvSpPr>
                <a:spLocks noChangeShapeType="1"/>
              </p:cNvSpPr>
              <p:nvPr/>
            </p:nvSpPr>
            <p:spPr bwMode="auto">
              <a:xfrm>
                <a:off x="1024" y="2516"/>
                <a:ext cx="0" cy="38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5" name="Line 120"/>
              <p:cNvSpPr>
                <a:spLocks noChangeShapeType="1"/>
              </p:cNvSpPr>
              <p:nvPr/>
            </p:nvSpPr>
            <p:spPr bwMode="auto">
              <a:xfrm flipH="1">
                <a:off x="780" y="1335"/>
                <a:ext cx="114" cy="1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6" name="Line 127"/>
              <p:cNvSpPr>
                <a:spLocks noChangeShapeType="1"/>
              </p:cNvSpPr>
              <p:nvPr/>
            </p:nvSpPr>
            <p:spPr bwMode="auto">
              <a:xfrm flipV="1">
                <a:off x="840" y="1512"/>
                <a:ext cx="18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7" name="Line 128"/>
              <p:cNvSpPr>
                <a:spLocks noChangeShapeType="1"/>
              </p:cNvSpPr>
              <p:nvPr/>
            </p:nvSpPr>
            <p:spPr bwMode="auto">
              <a:xfrm flipV="1">
                <a:off x="900" y="1362"/>
                <a:ext cx="114" cy="1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8" name="Line 129"/>
              <p:cNvSpPr>
                <a:spLocks noChangeShapeType="1"/>
              </p:cNvSpPr>
              <p:nvPr/>
            </p:nvSpPr>
            <p:spPr bwMode="auto">
              <a:xfrm flipH="1">
                <a:off x="696" y="1614"/>
                <a:ext cx="60" cy="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9" name="Line 130"/>
              <p:cNvSpPr>
                <a:spLocks noChangeShapeType="1"/>
              </p:cNvSpPr>
              <p:nvPr/>
            </p:nvSpPr>
            <p:spPr bwMode="auto">
              <a:xfrm flipV="1">
                <a:off x="684" y="1962"/>
                <a:ext cx="84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0" name="Line 131"/>
              <p:cNvSpPr>
                <a:spLocks noChangeShapeType="1"/>
              </p:cNvSpPr>
              <p:nvPr/>
            </p:nvSpPr>
            <p:spPr bwMode="auto">
              <a:xfrm flipV="1">
                <a:off x="834" y="1950"/>
                <a:ext cx="90" cy="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1" name="Line 132"/>
              <p:cNvSpPr>
                <a:spLocks noChangeShapeType="1"/>
              </p:cNvSpPr>
              <p:nvPr/>
            </p:nvSpPr>
            <p:spPr bwMode="auto">
              <a:xfrm flipV="1">
                <a:off x="906" y="2004"/>
                <a:ext cx="120" cy="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2" name="Line 133"/>
              <p:cNvSpPr>
                <a:spLocks noChangeShapeType="1"/>
              </p:cNvSpPr>
              <p:nvPr/>
            </p:nvSpPr>
            <p:spPr bwMode="auto">
              <a:xfrm flipH="1">
                <a:off x="1644" y="1320"/>
                <a:ext cx="114" cy="1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3" name="Line 134"/>
              <p:cNvSpPr>
                <a:spLocks noChangeShapeType="1"/>
              </p:cNvSpPr>
              <p:nvPr/>
            </p:nvSpPr>
            <p:spPr bwMode="auto">
              <a:xfrm flipH="1">
                <a:off x="1644" y="1380"/>
                <a:ext cx="216" cy="21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4" name="Line 135"/>
              <p:cNvSpPr>
                <a:spLocks noChangeShapeType="1"/>
              </p:cNvSpPr>
              <p:nvPr/>
            </p:nvSpPr>
            <p:spPr bwMode="auto">
              <a:xfrm flipH="1">
                <a:off x="1644" y="1656"/>
                <a:ext cx="108" cy="1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5" name="Line 138"/>
              <p:cNvSpPr>
                <a:spLocks noChangeShapeType="1"/>
              </p:cNvSpPr>
              <p:nvPr/>
            </p:nvSpPr>
            <p:spPr bwMode="auto">
              <a:xfrm flipV="1">
                <a:off x="1776" y="2310"/>
                <a:ext cx="60" cy="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6" name="Line 139"/>
              <p:cNvSpPr>
                <a:spLocks noChangeShapeType="1"/>
              </p:cNvSpPr>
              <p:nvPr/>
            </p:nvSpPr>
            <p:spPr bwMode="auto">
              <a:xfrm flipV="1">
                <a:off x="1650" y="2262"/>
                <a:ext cx="102" cy="10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7" name="Line 140"/>
              <p:cNvSpPr>
                <a:spLocks noChangeShapeType="1"/>
              </p:cNvSpPr>
              <p:nvPr/>
            </p:nvSpPr>
            <p:spPr bwMode="auto">
              <a:xfrm flipV="1">
                <a:off x="1638" y="2556"/>
                <a:ext cx="132" cy="1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8" name="Line 141"/>
              <p:cNvSpPr>
                <a:spLocks noChangeShapeType="1"/>
              </p:cNvSpPr>
              <p:nvPr/>
            </p:nvSpPr>
            <p:spPr bwMode="auto">
              <a:xfrm flipV="1">
                <a:off x="1644" y="2610"/>
                <a:ext cx="228" cy="2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9" name="Line 142"/>
              <p:cNvSpPr>
                <a:spLocks noChangeShapeType="1"/>
              </p:cNvSpPr>
              <p:nvPr/>
            </p:nvSpPr>
            <p:spPr bwMode="auto">
              <a:xfrm flipV="1">
                <a:off x="1746" y="2784"/>
                <a:ext cx="114" cy="1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0" name="Line 143"/>
              <p:cNvSpPr>
                <a:spLocks noChangeShapeType="1"/>
              </p:cNvSpPr>
              <p:nvPr/>
            </p:nvSpPr>
            <p:spPr bwMode="auto">
              <a:xfrm flipV="1">
                <a:off x="906" y="2502"/>
                <a:ext cx="90" cy="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1" name="Line 144"/>
              <p:cNvSpPr>
                <a:spLocks noChangeShapeType="1"/>
              </p:cNvSpPr>
              <p:nvPr/>
            </p:nvSpPr>
            <p:spPr bwMode="auto">
              <a:xfrm flipV="1">
                <a:off x="762" y="2628"/>
                <a:ext cx="252" cy="25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2" name="Line 145"/>
              <p:cNvSpPr>
                <a:spLocks noChangeShapeType="1"/>
              </p:cNvSpPr>
              <p:nvPr/>
            </p:nvSpPr>
            <p:spPr bwMode="auto">
              <a:xfrm flipV="1">
                <a:off x="888" y="2760"/>
                <a:ext cx="132" cy="1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1908694" y="2165349"/>
              <a:ext cx="2084333" cy="2679703"/>
              <a:chOff x="1908694" y="2165349"/>
              <a:chExt cx="2084333" cy="2679703"/>
            </a:xfrm>
          </p:grpSpPr>
          <p:pic>
            <p:nvPicPr>
              <p:cNvPr id="14" name="图片 13"/>
              <p:cNvPicPr>
                <a:picLocks noChangeAspect="1"/>
              </p:cNvPicPr>
              <p:nvPr/>
            </p:nvPicPr>
            <p:blipFill rotWithShape="1"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226" t="20323" r="46481" b="-2"/>
              <a:stretch>
                <a:fillRect/>
              </a:stretch>
            </p:blipFill>
            <p:spPr>
              <a:xfrm rot="5400000">
                <a:off x="1700443" y="3370497"/>
                <a:ext cx="2679703" cy="269408"/>
              </a:xfrm>
              <a:prstGeom prst="rect">
                <a:avLst/>
              </a:prstGeom>
            </p:spPr>
          </p:pic>
          <p:pic>
            <p:nvPicPr>
              <p:cNvPr id="15" name="图片 14"/>
              <p:cNvPicPr>
                <a:picLocks noChangeAspect="1"/>
              </p:cNvPicPr>
              <p:nvPr/>
            </p:nvPicPr>
            <p:blipFill rotWithShape="1"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276" t="27613" r="55692"/>
              <a:stretch>
                <a:fillRect/>
              </a:stretch>
            </p:blipFill>
            <p:spPr>
              <a:xfrm>
                <a:off x="1908694" y="2938461"/>
                <a:ext cx="850900" cy="244754"/>
              </a:xfrm>
              <a:prstGeom prst="rect">
                <a:avLst/>
              </a:prstGeom>
            </p:spPr>
          </p:pic>
          <p:pic>
            <p:nvPicPr>
              <p:cNvPr id="17" name="图片 16"/>
              <p:cNvPicPr>
                <a:picLocks noChangeAspect="1"/>
              </p:cNvPicPr>
              <p:nvPr/>
            </p:nvPicPr>
            <p:blipFill rotWithShape="1"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696" t="21980" r="57475" b="9725"/>
              <a:stretch>
                <a:fillRect/>
              </a:stretch>
            </p:blipFill>
            <p:spPr>
              <a:xfrm rot="10800000">
                <a:off x="3375543" y="3948110"/>
                <a:ext cx="617484" cy="230919"/>
              </a:xfrm>
              <a:prstGeom prst="rect">
                <a:avLst/>
              </a:prstGeom>
            </p:spPr>
          </p:pic>
          <p:pic>
            <p:nvPicPr>
              <p:cNvPr id="18" name="图片 17"/>
              <p:cNvPicPr>
                <a:picLocks noChangeAspect="1"/>
              </p:cNvPicPr>
              <p:nvPr/>
            </p:nvPicPr>
            <p:blipFill rotWithShape="1"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941" t="23857" r="55692"/>
              <a:stretch>
                <a:fillRect/>
              </a:stretch>
            </p:blipFill>
            <p:spPr>
              <a:xfrm>
                <a:off x="2666999" y="3416300"/>
                <a:ext cx="780497" cy="257454"/>
              </a:xfrm>
              <a:prstGeom prst="rect">
                <a:avLst/>
              </a:prstGeom>
            </p:spPr>
          </p:pic>
        </p:grpSp>
      </p:grpSp>
      <p:grpSp>
        <p:nvGrpSpPr>
          <p:cNvPr id="73" name="组合 72"/>
          <p:cNvGrpSpPr/>
          <p:nvPr/>
        </p:nvGrpSpPr>
        <p:grpSpPr>
          <a:xfrm>
            <a:off x="7187047" y="2055092"/>
            <a:ext cx="2151244" cy="2679703"/>
            <a:chOff x="5624678" y="2171699"/>
            <a:chExt cx="2151244" cy="2679703"/>
          </a:xfrm>
        </p:grpSpPr>
        <p:grpSp>
          <p:nvGrpSpPr>
            <p:cNvPr id="74" name="Group 147"/>
            <p:cNvGrpSpPr/>
            <p:nvPr/>
          </p:nvGrpSpPr>
          <p:grpSpPr bwMode="auto">
            <a:xfrm>
              <a:off x="5624678" y="2249488"/>
              <a:ext cx="2078038" cy="2538413"/>
              <a:chOff x="3368" y="1261"/>
              <a:chExt cx="1309" cy="1599"/>
            </a:xfrm>
          </p:grpSpPr>
          <p:sp>
            <p:nvSpPr>
              <p:cNvPr id="80" name="Line 148"/>
              <p:cNvSpPr>
                <a:spLocks noChangeShapeType="1"/>
              </p:cNvSpPr>
              <p:nvPr/>
            </p:nvSpPr>
            <p:spPr bwMode="auto">
              <a:xfrm>
                <a:off x="3555" y="1263"/>
                <a:ext cx="111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1" name="Line 149"/>
              <p:cNvSpPr>
                <a:spLocks noChangeShapeType="1"/>
              </p:cNvSpPr>
              <p:nvPr/>
            </p:nvSpPr>
            <p:spPr bwMode="auto">
              <a:xfrm>
                <a:off x="3554" y="1428"/>
                <a:ext cx="111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2" name="Line 150"/>
              <p:cNvSpPr>
                <a:spLocks noChangeShapeType="1"/>
              </p:cNvSpPr>
              <p:nvPr/>
            </p:nvSpPr>
            <p:spPr bwMode="auto">
              <a:xfrm>
                <a:off x="4545" y="1428"/>
                <a:ext cx="0" cy="82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3" name="Line 152"/>
              <p:cNvSpPr>
                <a:spLocks noChangeShapeType="1"/>
              </p:cNvSpPr>
              <p:nvPr/>
            </p:nvSpPr>
            <p:spPr bwMode="auto">
              <a:xfrm flipH="1">
                <a:off x="3465" y="1554"/>
                <a:ext cx="22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4" name="Line 153"/>
              <p:cNvSpPr>
                <a:spLocks noChangeShapeType="1"/>
              </p:cNvSpPr>
              <p:nvPr/>
            </p:nvSpPr>
            <p:spPr bwMode="auto">
              <a:xfrm flipH="1">
                <a:off x="3467" y="1979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5" name="Line 154"/>
              <p:cNvSpPr>
                <a:spLocks noChangeShapeType="1"/>
              </p:cNvSpPr>
              <p:nvPr/>
            </p:nvSpPr>
            <p:spPr bwMode="auto">
              <a:xfrm>
                <a:off x="3470" y="1554"/>
                <a:ext cx="0" cy="42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6" name="Line 155"/>
              <p:cNvSpPr>
                <a:spLocks noChangeShapeType="1"/>
              </p:cNvSpPr>
              <p:nvPr/>
            </p:nvSpPr>
            <p:spPr bwMode="auto">
              <a:xfrm>
                <a:off x="3695" y="1435"/>
                <a:ext cx="0" cy="12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7" name="Line 156"/>
              <p:cNvSpPr>
                <a:spLocks noChangeShapeType="1"/>
              </p:cNvSpPr>
              <p:nvPr/>
            </p:nvSpPr>
            <p:spPr bwMode="auto">
              <a:xfrm>
                <a:off x="3695" y="1966"/>
                <a:ext cx="0" cy="69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8" name="Line 157"/>
              <p:cNvSpPr>
                <a:spLocks noChangeShapeType="1"/>
              </p:cNvSpPr>
              <p:nvPr/>
            </p:nvSpPr>
            <p:spPr bwMode="auto">
              <a:xfrm flipV="1">
                <a:off x="3561" y="1261"/>
                <a:ext cx="0" cy="16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9" name="Line 158"/>
              <p:cNvSpPr>
                <a:spLocks noChangeShapeType="1"/>
              </p:cNvSpPr>
              <p:nvPr/>
            </p:nvSpPr>
            <p:spPr bwMode="auto">
              <a:xfrm>
                <a:off x="4657" y="1262"/>
                <a:ext cx="0" cy="17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0" name="Line 159"/>
              <p:cNvSpPr>
                <a:spLocks noChangeShapeType="1"/>
              </p:cNvSpPr>
              <p:nvPr/>
            </p:nvSpPr>
            <p:spPr bwMode="auto">
              <a:xfrm>
                <a:off x="3812" y="1889"/>
                <a:ext cx="0" cy="94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1" name="Line 160"/>
              <p:cNvSpPr>
                <a:spLocks noChangeShapeType="1"/>
              </p:cNvSpPr>
              <p:nvPr/>
            </p:nvSpPr>
            <p:spPr bwMode="auto">
              <a:xfrm>
                <a:off x="4428" y="1268"/>
                <a:ext cx="0" cy="10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2" name="Line 161"/>
              <p:cNvSpPr>
                <a:spLocks noChangeShapeType="1"/>
              </p:cNvSpPr>
              <p:nvPr/>
            </p:nvSpPr>
            <p:spPr bwMode="auto">
              <a:xfrm>
                <a:off x="3478" y="1627"/>
                <a:ext cx="33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3" name="Line 162"/>
              <p:cNvSpPr>
                <a:spLocks noChangeShapeType="1"/>
              </p:cNvSpPr>
              <p:nvPr/>
            </p:nvSpPr>
            <p:spPr bwMode="auto">
              <a:xfrm>
                <a:off x="3486" y="1895"/>
                <a:ext cx="3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4" name="Line 163"/>
              <p:cNvSpPr>
                <a:spLocks noChangeShapeType="1"/>
              </p:cNvSpPr>
              <p:nvPr/>
            </p:nvSpPr>
            <p:spPr bwMode="auto">
              <a:xfrm>
                <a:off x="3568" y="2669"/>
                <a:ext cx="110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5" name="Line 164"/>
              <p:cNvSpPr>
                <a:spLocks noChangeShapeType="1"/>
              </p:cNvSpPr>
              <p:nvPr/>
            </p:nvSpPr>
            <p:spPr bwMode="auto">
              <a:xfrm>
                <a:off x="3555" y="2836"/>
                <a:ext cx="112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6" name="Line 165"/>
              <p:cNvSpPr>
                <a:spLocks noChangeShapeType="1"/>
              </p:cNvSpPr>
              <p:nvPr/>
            </p:nvSpPr>
            <p:spPr bwMode="auto">
              <a:xfrm>
                <a:off x="3556" y="2657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7" name="Line 167"/>
              <p:cNvSpPr>
                <a:spLocks noChangeShapeType="1"/>
              </p:cNvSpPr>
              <p:nvPr/>
            </p:nvSpPr>
            <p:spPr bwMode="auto">
              <a:xfrm>
                <a:off x="4664" y="2254"/>
                <a:ext cx="0" cy="41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8" name="Line 168"/>
              <p:cNvSpPr>
                <a:spLocks noChangeShapeType="1"/>
              </p:cNvSpPr>
              <p:nvPr/>
            </p:nvSpPr>
            <p:spPr bwMode="auto">
              <a:xfrm>
                <a:off x="4549" y="2247"/>
                <a:ext cx="12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9" name="Line 169"/>
              <p:cNvSpPr>
                <a:spLocks noChangeShapeType="1"/>
              </p:cNvSpPr>
              <p:nvPr/>
            </p:nvSpPr>
            <p:spPr bwMode="auto">
              <a:xfrm>
                <a:off x="4664" y="2254"/>
                <a:ext cx="0" cy="5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0" name="Line 170"/>
              <p:cNvSpPr>
                <a:spLocks noChangeShapeType="1"/>
              </p:cNvSpPr>
              <p:nvPr/>
            </p:nvSpPr>
            <p:spPr bwMode="auto">
              <a:xfrm>
                <a:off x="4427" y="2311"/>
                <a:ext cx="25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1" name="Line 171"/>
              <p:cNvSpPr>
                <a:spLocks noChangeShapeType="1"/>
              </p:cNvSpPr>
              <p:nvPr/>
            </p:nvSpPr>
            <p:spPr bwMode="auto">
              <a:xfrm>
                <a:off x="4419" y="2491"/>
                <a:ext cx="25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" name="Line 172"/>
              <p:cNvSpPr>
                <a:spLocks noChangeShapeType="1"/>
              </p:cNvSpPr>
              <p:nvPr/>
            </p:nvSpPr>
            <p:spPr bwMode="auto">
              <a:xfrm>
                <a:off x="4427" y="2491"/>
                <a:ext cx="0" cy="34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3" name="Line 173"/>
              <p:cNvSpPr>
                <a:spLocks noChangeShapeType="1"/>
              </p:cNvSpPr>
              <p:nvPr/>
            </p:nvSpPr>
            <p:spPr bwMode="auto">
              <a:xfrm flipV="1">
                <a:off x="3812" y="1268"/>
                <a:ext cx="0" cy="3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4" name="Arc 174"/>
              <p:cNvSpPr/>
              <p:nvPr/>
            </p:nvSpPr>
            <p:spPr bwMode="auto">
              <a:xfrm>
                <a:off x="3368" y="1557"/>
                <a:ext cx="398" cy="423"/>
              </a:xfrm>
              <a:custGeom>
                <a:avLst/>
                <a:gdLst>
                  <a:gd name="T0" fmla="*/ 0 w 21600"/>
                  <a:gd name="T1" fmla="*/ 0 h 23735"/>
                  <a:gd name="T2" fmla="*/ 0 w 21600"/>
                  <a:gd name="T3" fmla="*/ 0 h 23735"/>
                  <a:gd name="T4" fmla="*/ 0 w 21600"/>
                  <a:gd name="T5" fmla="*/ 0 h 23735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3735"/>
                  <a:gd name="T11" fmla="*/ 21600 w 21600"/>
                  <a:gd name="T12" fmla="*/ 23735 h 237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3735" fill="none" extrusionOk="0">
                    <a:moveTo>
                      <a:pt x="18334" y="-1"/>
                    </a:moveTo>
                    <a:cubicBezTo>
                      <a:pt x="20468" y="3426"/>
                      <a:pt x="21600" y="7382"/>
                      <a:pt x="21600" y="11420"/>
                    </a:cubicBezTo>
                    <a:cubicBezTo>
                      <a:pt x="21600" y="15821"/>
                      <a:pt x="20255" y="20118"/>
                      <a:pt x="17745" y="23735"/>
                    </a:cubicBezTo>
                  </a:path>
                  <a:path w="21600" h="23735" stroke="0" extrusionOk="0">
                    <a:moveTo>
                      <a:pt x="18334" y="-1"/>
                    </a:moveTo>
                    <a:cubicBezTo>
                      <a:pt x="20468" y="3426"/>
                      <a:pt x="21600" y="7382"/>
                      <a:pt x="21600" y="11420"/>
                    </a:cubicBezTo>
                    <a:cubicBezTo>
                      <a:pt x="21600" y="15821"/>
                      <a:pt x="20255" y="20118"/>
                      <a:pt x="17745" y="23735"/>
                    </a:cubicBezTo>
                    <a:lnTo>
                      <a:pt x="0" y="1142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" name="Arc 175"/>
              <p:cNvSpPr/>
              <p:nvPr/>
            </p:nvSpPr>
            <p:spPr bwMode="auto">
              <a:xfrm flipV="1">
                <a:off x="3618" y="1616"/>
                <a:ext cx="250" cy="278"/>
              </a:xfrm>
              <a:custGeom>
                <a:avLst/>
                <a:gdLst>
                  <a:gd name="T0" fmla="*/ 0 w 21600"/>
                  <a:gd name="T1" fmla="*/ 0 h 28035"/>
                  <a:gd name="T2" fmla="*/ 0 w 21600"/>
                  <a:gd name="T3" fmla="*/ 0 h 28035"/>
                  <a:gd name="T4" fmla="*/ 0 w 21600"/>
                  <a:gd name="T5" fmla="*/ 0 h 28035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8035"/>
                  <a:gd name="T11" fmla="*/ 21600 w 21600"/>
                  <a:gd name="T12" fmla="*/ 28035 h 280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8035" fill="none" extrusionOk="0">
                    <a:moveTo>
                      <a:pt x="16547" y="0"/>
                    </a:moveTo>
                    <a:cubicBezTo>
                      <a:pt x="19811" y="3890"/>
                      <a:pt x="21600" y="8805"/>
                      <a:pt x="21600" y="13883"/>
                    </a:cubicBezTo>
                    <a:cubicBezTo>
                      <a:pt x="21600" y="19082"/>
                      <a:pt x="19724" y="24106"/>
                      <a:pt x="16318" y="28034"/>
                    </a:cubicBezTo>
                  </a:path>
                  <a:path w="21600" h="28035" stroke="0" extrusionOk="0">
                    <a:moveTo>
                      <a:pt x="16547" y="0"/>
                    </a:moveTo>
                    <a:cubicBezTo>
                      <a:pt x="19811" y="3890"/>
                      <a:pt x="21600" y="8805"/>
                      <a:pt x="21600" y="13883"/>
                    </a:cubicBezTo>
                    <a:cubicBezTo>
                      <a:pt x="21600" y="19082"/>
                      <a:pt x="19724" y="24106"/>
                      <a:pt x="16318" y="28034"/>
                    </a:cubicBezTo>
                    <a:lnTo>
                      <a:pt x="0" y="13883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6" name="Arc 176"/>
              <p:cNvSpPr/>
              <p:nvPr/>
            </p:nvSpPr>
            <p:spPr bwMode="auto">
              <a:xfrm flipH="1" flipV="1">
                <a:off x="4499" y="2236"/>
                <a:ext cx="84" cy="296"/>
              </a:xfrm>
              <a:custGeom>
                <a:avLst/>
                <a:gdLst>
                  <a:gd name="T0" fmla="*/ 0 w 19252"/>
                  <a:gd name="T1" fmla="*/ 0 h 20647"/>
                  <a:gd name="T2" fmla="*/ 0 w 19252"/>
                  <a:gd name="T3" fmla="*/ 0 h 20647"/>
                  <a:gd name="T4" fmla="*/ 0 w 19252"/>
                  <a:gd name="T5" fmla="*/ 0 h 20647"/>
                  <a:gd name="T6" fmla="*/ 0 60000 65536"/>
                  <a:gd name="T7" fmla="*/ 0 60000 65536"/>
                  <a:gd name="T8" fmla="*/ 0 60000 65536"/>
                  <a:gd name="T9" fmla="*/ 0 w 19252"/>
                  <a:gd name="T10" fmla="*/ 0 h 20647"/>
                  <a:gd name="T11" fmla="*/ 19252 w 19252"/>
                  <a:gd name="T12" fmla="*/ 20647 h 206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52" h="20647" fill="none" extrusionOk="0">
                    <a:moveTo>
                      <a:pt x="19251" y="9793"/>
                    </a:moveTo>
                    <a:cubicBezTo>
                      <a:pt x="16598" y="15010"/>
                      <a:pt x="11940" y="18927"/>
                      <a:pt x="6345" y="20646"/>
                    </a:cubicBezTo>
                  </a:path>
                  <a:path w="19252" h="20647" stroke="0" extrusionOk="0">
                    <a:moveTo>
                      <a:pt x="19251" y="9793"/>
                    </a:moveTo>
                    <a:cubicBezTo>
                      <a:pt x="16598" y="15010"/>
                      <a:pt x="11940" y="18927"/>
                      <a:pt x="6345" y="20646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" name="Line 177"/>
              <p:cNvSpPr>
                <a:spLocks noChangeShapeType="1"/>
              </p:cNvSpPr>
              <p:nvPr/>
            </p:nvSpPr>
            <p:spPr bwMode="auto">
              <a:xfrm>
                <a:off x="4497" y="2407"/>
                <a:ext cx="0" cy="27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8" name="Arc 178"/>
              <p:cNvSpPr/>
              <p:nvPr/>
            </p:nvSpPr>
            <p:spPr bwMode="auto">
              <a:xfrm flipH="1">
                <a:off x="4387" y="2315"/>
                <a:ext cx="155" cy="183"/>
              </a:xfrm>
              <a:custGeom>
                <a:avLst/>
                <a:gdLst>
                  <a:gd name="T0" fmla="*/ 0 w 21600"/>
                  <a:gd name="T1" fmla="*/ 0 h 26395"/>
                  <a:gd name="T2" fmla="*/ 0 w 21600"/>
                  <a:gd name="T3" fmla="*/ 0 h 26395"/>
                  <a:gd name="T4" fmla="*/ 0 w 21600"/>
                  <a:gd name="T5" fmla="*/ 0 h 26395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395"/>
                  <a:gd name="T11" fmla="*/ 21600 w 21600"/>
                  <a:gd name="T12" fmla="*/ 26395 h 2639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395" fill="none" extrusionOk="0">
                    <a:moveTo>
                      <a:pt x="17055" y="0"/>
                    </a:moveTo>
                    <a:cubicBezTo>
                      <a:pt x="20001" y="3790"/>
                      <a:pt x="21600" y="8453"/>
                      <a:pt x="21600" y="13254"/>
                    </a:cubicBezTo>
                    <a:cubicBezTo>
                      <a:pt x="21600" y="18005"/>
                      <a:pt x="20033" y="22624"/>
                      <a:pt x="17142" y="26395"/>
                    </a:cubicBezTo>
                  </a:path>
                  <a:path w="21600" h="26395" stroke="0" extrusionOk="0">
                    <a:moveTo>
                      <a:pt x="17055" y="0"/>
                    </a:moveTo>
                    <a:cubicBezTo>
                      <a:pt x="20001" y="3790"/>
                      <a:pt x="21600" y="8453"/>
                      <a:pt x="21600" y="13254"/>
                    </a:cubicBezTo>
                    <a:cubicBezTo>
                      <a:pt x="21600" y="18005"/>
                      <a:pt x="20033" y="22624"/>
                      <a:pt x="17142" y="26395"/>
                    </a:cubicBezTo>
                    <a:lnTo>
                      <a:pt x="0" y="13254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9" name="Oval 179"/>
              <p:cNvSpPr>
                <a:spLocks noChangeArrowheads="1"/>
              </p:cNvSpPr>
              <p:nvPr/>
            </p:nvSpPr>
            <p:spPr bwMode="auto">
              <a:xfrm>
                <a:off x="3931" y="1858"/>
                <a:ext cx="404" cy="404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0" name="Freeform 182"/>
              <p:cNvSpPr/>
              <p:nvPr/>
            </p:nvSpPr>
            <p:spPr bwMode="auto">
              <a:xfrm>
                <a:off x="3686" y="1972"/>
                <a:ext cx="259" cy="126"/>
              </a:xfrm>
              <a:custGeom>
                <a:avLst/>
                <a:gdLst>
                  <a:gd name="T0" fmla="*/ 0 w 259"/>
                  <a:gd name="T1" fmla="*/ 126 h 126"/>
                  <a:gd name="T2" fmla="*/ 89 w 259"/>
                  <a:gd name="T3" fmla="*/ 56 h 126"/>
                  <a:gd name="T4" fmla="*/ 185 w 259"/>
                  <a:gd name="T5" fmla="*/ 43 h 126"/>
                  <a:gd name="T6" fmla="*/ 259 w 259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9"/>
                  <a:gd name="T13" fmla="*/ 0 h 126"/>
                  <a:gd name="T14" fmla="*/ 259 w 259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9" h="126">
                    <a:moveTo>
                      <a:pt x="0" y="126"/>
                    </a:moveTo>
                    <a:cubicBezTo>
                      <a:pt x="29" y="98"/>
                      <a:pt x="58" y="70"/>
                      <a:pt x="89" y="56"/>
                    </a:cubicBezTo>
                    <a:cubicBezTo>
                      <a:pt x="120" y="42"/>
                      <a:pt x="157" y="52"/>
                      <a:pt x="185" y="43"/>
                    </a:cubicBezTo>
                    <a:cubicBezTo>
                      <a:pt x="213" y="34"/>
                      <a:pt x="244" y="9"/>
                      <a:pt x="259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" name="Freeform 183"/>
              <p:cNvSpPr/>
              <p:nvPr/>
            </p:nvSpPr>
            <p:spPr bwMode="auto">
              <a:xfrm>
                <a:off x="3692" y="1561"/>
                <a:ext cx="73" cy="422"/>
              </a:xfrm>
              <a:custGeom>
                <a:avLst/>
                <a:gdLst>
                  <a:gd name="T0" fmla="*/ 0 w 73"/>
                  <a:gd name="T1" fmla="*/ 0 h 422"/>
                  <a:gd name="T2" fmla="*/ 26 w 73"/>
                  <a:gd name="T3" fmla="*/ 25 h 422"/>
                  <a:gd name="T4" fmla="*/ 59 w 73"/>
                  <a:gd name="T5" fmla="*/ 97 h 422"/>
                  <a:gd name="T6" fmla="*/ 71 w 73"/>
                  <a:gd name="T7" fmla="*/ 151 h 422"/>
                  <a:gd name="T8" fmla="*/ 71 w 73"/>
                  <a:gd name="T9" fmla="*/ 211 h 422"/>
                  <a:gd name="T10" fmla="*/ 64 w 73"/>
                  <a:gd name="T11" fmla="*/ 281 h 422"/>
                  <a:gd name="T12" fmla="*/ 58 w 73"/>
                  <a:gd name="T13" fmla="*/ 320 h 422"/>
                  <a:gd name="T14" fmla="*/ 26 w 73"/>
                  <a:gd name="T15" fmla="*/ 390 h 422"/>
                  <a:gd name="T16" fmla="*/ 0 w 73"/>
                  <a:gd name="T17" fmla="*/ 422 h 42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3"/>
                  <a:gd name="T28" fmla="*/ 0 h 422"/>
                  <a:gd name="T29" fmla="*/ 73 w 73"/>
                  <a:gd name="T30" fmla="*/ 422 h 42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3" h="422">
                    <a:moveTo>
                      <a:pt x="0" y="0"/>
                    </a:moveTo>
                    <a:cubicBezTo>
                      <a:pt x="8" y="3"/>
                      <a:pt x="16" y="9"/>
                      <a:pt x="26" y="25"/>
                    </a:cubicBezTo>
                    <a:cubicBezTo>
                      <a:pt x="36" y="41"/>
                      <a:pt x="52" y="76"/>
                      <a:pt x="59" y="97"/>
                    </a:cubicBezTo>
                    <a:cubicBezTo>
                      <a:pt x="66" y="118"/>
                      <a:pt x="69" y="132"/>
                      <a:pt x="71" y="151"/>
                    </a:cubicBezTo>
                    <a:cubicBezTo>
                      <a:pt x="73" y="170"/>
                      <a:pt x="72" y="189"/>
                      <a:pt x="71" y="211"/>
                    </a:cubicBezTo>
                    <a:cubicBezTo>
                      <a:pt x="70" y="233"/>
                      <a:pt x="66" y="263"/>
                      <a:pt x="64" y="281"/>
                    </a:cubicBezTo>
                    <a:cubicBezTo>
                      <a:pt x="62" y="299"/>
                      <a:pt x="64" y="302"/>
                      <a:pt x="58" y="320"/>
                    </a:cubicBezTo>
                    <a:cubicBezTo>
                      <a:pt x="52" y="338"/>
                      <a:pt x="36" y="373"/>
                      <a:pt x="26" y="390"/>
                    </a:cubicBezTo>
                    <a:cubicBezTo>
                      <a:pt x="16" y="407"/>
                      <a:pt x="2" y="417"/>
                      <a:pt x="0" y="422"/>
                    </a:cubicBezTo>
                  </a:path>
                </a:pathLst>
              </a:custGeom>
              <a:noFill/>
              <a:ln w="76200">
                <a:solidFill>
                  <a:srgbClr val="FFFFFF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2" name="Freeform 184"/>
              <p:cNvSpPr/>
              <p:nvPr/>
            </p:nvSpPr>
            <p:spPr bwMode="auto">
              <a:xfrm>
                <a:off x="4497" y="2265"/>
                <a:ext cx="46" cy="403"/>
              </a:xfrm>
              <a:custGeom>
                <a:avLst/>
                <a:gdLst>
                  <a:gd name="T0" fmla="*/ 46 w 46"/>
                  <a:gd name="T1" fmla="*/ 0 h 403"/>
                  <a:gd name="T2" fmla="*/ 14 w 46"/>
                  <a:gd name="T3" fmla="*/ 70 h 403"/>
                  <a:gd name="T4" fmla="*/ 2 w 46"/>
                  <a:gd name="T5" fmla="*/ 134 h 403"/>
                  <a:gd name="T6" fmla="*/ 2 w 46"/>
                  <a:gd name="T7" fmla="*/ 403 h 40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"/>
                  <a:gd name="T13" fmla="*/ 0 h 403"/>
                  <a:gd name="T14" fmla="*/ 46 w 46"/>
                  <a:gd name="T15" fmla="*/ 403 h 40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" h="403">
                    <a:moveTo>
                      <a:pt x="46" y="0"/>
                    </a:moveTo>
                    <a:cubicBezTo>
                      <a:pt x="33" y="24"/>
                      <a:pt x="21" y="48"/>
                      <a:pt x="14" y="70"/>
                    </a:cubicBezTo>
                    <a:cubicBezTo>
                      <a:pt x="7" y="92"/>
                      <a:pt x="4" y="79"/>
                      <a:pt x="2" y="134"/>
                    </a:cubicBezTo>
                    <a:cubicBezTo>
                      <a:pt x="0" y="189"/>
                      <a:pt x="0" y="359"/>
                      <a:pt x="2" y="403"/>
                    </a:cubicBezTo>
                  </a:path>
                </a:pathLst>
              </a:custGeom>
              <a:noFill/>
              <a:ln w="76200">
                <a:solidFill>
                  <a:srgbClr val="FFFFFF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" name="Line 185"/>
              <p:cNvSpPr>
                <a:spLocks noChangeShapeType="1"/>
              </p:cNvSpPr>
              <p:nvPr/>
            </p:nvSpPr>
            <p:spPr bwMode="auto">
              <a:xfrm>
                <a:off x="4326" y="2668"/>
                <a:ext cx="326" cy="0"/>
              </a:xfrm>
              <a:prstGeom prst="line">
                <a:avLst/>
              </a:prstGeom>
              <a:noFill/>
              <a:ln w="76200">
                <a:solidFill>
                  <a:srgbClr val="FFFFFF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4" name="Line 186"/>
              <p:cNvSpPr>
                <a:spLocks noChangeShapeType="1"/>
              </p:cNvSpPr>
              <p:nvPr/>
            </p:nvSpPr>
            <p:spPr bwMode="auto">
              <a:xfrm>
                <a:off x="3705" y="1433"/>
                <a:ext cx="826" cy="0"/>
              </a:xfrm>
              <a:prstGeom prst="line">
                <a:avLst/>
              </a:prstGeom>
              <a:noFill/>
              <a:ln w="76200">
                <a:solidFill>
                  <a:srgbClr val="FFFFFF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5" name="Freeform 187"/>
              <p:cNvSpPr/>
              <p:nvPr/>
            </p:nvSpPr>
            <p:spPr bwMode="auto">
              <a:xfrm>
                <a:off x="3956" y="1857"/>
                <a:ext cx="386" cy="389"/>
              </a:xfrm>
              <a:custGeom>
                <a:avLst/>
                <a:gdLst>
                  <a:gd name="T0" fmla="*/ 0 w 386"/>
                  <a:gd name="T1" fmla="*/ 117 h 389"/>
                  <a:gd name="T2" fmla="*/ 20 w 386"/>
                  <a:gd name="T3" fmla="*/ 89 h 389"/>
                  <a:gd name="T4" fmla="*/ 40 w 386"/>
                  <a:gd name="T5" fmla="*/ 65 h 389"/>
                  <a:gd name="T6" fmla="*/ 76 w 386"/>
                  <a:gd name="T7" fmla="*/ 33 h 389"/>
                  <a:gd name="T8" fmla="*/ 120 w 386"/>
                  <a:gd name="T9" fmla="*/ 13 h 389"/>
                  <a:gd name="T10" fmla="*/ 168 w 386"/>
                  <a:gd name="T11" fmla="*/ 1 h 389"/>
                  <a:gd name="T12" fmla="*/ 236 w 386"/>
                  <a:gd name="T13" fmla="*/ 5 h 389"/>
                  <a:gd name="T14" fmla="*/ 284 w 386"/>
                  <a:gd name="T15" fmla="*/ 25 h 389"/>
                  <a:gd name="T16" fmla="*/ 337 w 386"/>
                  <a:gd name="T17" fmla="*/ 72 h 389"/>
                  <a:gd name="T18" fmla="*/ 363 w 386"/>
                  <a:gd name="T19" fmla="*/ 110 h 389"/>
                  <a:gd name="T20" fmla="*/ 383 w 386"/>
                  <a:gd name="T21" fmla="*/ 170 h 389"/>
                  <a:gd name="T22" fmla="*/ 383 w 386"/>
                  <a:gd name="T23" fmla="*/ 238 h 389"/>
                  <a:gd name="T24" fmla="*/ 371 w 386"/>
                  <a:gd name="T25" fmla="*/ 290 h 389"/>
                  <a:gd name="T26" fmla="*/ 350 w 386"/>
                  <a:gd name="T27" fmla="*/ 320 h 389"/>
                  <a:gd name="T28" fmla="*/ 308 w 386"/>
                  <a:gd name="T29" fmla="*/ 365 h 389"/>
                  <a:gd name="T30" fmla="*/ 268 w 386"/>
                  <a:gd name="T31" fmla="*/ 389 h 38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86"/>
                  <a:gd name="T49" fmla="*/ 0 h 389"/>
                  <a:gd name="T50" fmla="*/ 386 w 386"/>
                  <a:gd name="T51" fmla="*/ 389 h 38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86" h="389">
                    <a:moveTo>
                      <a:pt x="0" y="117"/>
                    </a:moveTo>
                    <a:cubicBezTo>
                      <a:pt x="3" y="112"/>
                      <a:pt x="13" y="98"/>
                      <a:pt x="20" y="89"/>
                    </a:cubicBezTo>
                    <a:cubicBezTo>
                      <a:pt x="27" y="80"/>
                      <a:pt x="31" y="74"/>
                      <a:pt x="40" y="65"/>
                    </a:cubicBezTo>
                    <a:cubicBezTo>
                      <a:pt x="49" y="56"/>
                      <a:pt x="63" y="42"/>
                      <a:pt x="76" y="33"/>
                    </a:cubicBezTo>
                    <a:cubicBezTo>
                      <a:pt x="89" y="24"/>
                      <a:pt x="105" y="18"/>
                      <a:pt x="120" y="13"/>
                    </a:cubicBezTo>
                    <a:cubicBezTo>
                      <a:pt x="135" y="8"/>
                      <a:pt x="149" y="2"/>
                      <a:pt x="168" y="1"/>
                    </a:cubicBezTo>
                    <a:cubicBezTo>
                      <a:pt x="187" y="0"/>
                      <a:pt x="217" y="1"/>
                      <a:pt x="236" y="5"/>
                    </a:cubicBezTo>
                    <a:cubicBezTo>
                      <a:pt x="255" y="9"/>
                      <a:pt x="267" y="14"/>
                      <a:pt x="284" y="25"/>
                    </a:cubicBezTo>
                    <a:cubicBezTo>
                      <a:pt x="301" y="36"/>
                      <a:pt x="324" y="58"/>
                      <a:pt x="337" y="72"/>
                    </a:cubicBezTo>
                    <a:cubicBezTo>
                      <a:pt x="350" y="86"/>
                      <a:pt x="355" y="94"/>
                      <a:pt x="363" y="110"/>
                    </a:cubicBezTo>
                    <a:cubicBezTo>
                      <a:pt x="371" y="126"/>
                      <a:pt x="380" y="149"/>
                      <a:pt x="383" y="170"/>
                    </a:cubicBezTo>
                    <a:cubicBezTo>
                      <a:pt x="386" y="191"/>
                      <a:pt x="385" y="218"/>
                      <a:pt x="383" y="238"/>
                    </a:cubicBezTo>
                    <a:cubicBezTo>
                      <a:pt x="381" y="258"/>
                      <a:pt x="376" y="276"/>
                      <a:pt x="371" y="290"/>
                    </a:cubicBezTo>
                    <a:cubicBezTo>
                      <a:pt x="366" y="304"/>
                      <a:pt x="361" y="307"/>
                      <a:pt x="350" y="320"/>
                    </a:cubicBezTo>
                    <a:cubicBezTo>
                      <a:pt x="339" y="333"/>
                      <a:pt x="322" y="354"/>
                      <a:pt x="308" y="365"/>
                    </a:cubicBezTo>
                    <a:cubicBezTo>
                      <a:pt x="294" y="376"/>
                      <a:pt x="276" y="384"/>
                      <a:pt x="268" y="389"/>
                    </a:cubicBezTo>
                  </a:path>
                </a:pathLst>
              </a:custGeom>
              <a:noFill/>
              <a:ln w="76200">
                <a:solidFill>
                  <a:srgbClr val="FFFFFF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6" name="Freeform 188"/>
              <p:cNvSpPr/>
              <p:nvPr/>
            </p:nvSpPr>
            <p:spPr bwMode="auto">
              <a:xfrm>
                <a:off x="4210" y="2252"/>
                <a:ext cx="146" cy="608"/>
              </a:xfrm>
              <a:custGeom>
                <a:avLst/>
                <a:gdLst>
                  <a:gd name="T0" fmla="*/ 0 w 152"/>
                  <a:gd name="T1" fmla="*/ 0 h 589"/>
                  <a:gd name="T2" fmla="*/ 48 w 152"/>
                  <a:gd name="T3" fmla="*/ 99 h 589"/>
                  <a:gd name="T4" fmla="*/ 115 w 152"/>
                  <a:gd name="T5" fmla="*/ 241 h 589"/>
                  <a:gd name="T6" fmla="*/ 100 w 152"/>
                  <a:gd name="T7" fmla="*/ 406 h 589"/>
                  <a:gd name="T8" fmla="*/ 89 w 152"/>
                  <a:gd name="T9" fmla="*/ 601 h 589"/>
                  <a:gd name="T10" fmla="*/ 89 w 152"/>
                  <a:gd name="T11" fmla="*/ 683 h 58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2"/>
                  <a:gd name="T19" fmla="*/ 0 h 589"/>
                  <a:gd name="T20" fmla="*/ 152 w 152"/>
                  <a:gd name="T21" fmla="*/ 589 h 58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2" h="589">
                    <a:moveTo>
                      <a:pt x="0" y="0"/>
                    </a:moveTo>
                    <a:cubicBezTo>
                      <a:pt x="17" y="25"/>
                      <a:pt x="35" y="50"/>
                      <a:pt x="58" y="84"/>
                    </a:cubicBezTo>
                    <a:cubicBezTo>
                      <a:pt x="81" y="118"/>
                      <a:pt x="130" y="161"/>
                      <a:pt x="141" y="205"/>
                    </a:cubicBezTo>
                    <a:cubicBezTo>
                      <a:pt x="152" y="249"/>
                      <a:pt x="127" y="295"/>
                      <a:pt x="122" y="346"/>
                    </a:cubicBezTo>
                    <a:cubicBezTo>
                      <a:pt x="117" y="397"/>
                      <a:pt x="111" y="473"/>
                      <a:pt x="109" y="512"/>
                    </a:cubicBezTo>
                    <a:cubicBezTo>
                      <a:pt x="107" y="551"/>
                      <a:pt x="108" y="589"/>
                      <a:pt x="109" y="583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7" name="Line 189"/>
              <p:cNvSpPr>
                <a:spLocks noChangeShapeType="1"/>
              </p:cNvSpPr>
              <p:nvPr/>
            </p:nvSpPr>
            <p:spPr bwMode="auto">
              <a:xfrm>
                <a:off x="3814" y="1273"/>
                <a:ext cx="0" cy="3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8" name="Line 190"/>
              <p:cNvSpPr>
                <a:spLocks noChangeShapeType="1"/>
              </p:cNvSpPr>
              <p:nvPr/>
            </p:nvSpPr>
            <p:spPr bwMode="auto">
              <a:xfrm>
                <a:off x="3814" y="1900"/>
                <a:ext cx="0" cy="11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9" name="Line 191"/>
              <p:cNvSpPr>
                <a:spLocks noChangeShapeType="1"/>
              </p:cNvSpPr>
              <p:nvPr/>
            </p:nvSpPr>
            <p:spPr bwMode="auto">
              <a:xfrm>
                <a:off x="3481" y="1637"/>
                <a:ext cx="34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0" name="Line 192"/>
              <p:cNvSpPr>
                <a:spLocks noChangeShapeType="1"/>
              </p:cNvSpPr>
              <p:nvPr/>
            </p:nvSpPr>
            <p:spPr bwMode="auto">
              <a:xfrm>
                <a:off x="3475" y="1900"/>
                <a:ext cx="3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1" name="Freeform 193"/>
              <p:cNvSpPr/>
              <p:nvPr/>
            </p:nvSpPr>
            <p:spPr bwMode="auto">
              <a:xfrm>
                <a:off x="3811" y="1644"/>
                <a:ext cx="55" cy="250"/>
              </a:xfrm>
              <a:custGeom>
                <a:avLst/>
                <a:gdLst>
                  <a:gd name="T0" fmla="*/ 9 w 55"/>
                  <a:gd name="T1" fmla="*/ 0 h 230"/>
                  <a:gd name="T2" fmla="*/ 41 w 55"/>
                  <a:gd name="T3" fmla="*/ 68 h 230"/>
                  <a:gd name="T4" fmla="*/ 54 w 55"/>
                  <a:gd name="T5" fmla="*/ 137 h 230"/>
                  <a:gd name="T6" fmla="*/ 48 w 55"/>
                  <a:gd name="T7" fmla="*/ 213 h 230"/>
                  <a:gd name="T8" fmla="*/ 28 w 55"/>
                  <a:gd name="T9" fmla="*/ 300 h 230"/>
                  <a:gd name="T10" fmla="*/ 9 w 55"/>
                  <a:gd name="T11" fmla="*/ 350 h 23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5"/>
                  <a:gd name="T19" fmla="*/ 0 h 230"/>
                  <a:gd name="T20" fmla="*/ 55 w 55"/>
                  <a:gd name="T21" fmla="*/ 230 h 23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5" h="230">
                    <a:moveTo>
                      <a:pt x="9" y="0"/>
                    </a:moveTo>
                    <a:cubicBezTo>
                      <a:pt x="21" y="15"/>
                      <a:pt x="34" y="30"/>
                      <a:pt x="41" y="45"/>
                    </a:cubicBezTo>
                    <a:cubicBezTo>
                      <a:pt x="48" y="60"/>
                      <a:pt x="53" y="74"/>
                      <a:pt x="54" y="90"/>
                    </a:cubicBezTo>
                    <a:cubicBezTo>
                      <a:pt x="55" y="106"/>
                      <a:pt x="52" y="123"/>
                      <a:pt x="48" y="141"/>
                    </a:cubicBezTo>
                    <a:cubicBezTo>
                      <a:pt x="44" y="159"/>
                      <a:pt x="35" y="183"/>
                      <a:pt x="28" y="198"/>
                    </a:cubicBezTo>
                    <a:cubicBezTo>
                      <a:pt x="21" y="213"/>
                      <a:pt x="0" y="209"/>
                      <a:pt x="9" y="230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2" name="Line 194"/>
              <p:cNvSpPr>
                <a:spLocks noChangeShapeType="1"/>
              </p:cNvSpPr>
              <p:nvPr/>
            </p:nvSpPr>
            <p:spPr bwMode="auto">
              <a:xfrm>
                <a:off x="4428" y="1273"/>
                <a:ext cx="0" cy="104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3" name="Line 195"/>
              <p:cNvSpPr>
                <a:spLocks noChangeShapeType="1"/>
              </p:cNvSpPr>
              <p:nvPr/>
            </p:nvSpPr>
            <p:spPr bwMode="auto">
              <a:xfrm>
                <a:off x="4428" y="2502"/>
                <a:ext cx="0" cy="33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4" name="Line 196"/>
              <p:cNvSpPr>
                <a:spLocks noChangeShapeType="1"/>
              </p:cNvSpPr>
              <p:nvPr/>
            </p:nvSpPr>
            <p:spPr bwMode="auto">
              <a:xfrm>
                <a:off x="4428" y="2316"/>
                <a:ext cx="23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5" name="Line 197"/>
              <p:cNvSpPr>
                <a:spLocks noChangeShapeType="1"/>
              </p:cNvSpPr>
              <p:nvPr/>
            </p:nvSpPr>
            <p:spPr bwMode="auto">
              <a:xfrm>
                <a:off x="4421" y="2501"/>
                <a:ext cx="24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6" name="Arc 198"/>
              <p:cNvSpPr/>
              <p:nvPr/>
            </p:nvSpPr>
            <p:spPr bwMode="auto">
              <a:xfrm flipH="1" flipV="1">
                <a:off x="4390" y="2320"/>
                <a:ext cx="141" cy="192"/>
              </a:xfrm>
              <a:custGeom>
                <a:avLst/>
                <a:gdLst>
                  <a:gd name="T0" fmla="*/ 0 w 21600"/>
                  <a:gd name="T1" fmla="*/ 0 h 29559"/>
                  <a:gd name="T2" fmla="*/ 0 w 21600"/>
                  <a:gd name="T3" fmla="*/ 0 h 29559"/>
                  <a:gd name="T4" fmla="*/ 0 w 21600"/>
                  <a:gd name="T5" fmla="*/ 0 h 2955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9559"/>
                  <a:gd name="T11" fmla="*/ 21600 w 21600"/>
                  <a:gd name="T12" fmla="*/ 29559 h 2955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9559" fill="none" extrusionOk="0">
                    <a:moveTo>
                      <a:pt x="15329" y="0"/>
                    </a:moveTo>
                    <a:cubicBezTo>
                      <a:pt x="19346" y="4046"/>
                      <a:pt x="21600" y="9516"/>
                      <a:pt x="21600" y="15217"/>
                    </a:cubicBezTo>
                    <a:cubicBezTo>
                      <a:pt x="21600" y="20503"/>
                      <a:pt x="19661" y="25605"/>
                      <a:pt x="16151" y="29558"/>
                    </a:cubicBezTo>
                  </a:path>
                  <a:path w="21600" h="29559" stroke="0" extrusionOk="0">
                    <a:moveTo>
                      <a:pt x="15329" y="0"/>
                    </a:moveTo>
                    <a:cubicBezTo>
                      <a:pt x="19346" y="4046"/>
                      <a:pt x="21600" y="9516"/>
                      <a:pt x="21600" y="15217"/>
                    </a:cubicBezTo>
                    <a:cubicBezTo>
                      <a:pt x="21600" y="20503"/>
                      <a:pt x="19661" y="25605"/>
                      <a:pt x="16151" y="29558"/>
                    </a:cubicBezTo>
                    <a:lnTo>
                      <a:pt x="0" y="15217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7" name="Line 199"/>
              <p:cNvSpPr>
                <a:spLocks noChangeShapeType="1"/>
              </p:cNvSpPr>
              <p:nvPr/>
            </p:nvSpPr>
            <p:spPr bwMode="auto">
              <a:xfrm>
                <a:off x="3814" y="2034"/>
                <a:ext cx="0" cy="633"/>
              </a:xfrm>
              <a:prstGeom prst="line">
                <a:avLst/>
              </a:prstGeom>
              <a:noFill/>
              <a:ln w="57150">
                <a:solidFill>
                  <a:srgbClr val="FFFFFF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8" name="Line 200"/>
              <p:cNvSpPr>
                <a:spLocks noChangeShapeType="1"/>
              </p:cNvSpPr>
              <p:nvPr/>
            </p:nvSpPr>
            <p:spPr bwMode="auto">
              <a:xfrm flipH="1">
                <a:off x="3565" y="1286"/>
                <a:ext cx="121" cy="1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9" name="Line 201"/>
              <p:cNvSpPr>
                <a:spLocks noChangeShapeType="1"/>
              </p:cNvSpPr>
              <p:nvPr/>
            </p:nvSpPr>
            <p:spPr bwMode="auto">
              <a:xfrm flipH="1">
                <a:off x="3494" y="1548"/>
                <a:ext cx="83" cy="8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0" name="Line 202"/>
              <p:cNvSpPr>
                <a:spLocks noChangeShapeType="1"/>
              </p:cNvSpPr>
              <p:nvPr/>
            </p:nvSpPr>
            <p:spPr bwMode="auto">
              <a:xfrm flipH="1">
                <a:off x="3687" y="1312"/>
                <a:ext cx="121" cy="1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1" name="Line 203"/>
              <p:cNvSpPr>
                <a:spLocks noChangeShapeType="1"/>
              </p:cNvSpPr>
              <p:nvPr/>
            </p:nvSpPr>
            <p:spPr bwMode="auto">
              <a:xfrm flipH="1">
                <a:off x="3635" y="1465"/>
                <a:ext cx="178" cy="17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2" name="Line 204"/>
              <p:cNvSpPr>
                <a:spLocks noChangeShapeType="1"/>
              </p:cNvSpPr>
              <p:nvPr/>
            </p:nvSpPr>
            <p:spPr bwMode="auto">
              <a:xfrm flipH="1">
                <a:off x="3507" y="1900"/>
                <a:ext cx="89" cy="8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3" name="Line 205"/>
              <p:cNvSpPr>
                <a:spLocks noChangeShapeType="1"/>
              </p:cNvSpPr>
              <p:nvPr/>
            </p:nvSpPr>
            <p:spPr bwMode="auto">
              <a:xfrm flipH="1">
                <a:off x="3673" y="1888"/>
                <a:ext cx="108" cy="1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4" name="Line 206"/>
              <p:cNvSpPr>
                <a:spLocks noChangeShapeType="1"/>
              </p:cNvSpPr>
              <p:nvPr/>
            </p:nvSpPr>
            <p:spPr bwMode="auto">
              <a:xfrm flipH="1">
                <a:off x="4429" y="1286"/>
                <a:ext cx="127" cy="1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5" name="Line 207"/>
              <p:cNvSpPr>
                <a:spLocks noChangeShapeType="1"/>
              </p:cNvSpPr>
              <p:nvPr/>
            </p:nvSpPr>
            <p:spPr bwMode="auto">
              <a:xfrm flipH="1">
                <a:off x="4423" y="1324"/>
                <a:ext cx="235" cy="2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6" name="Line 208"/>
              <p:cNvSpPr>
                <a:spLocks noChangeShapeType="1"/>
              </p:cNvSpPr>
              <p:nvPr/>
            </p:nvSpPr>
            <p:spPr bwMode="auto">
              <a:xfrm flipH="1">
                <a:off x="4429" y="1588"/>
                <a:ext cx="120" cy="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7" name="Line 209"/>
              <p:cNvSpPr>
                <a:spLocks noChangeShapeType="1"/>
              </p:cNvSpPr>
              <p:nvPr/>
            </p:nvSpPr>
            <p:spPr bwMode="auto">
              <a:xfrm flipH="1">
                <a:off x="4410" y="1747"/>
                <a:ext cx="127" cy="1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8" name="Line 210"/>
              <p:cNvSpPr>
                <a:spLocks noChangeShapeType="1"/>
              </p:cNvSpPr>
              <p:nvPr/>
            </p:nvSpPr>
            <p:spPr bwMode="auto">
              <a:xfrm flipH="1">
                <a:off x="4422" y="1888"/>
                <a:ext cx="127" cy="1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9" name="Line 211"/>
              <p:cNvSpPr>
                <a:spLocks noChangeShapeType="1"/>
              </p:cNvSpPr>
              <p:nvPr/>
            </p:nvSpPr>
            <p:spPr bwMode="auto">
              <a:xfrm flipH="1">
                <a:off x="4417" y="2048"/>
                <a:ext cx="127" cy="1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0" name="Line 212"/>
              <p:cNvSpPr>
                <a:spLocks noChangeShapeType="1"/>
              </p:cNvSpPr>
              <p:nvPr/>
            </p:nvSpPr>
            <p:spPr bwMode="auto">
              <a:xfrm flipH="1">
                <a:off x="4435" y="2221"/>
                <a:ext cx="101" cy="1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1" name="Line 213"/>
              <p:cNvSpPr>
                <a:spLocks noChangeShapeType="1"/>
              </p:cNvSpPr>
              <p:nvPr/>
            </p:nvSpPr>
            <p:spPr bwMode="auto">
              <a:xfrm flipH="1">
                <a:off x="4595" y="2252"/>
                <a:ext cx="57" cy="5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2" name="Line 214"/>
              <p:cNvSpPr>
                <a:spLocks noChangeShapeType="1"/>
              </p:cNvSpPr>
              <p:nvPr/>
            </p:nvSpPr>
            <p:spPr bwMode="auto">
              <a:xfrm flipH="1">
                <a:off x="4417" y="2502"/>
                <a:ext cx="159" cy="1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3" name="Line 215"/>
              <p:cNvSpPr>
                <a:spLocks noChangeShapeType="1"/>
              </p:cNvSpPr>
              <p:nvPr/>
            </p:nvSpPr>
            <p:spPr bwMode="auto">
              <a:xfrm flipH="1">
                <a:off x="4416" y="2593"/>
                <a:ext cx="235" cy="23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4" name="Line 216"/>
              <p:cNvSpPr>
                <a:spLocks noChangeShapeType="1"/>
              </p:cNvSpPr>
              <p:nvPr/>
            </p:nvSpPr>
            <p:spPr bwMode="auto">
              <a:xfrm flipH="1">
                <a:off x="4563" y="2747"/>
                <a:ext cx="93" cy="9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5" name="Line 217"/>
              <p:cNvSpPr>
                <a:spLocks noChangeShapeType="1"/>
              </p:cNvSpPr>
              <p:nvPr/>
            </p:nvSpPr>
            <p:spPr bwMode="auto">
              <a:xfrm>
                <a:off x="3814" y="2683"/>
                <a:ext cx="0" cy="145"/>
              </a:xfrm>
              <a:prstGeom prst="line">
                <a:avLst/>
              </a:prstGeom>
              <a:noFill/>
              <a:ln w="57150">
                <a:solidFill>
                  <a:srgbClr val="FFFFFF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5691589" y="2171699"/>
              <a:ext cx="2084333" cy="2679703"/>
              <a:chOff x="1908694" y="2165349"/>
              <a:chExt cx="2084333" cy="2679703"/>
            </a:xfrm>
          </p:grpSpPr>
          <p:pic>
            <p:nvPicPr>
              <p:cNvPr id="76" name="图片 75"/>
              <p:cNvPicPr>
                <a:picLocks noChangeAspect="1"/>
              </p:cNvPicPr>
              <p:nvPr/>
            </p:nvPicPr>
            <p:blipFill rotWithShape="1"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226" t="20323" r="46481" b="-2"/>
              <a:stretch>
                <a:fillRect/>
              </a:stretch>
            </p:blipFill>
            <p:spPr>
              <a:xfrm rot="5400000">
                <a:off x="1700443" y="3370497"/>
                <a:ext cx="2679703" cy="269408"/>
              </a:xfrm>
              <a:prstGeom prst="rect">
                <a:avLst/>
              </a:prstGeom>
            </p:spPr>
          </p:pic>
          <p:pic>
            <p:nvPicPr>
              <p:cNvPr id="77" name="图片 76"/>
              <p:cNvPicPr>
                <a:picLocks noChangeAspect="1"/>
              </p:cNvPicPr>
              <p:nvPr/>
            </p:nvPicPr>
            <p:blipFill rotWithShape="1"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276" t="27613" r="55692"/>
              <a:stretch>
                <a:fillRect/>
              </a:stretch>
            </p:blipFill>
            <p:spPr>
              <a:xfrm>
                <a:off x="1908694" y="2938461"/>
                <a:ext cx="850900" cy="244754"/>
              </a:xfrm>
              <a:prstGeom prst="rect">
                <a:avLst/>
              </a:prstGeom>
            </p:spPr>
          </p:pic>
          <p:pic>
            <p:nvPicPr>
              <p:cNvPr id="78" name="图片 77"/>
              <p:cNvPicPr>
                <a:picLocks noChangeAspect="1"/>
              </p:cNvPicPr>
              <p:nvPr/>
            </p:nvPicPr>
            <p:blipFill rotWithShape="1"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696" t="21980" r="57475" b="9725"/>
              <a:stretch>
                <a:fillRect/>
              </a:stretch>
            </p:blipFill>
            <p:spPr>
              <a:xfrm rot="10800000">
                <a:off x="3375543" y="3948110"/>
                <a:ext cx="617484" cy="230919"/>
              </a:xfrm>
              <a:prstGeom prst="rect">
                <a:avLst/>
              </a:prstGeom>
            </p:spPr>
          </p:pic>
          <p:pic>
            <p:nvPicPr>
              <p:cNvPr id="79" name="图片 78"/>
              <p:cNvPicPr>
                <a:picLocks noChangeAspect="1"/>
              </p:cNvPicPr>
              <p:nvPr/>
            </p:nvPicPr>
            <p:blipFill rotWithShape="1"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941" t="23857" r="55692"/>
              <a:stretch>
                <a:fillRect/>
              </a:stretch>
            </p:blipFill>
            <p:spPr>
              <a:xfrm>
                <a:off x="2666999" y="3416300"/>
                <a:ext cx="780497" cy="257454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9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矩形 285"/>
          <p:cNvSpPr/>
          <p:nvPr/>
        </p:nvSpPr>
        <p:spPr>
          <a:xfrm>
            <a:off x="5159898" y="0"/>
            <a:ext cx="7032102" cy="6957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剖视图种类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47"/>
          <p:cNvSpPr txBox="1">
            <a:spLocks noChangeArrowheads="1"/>
          </p:cNvSpPr>
          <p:nvPr/>
        </p:nvSpPr>
        <p:spPr bwMode="auto">
          <a:xfrm>
            <a:off x="479376" y="1831614"/>
            <a:ext cx="3995004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(1.4)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单一剖切面：斜剖视图</a:t>
            </a:r>
            <a:endParaRPr lang="zh-CN" altLang="en-US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5878154" y="3723720"/>
            <a:ext cx="671979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B–B</a:t>
            </a:r>
            <a:endParaRPr kumimoji="1" lang="en-US" altLang="zh-CN" sz="2000" b="1" i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Group 13"/>
          <p:cNvGrpSpPr/>
          <p:nvPr/>
        </p:nvGrpSpPr>
        <p:grpSpPr bwMode="auto">
          <a:xfrm>
            <a:off x="5565650" y="4146024"/>
            <a:ext cx="1484312" cy="1460500"/>
            <a:chOff x="2213" y="2586"/>
            <a:chExt cx="935" cy="920"/>
          </a:xfrm>
        </p:grpSpPr>
        <p:grpSp>
          <p:nvGrpSpPr>
            <p:cNvPr id="8" name="Group 14"/>
            <p:cNvGrpSpPr/>
            <p:nvPr/>
          </p:nvGrpSpPr>
          <p:grpSpPr bwMode="auto">
            <a:xfrm>
              <a:off x="2213" y="2586"/>
              <a:ext cx="935" cy="920"/>
              <a:chOff x="2111" y="664"/>
              <a:chExt cx="935" cy="920"/>
            </a:xfrm>
          </p:grpSpPr>
          <p:grpSp>
            <p:nvGrpSpPr>
              <p:cNvPr id="19" name="Group 15"/>
              <p:cNvGrpSpPr/>
              <p:nvPr/>
            </p:nvGrpSpPr>
            <p:grpSpPr bwMode="auto">
              <a:xfrm>
                <a:off x="2410" y="664"/>
                <a:ext cx="105" cy="106"/>
                <a:chOff x="2410" y="664"/>
                <a:chExt cx="105" cy="106"/>
              </a:xfrm>
            </p:grpSpPr>
            <p:sp>
              <p:nvSpPr>
                <p:cNvPr id="32" name="Line 16"/>
                <p:cNvSpPr>
                  <a:spLocks noChangeShapeType="1"/>
                </p:cNvSpPr>
                <p:nvPr/>
              </p:nvSpPr>
              <p:spPr bwMode="auto">
                <a:xfrm>
                  <a:off x="2410" y="688"/>
                  <a:ext cx="105" cy="6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2432" y="664"/>
                  <a:ext cx="61" cy="10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" name="Oval 18"/>
                <p:cNvSpPr>
                  <a:spLocks noChangeArrowheads="1"/>
                </p:cNvSpPr>
                <p:nvPr/>
              </p:nvSpPr>
              <p:spPr bwMode="auto">
                <a:xfrm>
                  <a:off x="2429" y="685"/>
                  <a:ext cx="69" cy="67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0" name="Group 19"/>
              <p:cNvGrpSpPr/>
              <p:nvPr/>
            </p:nvGrpSpPr>
            <p:grpSpPr bwMode="auto">
              <a:xfrm>
                <a:off x="2941" y="961"/>
                <a:ext cx="105" cy="106"/>
                <a:chOff x="2410" y="664"/>
                <a:chExt cx="105" cy="106"/>
              </a:xfrm>
            </p:grpSpPr>
            <p:sp>
              <p:nvSpPr>
                <p:cNvPr id="29" name="Line 20"/>
                <p:cNvSpPr>
                  <a:spLocks noChangeShapeType="1"/>
                </p:cNvSpPr>
                <p:nvPr/>
              </p:nvSpPr>
              <p:spPr bwMode="auto">
                <a:xfrm>
                  <a:off x="2410" y="688"/>
                  <a:ext cx="105" cy="6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0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2432" y="664"/>
                  <a:ext cx="61" cy="10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1" name="Oval 22"/>
                <p:cNvSpPr>
                  <a:spLocks noChangeArrowheads="1"/>
                </p:cNvSpPr>
                <p:nvPr/>
              </p:nvSpPr>
              <p:spPr bwMode="auto">
                <a:xfrm>
                  <a:off x="2429" y="685"/>
                  <a:ext cx="69" cy="67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1" name="Group 23"/>
              <p:cNvGrpSpPr/>
              <p:nvPr/>
            </p:nvGrpSpPr>
            <p:grpSpPr bwMode="auto">
              <a:xfrm>
                <a:off x="2111" y="1186"/>
                <a:ext cx="105" cy="106"/>
                <a:chOff x="2410" y="664"/>
                <a:chExt cx="105" cy="106"/>
              </a:xfrm>
            </p:grpSpPr>
            <p:sp>
              <p:nvSpPr>
                <p:cNvPr id="26" name="Line 24"/>
                <p:cNvSpPr>
                  <a:spLocks noChangeShapeType="1"/>
                </p:cNvSpPr>
                <p:nvPr/>
              </p:nvSpPr>
              <p:spPr bwMode="auto">
                <a:xfrm>
                  <a:off x="2410" y="688"/>
                  <a:ext cx="105" cy="6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" name="Line 25"/>
                <p:cNvSpPr>
                  <a:spLocks noChangeShapeType="1"/>
                </p:cNvSpPr>
                <p:nvPr/>
              </p:nvSpPr>
              <p:spPr bwMode="auto">
                <a:xfrm flipH="1">
                  <a:off x="2432" y="664"/>
                  <a:ext cx="61" cy="10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" name="Oval 26"/>
                <p:cNvSpPr>
                  <a:spLocks noChangeArrowheads="1"/>
                </p:cNvSpPr>
                <p:nvPr/>
              </p:nvSpPr>
              <p:spPr bwMode="auto">
                <a:xfrm>
                  <a:off x="2429" y="685"/>
                  <a:ext cx="69" cy="67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2" name="Group 27"/>
              <p:cNvGrpSpPr/>
              <p:nvPr/>
            </p:nvGrpSpPr>
            <p:grpSpPr bwMode="auto">
              <a:xfrm>
                <a:off x="2634" y="1478"/>
                <a:ext cx="105" cy="106"/>
                <a:chOff x="2410" y="664"/>
                <a:chExt cx="105" cy="106"/>
              </a:xfrm>
            </p:grpSpPr>
            <p:sp>
              <p:nvSpPr>
                <p:cNvPr id="23" name="Line 28"/>
                <p:cNvSpPr>
                  <a:spLocks noChangeShapeType="1"/>
                </p:cNvSpPr>
                <p:nvPr/>
              </p:nvSpPr>
              <p:spPr bwMode="auto">
                <a:xfrm>
                  <a:off x="2410" y="688"/>
                  <a:ext cx="105" cy="6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2432" y="664"/>
                  <a:ext cx="61" cy="10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" name="Oval 30"/>
                <p:cNvSpPr>
                  <a:spLocks noChangeArrowheads="1"/>
                </p:cNvSpPr>
                <p:nvPr/>
              </p:nvSpPr>
              <p:spPr bwMode="auto">
                <a:xfrm>
                  <a:off x="2429" y="685"/>
                  <a:ext cx="69" cy="67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9" name="Group 31"/>
            <p:cNvGrpSpPr/>
            <p:nvPr/>
          </p:nvGrpSpPr>
          <p:grpSpPr bwMode="auto">
            <a:xfrm>
              <a:off x="2274" y="2646"/>
              <a:ext cx="806" cy="806"/>
              <a:chOff x="2274" y="2646"/>
              <a:chExt cx="806" cy="806"/>
            </a:xfrm>
          </p:grpSpPr>
          <p:sp>
            <p:nvSpPr>
              <p:cNvPr id="10" name="AutoShape 32"/>
              <p:cNvSpPr>
                <a:spLocks noChangeArrowheads="1"/>
              </p:cNvSpPr>
              <p:nvPr/>
            </p:nvSpPr>
            <p:spPr bwMode="auto">
              <a:xfrm rot="1777279">
                <a:off x="2274" y="2646"/>
                <a:ext cx="806" cy="806"/>
              </a:xfrm>
              <a:prstGeom prst="roundRect">
                <a:avLst>
                  <a:gd name="adj" fmla="val 16667"/>
                </a:avLst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1" name="Group 33"/>
              <p:cNvGrpSpPr/>
              <p:nvPr/>
            </p:nvGrpSpPr>
            <p:grpSpPr bwMode="auto">
              <a:xfrm>
                <a:off x="2282" y="2702"/>
                <a:ext cx="742" cy="692"/>
                <a:chOff x="2180" y="780"/>
                <a:chExt cx="742" cy="692"/>
              </a:xfrm>
            </p:grpSpPr>
            <p:sp>
              <p:nvSpPr>
                <p:cNvPr id="12" name="Line 34"/>
                <p:cNvSpPr>
                  <a:spLocks noChangeShapeType="1"/>
                </p:cNvSpPr>
                <p:nvPr/>
              </p:nvSpPr>
              <p:spPr bwMode="auto">
                <a:xfrm>
                  <a:off x="2274" y="840"/>
                  <a:ext cx="70" cy="41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Line 35"/>
                <p:cNvSpPr>
                  <a:spLocks noChangeShapeType="1"/>
                </p:cNvSpPr>
                <p:nvPr/>
              </p:nvSpPr>
              <p:spPr bwMode="auto">
                <a:xfrm>
                  <a:off x="2256" y="876"/>
                  <a:ext cx="129" cy="7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" name="Line 36"/>
                <p:cNvSpPr>
                  <a:spLocks noChangeShapeType="1"/>
                </p:cNvSpPr>
                <p:nvPr/>
              </p:nvSpPr>
              <p:spPr bwMode="auto">
                <a:xfrm>
                  <a:off x="2202" y="972"/>
                  <a:ext cx="123" cy="7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5" name="Line 37"/>
                <p:cNvSpPr>
                  <a:spLocks noChangeShapeType="1"/>
                </p:cNvSpPr>
                <p:nvPr/>
              </p:nvSpPr>
              <p:spPr bwMode="auto">
                <a:xfrm>
                  <a:off x="2180" y="1014"/>
                  <a:ext cx="63" cy="3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" name="Arc 38"/>
                <p:cNvSpPr/>
                <p:nvPr/>
              </p:nvSpPr>
              <p:spPr bwMode="auto">
                <a:xfrm>
                  <a:off x="2230" y="780"/>
                  <a:ext cx="692" cy="692"/>
                </a:xfrm>
                <a:custGeom>
                  <a:avLst/>
                  <a:gdLst>
                    <a:gd name="T0" fmla="*/ 0 w 43200"/>
                    <a:gd name="T1" fmla="*/ 0 h 43200"/>
                    <a:gd name="T2" fmla="*/ 0 w 43200"/>
                    <a:gd name="T3" fmla="*/ 0 h 43200"/>
                    <a:gd name="T4" fmla="*/ 0 w 432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43200"/>
                    <a:gd name="T11" fmla="*/ 43200 w 432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43200" fill="none" extrusionOk="0">
                      <a:moveTo>
                        <a:pt x="6638" y="6020"/>
                      </a:moveTo>
                      <a:cubicBezTo>
                        <a:pt x="10661" y="2157"/>
                        <a:pt x="16022" y="-1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-1" y="19914"/>
                        <a:pt x="197" y="18234"/>
                        <a:pt x="588" y="16594"/>
                      </a:cubicBezTo>
                    </a:path>
                    <a:path w="43200" h="43200" stroke="0" extrusionOk="0">
                      <a:moveTo>
                        <a:pt x="6638" y="6020"/>
                      </a:moveTo>
                      <a:cubicBezTo>
                        <a:pt x="10661" y="2157"/>
                        <a:pt x="16022" y="-1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-1" y="19914"/>
                        <a:pt x="197" y="18234"/>
                        <a:pt x="588" y="16594"/>
                      </a:cubicBezTo>
                      <a:lnTo>
                        <a:pt x="21600" y="21600"/>
                      </a:lnTo>
                      <a:lnTo>
                        <a:pt x="6638" y="602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" name="Arc 39"/>
                <p:cNvSpPr/>
                <p:nvPr/>
              </p:nvSpPr>
              <p:spPr bwMode="auto">
                <a:xfrm>
                  <a:off x="2309" y="863"/>
                  <a:ext cx="532" cy="528"/>
                </a:xfrm>
                <a:custGeom>
                  <a:avLst/>
                  <a:gdLst>
                    <a:gd name="T0" fmla="*/ 0 w 43200"/>
                    <a:gd name="T1" fmla="*/ 0 h 43200"/>
                    <a:gd name="T2" fmla="*/ 0 w 43200"/>
                    <a:gd name="T3" fmla="*/ 0 h 43200"/>
                    <a:gd name="T4" fmla="*/ 0 w 432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43200"/>
                    <a:gd name="T11" fmla="*/ 43200 w 432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43200" fill="none" extrusionOk="0">
                      <a:moveTo>
                        <a:pt x="1226" y="14423"/>
                      </a:moveTo>
                      <a:cubicBezTo>
                        <a:pt x="4271" y="5781"/>
                        <a:pt x="12436" y="-1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-1" y="19175"/>
                        <a:pt x="408" y="16767"/>
                        <a:pt x="1207" y="14477"/>
                      </a:cubicBezTo>
                    </a:path>
                    <a:path w="43200" h="43200" stroke="0" extrusionOk="0">
                      <a:moveTo>
                        <a:pt x="1226" y="14423"/>
                      </a:moveTo>
                      <a:cubicBezTo>
                        <a:pt x="4271" y="5781"/>
                        <a:pt x="12436" y="-1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-1" y="19175"/>
                        <a:pt x="408" y="16767"/>
                        <a:pt x="1207" y="14477"/>
                      </a:cubicBezTo>
                      <a:lnTo>
                        <a:pt x="21600" y="21600"/>
                      </a:lnTo>
                      <a:lnTo>
                        <a:pt x="1226" y="14423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grpSp>
        <p:nvGrpSpPr>
          <p:cNvPr id="35" name="Group 40"/>
          <p:cNvGrpSpPr/>
          <p:nvPr/>
        </p:nvGrpSpPr>
        <p:grpSpPr bwMode="auto">
          <a:xfrm>
            <a:off x="5702175" y="4342874"/>
            <a:ext cx="1144587" cy="1071563"/>
            <a:chOff x="4597" y="2584"/>
            <a:chExt cx="721" cy="675"/>
          </a:xfrm>
        </p:grpSpPr>
        <p:sp>
          <p:nvSpPr>
            <p:cNvPr id="36" name="Line 41"/>
            <p:cNvSpPr>
              <a:spLocks noChangeShapeType="1"/>
            </p:cNvSpPr>
            <p:nvPr/>
          </p:nvSpPr>
          <p:spPr bwMode="auto">
            <a:xfrm flipV="1">
              <a:off x="4763" y="2721"/>
              <a:ext cx="38" cy="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8" name="Group 42"/>
            <p:cNvGrpSpPr/>
            <p:nvPr/>
          </p:nvGrpSpPr>
          <p:grpSpPr bwMode="auto">
            <a:xfrm>
              <a:off x="4597" y="2584"/>
              <a:ext cx="721" cy="675"/>
              <a:chOff x="2197" y="788"/>
              <a:chExt cx="721" cy="675"/>
            </a:xfrm>
          </p:grpSpPr>
          <p:sp>
            <p:nvSpPr>
              <p:cNvPr id="39" name="Line 43"/>
              <p:cNvSpPr>
                <a:spLocks noChangeShapeType="1"/>
              </p:cNvSpPr>
              <p:nvPr/>
            </p:nvSpPr>
            <p:spPr bwMode="auto">
              <a:xfrm flipV="1">
                <a:off x="2347" y="788"/>
                <a:ext cx="297" cy="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Line 44"/>
              <p:cNvSpPr>
                <a:spLocks noChangeShapeType="1"/>
              </p:cNvSpPr>
              <p:nvPr/>
            </p:nvSpPr>
            <p:spPr bwMode="auto">
              <a:xfrm flipV="1">
                <a:off x="2234" y="1026"/>
                <a:ext cx="57" cy="1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Line 45"/>
              <p:cNvSpPr>
                <a:spLocks noChangeShapeType="1"/>
              </p:cNvSpPr>
              <p:nvPr/>
            </p:nvSpPr>
            <p:spPr bwMode="auto">
              <a:xfrm flipV="1">
                <a:off x="2230" y="1091"/>
                <a:ext cx="77" cy="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Line 46"/>
              <p:cNvSpPr>
                <a:spLocks noChangeShapeType="1"/>
              </p:cNvSpPr>
              <p:nvPr/>
            </p:nvSpPr>
            <p:spPr bwMode="auto">
              <a:xfrm flipV="1">
                <a:off x="2234" y="1161"/>
                <a:ext cx="77" cy="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Line 47"/>
              <p:cNvSpPr>
                <a:spLocks noChangeShapeType="1"/>
              </p:cNvSpPr>
              <p:nvPr/>
            </p:nvSpPr>
            <p:spPr bwMode="auto">
              <a:xfrm flipV="1">
                <a:off x="2252" y="1226"/>
                <a:ext cx="77" cy="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Line 48"/>
              <p:cNvSpPr>
                <a:spLocks noChangeShapeType="1"/>
              </p:cNvSpPr>
              <p:nvPr/>
            </p:nvSpPr>
            <p:spPr bwMode="auto">
              <a:xfrm flipV="1">
                <a:off x="2279" y="1285"/>
                <a:ext cx="86" cy="2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Line 49"/>
              <p:cNvSpPr>
                <a:spLocks noChangeShapeType="1"/>
              </p:cNvSpPr>
              <p:nvPr/>
            </p:nvSpPr>
            <p:spPr bwMode="auto">
              <a:xfrm flipV="1">
                <a:off x="2330" y="1341"/>
                <a:ext cx="89" cy="2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Line 50"/>
              <p:cNvSpPr>
                <a:spLocks noChangeShapeType="1"/>
              </p:cNvSpPr>
              <p:nvPr/>
            </p:nvSpPr>
            <p:spPr bwMode="auto">
              <a:xfrm flipV="1">
                <a:off x="2395" y="1386"/>
                <a:ext cx="121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Line 51"/>
              <p:cNvSpPr>
                <a:spLocks noChangeShapeType="1"/>
              </p:cNvSpPr>
              <p:nvPr/>
            </p:nvSpPr>
            <p:spPr bwMode="auto">
              <a:xfrm flipV="1">
                <a:off x="2495" y="1377"/>
                <a:ext cx="320" cy="8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Line 52"/>
              <p:cNvSpPr>
                <a:spLocks noChangeShapeType="1"/>
              </p:cNvSpPr>
              <p:nvPr/>
            </p:nvSpPr>
            <p:spPr bwMode="auto">
              <a:xfrm flipV="1">
                <a:off x="2755" y="1287"/>
                <a:ext cx="124" cy="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" name="Line 53"/>
              <p:cNvSpPr>
                <a:spLocks noChangeShapeType="1"/>
              </p:cNvSpPr>
              <p:nvPr/>
            </p:nvSpPr>
            <p:spPr bwMode="auto">
              <a:xfrm flipV="1">
                <a:off x="2818" y="1211"/>
                <a:ext cx="93" cy="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Line 54"/>
              <p:cNvSpPr>
                <a:spLocks noChangeShapeType="1"/>
              </p:cNvSpPr>
              <p:nvPr/>
            </p:nvSpPr>
            <p:spPr bwMode="auto">
              <a:xfrm flipV="1">
                <a:off x="2837" y="1137"/>
                <a:ext cx="79" cy="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Line 55"/>
              <p:cNvSpPr>
                <a:spLocks noChangeShapeType="1"/>
              </p:cNvSpPr>
              <p:nvPr/>
            </p:nvSpPr>
            <p:spPr bwMode="auto">
              <a:xfrm flipV="1">
                <a:off x="2840" y="1068"/>
                <a:ext cx="78" cy="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Line 56"/>
              <p:cNvSpPr>
                <a:spLocks noChangeShapeType="1"/>
              </p:cNvSpPr>
              <p:nvPr/>
            </p:nvSpPr>
            <p:spPr bwMode="auto">
              <a:xfrm flipV="1">
                <a:off x="2821" y="1002"/>
                <a:ext cx="79" cy="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Line 57"/>
              <p:cNvSpPr>
                <a:spLocks noChangeShapeType="1"/>
              </p:cNvSpPr>
              <p:nvPr/>
            </p:nvSpPr>
            <p:spPr bwMode="auto">
              <a:xfrm flipV="1">
                <a:off x="2786" y="944"/>
                <a:ext cx="77" cy="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Line 58"/>
              <p:cNvSpPr>
                <a:spLocks noChangeShapeType="1"/>
              </p:cNvSpPr>
              <p:nvPr/>
            </p:nvSpPr>
            <p:spPr bwMode="auto">
              <a:xfrm flipV="1">
                <a:off x="2725" y="884"/>
                <a:ext cx="92" cy="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Line 59"/>
              <p:cNvSpPr>
                <a:spLocks noChangeShapeType="1"/>
              </p:cNvSpPr>
              <p:nvPr/>
            </p:nvSpPr>
            <p:spPr bwMode="auto">
              <a:xfrm flipV="1">
                <a:off x="2624" y="831"/>
                <a:ext cx="131" cy="3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Line 60"/>
              <p:cNvSpPr>
                <a:spLocks noChangeShapeType="1"/>
              </p:cNvSpPr>
              <p:nvPr/>
            </p:nvSpPr>
            <p:spPr bwMode="auto">
              <a:xfrm flipH="1">
                <a:off x="2274" y="872"/>
                <a:ext cx="53" cy="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Line 61"/>
              <p:cNvSpPr>
                <a:spLocks noChangeShapeType="1"/>
              </p:cNvSpPr>
              <p:nvPr/>
            </p:nvSpPr>
            <p:spPr bwMode="auto">
              <a:xfrm flipV="1">
                <a:off x="2197" y="982"/>
                <a:ext cx="21" cy="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58" name="组合 57"/>
          <p:cNvGrpSpPr/>
          <p:nvPr/>
        </p:nvGrpSpPr>
        <p:grpSpPr>
          <a:xfrm rot="1812261">
            <a:off x="5595450" y="4166974"/>
            <a:ext cx="1395398" cy="1447797"/>
            <a:chOff x="9247202" y="1771653"/>
            <a:chExt cx="1395398" cy="1447797"/>
          </a:xfrm>
        </p:grpSpPr>
        <p:pic>
          <p:nvPicPr>
            <p:cNvPr id="59" name="图片 5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940" t="34017" r="49395" b="20955"/>
            <a:stretch>
              <a:fillRect/>
            </a:stretch>
          </p:blipFill>
          <p:spPr>
            <a:xfrm rot="5400000">
              <a:off x="9220278" y="2419429"/>
              <a:ext cx="1447797" cy="152246"/>
            </a:xfrm>
            <a:prstGeom prst="rect">
              <a:avLst/>
            </a:prstGeom>
          </p:spPr>
        </p:pic>
        <p:pic>
          <p:nvPicPr>
            <p:cNvPr id="60" name="图片 59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11" t="40687" r="49590" b="20954"/>
            <a:stretch>
              <a:fillRect/>
            </a:stretch>
          </p:blipFill>
          <p:spPr>
            <a:xfrm rot="10800000">
              <a:off x="9247202" y="2397602"/>
              <a:ext cx="1395398" cy="129698"/>
            </a:xfrm>
            <a:prstGeom prst="rect">
              <a:avLst/>
            </a:prstGeom>
          </p:spPr>
        </p:pic>
      </p:grpSp>
      <p:sp>
        <p:nvSpPr>
          <p:cNvPr id="61" name="Rectangle 62"/>
          <p:cNvSpPr>
            <a:spLocks noChangeArrowheads="1"/>
          </p:cNvSpPr>
          <p:nvPr/>
        </p:nvSpPr>
        <p:spPr bwMode="auto">
          <a:xfrm>
            <a:off x="5403725" y="3734862"/>
            <a:ext cx="1866900" cy="20574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 Box 66"/>
          <p:cNvSpPr txBox="1">
            <a:spLocks noChangeArrowheads="1"/>
          </p:cNvSpPr>
          <p:nvPr/>
        </p:nvSpPr>
        <p:spPr bwMode="auto">
          <a:xfrm>
            <a:off x="5660667" y="616982"/>
            <a:ext cx="671979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B–B</a:t>
            </a:r>
            <a:endParaRPr kumimoji="1" lang="en-US" altLang="zh-CN" sz="2000" b="1" i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3" name="Group 67"/>
          <p:cNvGrpSpPr/>
          <p:nvPr/>
        </p:nvGrpSpPr>
        <p:grpSpPr bwMode="auto">
          <a:xfrm>
            <a:off x="5403725" y="1094849"/>
            <a:ext cx="1484312" cy="1460500"/>
            <a:chOff x="2111" y="664"/>
            <a:chExt cx="935" cy="920"/>
          </a:xfrm>
        </p:grpSpPr>
        <p:sp>
          <p:nvSpPr>
            <p:cNvPr id="64" name="AutoShape 68"/>
            <p:cNvSpPr>
              <a:spLocks noChangeArrowheads="1"/>
            </p:cNvSpPr>
            <p:nvPr/>
          </p:nvSpPr>
          <p:spPr bwMode="auto">
            <a:xfrm rot="1777279">
              <a:off x="2172" y="724"/>
              <a:ext cx="806" cy="806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5" name="Group 69"/>
            <p:cNvGrpSpPr/>
            <p:nvPr/>
          </p:nvGrpSpPr>
          <p:grpSpPr bwMode="auto">
            <a:xfrm>
              <a:off x="2111" y="664"/>
              <a:ext cx="935" cy="920"/>
              <a:chOff x="2111" y="664"/>
              <a:chExt cx="935" cy="920"/>
            </a:xfrm>
          </p:grpSpPr>
          <p:grpSp>
            <p:nvGrpSpPr>
              <p:cNvPr id="73" name="Group 70"/>
              <p:cNvGrpSpPr/>
              <p:nvPr/>
            </p:nvGrpSpPr>
            <p:grpSpPr bwMode="auto">
              <a:xfrm>
                <a:off x="2410" y="664"/>
                <a:ext cx="105" cy="106"/>
                <a:chOff x="2410" y="664"/>
                <a:chExt cx="105" cy="106"/>
              </a:xfrm>
            </p:grpSpPr>
            <p:sp>
              <p:nvSpPr>
                <p:cNvPr id="86" name="Line 71"/>
                <p:cNvSpPr>
                  <a:spLocks noChangeShapeType="1"/>
                </p:cNvSpPr>
                <p:nvPr/>
              </p:nvSpPr>
              <p:spPr bwMode="auto">
                <a:xfrm>
                  <a:off x="2410" y="688"/>
                  <a:ext cx="105" cy="6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7" name="Line 72"/>
                <p:cNvSpPr>
                  <a:spLocks noChangeShapeType="1"/>
                </p:cNvSpPr>
                <p:nvPr/>
              </p:nvSpPr>
              <p:spPr bwMode="auto">
                <a:xfrm flipH="1">
                  <a:off x="2432" y="664"/>
                  <a:ext cx="61" cy="10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8" name="Oval 73"/>
                <p:cNvSpPr>
                  <a:spLocks noChangeArrowheads="1"/>
                </p:cNvSpPr>
                <p:nvPr/>
              </p:nvSpPr>
              <p:spPr bwMode="auto">
                <a:xfrm>
                  <a:off x="2429" y="685"/>
                  <a:ext cx="69" cy="67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74" name="Group 74"/>
              <p:cNvGrpSpPr/>
              <p:nvPr/>
            </p:nvGrpSpPr>
            <p:grpSpPr bwMode="auto">
              <a:xfrm>
                <a:off x="2941" y="961"/>
                <a:ext cx="105" cy="106"/>
                <a:chOff x="2410" y="664"/>
                <a:chExt cx="105" cy="106"/>
              </a:xfrm>
            </p:grpSpPr>
            <p:sp>
              <p:nvSpPr>
                <p:cNvPr id="83" name="Line 75"/>
                <p:cNvSpPr>
                  <a:spLocks noChangeShapeType="1"/>
                </p:cNvSpPr>
                <p:nvPr/>
              </p:nvSpPr>
              <p:spPr bwMode="auto">
                <a:xfrm>
                  <a:off x="2410" y="688"/>
                  <a:ext cx="105" cy="6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4" name="Line 76"/>
                <p:cNvSpPr>
                  <a:spLocks noChangeShapeType="1"/>
                </p:cNvSpPr>
                <p:nvPr/>
              </p:nvSpPr>
              <p:spPr bwMode="auto">
                <a:xfrm flipH="1">
                  <a:off x="2432" y="664"/>
                  <a:ext cx="61" cy="10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5" name="Oval 77"/>
                <p:cNvSpPr>
                  <a:spLocks noChangeArrowheads="1"/>
                </p:cNvSpPr>
                <p:nvPr/>
              </p:nvSpPr>
              <p:spPr bwMode="auto">
                <a:xfrm>
                  <a:off x="2429" y="685"/>
                  <a:ext cx="69" cy="67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75" name="Group 78"/>
              <p:cNvGrpSpPr/>
              <p:nvPr/>
            </p:nvGrpSpPr>
            <p:grpSpPr bwMode="auto">
              <a:xfrm>
                <a:off x="2111" y="1186"/>
                <a:ext cx="105" cy="106"/>
                <a:chOff x="2410" y="664"/>
                <a:chExt cx="105" cy="106"/>
              </a:xfrm>
            </p:grpSpPr>
            <p:sp>
              <p:nvSpPr>
                <p:cNvPr id="80" name="Line 79"/>
                <p:cNvSpPr>
                  <a:spLocks noChangeShapeType="1"/>
                </p:cNvSpPr>
                <p:nvPr/>
              </p:nvSpPr>
              <p:spPr bwMode="auto">
                <a:xfrm>
                  <a:off x="2410" y="688"/>
                  <a:ext cx="105" cy="6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1" name="Line 80"/>
                <p:cNvSpPr>
                  <a:spLocks noChangeShapeType="1"/>
                </p:cNvSpPr>
                <p:nvPr/>
              </p:nvSpPr>
              <p:spPr bwMode="auto">
                <a:xfrm flipH="1">
                  <a:off x="2432" y="664"/>
                  <a:ext cx="61" cy="10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2" name="Oval 81"/>
                <p:cNvSpPr>
                  <a:spLocks noChangeArrowheads="1"/>
                </p:cNvSpPr>
                <p:nvPr/>
              </p:nvSpPr>
              <p:spPr bwMode="auto">
                <a:xfrm>
                  <a:off x="2429" y="685"/>
                  <a:ext cx="69" cy="67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76" name="Group 82"/>
              <p:cNvGrpSpPr/>
              <p:nvPr/>
            </p:nvGrpSpPr>
            <p:grpSpPr bwMode="auto">
              <a:xfrm>
                <a:off x="2634" y="1478"/>
                <a:ext cx="105" cy="106"/>
                <a:chOff x="2410" y="664"/>
                <a:chExt cx="105" cy="106"/>
              </a:xfrm>
            </p:grpSpPr>
            <p:sp>
              <p:nvSpPr>
                <p:cNvPr id="77" name="Line 83"/>
                <p:cNvSpPr>
                  <a:spLocks noChangeShapeType="1"/>
                </p:cNvSpPr>
                <p:nvPr/>
              </p:nvSpPr>
              <p:spPr bwMode="auto">
                <a:xfrm>
                  <a:off x="2410" y="688"/>
                  <a:ext cx="105" cy="6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8" name="Line 84"/>
                <p:cNvSpPr>
                  <a:spLocks noChangeShapeType="1"/>
                </p:cNvSpPr>
                <p:nvPr/>
              </p:nvSpPr>
              <p:spPr bwMode="auto">
                <a:xfrm flipH="1">
                  <a:off x="2432" y="664"/>
                  <a:ext cx="61" cy="10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9" name="Oval 85"/>
                <p:cNvSpPr>
                  <a:spLocks noChangeArrowheads="1"/>
                </p:cNvSpPr>
                <p:nvPr/>
              </p:nvSpPr>
              <p:spPr bwMode="auto">
                <a:xfrm>
                  <a:off x="2429" y="685"/>
                  <a:ext cx="69" cy="67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66" name="Group 86"/>
            <p:cNvGrpSpPr/>
            <p:nvPr/>
          </p:nvGrpSpPr>
          <p:grpSpPr bwMode="auto">
            <a:xfrm>
              <a:off x="2180" y="780"/>
              <a:ext cx="742" cy="692"/>
              <a:chOff x="2180" y="780"/>
              <a:chExt cx="742" cy="692"/>
            </a:xfrm>
          </p:grpSpPr>
          <p:sp>
            <p:nvSpPr>
              <p:cNvPr id="67" name="Line 87"/>
              <p:cNvSpPr>
                <a:spLocks noChangeShapeType="1"/>
              </p:cNvSpPr>
              <p:nvPr/>
            </p:nvSpPr>
            <p:spPr bwMode="auto">
              <a:xfrm>
                <a:off x="2274" y="840"/>
                <a:ext cx="70" cy="4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Line 88"/>
              <p:cNvSpPr>
                <a:spLocks noChangeShapeType="1"/>
              </p:cNvSpPr>
              <p:nvPr/>
            </p:nvSpPr>
            <p:spPr bwMode="auto">
              <a:xfrm>
                <a:off x="2256" y="876"/>
                <a:ext cx="129" cy="7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" name="Line 89"/>
              <p:cNvSpPr>
                <a:spLocks noChangeShapeType="1"/>
              </p:cNvSpPr>
              <p:nvPr/>
            </p:nvSpPr>
            <p:spPr bwMode="auto">
              <a:xfrm>
                <a:off x="2202" y="972"/>
                <a:ext cx="123" cy="7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Line 90"/>
              <p:cNvSpPr>
                <a:spLocks noChangeShapeType="1"/>
              </p:cNvSpPr>
              <p:nvPr/>
            </p:nvSpPr>
            <p:spPr bwMode="auto">
              <a:xfrm>
                <a:off x="2180" y="1014"/>
                <a:ext cx="63" cy="3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Arc 91"/>
              <p:cNvSpPr/>
              <p:nvPr/>
            </p:nvSpPr>
            <p:spPr bwMode="auto">
              <a:xfrm>
                <a:off x="2230" y="780"/>
                <a:ext cx="692" cy="692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6638" y="6020"/>
                    </a:moveTo>
                    <a:cubicBezTo>
                      <a:pt x="10661" y="2157"/>
                      <a:pt x="16022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9914"/>
                      <a:pt x="197" y="18234"/>
                      <a:pt x="588" y="16594"/>
                    </a:cubicBezTo>
                  </a:path>
                  <a:path w="43200" h="43200" stroke="0" extrusionOk="0">
                    <a:moveTo>
                      <a:pt x="6638" y="6020"/>
                    </a:moveTo>
                    <a:cubicBezTo>
                      <a:pt x="10661" y="2157"/>
                      <a:pt x="16022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9914"/>
                      <a:pt x="197" y="18234"/>
                      <a:pt x="588" y="16594"/>
                    </a:cubicBezTo>
                    <a:lnTo>
                      <a:pt x="21600" y="21600"/>
                    </a:lnTo>
                    <a:lnTo>
                      <a:pt x="6638" y="602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Arc 92"/>
              <p:cNvSpPr/>
              <p:nvPr/>
            </p:nvSpPr>
            <p:spPr bwMode="auto">
              <a:xfrm>
                <a:off x="2309" y="863"/>
                <a:ext cx="532" cy="528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1226" y="14423"/>
                    </a:moveTo>
                    <a:cubicBezTo>
                      <a:pt x="4271" y="5781"/>
                      <a:pt x="12436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9175"/>
                      <a:pt x="408" y="16767"/>
                      <a:pt x="1207" y="14477"/>
                    </a:cubicBezTo>
                  </a:path>
                  <a:path w="43200" h="43200" stroke="0" extrusionOk="0">
                    <a:moveTo>
                      <a:pt x="1226" y="14423"/>
                    </a:moveTo>
                    <a:cubicBezTo>
                      <a:pt x="4271" y="5781"/>
                      <a:pt x="12436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9175"/>
                      <a:pt x="408" y="16767"/>
                      <a:pt x="1207" y="14477"/>
                    </a:cubicBezTo>
                    <a:lnTo>
                      <a:pt x="21600" y="21600"/>
                    </a:lnTo>
                    <a:lnTo>
                      <a:pt x="1226" y="14423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89" name="Group 93"/>
          <p:cNvGrpSpPr/>
          <p:nvPr/>
        </p:nvGrpSpPr>
        <p:grpSpPr bwMode="auto">
          <a:xfrm>
            <a:off x="5540250" y="1291699"/>
            <a:ext cx="1144587" cy="1071563"/>
            <a:chOff x="2197" y="788"/>
            <a:chExt cx="721" cy="675"/>
          </a:xfrm>
        </p:grpSpPr>
        <p:sp>
          <p:nvSpPr>
            <p:cNvPr id="90" name="Line 94"/>
            <p:cNvSpPr>
              <a:spLocks noChangeShapeType="1"/>
            </p:cNvSpPr>
            <p:nvPr/>
          </p:nvSpPr>
          <p:spPr bwMode="auto">
            <a:xfrm flipV="1">
              <a:off x="2363" y="925"/>
              <a:ext cx="38" cy="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1" name="Group 95"/>
            <p:cNvGrpSpPr/>
            <p:nvPr/>
          </p:nvGrpSpPr>
          <p:grpSpPr bwMode="auto">
            <a:xfrm>
              <a:off x="2197" y="788"/>
              <a:ext cx="721" cy="675"/>
              <a:chOff x="2197" y="788"/>
              <a:chExt cx="721" cy="675"/>
            </a:xfrm>
          </p:grpSpPr>
          <p:sp>
            <p:nvSpPr>
              <p:cNvPr id="92" name="Line 96"/>
              <p:cNvSpPr>
                <a:spLocks noChangeShapeType="1"/>
              </p:cNvSpPr>
              <p:nvPr/>
            </p:nvSpPr>
            <p:spPr bwMode="auto">
              <a:xfrm flipV="1">
                <a:off x="2347" y="788"/>
                <a:ext cx="297" cy="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Line 97"/>
              <p:cNvSpPr>
                <a:spLocks noChangeShapeType="1"/>
              </p:cNvSpPr>
              <p:nvPr/>
            </p:nvSpPr>
            <p:spPr bwMode="auto">
              <a:xfrm flipV="1">
                <a:off x="2234" y="1026"/>
                <a:ext cx="57" cy="1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Line 98"/>
              <p:cNvSpPr>
                <a:spLocks noChangeShapeType="1"/>
              </p:cNvSpPr>
              <p:nvPr/>
            </p:nvSpPr>
            <p:spPr bwMode="auto">
              <a:xfrm flipV="1">
                <a:off x="2230" y="1091"/>
                <a:ext cx="77" cy="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Line 99"/>
              <p:cNvSpPr>
                <a:spLocks noChangeShapeType="1"/>
              </p:cNvSpPr>
              <p:nvPr/>
            </p:nvSpPr>
            <p:spPr bwMode="auto">
              <a:xfrm flipV="1">
                <a:off x="2234" y="1161"/>
                <a:ext cx="77" cy="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Line 100"/>
              <p:cNvSpPr>
                <a:spLocks noChangeShapeType="1"/>
              </p:cNvSpPr>
              <p:nvPr/>
            </p:nvSpPr>
            <p:spPr bwMode="auto">
              <a:xfrm flipV="1">
                <a:off x="2252" y="1226"/>
                <a:ext cx="77" cy="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Line 101"/>
              <p:cNvSpPr>
                <a:spLocks noChangeShapeType="1"/>
              </p:cNvSpPr>
              <p:nvPr/>
            </p:nvSpPr>
            <p:spPr bwMode="auto">
              <a:xfrm flipV="1">
                <a:off x="2279" y="1285"/>
                <a:ext cx="86" cy="2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Line 102"/>
              <p:cNvSpPr>
                <a:spLocks noChangeShapeType="1"/>
              </p:cNvSpPr>
              <p:nvPr/>
            </p:nvSpPr>
            <p:spPr bwMode="auto">
              <a:xfrm flipV="1">
                <a:off x="2330" y="1341"/>
                <a:ext cx="89" cy="2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Line 103"/>
              <p:cNvSpPr>
                <a:spLocks noChangeShapeType="1"/>
              </p:cNvSpPr>
              <p:nvPr/>
            </p:nvSpPr>
            <p:spPr bwMode="auto">
              <a:xfrm flipV="1">
                <a:off x="2395" y="1386"/>
                <a:ext cx="121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Line 104"/>
              <p:cNvSpPr>
                <a:spLocks noChangeShapeType="1"/>
              </p:cNvSpPr>
              <p:nvPr/>
            </p:nvSpPr>
            <p:spPr bwMode="auto">
              <a:xfrm flipV="1">
                <a:off x="2495" y="1377"/>
                <a:ext cx="320" cy="8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Line 105"/>
              <p:cNvSpPr>
                <a:spLocks noChangeShapeType="1"/>
              </p:cNvSpPr>
              <p:nvPr/>
            </p:nvSpPr>
            <p:spPr bwMode="auto">
              <a:xfrm flipV="1">
                <a:off x="2755" y="1287"/>
                <a:ext cx="124" cy="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Line 106"/>
              <p:cNvSpPr>
                <a:spLocks noChangeShapeType="1"/>
              </p:cNvSpPr>
              <p:nvPr/>
            </p:nvSpPr>
            <p:spPr bwMode="auto">
              <a:xfrm flipV="1">
                <a:off x="2818" y="1211"/>
                <a:ext cx="93" cy="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Line 107"/>
              <p:cNvSpPr>
                <a:spLocks noChangeShapeType="1"/>
              </p:cNvSpPr>
              <p:nvPr/>
            </p:nvSpPr>
            <p:spPr bwMode="auto">
              <a:xfrm flipV="1">
                <a:off x="2837" y="1137"/>
                <a:ext cx="79" cy="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Line 108"/>
              <p:cNvSpPr>
                <a:spLocks noChangeShapeType="1"/>
              </p:cNvSpPr>
              <p:nvPr/>
            </p:nvSpPr>
            <p:spPr bwMode="auto">
              <a:xfrm flipV="1">
                <a:off x="2840" y="1068"/>
                <a:ext cx="78" cy="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Line 109"/>
              <p:cNvSpPr>
                <a:spLocks noChangeShapeType="1"/>
              </p:cNvSpPr>
              <p:nvPr/>
            </p:nvSpPr>
            <p:spPr bwMode="auto">
              <a:xfrm flipV="1">
                <a:off x="2821" y="1002"/>
                <a:ext cx="79" cy="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Line 110"/>
              <p:cNvSpPr>
                <a:spLocks noChangeShapeType="1"/>
              </p:cNvSpPr>
              <p:nvPr/>
            </p:nvSpPr>
            <p:spPr bwMode="auto">
              <a:xfrm flipV="1">
                <a:off x="2786" y="944"/>
                <a:ext cx="77" cy="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" name="Line 111"/>
              <p:cNvSpPr>
                <a:spLocks noChangeShapeType="1"/>
              </p:cNvSpPr>
              <p:nvPr/>
            </p:nvSpPr>
            <p:spPr bwMode="auto">
              <a:xfrm flipV="1">
                <a:off x="2725" y="884"/>
                <a:ext cx="92" cy="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Line 112"/>
              <p:cNvSpPr>
                <a:spLocks noChangeShapeType="1"/>
              </p:cNvSpPr>
              <p:nvPr/>
            </p:nvSpPr>
            <p:spPr bwMode="auto">
              <a:xfrm flipV="1">
                <a:off x="2624" y="831"/>
                <a:ext cx="131" cy="3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Line 113"/>
              <p:cNvSpPr>
                <a:spLocks noChangeShapeType="1"/>
              </p:cNvSpPr>
              <p:nvPr/>
            </p:nvSpPr>
            <p:spPr bwMode="auto">
              <a:xfrm flipH="1">
                <a:off x="2274" y="872"/>
                <a:ext cx="53" cy="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Line 114"/>
              <p:cNvSpPr>
                <a:spLocks noChangeShapeType="1"/>
              </p:cNvSpPr>
              <p:nvPr/>
            </p:nvSpPr>
            <p:spPr bwMode="auto">
              <a:xfrm flipV="1">
                <a:off x="2197" y="982"/>
                <a:ext cx="21" cy="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11" name="组合 110"/>
          <p:cNvGrpSpPr/>
          <p:nvPr/>
        </p:nvGrpSpPr>
        <p:grpSpPr>
          <a:xfrm rot="1812261">
            <a:off x="5438205" y="1123989"/>
            <a:ext cx="1395398" cy="1447797"/>
            <a:chOff x="9247202" y="1771653"/>
            <a:chExt cx="1395398" cy="1447797"/>
          </a:xfrm>
        </p:grpSpPr>
        <p:pic>
          <p:nvPicPr>
            <p:cNvPr id="112" name="图片 111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940" t="34017" r="49395" b="20955"/>
            <a:stretch>
              <a:fillRect/>
            </a:stretch>
          </p:blipFill>
          <p:spPr>
            <a:xfrm rot="5400000">
              <a:off x="9220278" y="2419429"/>
              <a:ext cx="1447797" cy="152246"/>
            </a:xfrm>
            <a:prstGeom prst="rect">
              <a:avLst/>
            </a:prstGeom>
          </p:spPr>
        </p:pic>
        <p:pic>
          <p:nvPicPr>
            <p:cNvPr id="113" name="图片 112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11" t="40687" r="49590" b="20954"/>
            <a:stretch>
              <a:fillRect/>
            </a:stretch>
          </p:blipFill>
          <p:spPr>
            <a:xfrm rot="10800000">
              <a:off x="9247202" y="2397602"/>
              <a:ext cx="1395398" cy="129698"/>
            </a:xfrm>
            <a:prstGeom prst="rect">
              <a:avLst/>
            </a:prstGeom>
          </p:spPr>
        </p:pic>
      </p:grpSp>
      <p:sp>
        <p:nvSpPr>
          <p:cNvPr id="114" name="Rectangle 115"/>
          <p:cNvSpPr>
            <a:spLocks noChangeArrowheads="1"/>
          </p:cNvSpPr>
          <p:nvPr/>
        </p:nvSpPr>
        <p:spPr bwMode="auto">
          <a:xfrm>
            <a:off x="5214812" y="650349"/>
            <a:ext cx="1857375" cy="21526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Line 116"/>
          <p:cNvSpPr>
            <a:spLocks noChangeShapeType="1"/>
          </p:cNvSpPr>
          <p:nvPr/>
        </p:nvSpPr>
        <p:spPr bwMode="auto">
          <a:xfrm>
            <a:off x="7529387" y="3931712"/>
            <a:ext cx="64293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Line 117"/>
          <p:cNvSpPr>
            <a:spLocks noChangeShapeType="1"/>
          </p:cNvSpPr>
          <p:nvPr/>
        </p:nvSpPr>
        <p:spPr bwMode="auto">
          <a:xfrm flipV="1">
            <a:off x="6992812" y="2725212"/>
            <a:ext cx="141288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Rectangle 118"/>
          <p:cNvSpPr>
            <a:spLocks noChangeArrowheads="1"/>
          </p:cNvSpPr>
          <p:nvPr/>
        </p:nvSpPr>
        <p:spPr bwMode="auto">
          <a:xfrm>
            <a:off x="6857875" y="2421999"/>
            <a:ext cx="433387" cy="6191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Rectangle 119"/>
          <p:cNvSpPr>
            <a:spLocks noChangeArrowheads="1"/>
          </p:cNvSpPr>
          <p:nvPr/>
        </p:nvSpPr>
        <p:spPr bwMode="auto">
          <a:xfrm>
            <a:off x="7343650" y="3660249"/>
            <a:ext cx="923925" cy="4286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Freeform 120"/>
          <p:cNvSpPr/>
          <p:nvPr/>
        </p:nvSpPr>
        <p:spPr bwMode="auto">
          <a:xfrm>
            <a:off x="6962650" y="2622024"/>
            <a:ext cx="1214437" cy="1514475"/>
          </a:xfrm>
          <a:custGeom>
            <a:avLst/>
            <a:gdLst>
              <a:gd name="T0" fmla="*/ 0 w 774"/>
              <a:gd name="T1" fmla="*/ 0 h 948"/>
              <a:gd name="T2" fmla="*/ 2147483647 w 774"/>
              <a:gd name="T3" fmla="*/ 2147483647 h 948"/>
              <a:gd name="T4" fmla="*/ 2147483647 w 774"/>
              <a:gd name="T5" fmla="*/ 2147483647 h 948"/>
              <a:gd name="T6" fmla="*/ 2147483647 w 774"/>
              <a:gd name="T7" fmla="*/ 2147483647 h 948"/>
              <a:gd name="T8" fmla="*/ 2147483647 w 774"/>
              <a:gd name="T9" fmla="*/ 2147483647 h 948"/>
              <a:gd name="T10" fmla="*/ 2147483647 w 774"/>
              <a:gd name="T11" fmla="*/ 2147483647 h 948"/>
              <a:gd name="T12" fmla="*/ 2147483647 w 774"/>
              <a:gd name="T13" fmla="*/ 2147483647 h 948"/>
              <a:gd name="T14" fmla="*/ 2147483647 w 774"/>
              <a:gd name="T15" fmla="*/ 2147483647 h 948"/>
              <a:gd name="T16" fmla="*/ 2147483647 w 774"/>
              <a:gd name="T17" fmla="*/ 2147483647 h 948"/>
              <a:gd name="T18" fmla="*/ 2147483647 w 774"/>
              <a:gd name="T19" fmla="*/ 2147483647 h 948"/>
              <a:gd name="T20" fmla="*/ 2147483647 w 774"/>
              <a:gd name="T21" fmla="*/ 2147483647 h 948"/>
              <a:gd name="T22" fmla="*/ 2147483647 w 774"/>
              <a:gd name="T23" fmla="*/ 2147483647 h 948"/>
              <a:gd name="T24" fmla="*/ 2147483647 w 774"/>
              <a:gd name="T25" fmla="*/ 2147483647 h 948"/>
              <a:gd name="T26" fmla="*/ 2147483647 w 774"/>
              <a:gd name="T27" fmla="*/ 2147483647 h 948"/>
              <a:gd name="T28" fmla="*/ 2147483647 w 774"/>
              <a:gd name="T29" fmla="*/ 2147483647 h 948"/>
              <a:gd name="T30" fmla="*/ 2147483647 w 774"/>
              <a:gd name="T31" fmla="*/ 2147483647 h 94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774"/>
              <a:gd name="T49" fmla="*/ 0 h 948"/>
              <a:gd name="T50" fmla="*/ 774 w 774"/>
              <a:gd name="T51" fmla="*/ 948 h 948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774" h="948">
                <a:moveTo>
                  <a:pt x="0" y="0"/>
                </a:moveTo>
                <a:cubicBezTo>
                  <a:pt x="27" y="10"/>
                  <a:pt x="54" y="20"/>
                  <a:pt x="80" y="38"/>
                </a:cubicBezTo>
                <a:cubicBezTo>
                  <a:pt x="106" y="56"/>
                  <a:pt x="127" y="88"/>
                  <a:pt x="158" y="106"/>
                </a:cubicBezTo>
                <a:cubicBezTo>
                  <a:pt x="189" y="124"/>
                  <a:pt x="230" y="126"/>
                  <a:pt x="266" y="144"/>
                </a:cubicBezTo>
                <a:cubicBezTo>
                  <a:pt x="302" y="162"/>
                  <a:pt x="341" y="194"/>
                  <a:pt x="374" y="216"/>
                </a:cubicBezTo>
                <a:cubicBezTo>
                  <a:pt x="407" y="238"/>
                  <a:pt x="437" y="258"/>
                  <a:pt x="464" y="276"/>
                </a:cubicBezTo>
                <a:cubicBezTo>
                  <a:pt x="491" y="294"/>
                  <a:pt x="517" y="297"/>
                  <a:pt x="538" y="322"/>
                </a:cubicBezTo>
                <a:cubicBezTo>
                  <a:pt x="559" y="347"/>
                  <a:pt x="578" y="397"/>
                  <a:pt x="590" y="426"/>
                </a:cubicBezTo>
                <a:cubicBezTo>
                  <a:pt x="602" y="455"/>
                  <a:pt x="605" y="469"/>
                  <a:pt x="612" y="494"/>
                </a:cubicBezTo>
                <a:cubicBezTo>
                  <a:pt x="619" y="519"/>
                  <a:pt x="621" y="547"/>
                  <a:pt x="634" y="574"/>
                </a:cubicBezTo>
                <a:cubicBezTo>
                  <a:pt x="647" y="601"/>
                  <a:pt x="674" y="635"/>
                  <a:pt x="690" y="658"/>
                </a:cubicBezTo>
                <a:cubicBezTo>
                  <a:pt x="706" y="681"/>
                  <a:pt x="722" y="696"/>
                  <a:pt x="730" y="710"/>
                </a:cubicBezTo>
                <a:cubicBezTo>
                  <a:pt x="738" y="724"/>
                  <a:pt x="731" y="724"/>
                  <a:pt x="736" y="740"/>
                </a:cubicBezTo>
                <a:cubicBezTo>
                  <a:pt x="741" y="756"/>
                  <a:pt x="757" y="783"/>
                  <a:pt x="762" y="806"/>
                </a:cubicBezTo>
                <a:cubicBezTo>
                  <a:pt x="767" y="829"/>
                  <a:pt x="762" y="856"/>
                  <a:pt x="764" y="880"/>
                </a:cubicBezTo>
                <a:cubicBezTo>
                  <a:pt x="766" y="904"/>
                  <a:pt x="770" y="926"/>
                  <a:pt x="774" y="948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0" name="Group 121"/>
          <p:cNvGrpSpPr/>
          <p:nvPr/>
        </p:nvGrpSpPr>
        <p:grpSpPr bwMode="auto">
          <a:xfrm>
            <a:off x="6908675" y="2734737"/>
            <a:ext cx="790575" cy="1392237"/>
            <a:chOff x="2912" y="1697"/>
            <a:chExt cx="498" cy="877"/>
          </a:xfrm>
        </p:grpSpPr>
        <p:sp>
          <p:nvSpPr>
            <p:cNvPr id="121" name="Arc 122"/>
            <p:cNvSpPr/>
            <p:nvPr/>
          </p:nvSpPr>
          <p:spPr bwMode="auto">
            <a:xfrm>
              <a:off x="2954" y="1853"/>
              <a:ext cx="455" cy="444"/>
            </a:xfrm>
            <a:custGeom>
              <a:avLst/>
              <a:gdLst>
                <a:gd name="T0" fmla="*/ 0 w 21600"/>
                <a:gd name="T1" fmla="*/ 0 h 18726"/>
                <a:gd name="T2" fmla="*/ 0 w 21600"/>
                <a:gd name="T3" fmla="*/ 0 h 18726"/>
                <a:gd name="T4" fmla="*/ 0 w 21600"/>
                <a:gd name="T5" fmla="*/ 0 h 18726"/>
                <a:gd name="T6" fmla="*/ 0 60000 65536"/>
                <a:gd name="T7" fmla="*/ 0 60000 65536"/>
                <a:gd name="T8" fmla="*/ 0 60000 65536"/>
                <a:gd name="T9" fmla="*/ 0 w 21600"/>
                <a:gd name="T10" fmla="*/ 0 h 18726"/>
                <a:gd name="T11" fmla="*/ 21600 w 21600"/>
                <a:gd name="T12" fmla="*/ 18726 h 187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8726" fill="none" extrusionOk="0">
                  <a:moveTo>
                    <a:pt x="10765" y="-1"/>
                  </a:moveTo>
                  <a:cubicBezTo>
                    <a:pt x="17467" y="3852"/>
                    <a:pt x="21600" y="10994"/>
                    <a:pt x="21600" y="18726"/>
                  </a:cubicBezTo>
                </a:path>
                <a:path w="21600" h="18726" stroke="0" extrusionOk="0">
                  <a:moveTo>
                    <a:pt x="10765" y="-1"/>
                  </a:moveTo>
                  <a:cubicBezTo>
                    <a:pt x="17467" y="3852"/>
                    <a:pt x="21600" y="10994"/>
                    <a:pt x="21600" y="18726"/>
                  </a:cubicBezTo>
                  <a:lnTo>
                    <a:pt x="0" y="18726"/>
                  </a:lnTo>
                  <a:lnTo>
                    <a:pt x="10765" y="-1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123"/>
            <p:cNvSpPr>
              <a:spLocks noChangeShapeType="1"/>
            </p:cNvSpPr>
            <p:nvPr/>
          </p:nvSpPr>
          <p:spPr bwMode="auto">
            <a:xfrm flipH="1" flipV="1">
              <a:off x="2912" y="1697"/>
              <a:ext cx="277" cy="16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Line 124"/>
            <p:cNvSpPr>
              <a:spLocks noChangeShapeType="1"/>
            </p:cNvSpPr>
            <p:nvPr/>
          </p:nvSpPr>
          <p:spPr bwMode="auto">
            <a:xfrm>
              <a:off x="3410" y="2292"/>
              <a:ext cx="0" cy="28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4" name="Group 125"/>
          <p:cNvGrpSpPr/>
          <p:nvPr/>
        </p:nvGrpSpPr>
        <p:grpSpPr bwMode="auto">
          <a:xfrm>
            <a:off x="6784850" y="1834624"/>
            <a:ext cx="2006600" cy="2301875"/>
            <a:chOff x="2834" y="1130"/>
            <a:chExt cx="1264" cy="1450"/>
          </a:xfrm>
        </p:grpSpPr>
        <p:sp>
          <p:nvSpPr>
            <p:cNvPr id="125" name="Oval 126"/>
            <p:cNvSpPr>
              <a:spLocks noChangeArrowheads="1"/>
            </p:cNvSpPr>
            <p:nvPr/>
          </p:nvSpPr>
          <p:spPr bwMode="auto">
            <a:xfrm>
              <a:off x="3221" y="1563"/>
              <a:ext cx="108" cy="10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Arc 127"/>
            <p:cNvSpPr/>
            <p:nvPr/>
          </p:nvSpPr>
          <p:spPr bwMode="auto">
            <a:xfrm>
              <a:off x="3226" y="1530"/>
              <a:ext cx="160" cy="193"/>
            </a:xfrm>
            <a:custGeom>
              <a:avLst/>
              <a:gdLst>
                <a:gd name="T0" fmla="*/ 0 w 34406"/>
                <a:gd name="T1" fmla="*/ 0 h 41811"/>
                <a:gd name="T2" fmla="*/ 0 w 34406"/>
                <a:gd name="T3" fmla="*/ 0 h 41811"/>
                <a:gd name="T4" fmla="*/ 0 w 34406"/>
                <a:gd name="T5" fmla="*/ 0 h 41811"/>
                <a:gd name="T6" fmla="*/ 0 60000 65536"/>
                <a:gd name="T7" fmla="*/ 0 60000 65536"/>
                <a:gd name="T8" fmla="*/ 0 60000 65536"/>
                <a:gd name="T9" fmla="*/ 0 w 34406"/>
                <a:gd name="T10" fmla="*/ 0 h 41811"/>
                <a:gd name="T11" fmla="*/ 34406 w 34406"/>
                <a:gd name="T12" fmla="*/ 41811 h 418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406" h="41811" fill="none" extrusionOk="0">
                  <a:moveTo>
                    <a:pt x="20426" y="-1"/>
                  </a:moveTo>
                  <a:cubicBezTo>
                    <a:pt x="28837" y="3171"/>
                    <a:pt x="34406" y="11221"/>
                    <a:pt x="34406" y="20211"/>
                  </a:cubicBezTo>
                  <a:cubicBezTo>
                    <a:pt x="34406" y="32140"/>
                    <a:pt x="24735" y="41811"/>
                    <a:pt x="12806" y="41811"/>
                  </a:cubicBezTo>
                  <a:cubicBezTo>
                    <a:pt x="8198" y="41811"/>
                    <a:pt x="3711" y="40337"/>
                    <a:pt x="0" y="37605"/>
                  </a:cubicBezTo>
                </a:path>
                <a:path w="34406" h="41811" stroke="0" extrusionOk="0">
                  <a:moveTo>
                    <a:pt x="20426" y="-1"/>
                  </a:moveTo>
                  <a:cubicBezTo>
                    <a:pt x="28837" y="3171"/>
                    <a:pt x="34406" y="11221"/>
                    <a:pt x="34406" y="20211"/>
                  </a:cubicBezTo>
                  <a:cubicBezTo>
                    <a:pt x="34406" y="32140"/>
                    <a:pt x="24735" y="41811"/>
                    <a:pt x="12806" y="41811"/>
                  </a:cubicBezTo>
                  <a:cubicBezTo>
                    <a:pt x="8198" y="41811"/>
                    <a:pt x="3711" y="40337"/>
                    <a:pt x="0" y="37605"/>
                  </a:cubicBezTo>
                  <a:lnTo>
                    <a:pt x="12806" y="20211"/>
                  </a:lnTo>
                  <a:lnTo>
                    <a:pt x="20426" y="-1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Line 128"/>
            <p:cNvSpPr>
              <a:spLocks noChangeShapeType="1"/>
            </p:cNvSpPr>
            <p:nvPr/>
          </p:nvSpPr>
          <p:spPr bwMode="auto">
            <a:xfrm flipV="1">
              <a:off x="3306" y="2316"/>
              <a:ext cx="0" cy="14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Line 129"/>
            <p:cNvSpPr>
              <a:spLocks noChangeShapeType="1"/>
            </p:cNvSpPr>
            <p:nvPr/>
          </p:nvSpPr>
          <p:spPr bwMode="auto">
            <a:xfrm flipV="1">
              <a:off x="3984" y="2301"/>
              <a:ext cx="0" cy="15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Arc 130"/>
            <p:cNvSpPr/>
            <p:nvPr/>
          </p:nvSpPr>
          <p:spPr bwMode="auto">
            <a:xfrm>
              <a:off x="3114" y="1321"/>
              <a:ext cx="870" cy="995"/>
            </a:xfrm>
            <a:custGeom>
              <a:avLst/>
              <a:gdLst>
                <a:gd name="T0" fmla="*/ 0 w 21600"/>
                <a:gd name="T1" fmla="*/ 0 h 19859"/>
                <a:gd name="T2" fmla="*/ 0 w 21600"/>
                <a:gd name="T3" fmla="*/ 0 h 19859"/>
                <a:gd name="T4" fmla="*/ 0 w 21600"/>
                <a:gd name="T5" fmla="*/ 0 h 19859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859"/>
                <a:gd name="T11" fmla="*/ 21600 w 21600"/>
                <a:gd name="T12" fmla="*/ 19859 h 198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859" fill="none" extrusionOk="0">
                  <a:moveTo>
                    <a:pt x="8496" y="0"/>
                  </a:moveTo>
                  <a:cubicBezTo>
                    <a:pt x="16445" y="3401"/>
                    <a:pt x="21600" y="11213"/>
                    <a:pt x="21600" y="19859"/>
                  </a:cubicBezTo>
                </a:path>
                <a:path w="21600" h="19859" stroke="0" extrusionOk="0">
                  <a:moveTo>
                    <a:pt x="8496" y="0"/>
                  </a:moveTo>
                  <a:cubicBezTo>
                    <a:pt x="16445" y="3401"/>
                    <a:pt x="21600" y="11213"/>
                    <a:pt x="21600" y="19859"/>
                  </a:cubicBezTo>
                  <a:lnTo>
                    <a:pt x="0" y="19859"/>
                  </a:lnTo>
                  <a:lnTo>
                    <a:pt x="8496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Arc 131"/>
            <p:cNvSpPr/>
            <p:nvPr/>
          </p:nvSpPr>
          <p:spPr bwMode="auto">
            <a:xfrm>
              <a:off x="2923" y="1919"/>
              <a:ext cx="383" cy="398"/>
            </a:xfrm>
            <a:custGeom>
              <a:avLst/>
              <a:gdLst>
                <a:gd name="T0" fmla="*/ 0 w 21600"/>
                <a:gd name="T1" fmla="*/ 0 h 19413"/>
                <a:gd name="T2" fmla="*/ 0 w 21600"/>
                <a:gd name="T3" fmla="*/ 0 h 19413"/>
                <a:gd name="T4" fmla="*/ 0 w 21600"/>
                <a:gd name="T5" fmla="*/ 0 h 19413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413"/>
                <a:gd name="T11" fmla="*/ 21600 w 21600"/>
                <a:gd name="T12" fmla="*/ 19413 h 194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413" fill="none" extrusionOk="0">
                  <a:moveTo>
                    <a:pt x="9470" y="0"/>
                  </a:moveTo>
                  <a:cubicBezTo>
                    <a:pt x="16892" y="3620"/>
                    <a:pt x="21600" y="11155"/>
                    <a:pt x="21600" y="19413"/>
                  </a:cubicBezTo>
                </a:path>
                <a:path w="21600" h="19413" stroke="0" extrusionOk="0">
                  <a:moveTo>
                    <a:pt x="9470" y="0"/>
                  </a:moveTo>
                  <a:cubicBezTo>
                    <a:pt x="16892" y="3620"/>
                    <a:pt x="21600" y="11155"/>
                    <a:pt x="21600" y="19413"/>
                  </a:cubicBezTo>
                  <a:lnTo>
                    <a:pt x="0" y="19413"/>
                  </a:lnTo>
                  <a:lnTo>
                    <a:pt x="9470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Line 132"/>
            <p:cNvSpPr>
              <a:spLocks noChangeShapeType="1"/>
            </p:cNvSpPr>
            <p:nvPr/>
          </p:nvSpPr>
          <p:spPr bwMode="auto">
            <a:xfrm flipH="1" flipV="1">
              <a:off x="2969" y="1846"/>
              <a:ext cx="129" cy="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Line 133"/>
            <p:cNvSpPr>
              <a:spLocks noChangeShapeType="1"/>
            </p:cNvSpPr>
            <p:nvPr/>
          </p:nvSpPr>
          <p:spPr bwMode="auto">
            <a:xfrm flipH="1" flipV="1">
              <a:off x="3315" y="1243"/>
              <a:ext cx="146" cy="8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Freeform 134"/>
            <p:cNvSpPr/>
            <p:nvPr/>
          </p:nvSpPr>
          <p:spPr bwMode="auto">
            <a:xfrm>
              <a:off x="3192" y="2451"/>
              <a:ext cx="906" cy="129"/>
            </a:xfrm>
            <a:custGeom>
              <a:avLst/>
              <a:gdLst>
                <a:gd name="T0" fmla="*/ 108 w 906"/>
                <a:gd name="T1" fmla="*/ 0 h 129"/>
                <a:gd name="T2" fmla="*/ 0 w 906"/>
                <a:gd name="T3" fmla="*/ 0 h 129"/>
                <a:gd name="T4" fmla="*/ 0 w 906"/>
                <a:gd name="T5" fmla="*/ 129 h 129"/>
                <a:gd name="T6" fmla="*/ 906 w 906"/>
                <a:gd name="T7" fmla="*/ 129 h 129"/>
                <a:gd name="T8" fmla="*/ 906 w 906"/>
                <a:gd name="T9" fmla="*/ 0 h 129"/>
                <a:gd name="T10" fmla="*/ 507 w 906"/>
                <a:gd name="T11" fmla="*/ 0 h 1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06"/>
                <a:gd name="T19" fmla="*/ 0 h 129"/>
                <a:gd name="T20" fmla="*/ 906 w 906"/>
                <a:gd name="T21" fmla="*/ 129 h 12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06" h="129">
                  <a:moveTo>
                    <a:pt x="108" y="0"/>
                  </a:moveTo>
                  <a:lnTo>
                    <a:pt x="0" y="0"/>
                  </a:lnTo>
                  <a:lnTo>
                    <a:pt x="0" y="129"/>
                  </a:lnTo>
                  <a:lnTo>
                    <a:pt x="906" y="129"/>
                  </a:lnTo>
                  <a:lnTo>
                    <a:pt x="906" y="0"/>
                  </a:lnTo>
                  <a:lnTo>
                    <a:pt x="507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Freeform 135"/>
            <p:cNvSpPr/>
            <p:nvPr/>
          </p:nvSpPr>
          <p:spPr bwMode="auto">
            <a:xfrm>
              <a:off x="2834" y="1130"/>
              <a:ext cx="510" cy="762"/>
            </a:xfrm>
            <a:custGeom>
              <a:avLst/>
              <a:gdLst>
                <a:gd name="T0" fmla="*/ 492 w 510"/>
                <a:gd name="T1" fmla="*/ 402 h 762"/>
                <a:gd name="T2" fmla="*/ 358 w 510"/>
                <a:gd name="T3" fmla="*/ 325 h 762"/>
                <a:gd name="T4" fmla="*/ 510 w 510"/>
                <a:gd name="T5" fmla="*/ 61 h 762"/>
                <a:gd name="T6" fmla="*/ 405 w 510"/>
                <a:gd name="T7" fmla="*/ 0 h 762"/>
                <a:gd name="T8" fmla="*/ 0 w 510"/>
                <a:gd name="T9" fmla="*/ 702 h 762"/>
                <a:gd name="T10" fmla="*/ 103 w 510"/>
                <a:gd name="T11" fmla="*/ 762 h 762"/>
                <a:gd name="T12" fmla="*/ 132 w 510"/>
                <a:gd name="T13" fmla="*/ 712 h 7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10"/>
                <a:gd name="T22" fmla="*/ 0 h 762"/>
                <a:gd name="T23" fmla="*/ 510 w 510"/>
                <a:gd name="T24" fmla="*/ 762 h 7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10" h="762">
                  <a:moveTo>
                    <a:pt x="492" y="402"/>
                  </a:moveTo>
                  <a:lnTo>
                    <a:pt x="358" y="325"/>
                  </a:lnTo>
                  <a:lnTo>
                    <a:pt x="510" y="61"/>
                  </a:lnTo>
                  <a:lnTo>
                    <a:pt x="405" y="0"/>
                  </a:lnTo>
                  <a:lnTo>
                    <a:pt x="0" y="702"/>
                  </a:lnTo>
                  <a:lnTo>
                    <a:pt x="103" y="762"/>
                  </a:lnTo>
                  <a:lnTo>
                    <a:pt x="132" y="712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Freeform 136"/>
            <p:cNvSpPr/>
            <p:nvPr/>
          </p:nvSpPr>
          <p:spPr bwMode="auto">
            <a:xfrm>
              <a:off x="3054" y="1626"/>
              <a:ext cx="171" cy="76"/>
            </a:xfrm>
            <a:custGeom>
              <a:avLst/>
              <a:gdLst>
                <a:gd name="T0" fmla="*/ 171 w 171"/>
                <a:gd name="T1" fmla="*/ 76 h 76"/>
                <a:gd name="T2" fmla="*/ 39 w 171"/>
                <a:gd name="T3" fmla="*/ 0 h 76"/>
                <a:gd name="T4" fmla="*/ 0 w 171"/>
                <a:gd name="T5" fmla="*/ 67 h 76"/>
                <a:gd name="T6" fmla="*/ 0 60000 65536"/>
                <a:gd name="T7" fmla="*/ 0 60000 65536"/>
                <a:gd name="T8" fmla="*/ 0 60000 65536"/>
                <a:gd name="T9" fmla="*/ 0 w 171"/>
                <a:gd name="T10" fmla="*/ 0 h 76"/>
                <a:gd name="T11" fmla="*/ 171 w 171"/>
                <a:gd name="T12" fmla="*/ 76 h 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1" h="76">
                  <a:moveTo>
                    <a:pt x="171" y="76"/>
                  </a:moveTo>
                  <a:lnTo>
                    <a:pt x="39" y="0"/>
                  </a:lnTo>
                  <a:lnTo>
                    <a:pt x="0" y="67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6" name="组合 135"/>
          <p:cNvGrpSpPr/>
          <p:nvPr/>
        </p:nvGrpSpPr>
        <p:grpSpPr>
          <a:xfrm>
            <a:off x="6746750" y="2337862"/>
            <a:ext cx="1345930" cy="2030412"/>
            <a:chOff x="6139029" y="2366820"/>
            <a:chExt cx="1345930" cy="2030412"/>
          </a:xfrm>
        </p:grpSpPr>
        <p:grpSp>
          <p:nvGrpSpPr>
            <p:cNvPr id="137" name="Group 137"/>
            <p:cNvGrpSpPr/>
            <p:nvPr/>
          </p:nvGrpSpPr>
          <p:grpSpPr bwMode="auto">
            <a:xfrm>
              <a:off x="6139029" y="2366820"/>
              <a:ext cx="1328737" cy="2030412"/>
              <a:chOff x="2810" y="1447"/>
              <a:chExt cx="837" cy="1279"/>
            </a:xfrm>
          </p:grpSpPr>
          <p:sp>
            <p:nvSpPr>
              <p:cNvPr id="150" name="Line 138"/>
              <p:cNvSpPr>
                <a:spLocks noChangeShapeType="1"/>
              </p:cNvSpPr>
              <p:nvPr/>
            </p:nvSpPr>
            <p:spPr bwMode="auto">
              <a:xfrm flipV="1">
                <a:off x="3217" y="1491"/>
                <a:ext cx="131" cy="2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olid"/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1" name="Line 139"/>
              <p:cNvSpPr>
                <a:spLocks noChangeShapeType="1"/>
              </p:cNvSpPr>
              <p:nvPr/>
            </p:nvSpPr>
            <p:spPr bwMode="auto">
              <a:xfrm flipH="1" flipV="1">
                <a:off x="2988" y="1447"/>
                <a:ext cx="229" cy="1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olid"/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2" name="Line 140"/>
              <p:cNvSpPr>
                <a:spLocks noChangeShapeType="1"/>
              </p:cNvSpPr>
              <p:nvPr/>
            </p:nvSpPr>
            <p:spPr bwMode="auto">
              <a:xfrm>
                <a:off x="3647" y="2304"/>
                <a:ext cx="0" cy="42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olid"/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3" name="Arc 141"/>
              <p:cNvSpPr/>
              <p:nvPr/>
            </p:nvSpPr>
            <p:spPr bwMode="auto">
              <a:xfrm>
                <a:off x="2810" y="1574"/>
                <a:ext cx="837" cy="732"/>
              </a:xfrm>
              <a:custGeom>
                <a:avLst/>
                <a:gdLst>
                  <a:gd name="T0" fmla="*/ 0 w 21600"/>
                  <a:gd name="T1" fmla="*/ 0 h 19032"/>
                  <a:gd name="T2" fmla="*/ 0 w 21600"/>
                  <a:gd name="T3" fmla="*/ 0 h 19032"/>
                  <a:gd name="T4" fmla="*/ 0 w 21600"/>
                  <a:gd name="T5" fmla="*/ 0 h 1903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9032"/>
                  <a:gd name="T11" fmla="*/ 21600 w 21600"/>
                  <a:gd name="T12" fmla="*/ 19032 h 190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9032" fill="none" extrusionOk="0">
                    <a:moveTo>
                      <a:pt x="10214" y="0"/>
                    </a:moveTo>
                    <a:cubicBezTo>
                      <a:pt x="17225" y="3762"/>
                      <a:pt x="21600" y="11075"/>
                      <a:pt x="21600" y="19032"/>
                    </a:cubicBezTo>
                  </a:path>
                  <a:path w="21600" h="19032" stroke="0" extrusionOk="0">
                    <a:moveTo>
                      <a:pt x="10214" y="0"/>
                    </a:moveTo>
                    <a:cubicBezTo>
                      <a:pt x="17225" y="3762"/>
                      <a:pt x="21600" y="11075"/>
                      <a:pt x="21600" y="19032"/>
                    </a:cubicBezTo>
                    <a:lnTo>
                      <a:pt x="0" y="19032"/>
                    </a:lnTo>
                    <a:lnTo>
                      <a:pt x="10214" y="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138" name="直接连接符 137"/>
            <p:cNvCxnSpPr/>
            <p:nvPr/>
          </p:nvCxnSpPr>
          <p:spPr>
            <a:xfrm flipH="1">
              <a:off x="6589045" y="2430264"/>
              <a:ext cx="36590" cy="697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 flipH="1">
              <a:off x="6631295" y="2460687"/>
              <a:ext cx="36590" cy="697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 flipH="1">
              <a:off x="7074152" y="2763627"/>
              <a:ext cx="36590" cy="697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/>
          </p:nvCxnSpPr>
          <p:spPr>
            <a:xfrm flipH="1">
              <a:off x="7116402" y="2794050"/>
              <a:ext cx="36590" cy="697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/>
            <p:nvPr/>
          </p:nvCxnSpPr>
          <p:spPr>
            <a:xfrm flipH="1">
              <a:off x="7259613" y="3085815"/>
              <a:ext cx="63716" cy="4235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/>
          </p:nvCxnSpPr>
          <p:spPr>
            <a:xfrm flipH="1">
              <a:off x="7301863" y="3119065"/>
              <a:ext cx="70023" cy="39531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/>
          </p:nvCxnSpPr>
          <p:spPr>
            <a:xfrm flipH="1">
              <a:off x="7364179" y="3420160"/>
              <a:ext cx="101460" cy="2186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 flipH="1">
              <a:off x="7406429" y="3461795"/>
              <a:ext cx="70022" cy="1065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flipH="1" flipV="1">
              <a:off x="7427995" y="3791829"/>
              <a:ext cx="55480" cy="2296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 flipH="1" flipV="1">
              <a:off x="7427994" y="3831286"/>
              <a:ext cx="55481" cy="411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 flipH="1" flipV="1">
              <a:off x="7412602" y="4063085"/>
              <a:ext cx="72357" cy="363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 flipH="1" flipV="1">
              <a:off x="7412602" y="4102543"/>
              <a:ext cx="72357" cy="363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4" name="Group 142"/>
          <p:cNvGrpSpPr/>
          <p:nvPr/>
        </p:nvGrpSpPr>
        <p:grpSpPr bwMode="auto">
          <a:xfrm>
            <a:off x="6807075" y="2780774"/>
            <a:ext cx="889000" cy="1349375"/>
            <a:chOff x="2995" y="1726"/>
            <a:chExt cx="560" cy="850"/>
          </a:xfrm>
        </p:grpSpPr>
        <p:sp>
          <p:nvSpPr>
            <p:cNvPr id="155" name="Line 143"/>
            <p:cNvSpPr>
              <a:spLocks noChangeShapeType="1"/>
            </p:cNvSpPr>
            <p:nvPr/>
          </p:nvSpPr>
          <p:spPr bwMode="auto">
            <a:xfrm flipV="1">
              <a:off x="3343" y="2454"/>
              <a:ext cx="92" cy="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56" name="Group 144"/>
            <p:cNvGrpSpPr/>
            <p:nvPr/>
          </p:nvGrpSpPr>
          <p:grpSpPr bwMode="auto">
            <a:xfrm>
              <a:off x="2995" y="1726"/>
              <a:ext cx="560" cy="850"/>
              <a:chOff x="2848" y="1726"/>
              <a:chExt cx="560" cy="850"/>
            </a:xfrm>
          </p:grpSpPr>
          <p:sp>
            <p:nvSpPr>
              <p:cNvPr id="157" name="Line 145"/>
              <p:cNvSpPr>
                <a:spLocks noChangeShapeType="1"/>
              </p:cNvSpPr>
              <p:nvPr/>
            </p:nvSpPr>
            <p:spPr bwMode="auto">
              <a:xfrm flipV="1">
                <a:off x="2848" y="1726"/>
                <a:ext cx="116" cy="11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8" name="Line 146"/>
              <p:cNvSpPr>
                <a:spLocks noChangeShapeType="1"/>
              </p:cNvSpPr>
              <p:nvPr/>
            </p:nvSpPr>
            <p:spPr bwMode="auto">
              <a:xfrm flipV="1">
                <a:off x="2910" y="1762"/>
                <a:ext cx="114" cy="1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9" name="Line 147"/>
              <p:cNvSpPr>
                <a:spLocks noChangeShapeType="1"/>
              </p:cNvSpPr>
              <p:nvPr/>
            </p:nvSpPr>
            <p:spPr bwMode="auto">
              <a:xfrm flipV="1">
                <a:off x="3012" y="1798"/>
                <a:ext cx="74" cy="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0" name="Line 148"/>
              <p:cNvSpPr>
                <a:spLocks noChangeShapeType="1"/>
              </p:cNvSpPr>
              <p:nvPr/>
            </p:nvSpPr>
            <p:spPr bwMode="auto">
              <a:xfrm flipV="1">
                <a:off x="3072" y="1830"/>
                <a:ext cx="74" cy="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1" name="Line 149"/>
              <p:cNvSpPr>
                <a:spLocks noChangeShapeType="1"/>
              </p:cNvSpPr>
              <p:nvPr/>
            </p:nvSpPr>
            <p:spPr bwMode="auto">
              <a:xfrm flipV="1">
                <a:off x="3126" y="1866"/>
                <a:ext cx="78" cy="7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" name="Line 150"/>
              <p:cNvSpPr>
                <a:spLocks noChangeShapeType="1"/>
              </p:cNvSpPr>
              <p:nvPr/>
            </p:nvSpPr>
            <p:spPr bwMode="auto">
              <a:xfrm flipV="1">
                <a:off x="3178" y="1912"/>
                <a:ext cx="76" cy="7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3" name="Line 151"/>
              <p:cNvSpPr>
                <a:spLocks noChangeShapeType="1"/>
              </p:cNvSpPr>
              <p:nvPr/>
            </p:nvSpPr>
            <p:spPr bwMode="auto">
              <a:xfrm flipV="1">
                <a:off x="3220" y="1964"/>
                <a:ext cx="78" cy="7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4" name="Line 152"/>
              <p:cNvSpPr>
                <a:spLocks noChangeShapeType="1"/>
              </p:cNvSpPr>
              <p:nvPr/>
            </p:nvSpPr>
            <p:spPr bwMode="auto">
              <a:xfrm flipV="1">
                <a:off x="3256" y="2024"/>
                <a:ext cx="80" cy="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5" name="Line 153"/>
              <p:cNvSpPr>
                <a:spLocks noChangeShapeType="1"/>
              </p:cNvSpPr>
              <p:nvPr/>
            </p:nvSpPr>
            <p:spPr bwMode="auto">
              <a:xfrm flipV="1">
                <a:off x="3286" y="2090"/>
                <a:ext cx="80" cy="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6" name="Line 154"/>
              <p:cNvSpPr>
                <a:spLocks noChangeShapeType="1"/>
              </p:cNvSpPr>
              <p:nvPr/>
            </p:nvSpPr>
            <p:spPr bwMode="auto">
              <a:xfrm flipV="1">
                <a:off x="3302" y="2162"/>
                <a:ext cx="90" cy="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7" name="Line 155"/>
              <p:cNvSpPr>
                <a:spLocks noChangeShapeType="1"/>
              </p:cNvSpPr>
              <p:nvPr/>
            </p:nvSpPr>
            <p:spPr bwMode="auto">
              <a:xfrm flipV="1">
                <a:off x="3306" y="2242"/>
                <a:ext cx="98" cy="9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8" name="Line 156"/>
              <p:cNvSpPr>
                <a:spLocks noChangeShapeType="1"/>
              </p:cNvSpPr>
              <p:nvPr/>
            </p:nvSpPr>
            <p:spPr bwMode="auto">
              <a:xfrm flipV="1">
                <a:off x="3308" y="2334"/>
                <a:ext cx="100" cy="1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Line 157"/>
              <p:cNvSpPr>
                <a:spLocks noChangeShapeType="1"/>
              </p:cNvSpPr>
              <p:nvPr/>
            </p:nvSpPr>
            <p:spPr bwMode="auto">
              <a:xfrm flipV="1">
                <a:off x="3260" y="2430"/>
                <a:ext cx="146" cy="14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Line 158"/>
              <p:cNvSpPr>
                <a:spLocks noChangeShapeType="1"/>
              </p:cNvSpPr>
              <p:nvPr/>
            </p:nvSpPr>
            <p:spPr bwMode="auto">
              <a:xfrm flipV="1">
                <a:off x="3352" y="2522"/>
                <a:ext cx="54" cy="5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71" name="Line 160"/>
          <p:cNvSpPr>
            <a:spLocks noChangeShapeType="1"/>
          </p:cNvSpPr>
          <p:nvPr/>
        </p:nvSpPr>
        <p:spPr bwMode="auto">
          <a:xfrm>
            <a:off x="2289524" y="343474"/>
            <a:ext cx="0" cy="1027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tailEnd type="none" w="sm" len="lg"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2" name="Group 162"/>
          <p:cNvGrpSpPr/>
          <p:nvPr/>
        </p:nvGrpSpPr>
        <p:grpSpPr bwMode="auto">
          <a:xfrm>
            <a:off x="7343650" y="4671487"/>
            <a:ext cx="1454150" cy="1454150"/>
            <a:chOff x="3186" y="2728"/>
            <a:chExt cx="916" cy="916"/>
          </a:xfrm>
        </p:grpSpPr>
        <p:sp>
          <p:nvSpPr>
            <p:cNvPr id="173" name="Oval 163"/>
            <p:cNvSpPr>
              <a:spLocks noChangeArrowheads="1"/>
            </p:cNvSpPr>
            <p:nvPr/>
          </p:nvSpPr>
          <p:spPr bwMode="auto">
            <a:xfrm>
              <a:off x="3186" y="2728"/>
              <a:ext cx="916" cy="916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Oval 164"/>
            <p:cNvSpPr>
              <a:spLocks noChangeArrowheads="1"/>
            </p:cNvSpPr>
            <p:nvPr/>
          </p:nvSpPr>
          <p:spPr bwMode="auto">
            <a:xfrm>
              <a:off x="3306" y="2844"/>
              <a:ext cx="675" cy="675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Oval 165"/>
            <p:cNvSpPr>
              <a:spLocks noChangeArrowheads="1"/>
            </p:cNvSpPr>
            <p:nvPr/>
          </p:nvSpPr>
          <p:spPr bwMode="auto">
            <a:xfrm>
              <a:off x="3411" y="2949"/>
              <a:ext cx="471" cy="471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6" name="Group 166"/>
          <p:cNvGrpSpPr/>
          <p:nvPr/>
        </p:nvGrpSpPr>
        <p:grpSpPr bwMode="auto">
          <a:xfrm>
            <a:off x="7529387" y="4860399"/>
            <a:ext cx="1076325" cy="1063625"/>
            <a:chOff x="3303" y="2847"/>
            <a:chExt cx="678" cy="670"/>
          </a:xfrm>
        </p:grpSpPr>
        <p:sp>
          <p:nvSpPr>
            <p:cNvPr id="177" name="Line 167"/>
            <p:cNvSpPr>
              <a:spLocks noChangeShapeType="1"/>
            </p:cNvSpPr>
            <p:nvPr/>
          </p:nvSpPr>
          <p:spPr bwMode="auto">
            <a:xfrm flipV="1">
              <a:off x="3324" y="2862"/>
              <a:ext cx="212" cy="2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Line 168"/>
            <p:cNvSpPr>
              <a:spLocks noChangeShapeType="1"/>
            </p:cNvSpPr>
            <p:nvPr/>
          </p:nvSpPr>
          <p:spPr bwMode="auto">
            <a:xfrm flipV="1">
              <a:off x="3303" y="2847"/>
              <a:ext cx="342" cy="3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Line 169"/>
            <p:cNvSpPr>
              <a:spLocks noChangeShapeType="1"/>
            </p:cNvSpPr>
            <p:nvPr/>
          </p:nvSpPr>
          <p:spPr bwMode="auto">
            <a:xfrm flipV="1">
              <a:off x="3320" y="3181"/>
              <a:ext cx="89" cy="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Line 170"/>
            <p:cNvSpPr>
              <a:spLocks noChangeShapeType="1"/>
            </p:cNvSpPr>
            <p:nvPr/>
          </p:nvSpPr>
          <p:spPr bwMode="auto">
            <a:xfrm flipV="1">
              <a:off x="3642" y="2857"/>
              <a:ext cx="90" cy="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Line 171"/>
            <p:cNvSpPr>
              <a:spLocks noChangeShapeType="1"/>
            </p:cNvSpPr>
            <p:nvPr/>
          </p:nvSpPr>
          <p:spPr bwMode="auto">
            <a:xfrm flipV="1">
              <a:off x="3343" y="3259"/>
              <a:ext cx="84" cy="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Line 172"/>
            <p:cNvSpPr>
              <a:spLocks noChangeShapeType="1"/>
            </p:cNvSpPr>
            <p:nvPr/>
          </p:nvSpPr>
          <p:spPr bwMode="auto">
            <a:xfrm flipV="1">
              <a:off x="3725" y="2885"/>
              <a:ext cx="75" cy="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Line 173"/>
            <p:cNvSpPr>
              <a:spLocks noChangeShapeType="1"/>
            </p:cNvSpPr>
            <p:nvPr/>
          </p:nvSpPr>
          <p:spPr bwMode="auto">
            <a:xfrm flipV="1">
              <a:off x="3385" y="3328"/>
              <a:ext cx="69" cy="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Line 174"/>
            <p:cNvSpPr>
              <a:spLocks noChangeShapeType="1"/>
            </p:cNvSpPr>
            <p:nvPr/>
          </p:nvSpPr>
          <p:spPr bwMode="auto">
            <a:xfrm flipV="1">
              <a:off x="3787" y="2920"/>
              <a:ext cx="72" cy="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Line 175"/>
            <p:cNvSpPr>
              <a:spLocks noChangeShapeType="1"/>
            </p:cNvSpPr>
            <p:nvPr/>
          </p:nvSpPr>
          <p:spPr bwMode="auto">
            <a:xfrm flipV="1">
              <a:off x="3431" y="3371"/>
              <a:ext cx="76" cy="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Line 176"/>
            <p:cNvSpPr>
              <a:spLocks noChangeShapeType="1"/>
            </p:cNvSpPr>
            <p:nvPr/>
          </p:nvSpPr>
          <p:spPr bwMode="auto">
            <a:xfrm flipV="1">
              <a:off x="3832" y="2970"/>
              <a:ext cx="76" cy="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Line 177"/>
            <p:cNvSpPr>
              <a:spLocks noChangeShapeType="1"/>
            </p:cNvSpPr>
            <p:nvPr/>
          </p:nvSpPr>
          <p:spPr bwMode="auto">
            <a:xfrm flipV="1">
              <a:off x="3492" y="3408"/>
              <a:ext cx="74" cy="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Line 178"/>
            <p:cNvSpPr>
              <a:spLocks noChangeShapeType="1"/>
            </p:cNvSpPr>
            <p:nvPr/>
          </p:nvSpPr>
          <p:spPr bwMode="auto">
            <a:xfrm flipV="1">
              <a:off x="3868" y="3031"/>
              <a:ext cx="77" cy="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Line 179"/>
            <p:cNvSpPr>
              <a:spLocks noChangeShapeType="1"/>
            </p:cNvSpPr>
            <p:nvPr/>
          </p:nvSpPr>
          <p:spPr bwMode="auto">
            <a:xfrm flipV="1">
              <a:off x="3563" y="3418"/>
              <a:ext cx="92" cy="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Line 180"/>
            <p:cNvSpPr>
              <a:spLocks noChangeShapeType="1"/>
            </p:cNvSpPr>
            <p:nvPr/>
          </p:nvSpPr>
          <p:spPr bwMode="auto">
            <a:xfrm flipV="1">
              <a:off x="3882" y="3099"/>
              <a:ext cx="89" cy="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Line 181"/>
            <p:cNvSpPr>
              <a:spLocks noChangeShapeType="1"/>
            </p:cNvSpPr>
            <p:nvPr/>
          </p:nvSpPr>
          <p:spPr bwMode="auto">
            <a:xfrm flipV="1">
              <a:off x="3647" y="3183"/>
              <a:ext cx="334" cy="33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Line 182"/>
            <p:cNvSpPr>
              <a:spLocks noChangeShapeType="1"/>
            </p:cNvSpPr>
            <p:nvPr/>
          </p:nvSpPr>
          <p:spPr bwMode="auto">
            <a:xfrm flipV="1">
              <a:off x="3765" y="3306"/>
              <a:ext cx="191" cy="1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93" name="Text Box 183"/>
          <p:cNvSpPr txBox="1">
            <a:spLocks noChangeArrowheads="1"/>
          </p:cNvSpPr>
          <p:nvPr/>
        </p:nvSpPr>
        <p:spPr bwMode="auto">
          <a:xfrm>
            <a:off x="6835650" y="3636407"/>
            <a:ext cx="1723549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              </a:t>
            </a:r>
            <a:r>
              <a:rPr kumimoji="1" lang="en-US" altLang="zh-CN" sz="2000" b="1" i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en-US" altLang="zh-CN" sz="2000" b="1" i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4" name="Group 184"/>
          <p:cNvGrpSpPr/>
          <p:nvPr/>
        </p:nvGrpSpPr>
        <p:grpSpPr bwMode="auto">
          <a:xfrm>
            <a:off x="7205537" y="3844399"/>
            <a:ext cx="1709738" cy="0"/>
            <a:chOff x="3225" y="2396"/>
            <a:chExt cx="1077" cy="0"/>
          </a:xfrm>
        </p:grpSpPr>
        <p:sp>
          <p:nvSpPr>
            <p:cNvPr id="195" name="Line 185"/>
            <p:cNvSpPr>
              <a:spLocks noChangeShapeType="1"/>
            </p:cNvSpPr>
            <p:nvPr/>
          </p:nvSpPr>
          <p:spPr bwMode="auto">
            <a:xfrm>
              <a:off x="3225" y="2396"/>
              <a:ext cx="9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Line 186"/>
            <p:cNvSpPr>
              <a:spLocks noChangeShapeType="1"/>
            </p:cNvSpPr>
            <p:nvPr/>
          </p:nvSpPr>
          <p:spPr bwMode="auto">
            <a:xfrm>
              <a:off x="4209" y="2396"/>
              <a:ext cx="9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7" name="Group 187"/>
          <p:cNvGrpSpPr/>
          <p:nvPr/>
        </p:nvGrpSpPr>
        <p:grpSpPr bwMode="auto">
          <a:xfrm rot="-867944">
            <a:off x="6713412" y="1880662"/>
            <a:ext cx="1331913" cy="1331912"/>
            <a:chOff x="3776" y="1023"/>
            <a:chExt cx="839" cy="839"/>
          </a:xfrm>
        </p:grpSpPr>
        <p:sp>
          <p:nvSpPr>
            <p:cNvPr id="198" name="Line 188"/>
            <p:cNvSpPr>
              <a:spLocks noChangeShapeType="1"/>
            </p:cNvSpPr>
            <p:nvPr/>
          </p:nvSpPr>
          <p:spPr bwMode="auto">
            <a:xfrm flipH="1" flipV="1">
              <a:off x="3776" y="1740"/>
              <a:ext cx="122" cy="1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Line 189"/>
            <p:cNvSpPr>
              <a:spLocks noChangeShapeType="1"/>
            </p:cNvSpPr>
            <p:nvPr/>
          </p:nvSpPr>
          <p:spPr bwMode="auto">
            <a:xfrm flipH="1" flipV="1">
              <a:off x="4493" y="1023"/>
              <a:ext cx="122" cy="1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0" name="Group 190"/>
          <p:cNvGrpSpPr/>
          <p:nvPr/>
        </p:nvGrpSpPr>
        <p:grpSpPr bwMode="auto">
          <a:xfrm rot="-863392">
            <a:off x="6915025" y="2044174"/>
            <a:ext cx="1143000" cy="1138238"/>
            <a:chOff x="3888" y="1140"/>
            <a:chExt cx="720" cy="717"/>
          </a:xfrm>
        </p:grpSpPr>
        <p:sp>
          <p:nvSpPr>
            <p:cNvPr id="201" name="Line 191"/>
            <p:cNvSpPr>
              <a:spLocks noChangeShapeType="1"/>
            </p:cNvSpPr>
            <p:nvPr/>
          </p:nvSpPr>
          <p:spPr bwMode="auto">
            <a:xfrm flipV="1">
              <a:off x="3888" y="1788"/>
              <a:ext cx="69" cy="6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Line 192"/>
            <p:cNvSpPr>
              <a:spLocks noChangeShapeType="1"/>
            </p:cNvSpPr>
            <p:nvPr/>
          </p:nvSpPr>
          <p:spPr bwMode="auto">
            <a:xfrm flipV="1">
              <a:off x="4536" y="1140"/>
              <a:ext cx="72" cy="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3" name="Group 193"/>
          <p:cNvGrpSpPr/>
          <p:nvPr/>
        </p:nvGrpSpPr>
        <p:grpSpPr bwMode="auto">
          <a:xfrm>
            <a:off x="6738814" y="1550462"/>
            <a:ext cx="1371601" cy="2063751"/>
            <a:chOff x="2952" y="951"/>
            <a:chExt cx="864" cy="1300"/>
          </a:xfrm>
        </p:grpSpPr>
        <p:sp>
          <p:nvSpPr>
            <p:cNvPr id="204" name="Text Box 194"/>
            <p:cNvSpPr txBox="1">
              <a:spLocks noChangeArrowheads="1"/>
            </p:cNvSpPr>
            <p:nvPr/>
          </p:nvSpPr>
          <p:spPr bwMode="auto">
            <a:xfrm>
              <a:off x="3590" y="951"/>
              <a:ext cx="226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kumimoji="1" lang="en-US" altLang="zh-CN" sz="20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Text Box 195"/>
            <p:cNvSpPr txBox="1">
              <a:spLocks noChangeArrowheads="1"/>
            </p:cNvSpPr>
            <p:nvPr/>
          </p:nvSpPr>
          <p:spPr bwMode="auto">
            <a:xfrm>
              <a:off x="2952" y="1999"/>
              <a:ext cx="226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kumimoji="1" lang="en-US" altLang="zh-CN" sz="20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6" name="Group 196"/>
          <p:cNvGrpSpPr/>
          <p:nvPr/>
        </p:nvGrpSpPr>
        <p:grpSpPr bwMode="auto">
          <a:xfrm>
            <a:off x="10035718" y="1210737"/>
            <a:ext cx="917576" cy="400050"/>
            <a:chOff x="4380" y="230"/>
            <a:chExt cx="578" cy="252"/>
          </a:xfrm>
        </p:grpSpPr>
        <p:sp>
          <p:nvSpPr>
            <p:cNvPr id="207" name="Text Box 197"/>
            <p:cNvSpPr txBox="1">
              <a:spLocks noChangeArrowheads="1"/>
            </p:cNvSpPr>
            <p:nvPr/>
          </p:nvSpPr>
          <p:spPr bwMode="auto">
            <a:xfrm>
              <a:off x="4380" y="230"/>
              <a:ext cx="423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kumimoji="1" lang="en-US" altLang="zh-CN" sz="2000" b="1" i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B–B</a:t>
              </a:r>
              <a:endParaRPr kumimoji="1" lang="en-US" altLang="zh-CN" sz="2000" b="1" i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Arc 198"/>
            <p:cNvSpPr/>
            <p:nvPr/>
          </p:nvSpPr>
          <p:spPr bwMode="auto">
            <a:xfrm flipV="1">
              <a:off x="4802" y="325"/>
              <a:ext cx="156" cy="108"/>
            </a:xfrm>
            <a:custGeom>
              <a:avLst/>
              <a:gdLst>
                <a:gd name="T0" fmla="*/ 0 w 43200"/>
                <a:gd name="T1" fmla="*/ 0 h 27284"/>
                <a:gd name="T2" fmla="*/ 0 w 43200"/>
                <a:gd name="T3" fmla="*/ 0 h 27284"/>
                <a:gd name="T4" fmla="*/ 0 w 43200"/>
                <a:gd name="T5" fmla="*/ 0 h 27284"/>
                <a:gd name="T6" fmla="*/ 0 60000 65536"/>
                <a:gd name="T7" fmla="*/ 0 60000 65536"/>
                <a:gd name="T8" fmla="*/ 0 60000 65536"/>
                <a:gd name="T9" fmla="*/ 0 w 43200"/>
                <a:gd name="T10" fmla="*/ 0 h 27284"/>
                <a:gd name="T11" fmla="*/ 43200 w 43200"/>
                <a:gd name="T12" fmla="*/ 27284 h 272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7284" fill="none" extrusionOk="0">
                  <a:moveTo>
                    <a:pt x="43053" y="3176"/>
                  </a:moveTo>
                  <a:cubicBezTo>
                    <a:pt x="43151" y="4008"/>
                    <a:pt x="43200" y="4845"/>
                    <a:pt x="43200" y="5684"/>
                  </a:cubicBezTo>
                  <a:cubicBezTo>
                    <a:pt x="43200" y="17613"/>
                    <a:pt x="33529" y="27284"/>
                    <a:pt x="21600" y="27284"/>
                  </a:cubicBezTo>
                  <a:cubicBezTo>
                    <a:pt x="9670" y="27284"/>
                    <a:pt x="0" y="17613"/>
                    <a:pt x="0" y="5684"/>
                  </a:cubicBezTo>
                  <a:cubicBezTo>
                    <a:pt x="-1" y="3763"/>
                    <a:pt x="256" y="1852"/>
                    <a:pt x="761" y="0"/>
                  </a:cubicBezTo>
                </a:path>
                <a:path w="43200" h="27284" stroke="0" extrusionOk="0">
                  <a:moveTo>
                    <a:pt x="43053" y="3176"/>
                  </a:moveTo>
                  <a:cubicBezTo>
                    <a:pt x="43151" y="4008"/>
                    <a:pt x="43200" y="4845"/>
                    <a:pt x="43200" y="5684"/>
                  </a:cubicBezTo>
                  <a:cubicBezTo>
                    <a:pt x="43200" y="17613"/>
                    <a:pt x="33529" y="27284"/>
                    <a:pt x="21600" y="27284"/>
                  </a:cubicBezTo>
                  <a:cubicBezTo>
                    <a:pt x="9670" y="27284"/>
                    <a:pt x="0" y="17613"/>
                    <a:pt x="0" y="5684"/>
                  </a:cubicBezTo>
                  <a:cubicBezTo>
                    <a:pt x="-1" y="3763"/>
                    <a:pt x="256" y="1852"/>
                    <a:pt x="761" y="0"/>
                  </a:cubicBezTo>
                  <a:lnTo>
                    <a:pt x="21600" y="5684"/>
                  </a:lnTo>
                  <a:lnTo>
                    <a:pt x="43053" y="3176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9" name="Group 199"/>
          <p:cNvGrpSpPr/>
          <p:nvPr/>
        </p:nvGrpSpPr>
        <p:grpSpPr bwMode="auto">
          <a:xfrm rot="-1718150">
            <a:off x="9956339" y="1928287"/>
            <a:ext cx="1144588" cy="1071562"/>
            <a:chOff x="4597" y="2584"/>
            <a:chExt cx="721" cy="675"/>
          </a:xfrm>
        </p:grpSpPr>
        <p:sp>
          <p:nvSpPr>
            <p:cNvPr id="210" name="Line 200"/>
            <p:cNvSpPr>
              <a:spLocks noChangeShapeType="1"/>
            </p:cNvSpPr>
            <p:nvPr/>
          </p:nvSpPr>
          <p:spPr bwMode="auto">
            <a:xfrm flipV="1">
              <a:off x="4763" y="2721"/>
              <a:ext cx="38" cy="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11" name="Group 201"/>
            <p:cNvGrpSpPr/>
            <p:nvPr/>
          </p:nvGrpSpPr>
          <p:grpSpPr bwMode="auto">
            <a:xfrm>
              <a:off x="4597" y="2584"/>
              <a:ext cx="721" cy="675"/>
              <a:chOff x="2197" y="788"/>
              <a:chExt cx="721" cy="675"/>
            </a:xfrm>
          </p:grpSpPr>
          <p:sp>
            <p:nvSpPr>
              <p:cNvPr id="212" name="Line 202"/>
              <p:cNvSpPr>
                <a:spLocks noChangeShapeType="1"/>
              </p:cNvSpPr>
              <p:nvPr/>
            </p:nvSpPr>
            <p:spPr bwMode="auto">
              <a:xfrm flipV="1">
                <a:off x="2347" y="788"/>
                <a:ext cx="297" cy="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3" name="Line 203"/>
              <p:cNvSpPr>
                <a:spLocks noChangeShapeType="1"/>
              </p:cNvSpPr>
              <p:nvPr/>
            </p:nvSpPr>
            <p:spPr bwMode="auto">
              <a:xfrm flipV="1">
                <a:off x="2234" y="1026"/>
                <a:ext cx="57" cy="1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4" name="Line 204"/>
              <p:cNvSpPr>
                <a:spLocks noChangeShapeType="1"/>
              </p:cNvSpPr>
              <p:nvPr/>
            </p:nvSpPr>
            <p:spPr bwMode="auto">
              <a:xfrm flipV="1">
                <a:off x="2230" y="1091"/>
                <a:ext cx="77" cy="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" name="Line 205"/>
              <p:cNvSpPr>
                <a:spLocks noChangeShapeType="1"/>
              </p:cNvSpPr>
              <p:nvPr/>
            </p:nvSpPr>
            <p:spPr bwMode="auto">
              <a:xfrm flipV="1">
                <a:off x="2234" y="1161"/>
                <a:ext cx="77" cy="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6" name="Line 206"/>
              <p:cNvSpPr>
                <a:spLocks noChangeShapeType="1"/>
              </p:cNvSpPr>
              <p:nvPr/>
            </p:nvSpPr>
            <p:spPr bwMode="auto">
              <a:xfrm flipV="1">
                <a:off x="2252" y="1226"/>
                <a:ext cx="77" cy="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7" name="Line 207"/>
              <p:cNvSpPr>
                <a:spLocks noChangeShapeType="1"/>
              </p:cNvSpPr>
              <p:nvPr/>
            </p:nvSpPr>
            <p:spPr bwMode="auto">
              <a:xfrm flipV="1">
                <a:off x="2279" y="1285"/>
                <a:ext cx="86" cy="2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8" name="Line 208"/>
              <p:cNvSpPr>
                <a:spLocks noChangeShapeType="1"/>
              </p:cNvSpPr>
              <p:nvPr/>
            </p:nvSpPr>
            <p:spPr bwMode="auto">
              <a:xfrm flipV="1">
                <a:off x="2330" y="1341"/>
                <a:ext cx="89" cy="2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9" name="Line 209"/>
              <p:cNvSpPr>
                <a:spLocks noChangeShapeType="1"/>
              </p:cNvSpPr>
              <p:nvPr/>
            </p:nvSpPr>
            <p:spPr bwMode="auto">
              <a:xfrm flipV="1">
                <a:off x="2395" y="1386"/>
                <a:ext cx="121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0" name="Line 210"/>
              <p:cNvSpPr>
                <a:spLocks noChangeShapeType="1"/>
              </p:cNvSpPr>
              <p:nvPr/>
            </p:nvSpPr>
            <p:spPr bwMode="auto">
              <a:xfrm flipV="1">
                <a:off x="2495" y="1377"/>
                <a:ext cx="320" cy="8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1" name="Line 211"/>
              <p:cNvSpPr>
                <a:spLocks noChangeShapeType="1"/>
              </p:cNvSpPr>
              <p:nvPr/>
            </p:nvSpPr>
            <p:spPr bwMode="auto">
              <a:xfrm flipV="1">
                <a:off x="2755" y="1287"/>
                <a:ext cx="124" cy="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2" name="Line 212"/>
              <p:cNvSpPr>
                <a:spLocks noChangeShapeType="1"/>
              </p:cNvSpPr>
              <p:nvPr/>
            </p:nvSpPr>
            <p:spPr bwMode="auto">
              <a:xfrm flipV="1">
                <a:off x="2818" y="1211"/>
                <a:ext cx="93" cy="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3" name="Line 213"/>
              <p:cNvSpPr>
                <a:spLocks noChangeShapeType="1"/>
              </p:cNvSpPr>
              <p:nvPr/>
            </p:nvSpPr>
            <p:spPr bwMode="auto">
              <a:xfrm flipV="1">
                <a:off x="2837" y="1137"/>
                <a:ext cx="79" cy="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4" name="Line 214"/>
              <p:cNvSpPr>
                <a:spLocks noChangeShapeType="1"/>
              </p:cNvSpPr>
              <p:nvPr/>
            </p:nvSpPr>
            <p:spPr bwMode="auto">
              <a:xfrm flipV="1">
                <a:off x="2840" y="1068"/>
                <a:ext cx="78" cy="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5" name="Line 215"/>
              <p:cNvSpPr>
                <a:spLocks noChangeShapeType="1"/>
              </p:cNvSpPr>
              <p:nvPr/>
            </p:nvSpPr>
            <p:spPr bwMode="auto">
              <a:xfrm flipV="1">
                <a:off x="2821" y="1002"/>
                <a:ext cx="79" cy="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6" name="Line 216"/>
              <p:cNvSpPr>
                <a:spLocks noChangeShapeType="1"/>
              </p:cNvSpPr>
              <p:nvPr/>
            </p:nvSpPr>
            <p:spPr bwMode="auto">
              <a:xfrm flipV="1">
                <a:off x="2786" y="944"/>
                <a:ext cx="77" cy="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7" name="Line 217"/>
              <p:cNvSpPr>
                <a:spLocks noChangeShapeType="1"/>
              </p:cNvSpPr>
              <p:nvPr/>
            </p:nvSpPr>
            <p:spPr bwMode="auto">
              <a:xfrm flipV="1">
                <a:off x="2725" y="884"/>
                <a:ext cx="92" cy="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8" name="Line 218"/>
              <p:cNvSpPr>
                <a:spLocks noChangeShapeType="1"/>
              </p:cNvSpPr>
              <p:nvPr/>
            </p:nvSpPr>
            <p:spPr bwMode="auto">
              <a:xfrm flipV="1">
                <a:off x="2624" y="831"/>
                <a:ext cx="131" cy="3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9" name="Line 219"/>
              <p:cNvSpPr>
                <a:spLocks noChangeShapeType="1"/>
              </p:cNvSpPr>
              <p:nvPr/>
            </p:nvSpPr>
            <p:spPr bwMode="auto">
              <a:xfrm flipH="1">
                <a:off x="2274" y="872"/>
                <a:ext cx="53" cy="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0" name="Line 220"/>
              <p:cNvSpPr>
                <a:spLocks noChangeShapeType="1"/>
              </p:cNvSpPr>
              <p:nvPr/>
            </p:nvSpPr>
            <p:spPr bwMode="auto">
              <a:xfrm flipV="1">
                <a:off x="2197" y="982"/>
                <a:ext cx="21" cy="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31" name="Group 221"/>
          <p:cNvGrpSpPr/>
          <p:nvPr/>
        </p:nvGrpSpPr>
        <p:grpSpPr bwMode="auto">
          <a:xfrm>
            <a:off x="9819814" y="1731437"/>
            <a:ext cx="1484313" cy="1460500"/>
            <a:chOff x="4180" y="799"/>
            <a:chExt cx="935" cy="920"/>
          </a:xfrm>
        </p:grpSpPr>
        <p:grpSp>
          <p:nvGrpSpPr>
            <p:cNvPr id="232" name="Group 225"/>
            <p:cNvGrpSpPr/>
            <p:nvPr/>
          </p:nvGrpSpPr>
          <p:grpSpPr bwMode="auto">
            <a:xfrm rot="-1640013">
              <a:off x="4180" y="799"/>
              <a:ext cx="935" cy="920"/>
              <a:chOff x="2111" y="664"/>
              <a:chExt cx="935" cy="920"/>
            </a:xfrm>
          </p:grpSpPr>
          <p:grpSp>
            <p:nvGrpSpPr>
              <p:cNvPr id="241" name="Group 226"/>
              <p:cNvGrpSpPr/>
              <p:nvPr/>
            </p:nvGrpSpPr>
            <p:grpSpPr bwMode="auto">
              <a:xfrm>
                <a:off x="2410" y="664"/>
                <a:ext cx="105" cy="106"/>
                <a:chOff x="2410" y="664"/>
                <a:chExt cx="105" cy="106"/>
              </a:xfrm>
            </p:grpSpPr>
            <p:sp>
              <p:nvSpPr>
                <p:cNvPr id="254" name="Line 227"/>
                <p:cNvSpPr>
                  <a:spLocks noChangeShapeType="1"/>
                </p:cNvSpPr>
                <p:nvPr/>
              </p:nvSpPr>
              <p:spPr bwMode="auto">
                <a:xfrm>
                  <a:off x="2410" y="688"/>
                  <a:ext cx="105" cy="6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5" name="Line 228"/>
                <p:cNvSpPr>
                  <a:spLocks noChangeShapeType="1"/>
                </p:cNvSpPr>
                <p:nvPr/>
              </p:nvSpPr>
              <p:spPr bwMode="auto">
                <a:xfrm flipH="1">
                  <a:off x="2432" y="664"/>
                  <a:ext cx="61" cy="10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6" name="Oval 229"/>
                <p:cNvSpPr>
                  <a:spLocks noChangeArrowheads="1"/>
                </p:cNvSpPr>
                <p:nvPr/>
              </p:nvSpPr>
              <p:spPr bwMode="auto">
                <a:xfrm>
                  <a:off x="2429" y="685"/>
                  <a:ext cx="69" cy="67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42" name="Group 230"/>
              <p:cNvGrpSpPr/>
              <p:nvPr/>
            </p:nvGrpSpPr>
            <p:grpSpPr bwMode="auto">
              <a:xfrm>
                <a:off x="2941" y="961"/>
                <a:ext cx="105" cy="106"/>
                <a:chOff x="2410" y="664"/>
                <a:chExt cx="105" cy="106"/>
              </a:xfrm>
            </p:grpSpPr>
            <p:sp>
              <p:nvSpPr>
                <p:cNvPr id="251" name="Line 231"/>
                <p:cNvSpPr>
                  <a:spLocks noChangeShapeType="1"/>
                </p:cNvSpPr>
                <p:nvPr/>
              </p:nvSpPr>
              <p:spPr bwMode="auto">
                <a:xfrm>
                  <a:off x="2410" y="688"/>
                  <a:ext cx="105" cy="6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2" name="Line 232"/>
                <p:cNvSpPr>
                  <a:spLocks noChangeShapeType="1"/>
                </p:cNvSpPr>
                <p:nvPr/>
              </p:nvSpPr>
              <p:spPr bwMode="auto">
                <a:xfrm flipH="1">
                  <a:off x="2432" y="664"/>
                  <a:ext cx="61" cy="10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3" name="Oval 233"/>
                <p:cNvSpPr>
                  <a:spLocks noChangeArrowheads="1"/>
                </p:cNvSpPr>
                <p:nvPr/>
              </p:nvSpPr>
              <p:spPr bwMode="auto">
                <a:xfrm>
                  <a:off x="2429" y="685"/>
                  <a:ext cx="69" cy="67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43" name="Group 234"/>
              <p:cNvGrpSpPr/>
              <p:nvPr/>
            </p:nvGrpSpPr>
            <p:grpSpPr bwMode="auto">
              <a:xfrm>
                <a:off x="2111" y="1186"/>
                <a:ext cx="105" cy="106"/>
                <a:chOff x="2410" y="664"/>
                <a:chExt cx="105" cy="106"/>
              </a:xfrm>
            </p:grpSpPr>
            <p:sp>
              <p:nvSpPr>
                <p:cNvPr id="248" name="Line 235"/>
                <p:cNvSpPr>
                  <a:spLocks noChangeShapeType="1"/>
                </p:cNvSpPr>
                <p:nvPr/>
              </p:nvSpPr>
              <p:spPr bwMode="auto">
                <a:xfrm>
                  <a:off x="2410" y="688"/>
                  <a:ext cx="105" cy="6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9" name="Line 236"/>
                <p:cNvSpPr>
                  <a:spLocks noChangeShapeType="1"/>
                </p:cNvSpPr>
                <p:nvPr/>
              </p:nvSpPr>
              <p:spPr bwMode="auto">
                <a:xfrm flipH="1">
                  <a:off x="2432" y="664"/>
                  <a:ext cx="61" cy="10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0" name="Oval 237"/>
                <p:cNvSpPr>
                  <a:spLocks noChangeArrowheads="1"/>
                </p:cNvSpPr>
                <p:nvPr/>
              </p:nvSpPr>
              <p:spPr bwMode="auto">
                <a:xfrm>
                  <a:off x="2429" y="685"/>
                  <a:ext cx="69" cy="67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44" name="Group 238"/>
              <p:cNvGrpSpPr/>
              <p:nvPr/>
            </p:nvGrpSpPr>
            <p:grpSpPr bwMode="auto">
              <a:xfrm>
                <a:off x="2634" y="1478"/>
                <a:ext cx="105" cy="106"/>
                <a:chOff x="2410" y="664"/>
                <a:chExt cx="105" cy="106"/>
              </a:xfrm>
            </p:grpSpPr>
            <p:sp>
              <p:nvSpPr>
                <p:cNvPr id="245" name="Line 239"/>
                <p:cNvSpPr>
                  <a:spLocks noChangeShapeType="1"/>
                </p:cNvSpPr>
                <p:nvPr/>
              </p:nvSpPr>
              <p:spPr bwMode="auto">
                <a:xfrm>
                  <a:off x="2410" y="688"/>
                  <a:ext cx="105" cy="6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6" name="Line 240"/>
                <p:cNvSpPr>
                  <a:spLocks noChangeShapeType="1"/>
                </p:cNvSpPr>
                <p:nvPr/>
              </p:nvSpPr>
              <p:spPr bwMode="auto">
                <a:xfrm flipH="1">
                  <a:off x="2432" y="664"/>
                  <a:ext cx="61" cy="10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7" name="Oval 241"/>
                <p:cNvSpPr>
                  <a:spLocks noChangeArrowheads="1"/>
                </p:cNvSpPr>
                <p:nvPr/>
              </p:nvSpPr>
              <p:spPr bwMode="auto">
                <a:xfrm>
                  <a:off x="2429" y="685"/>
                  <a:ext cx="69" cy="67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233" name="Group 242"/>
            <p:cNvGrpSpPr/>
            <p:nvPr/>
          </p:nvGrpSpPr>
          <p:grpSpPr bwMode="auto">
            <a:xfrm>
              <a:off x="4242" y="902"/>
              <a:ext cx="745" cy="692"/>
              <a:chOff x="4242" y="902"/>
              <a:chExt cx="745" cy="692"/>
            </a:xfrm>
          </p:grpSpPr>
          <p:sp>
            <p:nvSpPr>
              <p:cNvPr id="235" name="Line 243"/>
              <p:cNvSpPr>
                <a:spLocks noChangeShapeType="1"/>
              </p:cNvSpPr>
              <p:nvPr/>
            </p:nvSpPr>
            <p:spPr bwMode="auto">
              <a:xfrm rot="-1802748">
                <a:off x="4242" y="1131"/>
                <a:ext cx="70" cy="4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6" name="Line 244"/>
              <p:cNvSpPr>
                <a:spLocks noChangeShapeType="1"/>
              </p:cNvSpPr>
              <p:nvPr/>
            </p:nvSpPr>
            <p:spPr bwMode="auto">
              <a:xfrm rot="-1802748">
                <a:off x="4249" y="1154"/>
                <a:ext cx="129" cy="7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7" name="Line 245"/>
              <p:cNvSpPr>
                <a:spLocks noChangeShapeType="1"/>
              </p:cNvSpPr>
              <p:nvPr/>
            </p:nvSpPr>
            <p:spPr bwMode="auto">
              <a:xfrm rot="-1802748">
                <a:off x="4249" y="1266"/>
                <a:ext cx="121" cy="7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8" name="Line 246"/>
              <p:cNvSpPr>
                <a:spLocks noChangeShapeType="1"/>
              </p:cNvSpPr>
              <p:nvPr/>
            </p:nvSpPr>
            <p:spPr bwMode="auto">
              <a:xfrm rot="-1802748">
                <a:off x="4246" y="1330"/>
                <a:ext cx="64" cy="3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9" name="Arc 247"/>
              <p:cNvSpPr/>
              <p:nvPr/>
            </p:nvSpPr>
            <p:spPr bwMode="auto">
              <a:xfrm rot="-1802748">
                <a:off x="4295" y="902"/>
                <a:ext cx="692" cy="692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6638" y="6020"/>
                    </a:moveTo>
                    <a:cubicBezTo>
                      <a:pt x="10661" y="2157"/>
                      <a:pt x="16022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9914"/>
                      <a:pt x="197" y="18234"/>
                      <a:pt x="588" y="16594"/>
                    </a:cubicBezTo>
                  </a:path>
                  <a:path w="43200" h="43200" stroke="0" extrusionOk="0">
                    <a:moveTo>
                      <a:pt x="6638" y="6020"/>
                    </a:moveTo>
                    <a:cubicBezTo>
                      <a:pt x="10661" y="2157"/>
                      <a:pt x="16022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9914"/>
                      <a:pt x="197" y="18234"/>
                      <a:pt x="588" y="16594"/>
                    </a:cubicBezTo>
                    <a:lnTo>
                      <a:pt x="21600" y="21600"/>
                    </a:lnTo>
                    <a:lnTo>
                      <a:pt x="6638" y="602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0" name="Arc 248"/>
              <p:cNvSpPr/>
              <p:nvPr/>
            </p:nvSpPr>
            <p:spPr bwMode="auto">
              <a:xfrm rot="-1802748">
                <a:off x="4375" y="985"/>
                <a:ext cx="532" cy="528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1226" y="14423"/>
                    </a:moveTo>
                    <a:cubicBezTo>
                      <a:pt x="4271" y="5781"/>
                      <a:pt x="12436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9175"/>
                      <a:pt x="408" y="16767"/>
                      <a:pt x="1207" y="14477"/>
                    </a:cubicBezTo>
                  </a:path>
                  <a:path w="43200" h="43200" stroke="0" extrusionOk="0">
                    <a:moveTo>
                      <a:pt x="1226" y="14423"/>
                    </a:moveTo>
                    <a:cubicBezTo>
                      <a:pt x="4271" y="5781"/>
                      <a:pt x="12436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9175"/>
                      <a:pt x="408" y="16767"/>
                      <a:pt x="1207" y="14477"/>
                    </a:cubicBezTo>
                    <a:lnTo>
                      <a:pt x="21600" y="21600"/>
                    </a:lnTo>
                    <a:lnTo>
                      <a:pt x="1226" y="14423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34" name="AutoShape 249"/>
            <p:cNvSpPr>
              <a:spLocks noChangeArrowheads="1"/>
            </p:cNvSpPr>
            <p:nvPr/>
          </p:nvSpPr>
          <p:spPr bwMode="auto">
            <a:xfrm>
              <a:off x="4242" y="860"/>
              <a:ext cx="804" cy="804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7" name="Text Box 250"/>
          <p:cNvSpPr txBox="1">
            <a:spLocks noChangeArrowheads="1"/>
          </p:cNvSpPr>
          <p:nvPr/>
        </p:nvSpPr>
        <p:spPr bwMode="auto">
          <a:xfrm>
            <a:off x="5567237" y="3160187"/>
            <a:ext cx="1210588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局部剖视</a:t>
            </a:r>
            <a:endParaRPr kumimoji="1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Text Box 251"/>
          <p:cNvSpPr txBox="1">
            <a:spLocks noChangeArrowheads="1"/>
          </p:cNvSpPr>
          <p:nvPr/>
        </p:nvSpPr>
        <p:spPr bwMode="auto">
          <a:xfrm>
            <a:off x="9064112" y="4764356"/>
            <a:ext cx="954107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全剖视</a:t>
            </a:r>
            <a:endParaRPr kumimoji="1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Text Box 252"/>
          <p:cNvSpPr txBox="1">
            <a:spLocks noChangeArrowheads="1"/>
          </p:cNvSpPr>
          <p:nvPr/>
        </p:nvSpPr>
        <p:spPr bwMode="auto">
          <a:xfrm>
            <a:off x="7713134" y="4292045"/>
            <a:ext cx="707245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A–A</a:t>
            </a:r>
            <a:endParaRPr kumimoji="1" lang="en-US" altLang="zh-CN" sz="2000" b="1" i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0" name="Group 253"/>
          <p:cNvGrpSpPr/>
          <p:nvPr/>
        </p:nvGrpSpPr>
        <p:grpSpPr bwMode="auto">
          <a:xfrm>
            <a:off x="7378575" y="4700062"/>
            <a:ext cx="1390650" cy="1393825"/>
            <a:chOff x="3355" y="2935"/>
            <a:chExt cx="876" cy="878"/>
          </a:xfrm>
        </p:grpSpPr>
        <p:grpSp>
          <p:nvGrpSpPr>
            <p:cNvPr id="261" name="Group 254"/>
            <p:cNvGrpSpPr/>
            <p:nvPr/>
          </p:nvGrpSpPr>
          <p:grpSpPr bwMode="auto">
            <a:xfrm rot="2662812">
              <a:off x="3355" y="2935"/>
              <a:ext cx="876" cy="878"/>
              <a:chOff x="3208" y="2746"/>
              <a:chExt cx="876" cy="878"/>
            </a:xfrm>
          </p:grpSpPr>
          <p:sp>
            <p:nvSpPr>
              <p:cNvPr id="267" name="Oval 256"/>
              <p:cNvSpPr>
                <a:spLocks noChangeArrowheads="1"/>
              </p:cNvSpPr>
              <p:nvPr/>
            </p:nvSpPr>
            <p:spPr bwMode="auto">
              <a:xfrm>
                <a:off x="3208" y="3150"/>
                <a:ext cx="68" cy="6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8" name="Oval 257"/>
              <p:cNvSpPr>
                <a:spLocks noChangeArrowheads="1"/>
              </p:cNvSpPr>
              <p:nvPr/>
            </p:nvSpPr>
            <p:spPr bwMode="auto">
              <a:xfrm>
                <a:off x="3612" y="3556"/>
                <a:ext cx="68" cy="6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9" name="Oval 258"/>
              <p:cNvSpPr>
                <a:spLocks noChangeArrowheads="1"/>
              </p:cNvSpPr>
              <p:nvPr/>
            </p:nvSpPr>
            <p:spPr bwMode="auto">
              <a:xfrm>
                <a:off x="4016" y="3150"/>
                <a:ext cx="68" cy="6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0" name="Oval 259"/>
              <p:cNvSpPr>
                <a:spLocks noChangeArrowheads="1"/>
              </p:cNvSpPr>
              <p:nvPr/>
            </p:nvSpPr>
            <p:spPr bwMode="auto">
              <a:xfrm>
                <a:off x="3614" y="2746"/>
                <a:ext cx="68" cy="6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62" name="Group 260"/>
            <p:cNvGrpSpPr/>
            <p:nvPr/>
          </p:nvGrpSpPr>
          <p:grpSpPr bwMode="auto">
            <a:xfrm>
              <a:off x="3437" y="3015"/>
              <a:ext cx="713" cy="710"/>
              <a:chOff x="3437" y="3015"/>
              <a:chExt cx="713" cy="710"/>
            </a:xfrm>
          </p:grpSpPr>
          <p:sp>
            <p:nvSpPr>
              <p:cNvPr id="263" name="Line 261"/>
              <p:cNvSpPr>
                <a:spLocks noChangeShapeType="1"/>
              </p:cNvSpPr>
              <p:nvPr/>
            </p:nvSpPr>
            <p:spPr bwMode="auto">
              <a:xfrm flipV="1">
                <a:off x="4020" y="3015"/>
                <a:ext cx="128" cy="12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4" name="Line 262"/>
              <p:cNvSpPr>
                <a:spLocks noChangeShapeType="1"/>
              </p:cNvSpPr>
              <p:nvPr/>
            </p:nvSpPr>
            <p:spPr bwMode="auto">
              <a:xfrm flipH="1" flipV="1">
                <a:off x="3437" y="3020"/>
                <a:ext cx="128" cy="12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5" name="Line 263"/>
              <p:cNvSpPr>
                <a:spLocks noChangeShapeType="1"/>
              </p:cNvSpPr>
              <p:nvPr/>
            </p:nvSpPr>
            <p:spPr bwMode="auto">
              <a:xfrm flipV="1">
                <a:off x="3446" y="3597"/>
                <a:ext cx="128" cy="12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6" name="Line 264"/>
              <p:cNvSpPr>
                <a:spLocks noChangeShapeType="1"/>
              </p:cNvSpPr>
              <p:nvPr/>
            </p:nvSpPr>
            <p:spPr bwMode="auto">
              <a:xfrm flipH="1" flipV="1">
                <a:off x="4022" y="3589"/>
                <a:ext cx="128" cy="12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71" name="Group 265"/>
          <p:cNvGrpSpPr/>
          <p:nvPr/>
        </p:nvGrpSpPr>
        <p:grpSpPr bwMode="auto">
          <a:xfrm>
            <a:off x="7113462" y="3887262"/>
            <a:ext cx="1890713" cy="200025"/>
            <a:chOff x="3188" y="2423"/>
            <a:chExt cx="1191" cy="126"/>
          </a:xfrm>
        </p:grpSpPr>
        <p:sp>
          <p:nvSpPr>
            <p:cNvPr id="272" name="Line 266"/>
            <p:cNvSpPr>
              <a:spLocks noChangeShapeType="1"/>
            </p:cNvSpPr>
            <p:nvPr/>
          </p:nvSpPr>
          <p:spPr bwMode="auto">
            <a:xfrm rot="-8088106" flipH="1" flipV="1">
              <a:off x="4257" y="2427"/>
              <a:ext cx="122" cy="1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3" name="Line 267"/>
            <p:cNvSpPr>
              <a:spLocks noChangeShapeType="1"/>
            </p:cNvSpPr>
            <p:nvPr/>
          </p:nvSpPr>
          <p:spPr bwMode="auto">
            <a:xfrm rot="-8088106" flipH="1" flipV="1">
              <a:off x="3188" y="2423"/>
              <a:ext cx="122" cy="1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4" name="Text Box 269"/>
          <p:cNvSpPr txBox="1">
            <a:spLocks noChangeArrowheads="1"/>
          </p:cNvSpPr>
          <p:nvPr/>
        </p:nvSpPr>
        <p:spPr bwMode="auto">
          <a:xfrm>
            <a:off x="511426" y="2441523"/>
            <a:ext cx="4416594" cy="4308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剖切平面不平行于任何基本投影面</a:t>
            </a:r>
            <a:endParaRPr kumimoji="1" lang="zh-CN" altLang="en-US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5" name="Text Box 270"/>
          <p:cNvSpPr txBox="1">
            <a:spLocks noChangeArrowheads="1"/>
          </p:cNvSpPr>
          <p:nvPr/>
        </p:nvSpPr>
        <p:spPr bwMode="auto">
          <a:xfrm>
            <a:off x="9094526" y="563262"/>
            <a:ext cx="2914251" cy="707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在不致引起误解时，允许将图形旋转并标注。</a:t>
            </a:r>
            <a:endParaRPr kumimoji="1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" name="Text Box 271"/>
          <p:cNvSpPr txBox="1">
            <a:spLocks noChangeArrowheads="1"/>
          </p:cNvSpPr>
          <p:nvPr/>
        </p:nvSpPr>
        <p:spPr bwMode="auto">
          <a:xfrm>
            <a:off x="6541938" y="869474"/>
            <a:ext cx="1014437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斜剖视</a:t>
            </a:r>
            <a:endParaRPr kumimoji="1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7" name="Text Box 272"/>
          <p:cNvSpPr txBox="1">
            <a:spLocks noChangeArrowheads="1"/>
          </p:cNvSpPr>
          <p:nvPr/>
        </p:nvSpPr>
        <p:spPr bwMode="auto">
          <a:xfrm>
            <a:off x="511425" y="3041124"/>
            <a:ext cx="4416594" cy="4308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斜剖视图也可安放在其他适当位置</a:t>
            </a:r>
            <a:endParaRPr kumimoji="1" lang="zh-CN" altLang="en-US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8" name="Picture 336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89939" y="3620255"/>
            <a:ext cx="3649663" cy="2395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79" name="组合 278"/>
          <p:cNvGrpSpPr/>
          <p:nvPr/>
        </p:nvGrpSpPr>
        <p:grpSpPr>
          <a:xfrm>
            <a:off x="7271420" y="4609720"/>
            <a:ext cx="1590672" cy="1590672"/>
            <a:chOff x="6663699" y="4638678"/>
            <a:chExt cx="1590672" cy="1590672"/>
          </a:xfrm>
        </p:grpSpPr>
        <p:pic>
          <p:nvPicPr>
            <p:cNvPr id="280" name="图片 279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912905">
              <a:off x="6807791" y="4766292"/>
              <a:ext cx="1321540" cy="1321540"/>
            </a:xfrm>
            <a:prstGeom prst="rect">
              <a:avLst/>
            </a:prstGeom>
          </p:spPr>
        </p:pic>
        <p:pic>
          <p:nvPicPr>
            <p:cNvPr id="281" name="图片 280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115" t="29739" r="49589" b="20954"/>
            <a:stretch>
              <a:fillRect/>
            </a:stretch>
          </p:blipFill>
          <p:spPr>
            <a:xfrm rot="5400000">
              <a:off x="6679395" y="5350657"/>
              <a:ext cx="1590672" cy="166713"/>
            </a:xfrm>
            <a:prstGeom prst="rect">
              <a:avLst/>
            </a:prstGeom>
          </p:spPr>
        </p:pic>
        <p:pic>
          <p:nvPicPr>
            <p:cNvPr id="282" name="图片 281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115" t="29739" r="49589" b="20954"/>
            <a:stretch>
              <a:fillRect/>
            </a:stretch>
          </p:blipFill>
          <p:spPr>
            <a:xfrm rot="10800000">
              <a:off x="6663699" y="5354482"/>
              <a:ext cx="1590672" cy="166713"/>
            </a:xfrm>
            <a:prstGeom prst="rect">
              <a:avLst/>
            </a:prstGeom>
          </p:spPr>
        </p:pic>
      </p:grpSp>
      <p:grpSp>
        <p:nvGrpSpPr>
          <p:cNvPr id="283" name="组合 282"/>
          <p:cNvGrpSpPr/>
          <p:nvPr/>
        </p:nvGrpSpPr>
        <p:grpSpPr>
          <a:xfrm>
            <a:off x="9854923" y="1742695"/>
            <a:ext cx="1395398" cy="1447797"/>
            <a:chOff x="9247202" y="1771653"/>
            <a:chExt cx="1395398" cy="1447797"/>
          </a:xfrm>
        </p:grpSpPr>
        <p:pic>
          <p:nvPicPr>
            <p:cNvPr id="284" name="图片 283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940" t="34017" r="49395" b="20955"/>
            <a:stretch>
              <a:fillRect/>
            </a:stretch>
          </p:blipFill>
          <p:spPr>
            <a:xfrm rot="5400000">
              <a:off x="9220278" y="2419429"/>
              <a:ext cx="1447797" cy="152246"/>
            </a:xfrm>
            <a:prstGeom prst="rect">
              <a:avLst/>
            </a:prstGeom>
          </p:spPr>
        </p:pic>
        <p:pic>
          <p:nvPicPr>
            <p:cNvPr id="285" name="图片 28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11" t="40687" r="49590" b="20954"/>
            <a:stretch>
              <a:fillRect/>
            </a:stretch>
          </p:blipFill>
          <p:spPr>
            <a:xfrm rot="10800000">
              <a:off x="9247202" y="2397602"/>
              <a:ext cx="1395398" cy="12969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00"/>
                            </p:stCondLst>
                            <p:childTnLst>
                              <p:par>
                                <p:cTn id="1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000"/>
                            </p:stCondLst>
                            <p:childTnLst>
                              <p:par>
                                <p:cTn id="1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500"/>
                            </p:stCondLst>
                            <p:childTnLst>
                              <p:par>
                                <p:cTn id="1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61" grpId="0" animBg="1"/>
      <p:bldP spid="62" grpId="0" autoUpdateAnimBg="0"/>
      <p:bldP spid="114" grpId="0" animBg="1"/>
      <p:bldP spid="117" grpId="0" animBg="1"/>
      <p:bldP spid="118" grpId="0" animBg="1"/>
      <p:bldP spid="119" grpId="0" animBg="1"/>
      <p:bldP spid="193" grpId="0" autoUpdateAnimBg="0"/>
      <p:bldP spid="257" grpId="0"/>
      <p:bldP spid="258" grpId="0"/>
      <p:bldP spid="259" grpId="0" autoUpdateAnimBg="0"/>
      <p:bldP spid="274" grpId="0" animBg="1"/>
      <p:bldP spid="275" grpId="0"/>
      <p:bldP spid="276" grpId="0"/>
      <p:bldP spid="27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剖视图种类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47"/>
          <p:cNvSpPr txBox="1">
            <a:spLocks noChangeArrowheads="1"/>
          </p:cNvSpPr>
          <p:nvPr/>
        </p:nvSpPr>
        <p:spPr bwMode="auto">
          <a:xfrm>
            <a:off x="479376" y="1831614"/>
            <a:ext cx="4663456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几个平行的剖切平面：阶梯剖</a:t>
            </a:r>
            <a:endParaRPr lang="zh-CN" altLang="en-US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Group 3"/>
          <p:cNvGrpSpPr/>
          <p:nvPr/>
        </p:nvGrpSpPr>
        <p:grpSpPr bwMode="auto">
          <a:xfrm>
            <a:off x="7944593" y="2117030"/>
            <a:ext cx="3175" cy="2514600"/>
            <a:chOff x="2466" y="895"/>
            <a:chExt cx="2" cy="1584"/>
          </a:xfrm>
        </p:grpSpPr>
        <p:sp>
          <p:nvSpPr>
            <p:cNvPr id="4" name="Line 4"/>
            <p:cNvSpPr>
              <a:spLocks noChangeShapeType="1"/>
            </p:cNvSpPr>
            <p:nvPr/>
          </p:nvSpPr>
          <p:spPr bwMode="auto">
            <a:xfrm>
              <a:off x="2467" y="895"/>
              <a:ext cx="0" cy="2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Line 5"/>
            <p:cNvSpPr>
              <a:spLocks noChangeShapeType="1"/>
            </p:cNvSpPr>
            <p:nvPr/>
          </p:nvSpPr>
          <p:spPr bwMode="auto">
            <a:xfrm>
              <a:off x="2467" y="1188"/>
              <a:ext cx="0" cy="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2468" y="1246"/>
              <a:ext cx="0" cy="4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2467" y="1756"/>
              <a:ext cx="0" cy="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2466" y="1809"/>
              <a:ext cx="0" cy="6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9630518" y="3009205"/>
            <a:ext cx="27146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9582893" y="2899668"/>
            <a:ext cx="461963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9652743" y="3677543"/>
            <a:ext cx="0" cy="128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>
            <a:off x="9881343" y="3672780"/>
            <a:ext cx="0" cy="13811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9652743" y="3802955"/>
            <a:ext cx="228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9552731" y="3591818"/>
            <a:ext cx="434975" cy="24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9657506" y="3213993"/>
            <a:ext cx="22383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8028731" y="3213993"/>
            <a:ext cx="162242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7974756" y="3053655"/>
            <a:ext cx="2097087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7046068" y="2194818"/>
            <a:ext cx="1798638" cy="80645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AutoShape 19"/>
          <p:cNvSpPr>
            <a:spLocks noChangeArrowheads="1"/>
          </p:cNvSpPr>
          <p:nvPr/>
        </p:nvSpPr>
        <p:spPr bwMode="auto">
          <a:xfrm>
            <a:off x="7288956" y="2299593"/>
            <a:ext cx="13081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>
            <a:off x="7047656" y="2858393"/>
            <a:ext cx="17970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>
            <a:off x="7511206" y="2388493"/>
            <a:ext cx="0" cy="292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Oval 22"/>
          <p:cNvSpPr>
            <a:spLocks noChangeArrowheads="1"/>
          </p:cNvSpPr>
          <p:nvPr/>
        </p:nvSpPr>
        <p:spPr bwMode="auto">
          <a:xfrm>
            <a:off x="7422306" y="2439293"/>
            <a:ext cx="171450" cy="171450"/>
          </a:xfrm>
          <a:prstGeom prst="ellipse">
            <a:avLst/>
          </a:prstGeom>
          <a:noFill/>
          <a:ln w="28575" algn="ctr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7352456" y="2528193"/>
            <a:ext cx="285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>
            <a:off x="8381156" y="2388493"/>
            <a:ext cx="0" cy="279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8292256" y="2439293"/>
            <a:ext cx="171450" cy="171450"/>
          </a:xfrm>
          <a:prstGeom prst="ellipse">
            <a:avLst/>
          </a:prstGeom>
          <a:noFill/>
          <a:ln w="28575" algn="ctr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Line 26"/>
          <p:cNvSpPr>
            <a:spLocks noChangeShapeType="1"/>
          </p:cNvSpPr>
          <p:nvPr/>
        </p:nvSpPr>
        <p:spPr bwMode="auto">
          <a:xfrm>
            <a:off x="8235106" y="2528193"/>
            <a:ext cx="279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7511206" y="3690243"/>
            <a:ext cx="869950" cy="869950"/>
          </a:xfrm>
          <a:prstGeom prst="ellipse">
            <a:avLst/>
          </a:prstGeom>
          <a:noFill/>
          <a:ln w="28575" algn="ctr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>
            <a:off x="7441356" y="4128393"/>
            <a:ext cx="1016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Oval 29"/>
          <p:cNvSpPr>
            <a:spLocks noChangeArrowheads="1"/>
          </p:cNvSpPr>
          <p:nvPr/>
        </p:nvSpPr>
        <p:spPr bwMode="auto">
          <a:xfrm>
            <a:off x="7657256" y="3836293"/>
            <a:ext cx="584200" cy="584200"/>
          </a:xfrm>
          <a:prstGeom prst="ellipse">
            <a:avLst/>
          </a:prstGeom>
          <a:noFill/>
          <a:ln w="28575" algn="ctr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Line 30"/>
          <p:cNvSpPr>
            <a:spLocks noChangeShapeType="1"/>
          </p:cNvSpPr>
          <p:nvPr/>
        </p:nvSpPr>
        <p:spPr bwMode="auto">
          <a:xfrm flipH="1">
            <a:off x="8247806" y="2985393"/>
            <a:ext cx="357187" cy="8255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Line 31"/>
          <p:cNvSpPr>
            <a:spLocks noChangeShapeType="1"/>
          </p:cNvSpPr>
          <p:nvPr/>
        </p:nvSpPr>
        <p:spPr bwMode="auto">
          <a:xfrm>
            <a:off x="7276256" y="2991743"/>
            <a:ext cx="368300" cy="8255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4" name="Group 32"/>
          <p:cNvGrpSpPr/>
          <p:nvPr/>
        </p:nvGrpSpPr>
        <p:grpSpPr bwMode="auto">
          <a:xfrm>
            <a:off x="7943006" y="2007493"/>
            <a:ext cx="438150" cy="2762250"/>
            <a:chOff x="2376" y="1160"/>
            <a:chExt cx="276" cy="1740"/>
          </a:xfrm>
        </p:grpSpPr>
        <p:sp>
          <p:nvSpPr>
            <p:cNvPr id="35" name="Line 33"/>
            <p:cNvSpPr>
              <a:spLocks noChangeShapeType="1"/>
            </p:cNvSpPr>
            <p:nvPr/>
          </p:nvSpPr>
          <p:spPr bwMode="auto">
            <a:xfrm flipV="1">
              <a:off x="2652" y="1160"/>
              <a:ext cx="0" cy="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34"/>
            <p:cNvSpPr/>
            <p:nvPr/>
          </p:nvSpPr>
          <p:spPr bwMode="auto">
            <a:xfrm>
              <a:off x="2604" y="1872"/>
              <a:ext cx="48" cy="48"/>
            </a:xfrm>
            <a:custGeom>
              <a:avLst/>
              <a:gdLst>
                <a:gd name="T0" fmla="*/ 48 w 48"/>
                <a:gd name="T1" fmla="*/ 0 h 48"/>
                <a:gd name="T2" fmla="*/ 48 w 48"/>
                <a:gd name="T3" fmla="*/ 48 h 48"/>
                <a:gd name="T4" fmla="*/ 0 w 48"/>
                <a:gd name="T5" fmla="*/ 48 h 48"/>
                <a:gd name="T6" fmla="*/ 0 60000 65536"/>
                <a:gd name="T7" fmla="*/ 0 60000 65536"/>
                <a:gd name="T8" fmla="*/ 0 60000 65536"/>
                <a:gd name="T9" fmla="*/ 0 w 48"/>
                <a:gd name="T10" fmla="*/ 0 h 48"/>
                <a:gd name="T11" fmla="*/ 48 w 4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48">
                  <a:moveTo>
                    <a:pt x="48" y="0"/>
                  </a:moveTo>
                  <a:lnTo>
                    <a:pt x="48" y="48"/>
                  </a:lnTo>
                  <a:lnTo>
                    <a:pt x="0" y="48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Freeform 35"/>
            <p:cNvSpPr/>
            <p:nvPr/>
          </p:nvSpPr>
          <p:spPr bwMode="auto">
            <a:xfrm>
              <a:off x="2376" y="1920"/>
              <a:ext cx="56" cy="52"/>
            </a:xfrm>
            <a:custGeom>
              <a:avLst/>
              <a:gdLst>
                <a:gd name="T0" fmla="*/ 56 w 56"/>
                <a:gd name="T1" fmla="*/ 0 h 52"/>
                <a:gd name="T2" fmla="*/ 0 w 56"/>
                <a:gd name="T3" fmla="*/ 0 h 52"/>
                <a:gd name="T4" fmla="*/ 0 w 56"/>
                <a:gd name="T5" fmla="*/ 52 h 52"/>
                <a:gd name="T6" fmla="*/ 0 60000 65536"/>
                <a:gd name="T7" fmla="*/ 0 60000 65536"/>
                <a:gd name="T8" fmla="*/ 0 60000 65536"/>
                <a:gd name="T9" fmla="*/ 0 w 56"/>
                <a:gd name="T10" fmla="*/ 0 h 52"/>
                <a:gd name="T11" fmla="*/ 56 w 56"/>
                <a:gd name="T12" fmla="*/ 52 h 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52">
                  <a:moveTo>
                    <a:pt x="56" y="0"/>
                  </a:moveTo>
                  <a:lnTo>
                    <a:pt x="0" y="0"/>
                  </a:lnTo>
                  <a:lnTo>
                    <a:pt x="0" y="52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36"/>
            <p:cNvSpPr>
              <a:spLocks noChangeShapeType="1"/>
            </p:cNvSpPr>
            <p:nvPr/>
          </p:nvSpPr>
          <p:spPr bwMode="auto">
            <a:xfrm>
              <a:off x="2380" y="2832"/>
              <a:ext cx="0" cy="6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Line 37"/>
          <p:cNvSpPr>
            <a:spLocks noChangeShapeType="1"/>
          </p:cNvSpPr>
          <p:nvPr/>
        </p:nvSpPr>
        <p:spPr bwMode="auto">
          <a:xfrm>
            <a:off x="9433668" y="2532955"/>
            <a:ext cx="4381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Freeform 38"/>
          <p:cNvSpPr/>
          <p:nvPr/>
        </p:nvSpPr>
        <p:spPr bwMode="auto">
          <a:xfrm>
            <a:off x="9314606" y="2202755"/>
            <a:ext cx="914400" cy="2362200"/>
          </a:xfrm>
          <a:custGeom>
            <a:avLst/>
            <a:gdLst>
              <a:gd name="T0" fmla="*/ 2147483647 w 576"/>
              <a:gd name="T1" fmla="*/ 2147483647 h 1488"/>
              <a:gd name="T2" fmla="*/ 2147483647 w 576"/>
              <a:gd name="T3" fmla="*/ 0 h 1488"/>
              <a:gd name="T4" fmla="*/ 2147483647 w 576"/>
              <a:gd name="T5" fmla="*/ 0 h 1488"/>
              <a:gd name="T6" fmla="*/ 2147483647 w 576"/>
              <a:gd name="T7" fmla="*/ 2147483647 h 1488"/>
              <a:gd name="T8" fmla="*/ 2147483647 w 576"/>
              <a:gd name="T9" fmla="*/ 2147483647 h 1488"/>
              <a:gd name="T10" fmla="*/ 2147483647 w 576"/>
              <a:gd name="T11" fmla="*/ 2147483647 h 1488"/>
              <a:gd name="T12" fmla="*/ 0 w 576"/>
              <a:gd name="T13" fmla="*/ 2147483647 h 1488"/>
              <a:gd name="T14" fmla="*/ 0 w 576"/>
              <a:gd name="T15" fmla="*/ 2147483647 h 1488"/>
              <a:gd name="T16" fmla="*/ 2147483647 w 576"/>
              <a:gd name="T17" fmla="*/ 2147483647 h 1488"/>
              <a:gd name="T18" fmla="*/ 2147483647 w 576"/>
              <a:gd name="T19" fmla="*/ 2147483647 h 1488"/>
              <a:gd name="T20" fmla="*/ 2147483647 w 576"/>
              <a:gd name="T21" fmla="*/ 2147483647 h 1488"/>
              <a:gd name="T22" fmla="*/ 2147483647 w 576"/>
              <a:gd name="T23" fmla="*/ 2147483647 h 1488"/>
              <a:gd name="T24" fmla="*/ 2147483647 w 576"/>
              <a:gd name="T25" fmla="*/ 2147483647 h 1488"/>
              <a:gd name="T26" fmla="*/ 2147483647 w 576"/>
              <a:gd name="T27" fmla="*/ 2147483647 h 1488"/>
              <a:gd name="T28" fmla="*/ 2147483647 w 576"/>
              <a:gd name="T29" fmla="*/ 2147483647 h 1488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76"/>
              <a:gd name="T46" fmla="*/ 0 h 1488"/>
              <a:gd name="T47" fmla="*/ 576 w 576"/>
              <a:gd name="T48" fmla="*/ 1488 h 1488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76" h="1488">
                <a:moveTo>
                  <a:pt x="308" y="416"/>
                </a:moveTo>
                <a:lnTo>
                  <a:pt x="308" y="0"/>
                </a:lnTo>
                <a:lnTo>
                  <a:pt x="132" y="0"/>
                </a:lnTo>
                <a:lnTo>
                  <a:pt x="132" y="508"/>
                </a:lnTo>
                <a:lnTo>
                  <a:pt x="212" y="508"/>
                </a:lnTo>
                <a:lnTo>
                  <a:pt x="212" y="944"/>
                </a:lnTo>
                <a:lnTo>
                  <a:pt x="0" y="944"/>
                </a:lnTo>
                <a:lnTo>
                  <a:pt x="0" y="1488"/>
                </a:lnTo>
                <a:lnTo>
                  <a:pt x="524" y="1488"/>
                </a:lnTo>
                <a:lnTo>
                  <a:pt x="524" y="940"/>
                </a:lnTo>
                <a:lnTo>
                  <a:pt x="356" y="940"/>
                </a:lnTo>
                <a:lnTo>
                  <a:pt x="356" y="508"/>
                </a:lnTo>
                <a:lnTo>
                  <a:pt x="576" y="508"/>
                </a:lnTo>
                <a:lnTo>
                  <a:pt x="576" y="416"/>
                </a:lnTo>
                <a:lnTo>
                  <a:pt x="308" y="416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Freeform 39"/>
          <p:cNvSpPr/>
          <p:nvPr/>
        </p:nvSpPr>
        <p:spPr bwMode="auto">
          <a:xfrm>
            <a:off x="9714656" y="2304355"/>
            <a:ext cx="88900" cy="457200"/>
          </a:xfrm>
          <a:custGeom>
            <a:avLst/>
            <a:gdLst>
              <a:gd name="T0" fmla="*/ 2147483647 w 56"/>
              <a:gd name="T1" fmla="*/ 0 h 288"/>
              <a:gd name="T2" fmla="*/ 0 w 56"/>
              <a:gd name="T3" fmla="*/ 0 h 288"/>
              <a:gd name="T4" fmla="*/ 0 w 56"/>
              <a:gd name="T5" fmla="*/ 2147483647 h 288"/>
              <a:gd name="T6" fmla="*/ 2147483647 w 56"/>
              <a:gd name="T7" fmla="*/ 2147483647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288"/>
              <a:gd name="T14" fmla="*/ 56 w 5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288">
                <a:moveTo>
                  <a:pt x="56" y="0"/>
                </a:moveTo>
                <a:lnTo>
                  <a:pt x="0" y="0"/>
                </a:lnTo>
                <a:lnTo>
                  <a:pt x="0" y="288"/>
                </a:lnTo>
                <a:lnTo>
                  <a:pt x="52" y="288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Line 40"/>
          <p:cNvSpPr>
            <a:spLocks noChangeShapeType="1"/>
          </p:cNvSpPr>
          <p:nvPr/>
        </p:nvSpPr>
        <p:spPr bwMode="auto">
          <a:xfrm>
            <a:off x="9522568" y="2444055"/>
            <a:ext cx="1968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Line 41"/>
          <p:cNvSpPr>
            <a:spLocks noChangeShapeType="1"/>
          </p:cNvSpPr>
          <p:nvPr/>
        </p:nvSpPr>
        <p:spPr bwMode="auto">
          <a:xfrm>
            <a:off x="9522568" y="2615505"/>
            <a:ext cx="1968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Line 42"/>
          <p:cNvSpPr>
            <a:spLocks noChangeShapeType="1"/>
          </p:cNvSpPr>
          <p:nvPr/>
        </p:nvSpPr>
        <p:spPr bwMode="auto">
          <a:xfrm>
            <a:off x="9317781" y="3850580"/>
            <a:ext cx="8318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9317781" y="4415730"/>
            <a:ext cx="8318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" name="Group 44"/>
          <p:cNvGrpSpPr/>
          <p:nvPr/>
        </p:nvGrpSpPr>
        <p:grpSpPr bwMode="auto">
          <a:xfrm>
            <a:off x="9317781" y="2191643"/>
            <a:ext cx="904875" cy="2370137"/>
            <a:chOff x="3243" y="1276"/>
            <a:chExt cx="570" cy="1493"/>
          </a:xfrm>
        </p:grpSpPr>
        <p:sp>
          <p:nvSpPr>
            <p:cNvPr id="48" name="Line 45"/>
            <p:cNvSpPr>
              <a:spLocks noChangeShapeType="1"/>
            </p:cNvSpPr>
            <p:nvPr/>
          </p:nvSpPr>
          <p:spPr bwMode="auto">
            <a:xfrm flipV="1">
              <a:off x="3371" y="1276"/>
              <a:ext cx="79" cy="7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Line 46"/>
            <p:cNvSpPr>
              <a:spLocks noChangeShapeType="1"/>
            </p:cNvSpPr>
            <p:nvPr/>
          </p:nvSpPr>
          <p:spPr bwMode="auto">
            <a:xfrm flipV="1">
              <a:off x="3400" y="1288"/>
              <a:ext cx="144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Line 47"/>
            <p:cNvSpPr>
              <a:spLocks noChangeShapeType="1"/>
            </p:cNvSpPr>
            <p:nvPr/>
          </p:nvSpPr>
          <p:spPr bwMode="auto">
            <a:xfrm flipV="1">
              <a:off x="3368" y="1536"/>
              <a:ext cx="44" cy="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Line 48"/>
            <p:cNvSpPr>
              <a:spLocks noChangeShapeType="1"/>
            </p:cNvSpPr>
            <p:nvPr/>
          </p:nvSpPr>
          <p:spPr bwMode="auto">
            <a:xfrm flipV="1">
              <a:off x="3372" y="1569"/>
              <a:ext cx="120" cy="12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Line 49"/>
            <p:cNvSpPr>
              <a:spLocks noChangeShapeType="1"/>
            </p:cNvSpPr>
            <p:nvPr/>
          </p:nvSpPr>
          <p:spPr bwMode="auto">
            <a:xfrm flipV="1">
              <a:off x="3378" y="1632"/>
              <a:ext cx="153" cy="15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Line 50"/>
            <p:cNvSpPr>
              <a:spLocks noChangeShapeType="1"/>
            </p:cNvSpPr>
            <p:nvPr/>
          </p:nvSpPr>
          <p:spPr bwMode="auto">
            <a:xfrm flipV="1">
              <a:off x="3453" y="1692"/>
              <a:ext cx="117" cy="1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Line 51"/>
            <p:cNvSpPr>
              <a:spLocks noChangeShapeType="1"/>
            </p:cNvSpPr>
            <p:nvPr/>
          </p:nvSpPr>
          <p:spPr bwMode="auto">
            <a:xfrm flipV="1">
              <a:off x="3447" y="1692"/>
              <a:ext cx="222" cy="2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Line 52"/>
            <p:cNvSpPr>
              <a:spLocks noChangeShapeType="1"/>
            </p:cNvSpPr>
            <p:nvPr/>
          </p:nvSpPr>
          <p:spPr bwMode="auto">
            <a:xfrm flipV="1">
              <a:off x="3450" y="1875"/>
              <a:ext cx="141" cy="14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Line 53"/>
            <p:cNvSpPr>
              <a:spLocks noChangeShapeType="1"/>
            </p:cNvSpPr>
            <p:nvPr/>
          </p:nvSpPr>
          <p:spPr bwMode="auto">
            <a:xfrm flipV="1">
              <a:off x="3681" y="1695"/>
              <a:ext cx="93" cy="9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Line 54"/>
            <p:cNvSpPr>
              <a:spLocks noChangeShapeType="1"/>
            </p:cNvSpPr>
            <p:nvPr/>
          </p:nvSpPr>
          <p:spPr bwMode="auto">
            <a:xfrm flipV="1">
              <a:off x="3777" y="1749"/>
              <a:ext cx="36" cy="3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Line 55"/>
            <p:cNvSpPr>
              <a:spLocks noChangeShapeType="1"/>
            </p:cNvSpPr>
            <p:nvPr/>
          </p:nvSpPr>
          <p:spPr bwMode="auto">
            <a:xfrm flipV="1">
              <a:off x="3450" y="1968"/>
              <a:ext cx="147" cy="14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Line 56"/>
            <p:cNvSpPr>
              <a:spLocks noChangeShapeType="1"/>
            </p:cNvSpPr>
            <p:nvPr/>
          </p:nvSpPr>
          <p:spPr bwMode="auto">
            <a:xfrm flipV="1">
              <a:off x="3255" y="2223"/>
              <a:ext cx="90" cy="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Line 57"/>
            <p:cNvSpPr>
              <a:spLocks noChangeShapeType="1"/>
            </p:cNvSpPr>
            <p:nvPr/>
          </p:nvSpPr>
          <p:spPr bwMode="auto">
            <a:xfrm flipV="1">
              <a:off x="3357" y="2070"/>
              <a:ext cx="240" cy="2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Line 58"/>
            <p:cNvSpPr>
              <a:spLocks noChangeShapeType="1"/>
            </p:cNvSpPr>
            <p:nvPr/>
          </p:nvSpPr>
          <p:spPr bwMode="auto">
            <a:xfrm flipV="1">
              <a:off x="3465" y="2184"/>
              <a:ext cx="126" cy="12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Line 59"/>
            <p:cNvSpPr>
              <a:spLocks noChangeShapeType="1"/>
            </p:cNvSpPr>
            <p:nvPr/>
          </p:nvSpPr>
          <p:spPr bwMode="auto">
            <a:xfrm flipV="1">
              <a:off x="3564" y="2223"/>
              <a:ext cx="90" cy="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Line 60"/>
            <p:cNvSpPr>
              <a:spLocks noChangeShapeType="1"/>
            </p:cNvSpPr>
            <p:nvPr/>
          </p:nvSpPr>
          <p:spPr bwMode="auto">
            <a:xfrm flipV="1">
              <a:off x="3672" y="2226"/>
              <a:ext cx="87" cy="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Line 61"/>
            <p:cNvSpPr>
              <a:spLocks noChangeShapeType="1"/>
            </p:cNvSpPr>
            <p:nvPr/>
          </p:nvSpPr>
          <p:spPr bwMode="auto">
            <a:xfrm flipV="1">
              <a:off x="3243" y="2676"/>
              <a:ext cx="72" cy="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Line 62"/>
            <p:cNvSpPr>
              <a:spLocks noChangeShapeType="1"/>
            </p:cNvSpPr>
            <p:nvPr/>
          </p:nvSpPr>
          <p:spPr bwMode="auto">
            <a:xfrm flipV="1">
              <a:off x="3324" y="2679"/>
              <a:ext cx="87" cy="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Line 63"/>
            <p:cNvSpPr>
              <a:spLocks noChangeShapeType="1"/>
            </p:cNvSpPr>
            <p:nvPr/>
          </p:nvSpPr>
          <p:spPr bwMode="auto">
            <a:xfrm flipV="1">
              <a:off x="3426" y="2673"/>
              <a:ext cx="96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Line 64"/>
            <p:cNvSpPr>
              <a:spLocks noChangeShapeType="1"/>
            </p:cNvSpPr>
            <p:nvPr/>
          </p:nvSpPr>
          <p:spPr bwMode="auto">
            <a:xfrm flipV="1">
              <a:off x="3534" y="2673"/>
              <a:ext cx="96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Line 65"/>
            <p:cNvSpPr>
              <a:spLocks noChangeShapeType="1"/>
            </p:cNvSpPr>
            <p:nvPr/>
          </p:nvSpPr>
          <p:spPr bwMode="auto">
            <a:xfrm flipV="1">
              <a:off x="3645" y="2682"/>
              <a:ext cx="84" cy="8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9" name="Text Box 66"/>
          <p:cNvSpPr txBox="1">
            <a:spLocks noChangeArrowheads="1"/>
          </p:cNvSpPr>
          <p:nvPr/>
        </p:nvSpPr>
        <p:spPr bwMode="auto">
          <a:xfrm>
            <a:off x="8030718" y="1737588"/>
            <a:ext cx="37702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en-US" altLang="zh-CN" sz="2000" b="1" i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Text Box 67"/>
          <p:cNvSpPr txBox="1">
            <a:spLocks noChangeArrowheads="1"/>
          </p:cNvSpPr>
          <p:nvPr/>
        </p:nvSpPr>
        <p:spPr bwMode="auto">
          <a:xfrm>
            <a:off x="7640193" y="4614138"/>
            <a:ext cx="37702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en-US" altLang="zh-CN" sz="2000" b="1" i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Text Box 68"/>
          <p:cNvSpPr txBox="1">
            <a:spLocks noChangeArrowheads="1"/>
          </p:cNvSpPr>
          <p:nvPr/>
        </p:nvSpPr>
        <p:spPr bwMode="auto">
          <a:xfrm>
            <a:off x="7546131" y="3053655"/>
            <a:ext cx="542925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en-US" altLang="zh-CN" sz="2000" b="1" i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 Box 69"/>
          <p:cNvSpPr txBox="1">
            <a:spLocks noChangeArrowheads="1"/>
          </p:cNvSpPr>
          <p:nvPr/>
        </p:nvSpPr>
        <p:spPr bwMode="auto">
          <a:xfrm>
            <a:off x="8098581" y="3129855"/>
            <a:ext cx="33655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en-US" altLang="zh-CN" sz="2000" b="1" i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 Box 70"/>
          <p:cNvSpPr txBox="1">
            <a:spLocks noChangeArrowheads="1"/>
          </p:cNvSpPr>
          <p:nvPr/>
        </p:nvSpPr>
        <p:spPr bwMode="auto">
          <a:xfrm>
            <a:off x="9331665" y="1775688"/>
            <a:ext cx="707245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A–A</a:t>
            </a:r>
            <a:endParaRPr kumimoji="1" lang="en-US" altLang="zh-CN" sz="2000" b="1" i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AutoShape 72"/>
          <p:cNvSpPr>
            <a:spLocks noChangeArrowheads="1"/>
          </p:cNvSpPr>
          <p:nvPr/>
        </p:nvSpPr>
        <p:spPr bwMode="auto">
          <a:xfrm flipH="1" flipV="1">
            <a:off x="5094391" y="3220343"/>
            <a:ext cx="1728192" cy="984250"/>
          </a:xfrm>
          <a:prstGeom prst="wedgeRectCallout">
            <a:avLst>
              <a:gd name="adj1" fmla="val -111865"/>
              <a:gd name="adj2" fmla="val 64631"/>
            </a:avLst>
          </a:prstGeom>
          <a:solidFill>
            <a:schemeClr val="accent5">
              <a:lumMod val="40000"/>
              <a:lumOff val="60000"/>
              <a:alpha val="50195"/>
            </a:schemeClr>
          </a:solidFill>
          <a:ln w="9525">
            <a:noFill/>
            <a:miter lim="800000"/>
            <a:tailEnd type="none" w="sm" len="lg"/>
          </a:ln>
        </p:spPr>
        <p:txBody>
          <a:bodyPr rot="10800000"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kumimoji="1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不允许与任何</a:t>
            </a:r>
            <a:endParaRPr kumimoji="1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轮廓线重合</a:t>
            </a:r>
            <a:endParaRPr kumimoji="1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AutoShape 73"/>
          <p:cNvSpPr>
            <a:spLocks noChangeArrowheads="1"/>
          </p:cNvSpPr>
          <p:nvPr/>
        </p:nvSpPr>
        <p:spPr bwMode="auto">
          <a:xfrm>
            <a:off x="10352722" y="2137698"/>
            <a:ext cx="1467068" cy="400110"/>
          </a:xfrm>
          <a:prstGeom prst="wedgeRectCallout">
            <a:avLst>
              <a:gd name="adj1" fmla="val -76473"/>
              <a:gd name="adj2" fmla="val 269807"/>
            </a:avLst>
          </a:prstGeom>
          <a:solidFill>
            <a:schemeClr val="accent5">
              <a:lumMod val="40000"/>
              <a:lumOff val="60000"/>
              <a:alpha val="50195"/>
            </a:schemeClr>
          </a:solidFill>
          <a:ln w="9525">
            <a:noFill/>
            <a:miter lim="800000"/>
            <a:tailEnd type="none" w="sm" len="lg"/>
          </a:ln>
        </p:spPr>
        <p:txBody>
          <a:bodyPr wrap="none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此处无线！</a:t>
            </a:r>
            <a:endParaRPr kumimoji="1" lang="zh-CN" altLang="en-US" sz="2000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6" name="Group 74"/>
          <p:cNvGrpSpPr/>
          <p:nvPr/>
        </p:nvGrpSpPr>
        <p:grpSpPr bwMode="auto">
          <a:xfrm>
            <a:off x="7944593" y="2920305"/>
            <a:ext cx="438150" cy="157163"/>
            <a:chOff x="2466" y="1401"/>
            <a:chExt cx="276" cy="99"/>
          </a:xfrm>
        </p:grpSpPr>
        <p:sp>
          <p:nvSpPr>
            <p:cNvPr id="77" name="Freeform 75"/>
            <p:cNvSpPr/>
            <p:nvPr/>
          </p:nvSpPr>
          <p:spPr bwMode="auto">
            <a:xfrm>
              <a:off x="2685" y="1401"/>
              <a:ext cx="57" cy="48"/>
            </a:xfrm>
            <a:custGeom>
              <a:avLst/>
              <a:gdLst>
                <a:gd name="T0" fmla="*/ 57 w 57"/>
                <a:gd name="T1" fmla="*/ 0 h 48"/>
                <a:gd name="T2" fmla="*/ 57 w 57"/>
                <a:gd name="T3" fmla="*/ 48 h 48"/>
                <a:gd name="T4" fmla="*/ 0 w 57"/>
                <a:gd name="T5" fmla="*/ 48 h 48"/>
                <a:gd name="T6" fmla="*/ 0 60000 65536"/>
                <a:gd name="T7" fmla="*/ 0 60000 65536"/>
                <a:gd name="T8" fmla="*/ 0 60000 65536"/>
                <a:gd name="T9" fmla="*/ 0 w 57"/>
                <a:gd name="T10" fmla="*/ 0 h 48"/>
                <a:gd name="T11" fmla="*/ 57 w 57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" h="48">
                  <a:moveTo>
                    <a:pt x="57" y="0"/>
                  </a:moveTo>
                  <a:lnTo>
                    <a:pt x="57" y="48"/>
                  </a:lnTo>
                  <a:lnTo>
                    <a:pt x="0" y="48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Freeform 76"/>
            <p:cNvSpPr/>
            <p:nvPr/>
          </p:nvSpPr>
          <p:spPr bwMode="auto">
            <a:xfrm>
              <a:off x="2466" y="1449"/>
              <a:ext cx="60" cy="51"/>
            </a:xfrm>
            <a:custGeom>
              <a:avLst/>
              <a:gdLst>
                <a:gd name="T0" fmla="*/ 60 w 60"/>
                <a:gd name="T1" fmla="*/ 0 h 51"/>
                <a:gd name="T2" fmla="*/ 0 w 60"/>
                <a:gd name="T3" fmla="*/ 0 h 51"/>
                <a:gd name="T4" fmla="*/ 0 w 60"/>
                <a:gd name="T5" fmla="*/ 51 h 51"/>
                <a:gd name="T6" fmla="*/ 0 60000 65536"/>
                <a:gd name="T7" fmla="*/ 0 60000 65536"/>
                <a:gd name="T8" fmla="*/ 0 60000 65536"/>
                <a:gd name="T9" fmla="*/ 0 w 60"/>
                <a:gd name="T10" fmla="*/ 0 h 51"/>
                <a:gd name="T11" fmla="*/ 60 w 60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" h="51">
                  <a:moveTo>
                    <a:pt x="60" y="0"/>
                  </a:moveTo>
                  <a:lnTo>
                    <a:pt x="0" y="0"/>
                  </a:lnTo>
                  <a:lnTo>
                    <a:pt x="0" y="51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9" name="Group 77"/>
          <p:cNvGrpSpPr/>
          <p:nvPr/>
        </p:nvGrpSpPr>
        <p:grpSpPr bwMode="auto">
          <a:xfrm>
            <a:off x="7939831" y="3715643"/>
            <a:ext cx="438150" cy="157162"/>
            <a:chOff x="2466" y="1401"/>
            <a:chExt cx="276" cy="99"/>
          </a:xfrm>
        </p:grpSpPr>
        <p:sp>
          <p:nvSpPr>
            <p:cNvPr id="80" name="Freeform 78"/>
            <p:cNvSpPr/>
            <p:nvPr/>
          </p:nvSpPr>
          <p:spPr bwMode="auto">
            <a:xfrm>
              <a:off x="2685" y="1401"/>
              <a:ext cx="57" cy="48"/>
            </a:xfrm>
            <a:custGeom>
              <a:avLst/>
              <a:gdLst>
                <a:gd name="T0" fmla="*/ 57 w 57"/>
                <a:gd name="T1" fmla="*/ 0 h 48"/>
                <a:gd name="T2" fmla="*/ 57 w 57"/>
                <a:gd name="T3" fmla="*/ 48 h 48"/>
                <a:gd name="T4" fmla="*/ 0 w 57"/>
                <a:gd name="T5" fmla="*/ 48 h 48"/>
                <a:gd name="T6" fmla="*/ 0 60000 65536"/>
                <a:gd name="T7" fmla="*/ 0 60000 65536"/>
                <a:gd name="T8" fmla="*/ 0 60000 65536"/>
                <a:gd name="T9" fmla="*/ 0 w 57"/>
                <a:gd name="T10" fmla="*/ 0 h 48"/>
                <a:gd name="T11" fmla="*/ 57 w 57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" h="48">
                  <a:moveTo>
                    <a:pt x="57" y="0"/>
                  </a:moveTo>
                  <a:lnTo>
                    <a:pt x="57" y="48"/>
                  </a:lnTo>
                  <a:lnTo>
                    <a:pt x="0" y="48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Freeform 79"/>
            <p:cNvSpPr/>
            <p:nvPr/>
          </p:nvSpPr>
          <p:spPr bwMode="auto">
            <a:xfrm>
              <a:off x="2466" y="1449"/>
              <a:ext cx="60" cy="51"/>
            </a:xfrm>
            <a:custGeom>
              <a:avLst/>
              <a:gdLst>
                <a:gd name="T0" fmla="*/ 60 w 60"/>
                <a:gd name="T1" fmla="*/ 0 h 51"/>
                <a:gd name="T2" fmla="*/ 0 w 60"/>
                <a:gd name="T3" fmla="*/ 0 h 51"/>
                <a:gd name="T4" fmla="*/ 0 w 60"/>
                <a:gd name="T5" fmla="*/ 51 h 51"/>
                <a:gd name="T6" fmla="*/ 0 60000 65536"/>
                <a:gd name="T7" fmla="*/ 0 60000 65536"/>
                <a:gd name="T8" fmla="*/ 0 60000 65536"/>
                <a:gd name="T9" fmla="*/ 0 w 60"/>
                <a:gd name="T10" fmla="*/ 0 h 51"/>
                <a:gd name="T11" fmla="*/ 60 w 60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" h="51">
                  <a:moveTo>
                    <a:pt x="60" y="0"/>
                  </a:moveTo>
                  <a:lnTo>
                    <a:pt x="0" y="0"/>
                  </a:lnTo>
                  <a:lnTo>
                    <a:pt x="0" y="51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2" name="Group 80"/>
          <p:cNvGrpSpPr/>
          <p:nvPr/>
        </p:nvGrpSpPr>
        <p:grpSpPr bwMode="auto">
          <a:xfrm>
            <a:off x="7944593" y="2001143"/>
            <a:ext cx="690563" cy="2762250"/>
            <a:chOff x="2466" y="822"/>
            <a:chExt cx="435" cy="1740"/>
          </a:xfrm>
        </p:grpSpPr>
        <p:sp>
          <p:nvSpPr>
            <p:cNvPr id="83" name="Line 81"/>
            <p:cNvSpPr>
              <a:spLocks noChangeShapeType="1"/>
            </p:cNvSpPr>
            <p:nvPr/>
          </p:nvSpPr>
          <p:spPr bwMode="auto">
            <a:xfrm>
              <a:off x="2739" y="822"/>
              <a:ext cx="1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Line 82"/>
            <p:cNvSpPr>
              <a:spLocks noChangeShapeType="1"/>
            </p:cNvSpPr>
            <p:nvPr/>
          </p:nvSpPr>
          <p:spPr bwMode="auto">
            <a:xfrm>
              <a:off x="2466" y="2562"/>
              <a:ext cx="1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5" name="Freeform 83"/>
          <p:cNvSpPr/>
          <p:nvPr/>
        </p:nvSpPr>
        <p:spPr bwMode="auto">
          <a:xfrm>
            <a:off x="9714656" y="2299593"/>
            <a:ext cx="88900" cy="457200"/>
          </a:xfrm>
          <a:custGeom>
            <a:avLst/>
            <a:gdLst>
              <a:gd name="T0" fmla="*/ 2147483647 w 56"/>
              <a:gd name="T1" fmla="*/ 0 h 288"/>
              <a:gd name="T2" fmla="*/ 0 w 56"/>
              <a:gd name="T3" fmla="*/ 0 h 288"/>
              <a:gd name="T4" fmla="*/ 0 w 56"/>
              <a:gd name="T5" fmla="*/ 2147483647 h 288"/>
              <a:gd name="T6" fmla="*/ 2147483647 w 56"/>
              <a:gd name="T7" fmla="*/ 2147483647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288"/>
              <a:gd name="T14" fmla="*/ 56 w 5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288">
                <a:moveTo>
                  <a:pt x="56" y="0"/>
                </a:moveTo>
                <a:lnTo>
                  <a:pt x="0" y="0"/>
                </a:lnTo>
                <a:lnTo>
                  <a:pt x="0" y="288"/>
                </a:lnTo>
                <a:lnTo>
                  <a:pt x="52" y="288"/>
                </a:lnTo>
              </a:path>
            </a:pathLst>
          </a:custGeom>
          <a:noFill/>
          <a:ln w="12700">
            <a:solidFill>
              <a:srgbClr val="000000"/>
            </a:solidFill>
            <a:prstDash val="lgDash"/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Line 84"/>
          <p:cNvSpPr>
            <a:spLocks noChangeShapeType="1"/>
          </p:cNvSpPr>
          <p:nvPr/>
        </p:nvSpPr>
        <p:spPr bwMode="auto">
          <a:xfrm>
            <a:off x="9524156" y="2439293"/>
            <a:ext cx="19685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Line 85"/>
          <p:cNvSpPr>
            <a:spLocks noChangeShapeType="1"/>
          </p:cNvSpPr>
          <p:nvPr/>
        </p:nvSpPr>
        <p:spPr bwMode="auto">
          <a:xfrm>
            <a:off x="9524156" y="2610743"/>
            <a:ext cx="19685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Line 86"/>
          <p:cNvSpPr>
            <a:spLocks noChangeShapeType="1"/>
          </p:cNvSpPr>
          <p:nvPr/>
        </p:nvSpPr>
        <p:spPr bwMode="auto">
          <a:xfrm>
            <a:off x="9314606" y="3852168"/>
            <a:ext cx="83185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Line 87"/>
          <p:cNvSpPr>
            <a:spLocks noChangeShapeType="1"/>
          </p:cNvSpPr>
          <p:nvPr/>
        </p:nvSpPr>
        <p:spPr bwMode="auto">
          <a:xfrm>
            <a:off x="9314606" y="4417500"/>
            <a:ext cx="83185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0" name="Group 88"/>
          <p:cNvGrpSpPr/>
          <p:nvPr/>
        </p:nvGrpSpPr>
        <p:grpSpPr bwMode="auto">
          <a:xfrm>
            <a:off x="9225706" y="4125218"/>
            <a:ext cx="1004887" cy="3175"/>
            <a:chOff x="3273" y="2160"/>
            <a:chExt cx="633" cy="2"/>
          </a:xfrm>
        </p:grpSpPr>
        <p:sp>
          <p:nvSpPr>
            <p:cNvPr id="91" name="Line 89"/>
            <p:cNvSpPr>
              <a:spLocks noChangeShapeType="1"/>
            </p:cNvSpPr>
            <p:nvPr/>
          </p:nvSpPr>
          <p:spPr bwMode="auto">
            <a:xfrm>
              <a:off x="3273" y="2162"/>
              <a:ext cx="26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Line 90"/>
            <p:cNvSpPr>
              <a:spLocks noChangeShapeType="1"/>
            </p:cNvSpPr>
            <p:nvPr/>
          </p:nvSpPr>
          <p:spPr bwMode="auto">
            <a:xfrm>
              <a:off x="3575" y="2161"/>
              <a:ext cx="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Line 91"/>
            <p:cNvSpPr>
              <a:spLocks noChangeShapeType="1"/>
            </p:cNvSpPr>
            <p:nvPr/>
          </p:nvSpPr>
          <p:spPr bwMode="auto">
            <a:xfrm>
              <a:off x="3637" y="2160"/>
              <a:ext cx="26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4" name="AutoShape 92"/>
          <p:cNvSpPr>
            <a:spLocks noChangeArrowheads="1"/>
          </p:cNvSpPr>
          <p:nvPr/>
        </p:nvSpPr>
        <p:spPr bwMode="auto">
          <a:xfrm flipH="1" flipV="1">
            <a:off x="8487518" y="4941192"/>
            <a:ext cx="1763315" cy="650875"/>
          </a:xfrm>
          <a:prstGeom prst="wedgeRectCallout">
            <a:avLst>
              <a:gd name="adj1" fmla="val 56556"/>
              <a:gd name="adj2" fmla="val 225366"/>
            </a:avLst>
          </a:prstGeom>
          <a:solidFill>
            <a:schemeClr val="accent5">
              <a:lumMod val="40000"/>
              <a:lumOff val="60000"/>
              <a:alpha val="50195"/>
            </a:schemeClr>
          </a:solidFill>
          <a:ln w="9525">
            <a:noFill/>
            <a:miter lim="800000"/>
            <a:tailEnd type="none" w="sm" len="lg"/>
          </a:ln>
        </p:spPr>
        <p:txBody>
          <a:bodyPr rot="10800000"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避免产生不完</a:t>
            </a:r>
            <a:endParaRPr kumimoji="1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整结构要素</a:t>
            </a:r>
            <a:endParaRPr kumimoji="1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Text Box 71"/>
          <p:cNvSpPr txBox="1">
            <a:spLocks noChangeArrowheads="1"/>
          </p:cNvSpPr>
          <p:nvPr/>
        </p:nvSpPr>
        <p:spPr bwMode="auto">
          <a:xfrm>
            <a:off x="640983" y="3009330"/>
            <a:ext cx="4290789" cy="23083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适用范围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kumimoji="1"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内形层次较多的机件。</a:t>
            </a:r>
            <a:endParaRPr kumimoji="1"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kumimoji="1"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用几个相互平行的剖切平面将机件剖开，再进行投影。</a:t>
            </a:r>
            <a:endParaRPr kumimoji="1"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2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2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19" grpId="0" animBg="1"/>
      <p:bldP spid="69" grpId="0" autoUpdateAnimBg="0"/>
      <p:bldP spid="70" grpId="0" autoUpdateAnimBg="0"/>
      <p:bldP spid="71" grpId="0" autoUpdateAnimBg="0"/>
      <p:bldP spid="72" grpId="0" autoUpdateAnimBg="0"/>
      <p:bldP spid="73" grpId="0" autoUpdateAnimBg="0"/>
      <p:bldP spid="74" grpId="0" animBg="1" autoUpdateAnimBg="0"/>
      <p:bldP spid="75" grpId="0" bldLvl="0" animBg="1" autoUpdateAnimBg="0"/>
      <p:bldP spid="94" grpId="0" animBg="1" autoUpdateAnimBg="0"/>
      <p:bldP spid="95" grpId="0" autoUpdateAnimBg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剖视图种类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47"/>
          <p:cNvSpPr txBox="1">
            <a:spLocks noChangeArrowheads="1"/>
          </p:cNvSpPr>
          <p:nvPr/>
        </p:nvSpPr>
        <p:spPr bwMode="auto">
          <a:xfrm>
            <a:off x="479376" y="1831614"/>
            <a:ext cx="4754828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几个相交的剖切平面：旋转剖</a:t>
            </a:r>
            <a:endParaRPr lang="zh-CN" altLang="en-US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Group 9"/>
          <p:cNvGrpSpPr/>
          <p:nvPr/>
        </p:nvGrpSpPr>
        <p:grpSpPr bwMode="auto">
          <a:xfrm>
            <a:off x="7334374" y="3464049"/>
            <a:ext cx="874712" cy="1247775"/>
            <a:chOff x="1601" y="1664"/>
            <a:chExt cx="551" cy="786"/>
          </a:xfrm>
        </p:grpSpPr>
        <p:sp>
          <p:nvSpPr>
            <p:cNvPr id="5" name="Arc 10"/>
            <p:cNvSpPr/>
            <p:nvPr/>
          </p:nvSpPr>
          <p:spPr bwMode="auto">
            <a:xfrm>
              <a:off x="1689" y="1664"/>
              <a:ext cx="461" cy="651"/>
            </a:xfrm>
            <a:custGeom>
              <a:avLst/>
              <a:gdLst>
                <a:gd name="T0" fmla="*/ 0 w 15213"/>
                <a:gd name="T1" fmla="*/ 0 h 21600"/>
                <a:gd name="T2" fmla="*/ 0 w 15213"/>
                <a:gd name="T3" fmla="*/ 0 h 21600"/>
                <a:gd name="T4" fmla="*/ 0 w 15213"/>
                <a:gd name="T5" fmla="*/ 0 h 21600"/>
                <a:gd name="T6" fmla="*/ 0 60000 65536"/>
                <a:gd name="T7" fmla="*/ 0 60000 65536"/>
                <a:gd name="T8" fmla="*/ 0 60000 65536"/>
                <a:gd name="T9" fmla="*/ 0 w 15213"/>
                <a:gd name="T10" fmla="*/ 0 h 21600"/>
                <a:gd name="T11" fmla="*/ 15213 w 1521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13" h="21600" fill="none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</a:path>
                <a:path w="15213" h="21600" stroke="0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  <a:lnTo>
                    <a:pt x="15107" y="0"/>
                  </a:lnTo>
                  <a:close/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Arc 11"/>
            <p:cNvSpPr/>
            <p:nvPr/>
          </p:nvSpPr>
          <p:spPr bwMode="auto">
            <a:xfrm>
              <a:off x="1739" y="1667"/>
              <a:ext cx="409" cy="582"/>
            </a:xfrm>
            <a:custGeom>
              <a:avLst/>
              <a:gdLst>
                <a:gd name="T0" fmla="*/ 0 w 15213"/>
                <a:gd name="T1" fmla="*/ 0 h 21600"/>
                <a:gd name="T2" fmla="*/ 0 w 15213"/>
                <a:gd name="T3" fmla="*/ 0 h 21600"/>
                <a:gd name="T4" fmla="*/ 0 w 15213"/>
                <a:gd name="T5" fmla="*/ 0 h 21600"/>
                <a:gd name="T6" fmla="*/ 0 60000 65536"/>
                <a:gd name="T7" fmla="*/ 0 60000 65536"/>
                <a:gd name="T8" fmla="*/ 0 60000 65536"/>
                <a:gd name="T9" fmla="*/ 0 w 15213"/>
                <a:gd name="T10" fmla="*/ 0 h 21600"/>
                <a:gd name="T11" fmla="*/ 15213 w 1521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13" h="21600" fill="none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</a:path>
                <a:path w="15213" h="21600" stroke="0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  <a:lnTo>
                    <a:pt x="15107" y="0"/>
                  </a:lnTo>
                  <a:close/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Arc 12"/>
            <p:cNvSpPr/>
            <p:nvPr/>
          </p:nvSpPr>
          <p:spPr bwMode="auto">
            <a:xfrm>
              <a:off x="1792" y="1665"/>
              <a:ext cx="360" cy="512"/>
            </a:xfrm>
            <a:custGeom>
              <a:avLst/>
              <a:gdLst>
                <a:gd name="T0" fmla="*/ 0 w 15213"/>
                <a:gd name="T1" fmla="*/ 0 h 21600"/>
                <a:gd name="T2" fmla="*/ 0 w 15213"/>
                <a:gd name="T3" fmla="*/ 0 h 21600"/>
                <a:gd name="T4" fmla="*/ 0 w 15213"/>
                <a:gd name="T5" fmla="*/ 0 h 21600"/>
                <a:gd name="T6" fmla="*/ 0 60000 65536"/>
                <a:gd name="T7" fmla="*/ 0 60000 65536"/>
                <a:gd name="T8" fmla="*/ 0 60000 65536"/>
                <a:gd name="T9" fmla="*/ 0 w 15213"/>
                <a:gd name="T10" fmla="*/ 0 h 21600"/>
                <a:gd name="T11" fmla="*/ 15213 w 1521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13" h="21600" fill="none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</a:path>
                <a:path w="15213" h="21600" stroke="0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  <a:lnTo>
                    <a:pt x="15107" y="0"/>
                  </a:lnTo>
                  <a:close/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Arc 13"/>
            <p:cNvSpPr/>
            <p:nvPr/>
          </p:nvSpPr>
          <p:spPr bwMode="auto">
            <a:xfrm>
              <a:off x="1643" y="1667"/>
              <a:ext cx="507" cy="720"/>
            </a:xfrm>
            <a:custGeom>
              <a:avLst/>
              <a:gdLst>
                <a:gd name="T0" fmla="*/ 0 w 15213"/>
                <a:gd name="T1" fmla="*/ 0 h 21600"/>
                <a:gd name="T2" fmla="*/ 0 w 15213"/>
                <a:gd name="T3" fmla="*/ 0 h 21600"/>
                <a:gd name="T4" fmla="*/ 0 w 15213"/>
                <a:gd name="T5" fmla="*/ 0 h 21600"/>
                <a:gd name="T6" fmla="*/ 0 60000 65536"/>
                <a:gd name="T7" fmla="*/ 0 60000 65536"/>
                <a:gd name="T8" fmla="*/ 0 60000 65536"/>
                <a:gd name="T9" fmla="*/ 0 w 15213"/>
                <a:gd name="T10" fmla="*/ 0 h 21600"/>
                <a:gd name="T11" fmla="*/ 15213 w 1521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13" h="21600" fill="none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</a:path>
                <a:path w="15213" h="21600" stroke="0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  <a:lnTo>
                    <a:pt x="15107" y="0"/>
                  </a:lnTo>
                  <a:close/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Arc 14"/>
            <p:cNvSpPr/>
            <p:nvPr/>
          </p:nvSpPr>
          <p:spPr bwMode="auto">
            <a:xfrm>
              <a:off x="1601" y="1667"/>
              <a:ext cx="549" cy="783"/>
            </a:xfrm>
            <a:custGeom>
              <a:avLst/>
              <a:gdLst>
                <a:gd name="T0" fmla="*/ 0 w 15213"/>
                <a:gd name="T1" fmla="*/ 0 h 21600"/>
                <a:gd name="T2" fmla="*/ 0 w 15213"/>
                <a:gd name="T3" fmla="*/ 0 h 21600"/>
                <a:gd name="T4" fmla="*/ 0 w 15213"/>
                <a:gd name="T5" fmla="*/ 0 h 21600"/>
                <a:gd name="T6" fmla="*/ 0 60000 65536"/>
                <a:gd name="T7" fmla="*/ 0 60000 65536"/>
                <a:gd name="T8" fmla="*/ 0 60000 65536"/>
                <a:gd name="T9" fmla="*/ 0 w 15213"/>
                <a:gd name="T10" fmla="*/ 0 h 21600"/>
                <a:gd name="T11" fmla="*/ 15213 w 1521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13" h="21600" fill="none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</a:path>
                <a:path w="15213" h="21600" stroke="0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  <a:lnTo>
                    <a:pt x="15107" y="0"/>
                  </a:lnTo>
                  <a:close/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Arc 15"/>
            <p:cNvSpPr/>
            <p:nvPr/>
          </p:nvSpPr>
          <p:spPr bwMode="auto">
            <a:xfrm>
              <a:off x="1844" y="1669"/>
              <a:ext cx="304" cy="433"/>
            </a:xfrm>
            <a:custGeom>
              <a:avLst/>
              <a:gdLst>
                <a:gd name="T0" fmla="*/ 0 w 15213"/>
                <a:gd name="T1" fmla="*/ 0 h 21600"/>
                <a:gd name="T2" fmla="*/ 0 w 15213"/>
                <a:gd name="T3" fmla="*/ 0 h 21600"/>
                <a:gd name="T4" fmla="*/ 0 w 15213"/>
                <a:gd name="T5" fmla="*/ 0 h 21600"/>
                <a:gd name="T6" fmla="*/ 0 60000 65536"/>
                <a:gd name="T7" fmla="*/ 0 60000 65536"/>
                <a:gd name="T8" fmla="*/ 0 60000 65536"/>
                <a:gd name="T9" fmla="*/ 0 w 15213"/>
                <a:gd name="T10" fmla="*/ 0 h 21600"/>
                <a:gd name="T11" fmla="*/ 15213 w 1521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13" h="21600" fill="none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</a:path>
                <a:path w="15213" h="21600" stroke="0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  <a:lnTo>
                    <a:pt x="15107" y="0"/>
                  </a:lnTo>
                  <a:close/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Arc 16"/>
            <p:cNvSpPr/>
            <p:nvPr/>
          </p:nvSpPr>
          <p:spPr bwMode="auto">
            <a:xfrm>
              <a:off x="1927" y="1669"/>
              <a:ext cx="217" cy="309"/>
            </a:xfrm>
            <a:custGeom>
              <a:avLst/>
              <a:gdLst>
                <a:gd name="T0" fmla="*/ 0 w 15213"/>
                <a:gd name="T1" fmla="*/ 0 h 21600"/>
                <a:gd name="T2" fmla="*/ 0 w 15213"/>
                <a:gd name="T3" fmla="*/ 0 h 21600"/>
                <a:gd name="T4" fmla="*/ 0 w 15213"/>
                <a:gd name="T5" fmla="*/ 0 h 21600"/>
                <a:gd name="T6" fmla="*/ 0 60000 65536"/>
                <a:gd name="T7" fmla="*/ 0 60000 65536"/>
                <a:gd name="T8" fmla="*/ 0 60000 65536"/>
                <a:gd name="T9" fmla="*/ 0 w 15213"/>
                <a:gd name="T10" fmla="*/ 0 h 21600"/>
                <a:gd name="T11" fmla="*/ 15213 w 1521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13" h="21600" fill="none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</a:path>
                <a:path w="15213" h="21600" stroke="0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  <a:lnTo>
                    <a:pt x="15107" y="0"/>
                  </a:lnTo>
                  <a:close/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Arc 17"/>
            <p:cNvSpPr/>
            <p:nvPr/>
          </p:nvSpPr>
          <p:spPr bwMode="auto">
            <a:xfrm>
              <a:off x="1995" y="1669"/>
              <a:ext cx="149" cy="212"/>
            </a:xfrm>
            <a:custGeom>
              <a:avLst/>
              <a:gdLst>
                <a:gd name="T0" fmla="*/ 0 w 15213"/>
                <a:gd name="T1" fmla="*/ 0 h 21600"/>
                <a:gd name="T2" fmla="*/ 0 w 15213"/>
                <a:gd name="T3" fmla="*/ 0 h 21600"/>
                <a:gd name="T4" fmla="*/ 0 w 15213"/>
                <a:gd name="T5" fmla="*/ 0 h 21600"/>
                <a:gd name="T6" fmla="*/ 0 60000 65536"/>
                <a:gd name="T7" fmla="*/ 0 60000 65536"/>
                <a:gd name="T8" fmla="*/ 0 60000 65536"/>
                <a:gd name="T9" fmla="*/ 0 w 15213"/>
                <a:gd name="T10" fmla="*/ 0 h 21600"/>
                <a:gd name="T11" fmla="*/ 15213 w 1521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13" h="21600" fill="none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</a:path>
                <a:path w="15213" h="21600" stroke="0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  <a:lnTo>
                    <a:pt x="15107" y="0"/>
                  </a:lnTo>
                  <a:close/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0046148" y="2221037"/>
            <a:ext cx="1161726" cy="2493962"/>
            <a:chOff x="9480550" y="1346046"/>
            <a:chExt cx="1161726" cy="2493962"/>
          </a:xfrm>
        </p:grpSpPr>
        <p:grpSp>
          <p:nvGrpSpPr>
            <p:cNvPr id="14" name="Group 18"/>
            <p:cNvGrpSpPr/>
            <p:nvPr/>
          </p:nvGrpSpPr>
          <p:grpSpPr bwMode="auto">
            <a:xfrm>
              <a:off x="9553251" y="1346046"/>
              <a:ext cx="1089025" cy="2493962"/>
              <a:chOff x="4147" y="881"/>
              <a:chExt cx="686" cy="1571"/>
            </a:xfrm>
          </p:grpSpPr>
          <p:sp>
            <p:nvSpPr>
              <p:cNvPr id="20" name="Line 19"/>
              <p:cNvSpPr>
                <a:spLocks noChangeShapeType="1"/>
              </p:cNvSpPr>
              <p:nvPr/>
            </p:nvSpPr>
            <p:spPr bwMode="auto">
              <a:xfrm>
                <a:off x="4416" y="1357"/>
                <a:ext cx="41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Line 20"/>
              <p:cNvSpPr>
                <a:spLocks noChangeShapeType="1"/>
              </p:cNvSpPr>
              <p:nvPr/>
            </p:nvSpPr>
            <p:spPr bwMode="auto">
              <a:xfrm>
                <a:off x="4153" y="1453"/>
                <a:ext cx="67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Line 21"/>
              <p:cNvSpPr>
                <a:spLocks noChangeShapeType="1"/>
              </p:cNvSpPr>
              <p:nvPr/>
            </p:nvSpPr>
            <p:spPr bwMode="auto">
              <a:xfrm>
                <a:off x="4147" y="2452"/>
                <a:ext cx="26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Line 22"/>
              <p:cNvSpPr>
                <a:spLocks noChangeShapeType="1"/>
              </p:cNvSpPr>
              <p:nvPr/>
            </p:nvSpPr>
            <p:spPr bwMode="auto">
              <a:xfrm>
                <a:off x="4413" y="881"/>
                <a:ext cx="2" cy="47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Line 23"/>
              <p:cNvSpPr>
                <a:spLocks noChangeShapeType="1"/>
              </p:cNvSpPr>
              <p:nvPr/>
            </p:nvSpPr>
            <p:spPr bwMode="auto">
              <a:xfrm>
                <a:off x="4833" y="1357"/>
                <a:ext cx="0" cy="61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Line 24"/>
              <p:cNvSpPr>
                <a:spLocks noChangeShapeType="1"/>
              </p:cNvSpPr>
              <p:nvPr/>
            </p:nvSpPr>
            <p:spPr bwMode="auto">
              <a:xfrm>
                <a:off x="4149" y="1881"/>
                <a:ext cx="68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Line 25"/>
              <p:cNvSpPr>
                <a:spLocks noChangeShapeType="1"/>
              </p:cNvSpPr>
              <p:nvPr/>
            </p:nvSpPr>
            <p:spPr bwMode="auto">
              <a:xfrm>
                <a:off x="4418" y="1976"/>
                <a:ext cx="4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Line 26"/>
              <p:cNvSpPr>
                <a:spLocks noChangeShapeType="1"/>
              </p:cNvSpPr>
              <p:nvPr/>
            </p:nvSpPr>
            <p:spPr bwMode="auto">
              <a:xfrm>
                <a:off x="4148" y="881"/>
                <a:ext cx="26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Line 28"/>
              <p:cNvSpPr>
                <a:spLocks noChangeShapeType="1"/>
              </p:cNvSpPr>
              <p:nvPr/>
            </p:nvSpPr>
            <p:spPr bwMode="auto">
              <a:xfrm>
                <a:off x="4153" y="989"/>
                <a:ext cx="26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Line 29"/>
              <p:cNvSpPr>
                <a:spLocks noChangeShapeType="1"/>
              </p:cNvSpPr>
              <p:nvPr/>
            </p:nvSpPr>
            <p:spPr bwMode="auto">
              <a:xfrm>
                <a:off x="4153" y="1197"/>
                <a:ext cx="26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Line 30"/>
              <p:cNvSpPr>
                <a:spLocks noChangeShapeType="1"/>
              </p:cNvSpPr>
              <p:nvPr/>
            </p:nvSpPr>
            <p:spPr bwMode="auto">
              <a:xfrm>
                <a:off x="4149" y="881"/>
                <a:ext cx="0" cy="15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Line 32"/>
              <p:cNvSpPr>
                <a:spLocks noChangeShapeType="1"/>
              </p:cNvSpPr>
              <p:nvPr/>
            </p:nvSpPr>
            <p:spPr bwMode="auto">
              <a:xfrm>
                <a:off x="4155" y="2005"/>
                <a:ext cx="18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Line 33"/>
              <p:cNvSpPr>
                <a:spLocks noChangeShapeType="1"/>
              </p:cNvSpPr>
              <p:nvPr/>
            </p:nvSpPr>
            <p:spPr bwMode="auto">
              <a:xfrm>
                <a:off x="4153" y="2141"/>
                <a:ext cx="1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Line 34"/>
              <p:cNvSpPr>
                <a:spLocks noChangeShapeType="1"/>
              </p:cNvSpPr>
              <p:nvPr/>
            </p:nvSpPr>
            <p:spPr bwMode="auto">
              <a:xfrm>
                <a:off x="4331" y="2213"/>
                <a:ext cx="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Line 35"/>
              <p:cNvSpPr>
                <a:spLocks noChangeShapeType="1"/>
              </p:cNvSpPr>
              <p:nvPr/>
            </p:nvSpPr>
            <p:spPr bwMode="auto">
              <a:xfrm>
                <a:off x="4333" y="1927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Line 36"/>
              <p:cNvSpPr>
                <a:spLocks noChangeShapeType="1"/>
              </p:cNvSpPr>
              <p:nvPr/>
            </p:nvSpPr>
            <p:spPr bwMode="auto">
              <a:xfrm>
                <a:off x="4333" y="1929"/>
                <a:ext cx="8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Line 37"/>
              <p:cNvSpPr>
                <a:spLocks noChangeShapeType="1"/>
              </p:cNvSpPr>
              <p:nvPr/>
            </p:nvSpPr>
            <p:spPr bwMode="auto">
              <a:xfrm flipH="1">
                <a:off x="4416" y="1968"/>
                <a:ext cx="0" cy="4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Line 39"/>
              <p:cNvSpPr>
                <a:spLocks noChangeShapeType="1"/>
              </p:cNvSpPr>
              <p:nvPr/>
            </p:nvSpPr>
            <p:spPr bwMode="auto">
              <a:xfrm>
                <a:off x="4151" y="1185"/>
                <a:ext cx="18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Line 40"/>
              <p:cNvSpPr>
                <a:spLocks noChangeShapeType="1"/>
              </p:cNvSpPr>
              <p:nvPr/>
            </p:nvSpPr>
            <p:spPr bwMode="auto">
              <a:xfrm>
                <a:off x="4149" y="1321"/>
                <a:ext cx="1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Line 41"/>
              <p:cNvSpPr>
                <a:spLocks noChangeShapeType="1"/>
              </p:cNvSpPr>
              <p:nvPr/>
            </p:nvSpPr>
            <p:spPr bwMode="auto">
              <a:xfrm>
                <a:off x="4327" y="1393"/>
                <a:ext cx="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Line 42"/>
              <p:cNvSpPr>
                <a:spLocks noChangeShapeType="1"/>
              </p:cNvSpPr>
              <p:nvPr/>
            </p:nvSpPr>
            <p:spPr bwMode="auto">
              <a:xfrm>
                <a:off x="4329" y="1107"/>
                <a:ext cx="0" cy="2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Line 43"/>
              <p:cNvSpPr>
                <a:spLocks noChangeShapeType="1"/>
              </p:cNvSpPr>
              <p:nvPr/>
            </p:nvSpPr>
            <p:spPr bwMode="auto">
              <a:xfrm>
                <a:off x="4329" y="1109"/>
                <a:ext cx="8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Line 45"/>
              <p:cNvSpPr>
                <a:spLocks noChangeShapeType="1"/>
              </p:cNvSpPr>
              <p:nvPr/>
            </p:nvSpPr>
            <p:spPr bwMode="auto">
              <a:xfrm>
                <a:off x="4153" y="2153"/>
                <a:ext cx="26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Line 46"/>
              <p:cNvSpPr>
                <a:spLocks noChangeShapeType="1"/>
              </p:cNvSpPr>
              <p:nvPr/>
            </p:nvSpPr>
            <p:spPr bwMode="auto">
              <a:xfrm>
                <a:off x="4153" y="2361"/>
                <a:ext cx="26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Line 47"/>
              <p:cNvSpPr>
                <a:spLocks noChangeShapeType="1"/>
              </p:cNvSpPr>
              <p:nvPr/>
            </p:nvSpPr>
            <p:spPr bwMode="auto">
              <a:xfrm>
                <a:off x="4416" y="1353"/>
                <a:ext cx="0" cy="62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15" t="27602" r="71850" b="21688"/>
            <a:stretch>
              <a:fillRect/>
            </a:stretch>
          </p:blipFill>
          <p:spPr>
            <a:xfrm>
              <a:off x="9480550" y="1601938"/>
              <a:ext cx="584200" cy="129872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15" t="27602" r="71850" b="21688"/>
            <a:stretch>
              <a:fillRect/>
            </a:stretch>
          </p:blipFill>
          <p:spPr>
            <a:xfrm>
              <a:off x="9480550" y="3435195"/>
              <a:ext cx="584200" cy="133352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15" t="27602" r="71850" b="21688"/>
            <a:stretch>
              <a:fillRect/>
            </a:stretch>
          </p:blipFill>
          <p:spPr>
            <a:xfrm>
              <a:off x="9480550" y="3172726"/>
              <a:ext cx="584200" cy="133352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15" t="27602" r="71850" b="21688"/>
            <a:stretch>
              <a:fillRect/>
            </a:stretch>
          </p:blipFill>
          <p:spPr>
            <a:xfrm>
              <a:off x="9480550" y="1876800"/>
              <a:ext cx="584200" cy="133352"/>
            </a:xfrm>
            <a:prstGeom prst="rect">
              <a:avLst/>
            </a:prstGeom>
          </p:spPr>
        </p:pic>
      </p:grpSp>
      <p:sp>
        <p:nvSpPr>
          <p:cNvPr id="46" name="Line 48"/>
          <p:cNvSpPr>
            <a:spLocks noChangeShapeType="1"/>
          </p:cNvSpPr>
          <p:nvPr/>
        </p:nvSpPr>
        <p:spPr bwMode="auto">
          <a:xfrm>
            <a:off x="10122024" y="2968749"/>
            <a:ext cx="431800" cy="0"/>
          </a:xfrm>
          <a:prstGeom prst="line">
            <a:avLst/>
          </a:prstGeom>
          <a:noFill/>
          <a:ln w="0">
            <a:solidFill>
              <a:srgbClr val="0000FF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Line 49"/>
          <p:cNvSpPr>
            <a:spLocks noChangeShapeType="1"/>
          </p:cNvSpPr>
          <p:nvPr/>
        </p:nvSpPr>
        <p:spPr bwMode="auto">
          <a:xfrm>
            <a:off x="10122024" y="3952999"/>
            <a:ext cx="425450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Line 50"/>
          <p:cNvSpPr>
            <a:spLocks noChangeShapeType="1"/>
          </p:cNvSpPr>
          <p:nvPr/>
        </p:nvSpPr>
        <p:spPr bwMode="auto">
          <a:xfrm>
            <a:off x="10122024" y="4156199"/>
            <a:ext cx="292100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Line 51"/>
          <p:cNvSpPr>
            <a:spLocks noChangeShapeType="1"/>
          </p:cNvSpPr>
          <p:nvPr/>
        </p:nvSpPr>
        <p:spPr bwMode="auto">
          <a:xfrm>
            <a:off x="10122024" y="4607049"/>
            <a:ext cx="285750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Line 52"/>
          <p:cNvSpPr>
            <a:spLocks noChangeShapeType="1"/>
          </p:cNvSpPr>
          <p:nvPr/>
        </p:nvSpPr>
        <p:spPr bwMode="auto">
          <a:xfrm>
            <a:off x="8204324" y="2390899"/>
            <a:ext cx="1924050" cy="0"/>
          </a:xfrm>
          <a:prstGeom prst="line">
            <a:avLst/>
          </a:prstGeom>
          <a:noFill/>
          <a:ln w="0">
            <a:solidFill>
              <a:srgbClr val="0000FF"/>
            </a:solidFill>
            <a:rou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Line 53"/>
          <p:cNvSpPr>
            <a:spLocks noChangeShapeType="1"/>
          </p:cNvSpPr>
          <p:nvPr/>
        </p:nvSpPr>
        <p:spPr bwMode="auto">
          <a:xfrm>
            <a:off x="8204324" y="2549649"/>
            <a:ext cx="1924050" cy="0"/>
          </a:xfrm>
          <a:prstGeom prst="line">
            <a:avLst/>
          </a:prstGeom>
          <a:noFill/>
          <a:ln w="0">
            <a:solidFill>
              <a:srgbClr val="0000FF"/>
            </a:solidFill>
            <a:rou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Line 54"/>
          <p:cNvSpPr>
            <a:spLocks noChangeShapeType="1"/>
          </p:cNvSpPr>
          <p:nvPr/>
        </p:nvSpPr>
        <p:spPr bwMode="auto">
          <a:xfrm>
            <a:off x="8204324" y="2219449"/>
            <a:ext cx="1924050" cy="0"/>
          </a:xfrm>
          <a:prstGeom prst="line">
            <a:avLst/>
          </a:prstGeom>
          <a:noFill/>
          <a:ln w="0">
            <a:solidFill>
              <a:srgbClr val="0000FF"/>
            </a:solidFill>
            <a:rou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Line 55"/>
          <p:cNvSpPr>
            <a:spLocks noChangeShapeType="1"/>
          </p:cNvSpPr>
          <p:nvPr/>
        </p:nvSpPr>
        <p:spPr bwMode="auto">
          <a:xfrm>
            <a:off x="8204324" y="2721099"/>
            <a:ext cx="1930400" cy="0"/>
          </a:xfrm>
          <a:prstGeom prst="line">
            <a:avLst/>
          </a:prstGeom>
          <a:noFill/>
          <a:ln w="0">
            <a:solidFill>
              <a:srgbClr val="0000FF"/>
            </a:solidFill>
            <a:rou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Line 56"/>
          <p:cNvSpPr>
            <a:spLocks noChangeShapeType="1"/>
          </p:cNvSpPr>
          <p:nvPr/>
        </p:nvSpPr>
        <p:spPr bwMode="auto">
          <a:xfrm>
            <a:off x="8204324" y="2968749"/>
            <a:ext cx="1924050" cy="0"/>
          </a:xfrm>
          <a:prstGeom prst="line">
            <a:avLst/>
          </a:prstGeom>
          <a:noFill/>
          <a:ln w="0">
            <a:solidFill>
              <a:srgbClr val="0000FF"/>
            </a:solidFill>
            <a:rou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Line 57"/>
          <p:cNvSpPr>
            <a:spLocks noChangeShapeType="1"/>
          </p:cNvSpPr>
          <p:nvPr/>
        </p:nvSpPr>
        <p:spPr bwMode="auto">
          <a:xfrm>
            <a:off x="8204324" y="3121149"/>
            <a:ext cx="1924050" cy="0"/>
          </a:xfrm>
          <a:prstGeom prst="line">
            <a:avLst/>
          </a:prstGeom>
          <a:noFill/>
          <a:ln w="0">
            <a:solidFill>
              <a:srgbClr val="0000FF"/>
            </a:solidFill>
            <a:rou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6" name="Group 58"/>
          <p:cNvGrpSpPr/>
          <p:nvPr/>
        </p:nvGrpSpPr>
        <p:grpSpPr bwMode="auto">
          <a:xfrm>
            <a:off x="8197974" y="3806949"/>
            <a:ext cx="1939925" cy="901700"/>
            <a:chOff x="2145" y="1880"/>
            <a:chExt cx="1222" cy="568"/>
          </a:xfrm>
        </p:grpSpPr>
        <p:sp>
          <p:nvSpPr>
            <p:cNvPr id="57" name="Line 59"/>
            <p:cNvSpPr>
              <a:spLocks noChangeShapeType="1"/>
            </p:cNvSpPr>
            <p:nvPr/>
          </p:nvSpPr>
          <p:spPr bwMode="auto">
            <a:xfrm>
              <a:off x="2151" y="2178"/>
              <a:ext cx="121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Line 60"/>
            <p:cNvSpPr>
              <a:spLocks noChangeShapeType="1"/>
            </p:cNvSpPr>
            <p:nvPr/>
          </p:nvSpPr>
          <p:spPr bwMode="auto">
            <a:xfrm>
              <a:off x="2151" y="2248"/>
              <a:ext cx="121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Line 61"/>
            <p:cNvSpPr>
              <a:spLocks noChangeShapeType="1"/>
            </p:cNvSpPr>
            <p:nvPr/>
          </p:nvSpPr>
          <p:spPr bwMode="auto">
            <a:xfrm>
              <a:off x="2149" y="2314"/>
              <a:ext cx="121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Line 62"/>
            <p:cNvSpPr>
              <a:spLocks noChangeShapeType="1"/>
            </p:cNvSpPr>
            <p:nvPr/>
          </p:nvSpPr>
          <p:spPr bwMode="auto">
            <a:xfrm>
              <a:off x="2151" y="2384"/>
              <a:ext cx="1208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Line 63"/>
            <p:cNvSpPr>
              <a:spLocks noChangeShapeType="1"/>
            </p:cNvSpPr>
            <p:nvPr/>
          </p:nvSpPr>
          <p:spPr bwMode="auto">
            <a:xfrm>
              <a:off x="2149" y="2448"/>
              <a:ext cx="121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Line 64"/>
            <p:cNvSpPr>
              <a:spLocks noChangeShapeType="1"/>
            </p:cNvSpPr>
            <p:nvPr/>
          </p:nvSpPr>
          <p:spPr bwMode="auto">
            <a:xfrm>
              <a:off x="2149" y="1880"/>
              <a:ext cx="1212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Line 65"/>
            <p:cNvSpPr>
              <a:spLocks noChangeShapeType="1"/>
            </p:cNvSpPr>
            <p:nvPr/>
          </p:nvSpPr>
          <p:spPr bwMode="auto">
            <a:xfrm>
              <a:off x="2145" y="1972"/>
              <a:ext cx="121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Line 66"/>
            <p:cNvSpPr>
              <a:spLocks noChangeShapeType="1"/>
            </p:cNvSpPr>
            <p:nvPr/>
          </p:nvSpPr>
          <p:spPr bwMode="auto">
            <a:xfrm>
              <a:off x="2149" y="2100"/>
              <a:ext cx="1208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5" name="Rectangle 67"/>
          <p:cNvSpPr>
            <a:spLocks noChangeArrowheads="1"/>
          </p:cNvSpPr>
          <p:nvPr/>
        </p:nvSpPr>
        <p:spPr bwMode="auto">
          <a:xfrm>
            <a:off x="6707311" y="2141662"/>
            <a:ext cx="4100513" cy="2843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Line 68"/>
          <p:cNvSpPr>
            <a:spLocks noChangeShapeType="1"/>
          </p:cNvSpPr>
          <p:nvPr/>
        </p:nvSpPr>
        <p:spPr bwMode="auto">
          <a:xfrm>
            <a:off x="10117261" y="3470399"/>
            <a:ext cx="10906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Line 69"/>
          <p:cNvSpPr>
            <a:spLocks noChangeShapeType="1"/>
          </p:cNvSpPr>
          <p:nvPr/>
        </p:nvSpPr>
        <p:spPr bwMode="auto">
          <a:xfrm>
            <a:off x="8213849" y="3470399"/>
            <a:ext cx="19113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Rectangle 70"/>
          <p:cNvSpPr>
            <a:spLocks noChangeArrowheads="1"/>
          </p:cNvSpPr>
          <p:nvPr/>
        </p:nvSpPr>
        <p:spPr bwMode="auto">
          <a:xfrm>
            <a:off x="8107486" y="3424362"/>
            <a:ext cx="3208338" cy="984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Text Box 72"/>
          <p:cNvSpPr txBox="1">
            <a:spLocks noChangeArrowheads="1"/>
          </p:cNvSpPr>
          <p:nvPr/>
        </p:nvSpPr>
        <p:spPr bwMode="auto">
          <a:xfrm>
            <a:off x="10210520" y="1813020"/>
            <a:ext cx="707245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A–A</a:t>
            </a:r>
            <a:endParaRPr kumimoji="1" lang="en-US" altLang="zh-CN" sz="2000" b="1" i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AutoShape 74"/>
          <p:cNvSpPr>
            <a:spLocks noChangeArrowheads="1"/>
          </p:cNvSpPr>
          <p:nvPr/>
        </p:nvSpPr>
        <p:spPr bwMode="auto">
          <a:xfrm flipH="1" flipV="1">
            <a:off x="4899149" y="3645024"/>
            <a:ext cx="1941512" cy="792163"/>
          </a:xfrm>
          <a:prstGeom prst="wedgeRectCallout">
            <a:avLst>
              <a:gd name="adj1" fmla="val -65541"/>
              <a:gd name="adj2" fmla="val -36977"/>
            </a:avLst>
          </a:prstGeom>
          <a:solidFill>
            <a:schemeClr val="accent5">
              <a:lumMod val="40000"/>
              <a:lumOff val="60000"/>
              <a:alpha val="50195"/>
            </a:schemeClr>
          </a:solidFill>
          <a:ln w="9525">
            <a:noFill/>
            <a:miter lim="800000"/>
            <a:tailEnd type="none" w="sm" len="lg"/>
          </a:ln>
        </p:spPr>
        <p:txBody>
          <a:bodyPr rot="10800000" wrap="none" anchor="ctr"/>
          <a:lstStyle/>
          <a:p>
            <a:pPr algn="ctr"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避免产生不完</a:t>
            </a:r>
            <a:endParaRPr lang="zh-CN" altLang="en-US" sz="20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整结构要素</a:t>
            </a:r>
            <a:endParaRPr lang="zh-CN" altLang="en-US" sz="20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Line 75"/>
          <p:cNvSpPr>
            <a:spLocks noChangeShapeType="1"/>
          </p:cNvSpPr>
          <p:nvPr/>
        </p:nvSpPr>
        <p:spPr bwMode="auto">
          <a:xfrm>
            <a:off x="8199561" y="1968624"/>
            <a:ext cx="2571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Line 76"/>
          <p:cNvSpPr>
            <a:spLocks noChangeShapeType="1"/>
          </p:cNvSpPr>
          <p:nvPr/>
        </p:nvSpPr>
        <p:spPr bwMode="auto">
          <a:xfrm rot="2700000">
            <a:off x="7143080" y="4572918"/>
            <a:ext cx="2571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3" name="Group 77"/>
          <p:cNvGrpSpPr/>
          <p:nvPr/>
        </p:nvGrpSpPr>
        <p:grpSpPr bwMode="auto">
          <a:xfrm>
            <a:off x="7170861" y="1971799"/>
            <a:ext cx="1036638" cy="2479675"/>
            <a:chOff x="1069" y="724"/>
            <a:chExt cx="653" cy="1562"/>
          </a:xfrm>
        </p:grpSpPr>
        <p:sp>
          <p:nvSpPr>
            <p:cNvPr id="74" name="Line 78"/>
            <p:cNvSpPr>
              <a:spLocks noChangeShapeType="1"/>
            </p:cNvSpPr>
            <p:nvPr/>
          </p:nvSpPr>
          <p:spPr bwMode="auto">
            <a:xfrm flipV="1">
              <a:off x="1722" y="724"/>
              <a:ext cx="0" cy="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Line 79"/>
            <p:cNvSpPr>
              <a:spLocks noChangeShapeType="1"/>
            </p:cNvSpPr>
            <p:nvPr/>
          </p:nvSpPr>
          <p:spPr bwMode="auto">
            <a:xfrm rot="2700000">
              <a:off x="1102" y="2252"/>
              <a:ext cx="1" cy="6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Freeform 80"/>
            <p:cNvSpPr/>
            <p:nvPr/>
          </p:nvSpPr>
          <p:spPr bwMode="auto">
            <a:xfrm>
              <a:off x="1683" y="1614"/>
              <a:ext cx="39" cy="96"/>
            </a:xfrm>
            <a:custGeom>
              <a:avLst/>
              <a:gdLst>
                <a:gd name="T0" fmla="*/ 39 w 39"/>
                <a:gd name="T1" fmla="*/ 0 h 96"/>
                <a:gd name="T2" fmla="*/ 39 w 39"/>
                <a:gd name="T3" fmla="*/ 57 h 96"/>
                <a:gd name="T4" fmla="*/ 0 w 39"/>
                <a:gd name="T5" fmla="*/ 96 h 96"/>
                <a:gd name="T6" fmla="*/ 0 60000 65536"/>
                <a:gd name="T7" fmla="*/ 0 60000 65536"/>
                <a:gd name="T8" fmla="*/ 0 60000 65536"/>
                <a:gd name="T9" fmla="*/ 0 w 39"/>
                <a:gd name="T10" fmla="*/ 0 h 96"/>
                <a:gd name="T11" fmla="*/ 39 w 39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" h="96">
                  <a:moveTo>
                    <a:pt x="39" y="0"/>
                  </a:moveTo>
                  <a:lnTo>
                    <a:pt x="39" y="57"/>
                  </a:lnTo>
                  <a:lnTo>
                    <a:pt x="0" y="96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7" name="Group 81"/>
          <p:cNvGrpSpPr/>
          <p:nvPr/>
        </p:nvGrpSpPr>
        <p:grpSpPr bwMode="auto">
          <a:xfrm>
            <a:off x="6853362" y="1762249"/>
            <a:ext cx="1379538" cy="2928936"/>
            <a:chOff x="869" y="592"/>
            <a:chExt cx="869" cy="1845"/>
          </a:xfrm>
        </p:grpSpPr>
        <p:sp>
          <p:nvSpPr>
            <p:cNvPr id="78" name="Text Box 82"/>
            <p:cNvSpPr txBox="1">
              <a:spLocks noChangeArrowheads="1"/>
            </p:cNvSpPr>
            <p:nvPr/>
          </p:nvSpPr>
          <p:spPr bwMode="auto">
            <a:xfrm>
              <a:off x="1501" y="592"/>
              <a:ext cx="237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0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Text Box 83"/>
            <p:cNvSpPr txBox="1">
              <a:spLocks noChangeArrowheads="1"/>
            </p:cNvSpPr>
            <p:nvPr/>
          </p:nvSpPr>
          <p:spPr bwMode="auto">
            <a:xfrm>
              <a:off x="869" y="2185"/>
              <a:ext cx="237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0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0" name="Line 85"/>
          <p:cNvSpPr>
            <a:spLocks noChangeShapeType="1"/>
          </p:cNvSpPr>
          <p:nvPr/>
        </p:nvSpPr>
        <p:spPr bwMode="auto">
          <a:xfrm>
            <a:off x="10536361" y="2975099"/>
            <a:ext cx="6826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Line 86"/>
          <p:cNvSpPr>
            <a:spLocks noChangeShapeType="1"/>
          </p:cNvSpPr>
          <p:nvPr/>
        </p:nvSpPr>
        <p:spPr bwMode="auto">
          <a:xfrm>
            <a:off x="10128374" y="3127499"/>
            <a:ext cx="10763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Line 87"/>
          <p:cNvSpPr>
            <a:spLocks noChangeShapeType="1"/>
          </p:cNvSpPr>
          <p:nvPr/>
        </p:nvSpPr>
        <p:spPr bwMode="auto">
          <a:xfrm>
            <a:off x="10131549" y="4276849"/>
            <a:ext cx="2889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Line 88"/>
          <p:cNvSpPr>
            <a:spLocks noChangeShapeType="1"/>
          </p:cNvSpPr>
          <p:nvPr/>
        </p:nvSpPr>
        <p:spPr bwMode="auto">
          <a:xfrm>
            <a:off x="10128374" y="4492749"/>
            <a:ext cx="2984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Line 89"/>
          <p:cNvSpPr>
            <a:spLocks noChangeShapeType="1"/>
          </p:cNvSpPr>
          <p:nvPr/>
        </p:nvSpPr>
        <p:spPr bwMode="auto">
          <a:xfrm>
            <a:off x="10410949" y="4607049"/>
            <a:ext cx="1397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Line 90"/>
          <p:cNvSpPr>
            <a:spLocks noChangeShapeType="1"/>
          </p:cNvSpPr>
          <p:nvPr/>
        </p:nvSpPr>
        <p:spPr bwMode="auto">
          <a:xfrm>
            <a:off x="10117261" y="4708649"/>
            <a:ext cx="43021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6861786" y="2134059"/>
            <a:ext cx="2717782" cy="2716032"/>
            <a:chOff x="6296188" y="1259068"/>
            <a:chExt cx="2717782" cy="2716032"/>
          </a:xfrm>
        </p:grpSpPr>
        <p:grpSp>
          <p:nvGrpSpPr>
            <p:cNvPr id="87" name="Group 91"/>
            <p:cNvGrpSpPr/>
            <p:nvPr/>
          </p:nvGrpSpPr>
          <p:grpSpPr bwMode="auto">
            <a:xfrm>
              <a:off x="6398888" y="1350809"/>
              <a:ext cx="2484437" cy="2484438"/>
              <a:chOff x="939" y="884"/>
              <a:chExt cx="1565" cy="1565"/>
            </a:xfrm>
          </p:grpSpPr>
          <p:sp>
            <p:nvSpPr>
              <p:cNvPr id="93" name="Oval 93"/>
              <p:cNvSpPr>
                <a:spLocks noChangeArrowheads="1"/>
              </p:cNvSpPr>
              <p:nvPr/>
            </p:nvSpPr>
            <p:spPr bwMode="auto">
              <a:xfrm>
                <a:off x="1170" y="1932"/>
                <a:ext cx="284" cy="284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Oval 94"/>
              <p:cNvSpPr>
                <a:spLocks noChangeArrowheads="1"/>
              </p:cNvSpPr>
              <p:nvPr/>
            </p:nvSpPr>
            <p:spPr bwMode="auto">
              <a:xfrm rot="5400000">
                <a:off x="1239" y="2005"/>
                <a:ext cx="141" cy="141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Oval 95"/>
              <p:cNvSpPr>
                <a:spLocks noChangeArrowheads="1"/>
              </p:cNvSpPr>
              <p:nvPr/>
            </p:nvSpPr>
            <p:spPr bwMode="auto">
              <a:xfrm>
                <a:off x="1618" y="2146"/>
                <a:ext cx="204" cy="204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Oval 98"/>
              <p:cNvSpPr>
                <a:spLocks noChangeArrowheads="1"/>
              </p:cNvSpPr>
              <p:nvPr/>
            </p:nvSpPr>
            <p:spPr bwMode="auto">
              <a:xfrm>
                <a:off x="939" y="884"/>
                <a:ext cx="1565" cy="1565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Oval 101"/>
              <p:cNvSpPr>
                <a:spLocks noChangeArrowheads="1"/>
              </p:cNvSpPr>
              <p:nvPr/>
            </p:nvSpPr>
            <p:spPr bwMode="auto">
              <a:xfrm>
                <a:off x="1410" y="1356"/>
                <a:ext cx="618" cy="61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Oval 102"/>
              <p:cNvSpPr>
                <a:spLocks noChangeArrowheads="1"/>
              </p:cNvSpPr>
              <p:nvPr/>
            </p:nvSpPr>
            <p:spPr bwMode="auto">
              <a:xfrm>
                <a:off x="1506" y="1452"/>
                <a:ext cx="426" cy="426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Oval 103"/>
              <p:cNvSpPr>
                <a:spLocks noChangeArrowheads="1"/>
              </p:cNvSpPr>
              <p:nvPr/>
            </p:nvSpPr>
            <p:spPr bwMode="auto">
              <a:xfrm>
                <a:off x="2064" y="1182"/>
                <a:ext cx="141" cy="141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Oval 104"/>
              <p:cNvSpPr>
                <a:spLocks noChangeArrowheads="1"/>
              </p:cNvSpPr>
              <p:nvPr/>
            </p:nvSpPr>
            <p:spPr bwMode="auto">
              <a:xfrm rot="-5400000">
                <a:off x="1237" y="1183"/>
                <a:ext cx="141" cy="141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Oval 105"/>
              <p:cNvSpPr>
                <a:spLocks noChangeArrowheads="1"/>
              </p:cNvSpPr>
              <p:nvPr/>
            </p:nvSpPr>
            <p:spPr bwMode="auto">
              <a:xfrm rot="5400000">
                <a:off x="2065" y="2007"/>
                <a:ext cx="141" cy="141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Oval 106"/>
              <p:cNvSpPr>
                <a:spLocks noChangeArrowheads="1"/>
              </p:cNvSpPr>
              <p:nvPr/>
            </p:nvSpPr>
            <p:spPr bwMode="auto">
              <a:xfrm>
                <a:off x="1618" y="990"/>
                <a:ext cx="204" cy="204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Oval 107"/>
              <p:cNvSpPr>
                <a:spLocks noChangeArrowheads="1"/>
              </p:cNvSpPr>
              <p:nvPr/>
            </p:nvSpPr>
            <p:spPr bwMode="auto">
              <a:xfrm>
                <a:off x="1990" y="1936"/>
                <a:ext cx="284" cy="284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Oval 108"/>
              <p:cNvSpPr>
                <a:spLocks noChangeArrowheads="1"/>
              </p:cNvSpPr>
              <p:nvPr/>
            </p:nvSpPr>
            <p:spPr bwMode="auto">
              <a:xfrm>
                <a:off x="1162" y="1110"/>
                <a:ext cx="284" cy="284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Oval 109"/>
              <p:cNvSpPr>
                <a:spLocks noChangeArrowheads="1"/>
              </p:cNvSpPr>
              <p:nvPr/>
            </p:nvSpPr>
            <p:spPr bwMode="auto">
              <a:xfrm>
                <a:off x="1990" y="1116"/>
                <a:ext cx="284" cy="284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88" name="图片 87"/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2815" y="1630130"/>
              <a:ext cx="1932532" cy="1932532"/>
            </a:xfrm>
            <a:prstGeom prst="rect">
              <a:avLst/>
            </a:prstGeom>
          </p:spPr>
        </p:pic>
        <p:pic>
          <p:nvPicPr>
            <p:cNvPr id="89" name="图片 8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095" t="-3455" r="41046" b="-7353"/>
            <a:stretch>
              <a:fillRect/>
            </a:stretch>
          </p:blipFill>
          <p:spPr>
            <a:xfrm rot="5400000">
              <a:off x="6299200" y="2432050"/>
              <a:ext cx="2711450" cy="374650"/>
            </a:xfrm>
            <a:prstGeom prst="rect">
              <a:avLst/>
            </a:prstGeom>
          </p:spPr>
        </p:pic>
        <p:pic>
          <p:nvPicPr>
            <p:cNvPr id="90" name="图片 89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095" t="-3455" r="41046" b="-7353"/>
            <a:stretch>
              <a:fillRect/>
            </a:stretch>
          </p:blipFill>
          <p:spPr>
            <a:xfrm rot="10800000">
              <a:off x="6302520" y="2425391"/>
              <a:ext cx="2711450" cy="374650"/>
            </a:xfrm>
            <a:prstGeom prst="rect">
              <a:avLst/>
            </a:prstGeom>
          </p:spPr>
        </p:pic>
        <p:pic>
          <p:nvPicPr>
            <p:cNvPr id="91" name="图片 90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095" t="-3455" r="41046" b="-7353"/>
            <a:stretch>
              <a:fillRect/>
            </a:stretch>
          </p:blipFill>
          <p:spPr>
            <a:xfrm rot="8100000">
              <a:off x="6296188" y="2408417"/>
              <a:ext cx="2711450" cy="374650"/>
            </a:xfrm>
            <a:prstGeom prst="rect">
              <a:avLst/>
            </a:prstGeom>
          </p:spPr>
        </p:pic>
        <p:pic>
          <p:nvPicPr>
            <p:cNvPr id="92" name="图片 91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095" t="-3455" r="41046" b="-7353"/>
            <a:stretch>
              <a:fillRect/>
            </a:stretch>
          </p:blipFill>
          <p:spPr>
            <a:xfrm rot="13500000">
              <a:off x="6283488" y="2427468"/>
              <a:ext cx="2711450" cy="374650"/>
            </a:xfrm>
            <a:prstGeom prst="rect">
              <a:avLst/>
            </a:prstGeom>
          </p:spPr>
        </p:pic>
      </p:grpSp>
      <p:grpSp>
        <p:nvGrpSpPr>
          <p:cNvPr id="106" name="Group 110"/>
          <p:cNvGrpSpPr/>
          <p:nvPr/>
        </p:nvGrpSpPr>
        <p:grpSpPr bwMode="auto">
          <a:xfrm>
            <a:off x="8104312" y="3392612"/>
            <a:ext cx="454025" cy="400050"/>
            <a:chOff x="2078" y="1611"/>
            <a:chExt cx="286" cy="252"/>
          </a:xfrm>
        </p:grpSpPr>
        <p:sp>
          <p:nvSpPr>
            <p:cNvPr id="107" name="Rectangle 111"/>
            <p:cNvSpPr>
              <a:spLocks noChangeArrowheads="1"/>
            </p:cNvSpPr>
            <p:nvPr/>
          </p:nvSpPr>
          <p:spPr bwMode="auto">
            <a:xfrm>
              <a:off x="2161" y="1676"/>
              <a:ext cx="126" cy="1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Text Box 112"/>
            <p:cNvSpPr txBox="1">
              <a:spLocks noChangeArrowheads="1"/>
            </p:cNvSpPr>
            <p:nvPr/>
          </p:nvSpPr>
          <p:spPr bwMode="auto">
            <a:xfrm>
              <a:off x="2078" y="1611"/>
              <a:ext cx="286" cy="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 i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 </a:t>
              </a:r>
              <a:endParaRPr lang="en-US" altLang="zh-CN" sz="2000" b="1" i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9" name="Line 113"/>
          <p:cNvSpPr>
            <a:spLocks noChangeShapeType="1"/>
          </p:cNvSpPr>
          <p:nvPr/>
        </p:nvSpPr>
        <p:spPr bwMode="auto">
          <a:xfrm>
            <a:off x="10547474" y="2219449"/>
            <a:ext cx="0" cy="762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Line 114"/>
          <p:cNvSpPr>
            <a:spLocks noChangeShapeType="1"/>
          </p:cNvSpPr>
          <p:nvPr/>
        </p:nvSpPr>
        <p:spPr bwMode="auto">
          <a:xfrm>
            <a:off x="10414124" y="4146674"/>
            <a:ext cx="0" cy="4572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Line 115"/>
          <p:cNvSpPr>
            <a:spLocks noChangeShapeType="1"/>
          </p:cNvSpPr>
          <p:nvPr/>
        </p:nvSpPr>
        <p:spPr bwMode="auto">
          <a:xfrm>
            <a:off x="11207874" y="2975099"/>
            <a:ext cx="0" cy="9842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Line 116"/>
          <p:cNvSpPr>
            <a:spLocks noChangeShapeType="1"/>
          </p:cNvSpPr>
          <p:nvPr/>
        </p:nvSpPr>
        <p:spPr bwMode="auto">
          <a:xfrm>
            <a:off x="10122024" y="3806949"/>
            <a:ext cx="10858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Line 117"/>
          <p:cNvSpPr>
            <a:spLocks noChangeShapeType="1"/>
          </p:cNvSpPr>
          <p:nvPr/>
        </p:nvSpPr>
        <p:spPr bwMode="auto">
          <a:xfrm>
            <a:off x="10539536" y="3957762"/>
            <a:ext cx="67786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Line 118"/>
          <p:cNvSpPr>
            <a:spLocks noChangeShapeType="1"/>
          </p:cNvSpPr>
          <p:nvPr/>
        </p:nvSpPr>
        <p:spPr bwMode="auto">
          <a:xfrm>
            <a:off x="10114086" y="2219449"/>
            <a:ext cx="4381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Line 119"/>
          <p:cNvSpPr>
            <a:spLocks noChangeShapeType="1"/>
          </p:cNvSpPr>
          <p:nvPr/>
        </p:nvSpPr>
        <p:spPr bwMode="auto">
          <a:xfrm>
            <a:off x="10128374" y="2390899"/>
            <a:ext cx="4191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Line 120"/>
          <p:cNvSpPr>
            <a:spLocks noChangeShapeType="1"/>
          </p:cNvSpPr>
          <p:nvPr/>
        </p:nvSpPr>
        <p:spPr bwMode="auto">
          <a:xfrm>
            <a:off x="10128374" y="2721099"/>
            <a:ext cx="4191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Line 121"/>
          <p:cNvSpPr>
            <a:spLocks noChangeShapeType="1"/>
          </p:cNvSpPr>
          <p:nvPr/>
        </p:nvSpPr>
        <p:spPr bwMode="auto">
          <a:xfrm>
            <a:off x="10122024" y="2219449"/>
            <a:ext cx="0" cy="24892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Line 122"/>
          <p:cNvSpPr>
            <a:spLocks noChangeShapeType="1"/>
          </p:cNvSpPr>
          <p:nvPr/>
        </p:nvSpPr>
        <p:spPr bwMode="auto">
          <a:xfrm>
            <a:off x="10414124" y="4156199"/>
            <a:ext cx="1333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Line 123"/>
          <p:cNvSpPr>
            <a:spLocks noChangeShapeType="1"/>
          </p:cNvSpPr>
          <p:nvPr/>
        </p:nvSpPr>
        <p:spPr bwMode="auto">
          <a:xfrm>
            <a:off x="10542711" y="3945062"/>
            <a:ext cx="0" cy="7683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0" name="Group 124"/>
          <p:cNvGrpSpPr/>
          <p:nvPr/>
        </p:nvGrpSpPr>
        <p:grpSpPr bwMode="auto">
          <a:xfrm>
            <a:off x="10126786" y="2217862"/>
            <a:ext cx="1085850" cy="2486025"/>
            <a:chOff x="3353" y="879"/>
            <a:chExt cx="684" cy="1566"/>
          </a:xfrm>
        </p:grpSpPr>
        <p:sp>
          <p:nvSpPr>
            <p:cNvPr id="121" name="Line 125"/>
            <p:cNvSpPr>
              <a:spLocks noChangeShapeType="1"/>
            </p:cNvSpPr>
            <p:nvPr/>
          </p:nvSpPr>
          <p:spPr bwMode="auto">
            <a:xfrm flipV="1">
              <a:off x="3376" y="879"/>
              <a:ext cx="109" cy="10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126"/>
            <p:cNvSpPr>
              <a:spLocks noChangeShapeType="1"/>
            </p:cNvSpPr>
            <p:nvPr/>
          </p:nvSpPr>
          <p:spPr bwMode="auto">
            <a:xfrm flipV="1">
              <a:off x="3501" y="880"/>
              <a:ext cx="104" cy="10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Line 127"/>
            <p:cNvSpPr>
              <a:spLocks noChangeShapeType="1"/>
            </p:cNvSpPr>
            <p:nvPr/>
          </p:nvSpPr>
          <p:spPr bwMode="auto">
            <a:xfrm flipV="1">
              <a:off x="3353" y="1196"/>
              <a:ext cx="132" cy="1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Line 128"/>
            <p:cNvSpPr>
              <a:spLocks noChangeShapeType="1"/>
            </p:cNvSpPr>
            <p:nvPr/>
          </p:nvSpPr>
          <p:spPr bwMode="auto">
            <a:xfrm flipV="1">
              <a:off x="3357" y="1196"/>
              <a:ext cx="248" cy="2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Line 129"/>
            <p:cNvSpPr>
              <a:spLocks noChangeShapeType="1"/>
            </p:cNvSpPr>
            <p:nvPr/>
          </p:nvSpPr>
          <p:spPr bwMode="auto">
            <a:xfrm flipV="1">
              <a:off x="3476" y="1305"/>
              <a:ext cx="140" cy="1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Line 130"/>
            <p:cNvSpPr>
              <a:spLocks noChangeShapeType="1"/>
            </p:cNvSpPr>
            <p:nvPr/>
          </p:nvSpPr>
          <p:spPr bwMode="auto">
            <a:xfrm flipV="1">
              <a:off x="3593" y="1356"/>
              <a:ext cx="92" cy="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Line 131"/>
            <p:cNvSpPr>
              <a:spLocks noChangeShapeType="1"/>
            </p:cNvSpPr>
            <p:nvPr/>
          </p:nvSpPr>
          <p:spPr bwMode="auto">
            <a:xfrm flipV="1">
              <a:off x="3713" y="1356"/>
              <a:ext cx="96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Line 132"/>
            <p:cNvSpPr>
              <a:spLocks noChangeShapeType="1"/>
            </p:cNvSpPr>
            <p:nvPr/>
          </p:nvSpPr>
          <p:spPr bwMode="auto">
            <a:xfrm flipV="1">
              <a:off x="3355" y="1882"/>
              <a:ext cx="56" cy="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Line 133"/>
            <p:cNvSpPr>
              <a:spLocks noChangeShapeType="1"/>
            </p:cNvSpPr>
            <p:nvPr/>
          </p:nvSpPr>
          <p:spPr bwMode="auto">
            <a:xfrm flipV="1">
              <a:off x="3841" y="1352"/>
              <a:ext cx="96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Line 134"/>
            <p:cNvSpPr>
              <a:spLocks noChangeShapeType="1"/>
            </p:cNvSpPr>
            <p:nvPr/>
          </p:nvSpPr>
          <p:spPr bwMode="auto">
            <a:xfrm flipV="1">
              <a:off x="3353" y="1879"/>
              <a:ext cx="181" cy="18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Line 135"/>
            <p:cNvSpPr>
              <a:spLocks noChangeShapeType="1"/>
            </p:cNvSpPr>
            <p:nvPr/>
          </p:nvSpPr>
          <p:spPr bwMode="auto">
            <a:xfrm flipV="1">
              <a:off x="3961" y="1372"/>
              <a:ext cx="76" cy="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Line 136"/>
            <p:cNvSpPr>
              <a:spLocks noChangeShapeType="1"/>
            </p:cNvSpPr>
            <p:nvPr/>
          </p:nvSpPr>
          <p:spPr bwMode="auto">
            <a:xfrm flipV="1">
              <a:off x="3360" y="1878"/>
              <a:ext cx="294" cy="29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137"/>
            <p:cNvSpPr>
              <a:spLocks noChangeShapeType="1"/>
            </p:cNvSpPr>
            <p:nvPr/>
          </p:nvSpPr>
          <p:spPr bwMode="auto">
            <a:xfrm flipV="1">
              <a:off x="3477" y="2028"/>
              <a:ext cx="144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138"/>
            <p:cNvSpPr>
              <a:spLocks noChangeShapeType="1"/>
            </p:cNvSpPr>
            <p:nvPr/>
          </p:nvSpPr>
          <p:spPr bwMode="auto">
            <a:xfrm flipV="1">
              <a:off x="3681" y="1884"/>
              <a:ext cx="84" cy="8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139"/>
            <p:cNvSpPr>
              <a:spLocks noChangeShapeType="1"/>
            </p:cNvSpPr>
            <p:nvPr/>
          </p:nvSpPr>
          <p:spPr bwMode="auto">
            <a:xfrm flipV="1">
              <a:off x="3354" y="2313"/>
              <a:ext cx="102" cy="1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140"/>
            <p:cNvSpPr>
              <a:spLocks noChangeShapeType="1"/>
            </p:cNvSpPr>
            <p:nvPr/>
          </p:nvSpPr>
          <p:spPr bwMode="auto">
            <a:xfrm flipV="1">
              <a:off x="3798" y="1881"/>
              <a:ext cx="87" cy="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141"/>
            <p:cNvSpPr>
              <a:spLocks noChangeShapeType="1"/>
            </p:cNvSpPr>
            <p:nvPr/>
          </p:nvSpPr>
          <p:spPr bwMode="auto">
            <a:xfrm flipV="1">
              <a:off x="3441" y="2352"/>
              <a:ext cx="93" cy="9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142"/>
            <p:cNvSpPr>
              <a:spLocks noChangeShapeType="1"/>
            </p:cNvSpPr>
            <p:nvPr/>
          </p:nvSpPr>
          <p:spPr bwMode="auto">
            <a:xfrm flipV="1">
              <a:off x="3918" y="1878"/>
              <a:ext cx="90" cy="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143"/>
            <p:cNvSpPr>
              <a:spLocks noChangeShapeType="1"/>
            </p:cNvSpPr>
            <p:nvPr/>
          </p:nvSpPr>
          <p:spPr bwMode="auto">
            <a:xfrm flipV="1">
              <a:off x="3555" y="2388"/>
              <a:ext cx="57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0" name="AutoShape 144"/>
          <p:cNvSpPr>
            <a:spLocks noChangeArrowheads="1"/>
          </p:cNvSpPr>
          <p:nvPr/>
        </p:nvSpPr>
        <p:spPr bwMode="auto">
          <a:xfrm>
            <a:off x="9682286" y="5003576"/>
            <a:ext cx="2251075" cy="439737"/>
          </a:xfrm>
          <a:prstGeom prst="wedgeRectCallout">
            <a:avLst>
              <a:gd name="adj1" fmla="val 3412"/>
              <a:gd name="adj2" fmla="val -394523"/>
            </a:avLst>
          </a:prstGeom>
          <a:solidFill>
            <a:schemeClr val="accent5">
              <a:lumMod val="40000"/>
              <a:lumOff val="60000"/>
              <a:alpha val="50195"/>
            </a:schemeClr>
          </a:solidFill>
          <a:ln w="9525">
            <a:noFill/>
            <a:miter lim="800000"/>
            <a:tailEnd type="none" w="sm" len="lg"/>
          </a:ln>
        </p:spPr>
        <p:txBody>
          <a:bodyPr wrap="none" anchor="ctr"/>
          <a:lstStyle/>
          <a:p>
            <a:pPr>
              <a:defRPr/>
            </a:pPr>
            <a:r>
              <a:rPr lang="zh-CN" altLang="en-US" sz="2000" kern="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此处绝对无粗线！</a:t>
            </a:r>
            <a:endParaRPr lang="zh-CN" altLang="en-US" sz="2000" kern="0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Line 145"/>
          <p:cNvSpPr>
            <a:spLocks noChangeShapeType="1"/>
          </p:cNvSpPr>
          <p:nvPr/>
        </p:nvSpPr>
        <p:spPr bwMode="auto">
          <a:xfrm flipH="1">
            <a:off x="7212136" y="3470399"/>
            <a:ext cx="985838" cy="8477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Line 146"/>
          <p:cNvSpPr>
            <a:spLocks noChangeShapeType="1"/>
          </p:cNvSpPr>
          <p:nvPr/>
        </p:nvSpPr>
        <p:spPr bwMode="auto">
          <a:xfrm flipH="1">
            <a:off x="7116886" y="4318124"/>
            <a:ext cx="100013" cy="85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3" name="Group 149"/>
          <p:cNvGrpSpPr/>
          <p:nvPr/>
        </p:nvGrpSpPr>
        <p:grpSpPr bwMode="auto">
          <a:xfrm>
            <a:off x="7329611" y="3470399"/>
            <a:ext cx="877888" cy="874713"/>
            <a:chOff x="1598" y="1668"/>
            <a:chExt cx="553" cy="551"/>
          </a:xfrm>
        </p:grpSpPr>
        <p:sp>
          <p:nvSpPr>
            <p:cNvPr id="144" name="Line 150"/>
            <p:cNvSpPr>
              <a:spLocks noChangeShapeType="1"/>
            </p:cNvSpPr>
            <p:nvPr/>
          </p:nvSpPr>
          <p:spPr bwMode="auto">
            <a:xfrm flipH="1">
              <a:off x="1792" y="1668"/>
              <a:ext cx="359" cy="35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Line 151"/>
            <p:cNvSpPr>
              <a:spLocks noChangeShapeType="1"/>
            </p:cNvSpPr>
            <p:nvPr/>
          </p:nvSpPr>
          <p:spPr bwMode="auto">
            <a:xfrm flipH="1">
              <a:off x="1598" y="2129"/>
              <a:ext cx="91" cy="9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6" name="Text Box 71"/>
          <p:cNvSpPr txBox="1">
            <a:spLocks noChangeArrowheads="1"/>
          </p:cNvSpPr>
          <p:nvPr/>
        </p:nvSpPr>
        <p:spPr bwMode="auto">
          <a:xfrm>
            <a:off x="658760" y="2642165"/>
            <a:ext cx="3948289" cy="30469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适用范围：</a:t>
            </a:r>
            <a:endParaRPr kumimoji="1" lang="zh-CN" altLang="en-US" sz="240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适用于具有回转中心的机件。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40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方法：</a:t>
            </a:r>
            <a:endParaRPr kumimoji="1" lang="zh-CN" altLang="en-US" sz="240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用几个相交的剖切平面将机件剖开，先将与倾斜剖切平面接触的结构要素及相关部分转正，再进行投影。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7" name="图片 146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5" t="14433" r="62917" b="-7353"/>
          <a:stretch>
            <a:fillRect/>
          </a:stretch>
        </p:blipFill>
        <p:spPr>
          <a:xfrm>
            <a:off x="9994737" y="3332441"/>
            <a:ext cx="1327761" cy="314170"/>
          </a:xfrm>
          <a:prstGeom prst="rect">
            <a:avLst/>
          </a:prstGeom>
        </p:spPr>
      </p:pic>
      <p:pic>
        <p:nvPicPr>
          <p:cNvPr id="148" name="图片 14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15" t="27602" r="71850" b="21688"/>
          <a:stretch>
            <a:fillRect/>
          </a:stretch>
        </p:blipFill>
        <p:spPr>
          <a:xfrm>
            <a:off x="10046148" y="2456141"/>
            <a:ext cx="584200" cy="171450"/>
          </a:xfrm>
          <a:prstGeom prst="rect">
            <a:avLst/>
          </a:prstGeom>
        </p:spPr>
      </p:pic>
      <p:pic>
        <p:nvPicPr>
          <p:cNvPr id="149" name="图片 148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15" t="27602" r="71850" b="21688"/>
          <a:stretch>
            <a:fillRect/>
          </a:stretch>
        </p:blipFill>
        <p:spPr>
          <a:xfrm>
            <a:off x="10046148" y="4291138"/>
            <a:ext cx="584200" cy="171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0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2"/>
                                            </p:cond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500"/>
                            </p:stCondLst>
                            <p:childTnLst>
                              <p:par>
                                <p:cTn id="1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500"/>
                            </p:stCondLst>
                            <p:childTnLst>
                              <p:par>
                                <p:cTn id="1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000"/>
                            </p:stCondLst>
                            <p:childTnLst>
                              <p:par>
                                <p:cTn id="1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2500"/>
                            </p:stCondLst>
                            <p:childTnLst>
                              <p:par>
                                <p:cTn id="1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3500"/>
                            </p:stCondLst>
                            <p:childTnLst>
                              <p:par>
                                <p:cTn id="1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500"/>
                            </p:stCondLst>
                            <p:childTnLst>
                              <p:par>
                                <p:cTn id="2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34"/>
                                            </p:cond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500"/>
                            </p:stCondLst>
                            <p:childTnLst>
                              <p:par>
                                <p:cTn id="238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2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8" grpId="0" animBg="1"/>
      <p:bldP spid="69" grpId="0" autoUpdateAnimBg="0"/>
      <p:bldP spid="70" grpId="0" animBg="1" autoUpdateAnimBg="0"/>
      <p:bldP spid="140" grpId="0" bldLvl="0" animBg="1" autoUpdateAnimBg="0"/>
      <p:bldP spid="146" grpId="0" autoUpdateAnimBg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剖视图种类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47"/>
          <p:cNvSpPr txBox="1">
            <a:spLocks noChangeArrowheads="1"/>
          </p:cNvSpPr>
          <p:nvPr/>
        </p:nvSpPr>
        <p:spPr bwMode="auto">
          <a:xfrm>
            <a:off x="479376" y="1831614"/>
            <a:ext cx="4705134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几个相交的剖切平面：旋转剖</a:t>
            </a:r>
            <a:endParaRPr lang="zh-CN" altLang="en-US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4241" y="2424484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应注意的问题</a:t>
            </a:r>
            <a:endParaRPr lang="zh-HK" altLang="en-US" sz="2400" dirty="0">
              <a:solidFill>
                <a:srgbClr val="7E529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695400" y="2974077"/>
            <a:ext cx="3518867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应按“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先剖切后旋转</a:t>
            </a: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”的方法绘制剖视图。</a:t>
            </a:r>
            <a:endParaRPr kumimoji="1" lang="zh-CN" altLang="en-US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Group 85"/>
          <p:cNvGrpSpPr/>
          <p:nvPr/>
        </p:nvGrpSpPr>
        <p:grpSpPr bwMode="auto">
          <a:xfrm>
            <a:off x="9189077" y="2701205"/>
            <a:ext cx="1771650" cy="2435226"/>
            <a:chOff x="3678" y="1066"/>
            <a:chExt cx="1116" cy="1534"/>
          </a:xfrm>
        </p:grpSpPr>
        <p:sp>
          <p:nvSpPr>
            <p:cNvPr id="7" name="Rectangle 86"/>
            <p:cNvSpPr>
              <a:spLocks noChangeArrowheads="1"/>
            </p:cNvSpPr>
            <p:nvPr/>
          </p:nvSpPr>
          <p:spPr bwMode="auto">
            <a:xfrm>
              <a:off x="3985" y="2367"/>
              <a:ext cx="445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zh-CN" sz="2400" b="1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b="1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正确</a:t>
              </a:r>
              <a:endParaRPr lang="zh-CN" altLang="en-US" sz="2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87"/>
            <p:cNvSpPr/>
            <p:nvPr/>
          </p:nvSpPr>
          <p:spPr bwMode="auto">
            <a:xfrm>
              <a:off x="3780" y="1268"/>
              <a:ext cx="1" cy="1005"/>
            </a:xfrm>
            <a:custGeom>
              <a:avLst/>
              <a:gdLst>
                <a:gd name="T0" fmla="*/ 0 w 1"/>
                <a:gd name="T1" fmla="*/ 0 h 3016"/>
                <a:gd name="T2" fmla="*/ 0 w 1"/>
                <a:gd name="T3" fmla="*/ 3016 h 3016"/>
                <a:gd name="T4" fmla="*/ 1 w 1"/>
                <a:gd name="T5" fmla="*/ 3016 h 3016"/>
                <a:gd name="T6" fmla="*/ 0 60000 65536"/>
                <a:gd name="T7" fmla="*/ 0 60000 65536"/>
                <a:gd name="T8" fmla="*/ 0 60000 65536"/>
                <a:gd name="T9" fmla="*/ 0 w 1"/>
                <a:gd name="T10" fmla="*/ 0 h 3016"/>
                <a:gd name="T11" fmla="*/ 1 w 1"/>
                <a:gd name="T12" fmla="*/ 3016 h 30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016">
                  <a:moveTo>
                    <a:pt x="0" y="0"/>
                  </a:moveTo>
                  <a:lnTo>
                    <a:pt x="0" y="3016"/>
                  </a:lnTo>
                  <a:lnTo>
                    <a:pt x="1" y="3016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9" name="Freeform 88"/>
            <p:cNvSpPr/>
            <p:nvPr/>
          </p:nvSpPr>
          <p:spPr bwMode="auto">
            <a:xfrm>
              <a:off x="3780" y="1268"/>
              <a:ext cx="126" cy="1"/>
            </a:xfrm>
            <a:custGeom>
              <a:avLst/>
              <a:gdLst>
                <a:gd name="T0" fmla="*/ 0 w 379"/>
                <a:gd name="T1" fmla="*/ 0 h 1"/>
                <a:gd name="T2" fmla="*/ 377 w 379"/>
                <a:gd name="T3" fmla="*/ 0 h 1"/>
                <a:gd name="T4" fmla="*/ 379 w 379"/>
                <a:gd name="T5" fmla="*/ 0 h 1"/>
                <a:gd name="T6" fmla="*/ 0 60000 65536"/>
                <a:gd name="T7" fmla="*/ 0 60000 65536"/>
                <a:gd name="T8" fmla="*/ 0 60000 65536"/>
                <a:gd name="T9" fmla="*/ 0 w 379"/>
                <a:gd name="T10" fmla="*/ 0 h 1"/>
                <a:gd name="T11" fmla="*/ 379 w 37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9" h="1">
                  <a:moveTo>
                    <a:pt x="0" y="0"/>
                  </a:moveTo>
                  <a:lnTo>
                    <a:pt x="377" y="0"/>
                  </a:lnTo>
                  <a:lnTo>
                    <a:pt x="379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0" name="Freeform 89"/>
            <p:cNvSpPr/>
            <p:nvPr/>
          </p:nvSpPr>
          <p:spPr bwMode="auto">
            <a:xfrm>
              <a:off x="3906" y="1262"/>
              <a:ext cx="2" cy="136"/>
            </a:xfrm>
            <a:custGeom>
              <a:avLst/>
              <a:gdLst>
                <a:gd name="T0" fmla="*/ 0 w 2"/>
                <a:gd name="T1" fmla="*/ 0 h 136"/>
                <a:gd name="T2" fmla="*/ 2 w 2"/>
                <a:gd name="T3" fmla="*/ 136 h 136"/>
                <a:gd name="T4" fmla="*/ 1 w 2"/>
                <a:gd name="T5" fmla="*/ 107 h 136"/>
                <a:gd name="T6" fmla="*/ 0 60000 65536"/>
                <a:gd name="T7" fmla="*/ 0 60000 65536"/>
                <a:gd name="T8" fmla="*/ 0 60000 65536"/>
                <a:gd name="T9" fmla="*/ 0 w 2"/>
                <a:gd name="T10" fmla="*/ 0 h 136"/>
                <a:gd name="T11" fmla="*/ 2 w 2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136">
                  <a:moveTo>
                    <a:pt x="0" y="0"/>
                  </a:moveTo>
                  <a:lnTo>
                    <a:pt x="2" y="136"/>
                  </a:lnTo>
                  <a:lnTo>
                    <a:pt x="1" y="107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1" name="Freeform 90"/>
            <p:cNvSpPr/>
            <p:nvPr/>
          </p:nvSpPr>
          <p:spPr bwMode="auto">
            <a:xfrm>
              <a:off x="3902" y="1397"/>
              <a:ext cx="790" cy="1"/>
            </a:xfrm>
            <a:custGeom>
              <a:avLst/>
              <a:gdLst>
                <a:gd name="T0" fmla="*/ 0 w 790"/>
                <a:gd name="T1" fmla="*/ 1 h 1"/>
                <a:gd name="T2" fmla="*/ 790 w 790"/>
                <a:gd name="T3" fmla="*/ 0 h 1"/>
                <a:gd name="T4" fmla="*/ 790 w 790"/>
                <a:gd name="T5" fmla="*/ 0 h 1"/>
                <a:gd name="T6" fmla="*/ 0 60000 65536"/>
                <a:gd name="T7" fmla="*/ 0 60000 65536"/>
                <a:gd name="T8" fmla="*/ 0 60000 65536"/>
                <a:gd name="T9" fmla="*/ 0 w 790"/>
                <a:gd name="T10" fmla="*/ 0 h 1"/>
                <a:gd name="T11" fmla="*/ 790 w 79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90" h="1">
                  <a:moveTo>
                    <a:pt x="0" y="1"/>
                  </a:moveTo>
                  <a:lnTo>
                    <a:pt x="79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2" name="Freeform 91"/>
            <p:cNvSpPr/>
            <p:nvPr/>
          </p:nvSpPr>
          <p:spPr bwMode="auto">
            <a:xfrm>
              <a:off x="3908" y="2004"/>
              <a:ext cx="276" cy="6"/>
            </a:xfrm>
            <a:custGeom>
              <a:avLst/>
              <a:gdLst>
                <a:gd name="T0" fmla="*/ 0 w 276"/>
                <a:gd name="T1" fmla="*/ 0 h 6"/>
                <a:gd name="T2" fmla="*/ 276 w 276"/>
                <a:gd name="T3" fmla="*/ 6 h 6"/>
                <a:gd name="T4" fmla="*/ 0 60000 65536"/>
                <a:gd name="T5" fmla="*/ 0 60000 65536"/>
                <a:gd name="T6" fmla="*/ 0 w 276"/>
                <a:gd name="T7" fmla="*/ 0 h 6"/>
                <a:gd name="T8" fmla="*/ 276 w 276"/>
                <a:gd name="T9" fmla="*/ 6 h 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6">
                  <a:moveTo>
                    <a:pt x="0" y="0"/>
                  </a:moveTo>
                  <a:lnTo>
                    <a:pt x="276" y="6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3" name="Freeform 92"/>
            <p:cNvSpPr/>
            <p:nvPr/>
          </p:nvSpPr>
          <p:spPr bwMode="auto">
            <a:xfrm>
              <a:off x="4332" y="1812"/>
              <a:ext cx="1" cy="194"/>
            </a:xfrm>
            <a:custGeom>
              <a:avLst/>
              <a:gdLst>
                <a:gd name="T0" fmla="*/ 0 w 1"/>
                <a:gd name="T1" fmla="*/ 0 h 582"/>
                <a:gd name="T2" fmla="*/ 0 w 1"/>
                <a:gd name="T3" fmla="*/ 582 h 582"/>
                <a:gd name="T4" fmla="*/ 1 w 1"/>
                <a:gd name="T5" fmla="*/ 582 h 582"/>
                <a:gd name="T6" fmla="*/ 0 60000 65536"/>
                <a:gd name="T7" fmla="*/ 0 60000 65536"/>
                <a:gd name="T8" fmla="*/ 0 60000 65536"/>
                <a:gd name="T9" fmla="*/ 0 w 1"/>
                <a:gd name="T10" fmla="*/ 0 h 582"/>
                <a:gd name="T11" fmla="*/ 1 w 1"/>
                <a:gd name="T12" fmla="*/ 582 h 5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2">
                  <a:moveTo>
                    <a:pt x="0" y="0"/>
                  </a:moveTo>
                  <a:lnTo>
                    <a:pt x="0" y="582"/>
                  </a:lnTo>
                  <a:lnTo>
                    <a:pt x="1" y="58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4" name="Freeform 93"/>
            <p:cNvSpPr/>
            <p:nvPr/>
          </p:nvSpPr>
          <p:spPr bwMode="auto">
            <a:xfrm>
              <a:off x="4267" y="1871"/>
              <a:ext cx="1" cy="307"/>
            </a:xfrm>
            <a:custGeom>
              <a:avLst/>
              <a:gdLst>
                <a:gd name="T0" fmla="*/ 0 w 1"/>
                <a:gd name="T1" fmla="*/ 0 h 919"/>
                <a:gd name="T2" fmla="*/ 0 w 1"/>
                <a:gd name="T3" fmla="*/ 919 h 919"/>
                <a:gd name="T4" fmla="*/ 1 w 1"/>
                <a:gd name="T5" fmla="*/ 919 h 919"/>
                <a:gd name="T6" fmla="*/ 0 60000 65536"/>
                <a:gd name="T7" fmla="*/ 0 60000 65536"/>
                <a:gd name="T8" fmla="*/ 0 60000 65536"/>
                <a:gd name="T9" fmla="*/ 0 w 1"/>
                <a:gd name="T10" fmla="*/ 0 h 919"/>
                <a:gd name="T11" fmla="*/ 1 w 1"/>
                <a:gd name="T12" fmla="*/ 919 h 9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919">
                  <a:moveTo>
                    <a:pt x="0" y="0"/>
                  </a:moveTo>
                  <a:lnTo>
                    <a:pt x="0" y="919"/>
                  </a:lnTo>
                  <a:lnTo>
                    <a:pt x="1" y="919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5" name="Freeform 94"/>
            <p:cNvSpPr/>
            <p:nvPr/>
          </p:nvSpPr>
          <p:spPr bwMode="auto">
            <a:xfrm>
              <a:off x="4396" y="1871"/>
              <a:ext cx="1" cy="307"/>
            </a:xfrm>
            <a:custGeom>
              <a:avLst/>
              <a:gdLst>
                <a:gd name="T0" fmla="*/ 0 w 1"/>
                <a:gd name="T1" fmla="*/ 0 h 919"/>
                <a:gd name="T2" fmla="*/ 0 w 1"/>
                <a:gd name="T3" fmla="*/ 919 h 919"/>
                <a:gd name="T4" fmla="*/ 1 w 1"/>
                <a:gd name="T5" fmla="*/ 919 h 919"/>
                <a:gd name="T6" fmla="*/ 0 60000 65536"/>
                <a:gd name="T7" fmla="*/ 0 60000 65536"/>
                <a:gd name="T8" fmla="*/ 0 60000 65536"/>
                <a:gd name="T9" fmla="*/ 0 w 1"/>
                <a:gd name="T10" fmla="*/ 0 h 919"/>
                <a:gd name="T11" fmla="*/ 1 w 1"/>
                <a:gd name="T12" fmla="*/ 919 h 9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919">
                  <a:moveTo>
                    <a:pt x="0" y="0"/>
                  </a:moveTo>
                  <a:lnTo>
                    <a:pt x="0" y="919"/>
                  </a:lnTo>
                  <a:lnTo>
                    <a:pt x="1" y="919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7" name="Freeform 95"/>
            <p:cNvSpPr/>
            <p:nvPr/>
          </p:nvSpPr>
          <p:spPr bwMode="auto">
            <a:xfrm>
              <a:off x="4483" y="2004"/>
              <a:ext cx="1" cy="102"/>
            </a:xfrm>
            <a:custGeom>
              <a:avLst/>
              <a:gdLst>
                <a:gd name="T0" fmla="*/ 1 w 1"/>
                <a:gd name="T1" fmla="*/ 0 h 102"/>
                <a:gd name="T2" fmla="*/ 1 w 1"/>
                <a:gd name="T3" fmla="*/ 102 h 102"/>
                <a:gd name="T4" fmla="*/ 0 w 1"/>
                <a:gd name="T5" fmla="*/ 66 h 102"/>
                <a:gd name="T6" fmla="*/ 0 60000 65536"/>
                <a:gd name="T7" fmla="*/ 0 60000 65536"/>
                <a:gd name="T8" fmla="*/ 0 60000 65536"/>
                <a:gd name="T9" fmla="*/ 0 w 1"/>
                <a:gd name="T10" fmla="*/ 0 h 102"/>
                <a:gd name="T11" fmla="*/ 1 w 1"/>
                <a:gd name="T12" fmla="*/ 102 h 1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02">
                  <a:moveTo>
                    <a:pt x="1" y="0"/>
                  </a:moveTo>
                  <a:lnTo>
                    <a:pt x="1" y="102"/>
                  </a:lnTo>
                  <a:lnTo>
                    <a:pt x="0" y="66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8" name="Freeform 96"/>
            <p:cNvSpPr/>
            <p:nvPr/>
          </p:nvSpPr>
          <p:spPr bwMode="auto">
            <a:xfrm>
              <a:off x="4064" y="2088"/>
              <a:ext cx="120" cy="4"/>
            </a:xfrm>
            <a:custGeom>
              <a:avLst/>
              <a:gdLst>
                <a:gd name="T0" fmla="*/ 0 w 120"/>
                <a:gd name="T1" fmla="*/ 0 h 4"/>
                <a:gd name="T2" fmla="*/ 120 w 120"/>
                <a:gd name="T3" fmla="*/ 4 h 4"/>
                <a:gd name="T4" fmla="*/ 120 w 120"/>
                <a:gd name="T5" fmla="*/ 4 h 4"/>
                <a:gd name="T6" fmla="*/ 0 60000 65536"/>
                <a:gd name="T7" fmla="*/ 0 60000 65536"/>
                <a:gd name="T8" fmla="*/ 0 60000 65536"/>
                <a:gd name="T9" fmla="*/ 0 w 120"/>
                <a:gd name="T10" fmla="*/ 0 h 4"/>
                <a:gd name="T11" fmla="*/ 120 w 120"/>
                <a:gd name="T12" fmla="*/ 4 h 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" h="4">
                  <a:moveTo>
                    <a:pt x="0" y="0"/>
                  </a:moveTo>
                  <a:lnTo>
                    <a:pt x="120" y="4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9" name="Freeform 97"/>
            <p:cNvSpPr/>
            <p:nvPr/>
          </p:nvSpPr>
          <p:spPr bwMode="auto">
            <a:xfrm>
              <a:off x="4063" y="2178"/>
              <a:ext cx="538" cy="1"/>
            </a:xfrm>
            <a:custGeom>
              <a:avLst/>
              <a:gdLst>
                <a:gd name="T0" fmla="*/ 0 w 1612"/>
                <a:gd name="T1" fmla="*/ 0 h 1"/>
                <a:gd name="T2" fmla="*/ 1611 w 1612"/>
                <a:gd name="T3" fmla="*/ 0 h 1"/>
                <a:gd name="T4" fmla="*/ 1612 w 1612"/>
                <a:gd name="T5" fmla="*/ 0 h 1"/>
                <a:gd name="T6" fmla="*/ 0 60000 65536"/>
                <a:gd name="T7" fmla="*/ 0 60000 65536"/>
                <a:gd name="T8" fmla="*/ 0 60000 65536"/>
                <a:gd name="T9" fmla="*/ 0 w 1612"/>
                <a:gd name="T10" fmla="*/ 0 h 1"/>
                <a:gd name="T11" fmla="*/ 1612 w 161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12" h="1">
                  <a:moveTo>
                    <a:pt x="0" y="0"/>
                  </a:moveTo>
                  <a:lnTo>
                    <a:pt x="1611" y="0"/>
                  </a:lnTo>
                  <a:lnTo>
                    <a:pt x="161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20" name="Freeform 98"/>
            <p:cNvSpPr/>
            <p:nvPr/>
          </p:nvSpPr>
          <p:spPr bwMode="auto">
            <a:xfrm>
              <a:off x="4600" y="2092"/>
              <a:ext cx="1" cy="86"/>
            </a:xfrm>
            <a:custGeom>
              <a:avLst/>
              <a:gdLst>
                <a:gd name="T0" fmla="*/ 0 w 1"/>
                <a:gd name="T1" fmla="*/ 0 h 257"/>
                <a:gd name="T2" fmla="*/ 0 w 1"/>
                <a:gd name="T3" fmla="*/ 257 h 257"/>
                <a:gd name="T4" fmla="*/ 1 w 1"/>
                <a:gd name="T5" fmla="*/ 257 h 257"/>
                <a:gd name="T6" fmla="*/ 0 60000 65536"/>
                <a:gd name="T7" fmla="*/ 0 60000 65536"/>
                <a:gd name="T8" fmla="*/ 0 60000 65536"/>
                <a:gd name="T9" fmla="*/ 0 w 1"/>
                <a:gd name="T10" fmla="*/ 0 h 257"/>
                <a:gd name="T11" fmla="*/ 1 w 1"/>
                <a:gd name="T12" fmla="*/ 257 h 2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57">
                  <a:moveTo>
                    <a:pt x="0" y="0"/>
                  </a:moveTo>
                  <a:lnTo>
                    <a:pt x="0" y="257"/>
                  </a:lnTo>
                  <a:lnTo>
                    <a:pt x="1" y="257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21" name="Freeform 99"/>
            <p:cNvSpPr/>
            <p:nvPr/>
          </p:nvSpPr>
          <p:spPr bwMode="auto">
            <a:xfrm>
              <a:off x="4063" y="2092"/>
              <a:ext cx="1" cy="86"/>
            </a:xfrm>
            <a:custGeom>
              <a:avLst/>
              <a:gdLst>
                <a:gd name="T0" fmla="*/ 0 w 1"/>
                <a:gd name="T1" fmla="*/ 0 h 257"/>
                <a:gd name="T2" fmla="*/ 0 w 1"/>
                <a:gd name="T3" fmla="*/ 257 h 257"/>
                <a:gd name="T4" fmla="*/ 1 w 1"/>
                <a:gd name="T5" fmla="*/ 257 h 257"/>
                <a:gd name="T6" fmla="*/ 0 60000 65536"/>
                <a:gd name="T7" fmla="*/ 0 60000 65536"/>
                <a:gd name="T8" fmla="*/ 0 60000 65536"/>
                <a:gd name="T9" fmla="*/ 0 w 1"/>
                <a:gd name="T10" fmla="*/ 0 h 257"/>
                <a:gd name="T11" fmla="*/ 1 w 1"/>
                <a:gd name="T12" fmla="*/ 257 h 2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57">
                  <a:moveTo>
                    <a:pt x="0" y="0"/>
                  </a:moveTo>
                  <a:lnTo>
                    <a:pt x="0" y="257"/>
                  </a:lnTo>
                  <a:lnTo>
                    <a:pt x="1" y="257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22" name="Freeform 100"/>
            <p:cNvSpPr/>
            <p:nvPr/>
          </p:nvSpPr>
          <p:spPr bwMode="auto">
            <a:xfrm>
              <a:off x="4184" y="2010"/>
              <a:ext cx="1" cy="84"/>
            </a:xfrm>
            <a:custGeom>
              <a:avLst/>
              <a:gdLst>
                <a:gd name="T0" fmla="*/ 0 w 1"/>
                <a:gd name="T1" fmla="*/ 0 h 84"/>
                <a:gd name="T2" fmla="*/ 0 w 1"/>
                <a:gd name="T3" fmla="*/ 84 h 84"/>
                <a:gd name="T4" fmla="*/ 0 60000 65536"/>
                <a:gd name="T5" fmla="*/ 0 60000 65536"/>
                <a:gd name="T6" fmla="*/ 0 w 1"/>
                <a:gd name="T7" fmla="*/ 0 h 84"/>
                <a:gd name="T8" fmla="*/ 1 w 1"/>
                <a:gd name="T9" fmla="*/ 84 h 8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84">
                  <a:moveTo>
                    <a:pt x="0" y="0"/>
                  </a:moveTo>
                  <a:lnTo>
                    <a:pt x="0" y="84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23" name="Freeform 101"/>
            <p:cNvSpPr/>
            <p:nvPr/>
          </p:nvSpPr>
          <p:spPr bwMode="auto">
            <a:xfrm>
              <a:off x="3780" y="2273"/>
              <a:ext cx="126" cy="1"/>
            </a:xfrm>
            <a:custGeom>
              <a:avLst/>
              <a:gdLst>
                <a:gd name="T0" fmla="*/ 377 w 377"/>
                <a:gd name="T1" fmla="*/ 0 h 1"/>
                <a:gd name="T2" fmla="*/ 0 w 377"/>
                <a:gd name="T3" fmla="*/ 0 h 1"/>
                <a:gd name="T4" fmla="*/ 1 w 377"/>
                <a:gd name="T5" fmla="*/ 0 h 1"/>
                <a:gd name="T6" fmla="*/ 0 60000 65536"/>
                <a:gd name="T7" fmla="*/ 0 60000 65536"/>
                <a:gd name="T8" fmla="*/ 0 60000 65536"/>
                <a:gd name="T9" fmla="*/ 0 w 377"/>
                <a:gd name="T10" fmla="*/ 0 h 1"/>
                <a:gd name="T11" fmla="*/ 377 w 37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7" h="1">
                  <a:moveTo>
                    <a:pt x="377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24" name="Freeform 102"/>
            <p:cNvSpPr/>
            <p:nvPr/>
          </p:nvSpPr>
          <p:spPr bwMode="auto">
            <a:xfrm>
              <a:off x="4692" y="1397"/>
              <a:ext cx="1" cy="604"/>
            </a:xfrm>
            <a:custGeom>
              <a:avLst/>
              <a:gdLst>
                <a:gd name="T0" fmla="*/ 0 w 1"/>
                <a:gd name="T1" fmla="*/ 0 h 1811"/>
                <a:gd name="T2" fmla="*/ 0 w 1"/>
                <a:gd name="T3" fmla="*/ 1811 h 1811"/>
                <a:gd name="T4" fmla="*/ 1 w 1"/>
                <a:gd name="T5" fmla="*/ 1811 h 1811"/>
                <a:gd name="T6" fmla="*/ 0 60000 65536"/>
                <a:gd name="T7" fmla="*/ 0 60000 65536"/>
                <a:gd name="T8" fmla="*/ 0 60000 65536"/>
                <a:gd name="T9" fmla="*/ 0 w 1"/>
                <a:gd name="T10" fmla="*/ 0 h 1811"/>
                <a:gd name="T11" fmla="*/ 1 w 1"/>
                <a:gd name="T12" fmla="*/ 1811 h 18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811">
                  <a:moveTo>
                    <a:pt x="0" y="0"/>
                  </a:moveTo>
                  <a:lnTo>
                    <a:pt x="0" y="1811"/>
                  </a:lnTo>
                  <a:lnTo>
                    <a:pt x="1" y="1811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25" name="Freeform 103"/>
            <p:cNvSpPr/>
            <p:nvPr/>
          </p:nvSpPr>
          <p:spPr bwMode="auto">
            <a:xfrm>
              <a:off x="3780" y="1526"/>
              <a:ext cx="912" cy="1"/>
            </a:xfrm>
            <a:custGeom>
              <a:avLst/>
              <a:gdLst>
                <a:gd name="T0" fmla="*/ 0 w 2737"/>
                <a:gd name="T1" fmla="*/ 0 h 1"/>
                <a:gd name="T2" fmla="*/ 2736 w 2737"/>
                <a:gd name="T3" fmla="*/ 0 h 1"/>
                <a:gd name="T4" fmla="*/ 2737 w 2737"/>
                <a:gd name="T5" fmla="*/ 0 h 1"/>
                <a:gd name="T6" fmla="*/ 0 60000 65536"/>
                <a:gd name="T7" fmla="*/ 0 60000 65536"/>
                <a:gd name="T8" fmla="*/ 0 60000 65536"/>
                <a:gd name="T9" fmla="*/ 0 w 2737"/>
                <a:gd name="T10" fmla="*/ 0 h 1"/>
                <a:gd name="T11" fmla="*/ 2737 w 273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7" h="1">
                  <a:moveTo>
                    <a:pt x="0" y="0"/>
                  </a:moveTo>
                  <a:lnTo>
                    <a:pt x="2736" y="0"/>
                  </a:lnTo>
                  <a:lnTo>
                    <a:pt x="2737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26" name="Freeform 104"/>
            <p:cNvSpPr/>
            <p:nvPr/>
          </p:nvSpPr>
          <p:spPr bwMode="auto">
            <a:xfrm>
              <a:off x="3780" y="1871"/>
              <a:ext cx="488" cy="1"/>
            </a:xfrm>
            <a:custGeom>
              <a:avLst/>
              <a:gdLst>
                <a:gd name="T0" fmla="*/ 0 w 1463"/>
                <a:gd name="T1" fmla="*/ 0 h 1"/>
                <a:gd name="T2" fmla="*/ 1462 w 1463"/>
                <a:gd name="T3" fmla="*/ 0 h 1"/>
                <a:gd name="T4" fmla="*/ 1463 w 1463"/>
                <a:gd name="T5" fmla="*/ 0 h 1"/>
                <a:gd name="T6" fmla="*/ 0 60000 65536"/>
                <a:gd name="T7" fmla="*/ 0 60000 65536"/>
                <a:gd name="T8" fmla="*/ 0 60000 65536"/>
                <a:gd name="T9" fmla="*/ 0 w 1463"/>
                <a:gd name="T10" fmla="*/ 0 h 1"/>
                <a:gd name="T11" fmla="*/ 1463 w 146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63" h="1">
                  <a:moveTo>
                    <a:pt x="0" y="0"/>
                  </a:moveTo>
                  <a:lnTo>
                    <a:pt x="1462" y="0"/>
                  </a:lnTo>
                  <a:lnTo>
                    <a:pt x="1463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27" name="Freeform 105"/>
            <p:cNvSpPr/>
            <p:nvPr/>
          </p:nvSpPr>
          <p:spPr bwMode="auto">
            <a:xfrm>
              <a:off x="3906" y="2004"/>
              <a:ext cx="2" cy="281"/>
            </a:xfrm>
            <a:custGeom>
              <a:avLst/>
              <a:gdLst>
                <a:gd name="T0" fmla="*/ 2 w 2"/>
                <a:gd name="T1" fmla="*/ 0 h 281"/>
                <a:gd name="T2" fmla="*/ 0 w 2"/>
                <a:gd name="T3" fmla="*/ 281 h 281"/>
                <a:gd name="T4" fmla="*/ 1 w 2"/>
                <a:gd name="T5" fmla="*/ 281 h 281"/>
                <a:gd name="T6" fmla="*/ 0 60000 65536"/>
                <a:gd name="T7" fmla="*/ 0 60000 65536"/>
                <a:gd name="T8" fmla="*/ 0 60000 65536"/>
                <a:gd name="T9" fmla="*/ 0 w 2"/>
                <a:gd name="T10" fmla="*/ 0 h 281"/>
                <a:gd name="T11" fmla="*/ 2 w 2"/>
                <a:gd name="T12" fmla="*/ 281 h 2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281">
                  <a:moveTo>
                    <a:pt x="2" y="0"/>
                  </a:moveTo>
                  <a:lnTo>
                    <a:pt x="0" y="281"/>
                  </a:lnTo>
                  <a:lnTo>
                    <a:pt x="1" y="281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28" name="Freeform 106"/>
            <p:cNvSpPr/>
            <p:nvPr/>
          </p:nvSpPr>
          <p:spPr bwMode="auto">
            <a:xfrm>
              <a:off x="4478" y="2001"/>
              <a:ext cx="220" cy="3"/>
            </a:xfrm>
            <a:custGeom>
              <a:avLst/>
              <a:gdLst>
                <a:gd name="T0" fmla="*/ 0 w 220"/>
                <a:gd name="T1" fmla="*/ 3 h 3"/>
                <a:gd name="T2" fmla="*/ 220 w 220"/>
                <a:gd name="T3" fmla="*/ 0 h 3"/>
                <a:gd name="T4" fmla="*/ 220 w 220"/>
                <a:gd name="T5" fmla="*/ 0 h 3"/>
                <a:gd name="T6" fmla="*/ 0 60000 65536"/>
                <a:gd name="T7" fmla="*/ 0 60000 65536"/>
                <a:gd name="T8" fmla="*/ 0 60000 65536"/>
                <a:gd name="T9" fmla="*/ 0 w 220"/>
                <a:gd name="T10" fmla="*/ 0 h 3"/>
                <a:gd name="T11" fmla="*/ 220 w 220"/>
                <a:gd name="T12" fmla="*/ 3 h 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3">
                  <a:moveTo>
                    <a:pt x="0" y="3"/>
                  </a:moveTo>
                  <a:lnTo>
                    <a:pt x="22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29" name="Freeform 107"/>
            <p:cNvSpPr/>
            <p:nvPr/>
          </p:nvSpPr>
          <p:spPr bwMode="auto">
            <a:xfrm>
              <a:off x="4498" y="2092"/>
              <a:ext cx="97" cy="1"/>
            </a:xfrm>
            <a:custGeom>
              <a:avLst/>
              <a:gdLst>
                <a:gd name="T0" fmla="*/ 0 w 290"/>
                <a:gd name="T1" fmla="*/ 0 h 1"/>
                <a:gd name="T2" fmla="*/ 289 w 290"/>
                <a:gd name="T3" fmla="*/ 0 h 1"/>
                <a:gd name="T4" fmla="*/ 290 w 290"/>
                <a:gd name="T5" fmla="*/ 0 h 1"/>
                <a:gd name="T6" fmla="*/ 0 60000 65536"/>
                <a:gd name="T7" fmla="*/ 0 60000 65536"/>
                <a:gd name="T8" fmla="*/ 0 60000 65536"/>
                <a:gd name="T9" fmla="*/ 0 w 290"/>
                <a:gd name="T10" fmla="*/ 0 h 1"/>
                <a:gd name="T11" fmla="*/ 290 w 29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0" h="1">
                  <a:moveTo>
                    <a:pt x="0" y="0"/>
                  </a:moveTo>
                  <a:lnTo>
                    <a:pt x="289" y="0"/>
                  </a:lnTo>
                  <a:lnTo>
                    <a:pt x="29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30" name="Freeform 108"/>
            <p:cNvSpPr/>
            <p:nvPr/>
          </p:nvSpPr>
          <p:spPr bwMode="auto">
            <a:xfrm>
              <a:off x="4396" y="1871"/>
              <a:ext cx="296" cy="1"/>
            </a:xfrm>
            <a:custGeom>
              <a:avLst/>
              <a:gdLst>
                <a:gd name="T0" fmla="*/ 0 w 888"/>
                <a:gd name="T1" fmla="*/ 0 h 1"/>
                <a:gd name="T2" fmla="*/ 887 w 888"/>
                <a:gd name="T3" fmla="*/ 0 h 1"/>
                <a:gd name="T4" fmla="*/ 888 w 888"/>
                <a:gd name="T5" fmla="*/ 0 h 1"/>
                <a:gd name="T6" fmla="*/ 0 60000 65536"/>
                <a:gd name="T7" fmla="*/ 0 60000 65536"/>
                <a:gd name="T8" fmla="*/ 0 60000 65536"/>
                <a:gd name="T9" fmla="*/ 0 w 888"/>
                <a:gd name="T10" fmla="*/ 0 h 1"/>
                <a:gd name="T11" fmla="*/ 888 w 88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88" h="1">
                  <a:moveTo>
                    <a:pt x="0" y="0"/>
                  </a:moveTo>
                  <a:lnTo>
                    <a:pt x="887" y="0"/>
                  </a:lnTo>
                  <a:lnTo>
                    <a:pt x="888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31" name="Freeform 109"/>
            <p:cNvSpPr/>
            <p:nvPr/>
          </p:nvSpPr>
          <p:spPr bwMode="auto">
            <a:xfrm>
              <a:off x="4267" y="1854"/>
              <a:ext cx="129" cy="17"/>
            </a:xfrm>
            <a:custGeom>
              <a:avLst/>
              <a:gdLst>
                <a:gd name="T0" fmla="*/ 129 w 129"/>
                <a:gd name="T1" fmla="*/ 17 h 17"/>
                <a:gd name="T2" fmla="*/ 67 w 129"/>
                <a:gd name="T3" fmla="*/ 0 h 17"/>
                <a:gd name="T4" fmla="*/ 0 w 129"/>
                <a:gd name="T5" fmla="*/ 17 h 17"/>
                <a:gd name="T6" fmla="*/ 0 w 129"/>
                <a:gd name="T7" fmla="*/ 17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9"/>
                <a:gd name="T13" fmla="*/ 0 h 17"/>
                <a:gd name="T14" fmla="*/ 129 w 129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9" h="17">
                  <a:moveTo>
                    <a:pt x="129" y="17"/>
                  </a:moveTo>
                  <a:lnTo>
                    <a:pt x="67" y="0"/>
                  </a:lnTo>
                  <a:lnTo>
                    <a:pt x="0" y="17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32" name="Freeform 110"/>
            <p:cNvSpPr/>
            <p:nvPr/>
          </p:nvSpPr>
          <p:spPr bwMode="auto">
            <a:xfrm>
              <a:off x="3678" y="1699"/>
              <a:ext cx="230" cy="1"/>
            </a:xfrm>
            <a:custGeom>
              <a:avLst/>
              <a:gdLst>
                <a:gd name="T0" fmla="*/ 0 w 688"/>
                <a:gd name="T1" fmla="*/ 0 h 1"/>
                <a:gd name="T2" fmla="*/ 687 w 688"/>
                <a:gd name="T3" fmla="*/ 0 h 1"/>
                <a:gd name="T4" fmla="*/ 688 w 688"/>
                <a:gd name="T5" fmla="*/ 0 h 1"/>
                <a:gd name="T6" fmla="*/ 0 60000 65536"/>
                <a:gd name="T7" fmla="*/ 0 60000 65536"/>
                <a:gd name="T8" fmla="*/ 0 60000 65536"/>
                <a:gd name="T9" fmla="*/ 0 w 688"/>
                <a:gd name="T10" fmla="*/ 0 h 1"/>
                <a:gd name="T11" fmla="*/ 688 w 68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8" h="1">
                  <a:moveTo>
                    <a:pt x="0" y="0"/>
                  </a:moveTo>
                  <a:lnTo>
                    <a:pt x="687" y="0"/>
                  </a:lnTo>
                  <a:lnTo>
                    <a:pt x="68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33" name="Freeform 111"/>
            <p:cNvSpPr/>
            <p:nvPr/>
          </p:nvSpPr>
          <p:spPr bwMode="auto">
            <a:xfrm>
              <a:off x="3780" y="1271"/>
              <a:ext cx="126" cy="126"/>
            </a:xfrm>
            <a:custGeom>
              <a:avLst/>
              <a:gdLst>
                <a:gd name="T0" fmla="*/ 0 w 379"/>
                <a:gd name="T1" fmla="*/ 377 h 377"/>
                <a:gd name="T2" fmla="*/ 377 w 379"/>
                <a:gd name="T3" fmla="*/ 0 h 377"/>
                <a:gd name="T4" fmla="*/ 379 w 379"/>
                <a:gd name="T5" fmla="*/ 0 h 377"/>
                <a:gd name="T6" fmla="*/ 0 60000 65536"/>
                <a:gd name="T7" fmla="*/ 0 60000 65536"/>
                <a:gd name="T8" fmla="*/ 0 60000 65536"/>
                <a:gd name="T9" fmla="*/ 0 w 379"/>
                <a:gd name="T10" fmla="*/ 0 h 377"/>
                <a:gd name="T11" fmla="*/ 379 w 379"/>
                <a:gd name="T12" fmla="*/ 377 h 3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9" h="377">
                  <a:moveTo>
                    <a:pt x="0" y="377"/>
                  </a:moveTo>
                  <a:lnTo>
                    <a:pt x="377" y="0"/>
                  </a:lnTo>
                  <a:lnTo>
                    <a:pt x="37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34" name="Freeform 112"/>
            <p:cNvSpPr/>
            <p:nvPr/>
          </p:nvSpPr>
          <p:spPr bwMode="auto">
            <a:xfrm>
              <a:off x="3780" y="1387"/>
              <a:ext cx="126" cy="126"/>
            </a:xfrm>
            <a:custGeom>
              <a:avLst/>
              <a:gdLst>
                <a:gd name="T0" fmla="*/ 0 w 379"/>
                <a:gd name="T1" fmla="*/ 378 h 378"/>
                <a:gd name="T2" fmla="*/ 377 w 379"/>
                <a:gd name="T3" fmla="*/ 0 h 378"/>
                <a:gd name="T4" fmla="*/ 379 w 379"/>
                <a:gd name="T5" fmla="*/ 0 h 378"/>
                <a:gd name="T6" fmla="*/ 0 60000 65536"/>
                <a:gd name="T7" fmla="*/ 0 60000 65536"/>
                <a:gd name="T8" fmla="*/ 0 60000 65536"/>
                <a:gd name="T9" fmla="*/ 0 w 379"/>
                <a:gd name="T10" fmla="*/ 0 h 378"/>
                <a:gd name="T11" fmla="*/ 379 w 379"/>
                <a:gd name="T12" fmla="*/ 378 h 3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9" h="378">
                  <a:moveTo>
                    <a:pt x="0" y="378"/>
                  </a:moveTo>
                  <a:lnTo>
                    <a:pt x="377" y="0"/>
                  </a:lnTo>
                  <a:lnTo>
                    <a:pt x="37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35" name="Freeform 113"/>
            <p:cNvSpPr/>
            <p:nvPr/>
          </p:nvSpPr>
          <p:spPr bwMode="auto">
            <a:xfrm>
              <a:off x="3883" y="1397"/>
              <a:ext cx="129" cy="129"/>
            </a:xfrm>
            <a:custGeom>
              <a:avLst/>
              <a:gdLst>
                <a:gd name="T0" fmla="*/ 0 w 388"/>
                <a:gd name="T1" fmla="*/ 388 h 388"/>
                <a:gd name="T2" fmla="*/ 387 w 388"/>
                <a:gd name="T3" fmla="*/ 0 h 388"/>
                <a:gd name="T4" fmla="*/ 388 w 388"/>
                <a:gd name="T5" fmla="*/ 0 h 388"/>
                <a:gd name="T6" fmla="*/ 0 60000 65536"/>
                <a:gd name="T7" fmla="*/ 0 60000 65536"/>
                <a:gd name="T8" fmla="*/ 0 60000 65536"/>
                <a:gd name="T9" fmla="*/ 0 w 388"/>
                <a:gd name="T10" fmla="*/ 0 h 388"/>
                <a:gd name="T11" fmla="*/ 388 w 388"/>
                <a:gd name="T12" fmla="*/ 388 h 3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8" h="388">
                  <a:moveTo>
                    <a:pt x="0" y="388"/>
                  </a:moveTo>
                  <a:lnTo>
                    <a:pt x="387" y="0"/>
                  </a:lnTo>
                  <a:lnTo>
                    <a:pt x="38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36" name="Freeform 114"/>
            <p:cNvSpPr/>
            <p:nvPr/>
          </p:nvSpPr>
          <p:spPr bwMode="auto">
            <a:xfrm>
              <a:off x="3999" y="1397"/>
              <a:ext cx="129" cy="129"/>
            </a:xfrm>
            <a:custGeom>
              <a:avLst/>
              <a:gdLst>
                <a:gd name="T0" fmla="*/ 0 w 388"/>
                <a:gd name="T1" fmla="*/ 388 h 388"/>
                <a:gd name="T2" fmla="*/ 387 w 388"/>
                <a:gd name="T3" fmla="*/ 0 h 388"/>
                <a:gd name="T4" fmla="*/ 388 w 388"/>
                <a:gd name="T5" fmla="*/ 0 h 388"/>
                <a:gd name="T6" fmla="*/ 0 60000 65536"/>
                <a:gd name="T7" fmla="*/ 0 60000 65536"/>
                <a:gd name="T8" fmla="*/ 0 60000 65536"/>
                <a:gd name="T9" fmla="*/ 0 w 388"/>
                <a:gd name="T10" fmla="*/ 0 h 388"/>
                <a:gd name="T11" fmla="*/ 388 w 388"/>
                <a:gd name="T12" fmla="*/ 388 h 3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8" h="388">
                  <a:moveTo>
                    <a:pt x="0" y="388"/>
                  </a:moveTo>
                  <a:lnTo>
                    <a:pt x="387" y="0"/>
                  </a:lnTo>
                  <a:lnTo>
                    <a:pt x="38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38" name="Freeform 115"/>
            <p:cNvSpPr/>
            <p:nvPr/>
          </p:nvSpPr>
          <p:spPr bwMode="auto">
            <a:xfrm>
              <a:off x="4115" y="1397"/>
              <a:ext cx="130" cy="129"/>
            </a:xfrm>
            <a:custGeom>
              <a:avLst/>
              <a:gdLst>
                <a:gd name="T0" fmla="*/ 0 w 390"/>
                <a:gd name="T1" fmla="*/ 388 h 388"/>
                <a:gd name="T2" fmla="*/ 388 w 390"/>
                <a:gd name="T3" fmla="*/ 0 h 388"/>
                <a:gd name="T4" fmla="*/ 390 w 390"/>
                <a:gd name="T5" fmla="*/ 0 h 388"/>
                <a:gd name="T6" fmla="*/ 0 60000 65536"/>
                <a:gd name="T7" fmla="*/ 0 60000 65536"/>
                <a:gd name="T8" fmla="*/ 0 60000 65536"/>
                <a:gd name="T9" fmla="*/ 0 w 390"/>
                <a:gd name="T10" fmla="*/ 0 h 388"/>
                <a:gd name="T11" fmla="*/ 390 w 390"/>
                <a:gd name="T12" fmla="*/ 388 h 3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0" h="388">
                  <a:moveTo>
                    <a:pt x="0" y="388"/>
                  </a:moveTo>
                  <a:lnTo>
                    <a:pt x="388" y="0"/>
                  </a:lnTo>
                  <a:lnTo>
                    <a:pt x="39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39" name="Freeform 116"/>
            <p:cNvSpPr/>
            <p:nvPr/>
          </p:nvSpPr>
          <p:spPr bwMode="auto">
            <a:xfrm>
              <a:off x="3780" y="1871"/>
              <a:ext cx="107" cy="107"/>
            </a:xfrm>
            <a:custGeom>
              <a:avLst/>
              <a:gdLst>
                <a:gd name="T0" fmla="*/ 0 w 321"/>
                <a:gd name="T1" fmla="*/ 319 h 319"/>
                <a:gd name="T2" fmla="*/ 319 w 321"/>
                <a:gd name="T3" fmla="*/ 0 h 319"/>
                <a:gd name="T4" fmla="*/ 321 w 321"/>
                <a:gd name="T5" fmla="*/ 0 h 319"/>
                <a:gd name="T6" fmla="*/ 0 60000 65536"/>
                <a:gd name="T7" fmla="*/ 0 60000 65536"/>
                <a:gd name="T8" fmla="*/ 0 60000 65536"/>
                <a:gd name="T9" fmla="*/ 0 w 321"/>
                <a:gd name="T10" fmla="*/ 0 h 319"/>
                <a:gd name="T11" fmla="*/ 321 w 321"/>
                <a:gd name="T12" fmla="*/ 319 h 3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1" h="319">
                  <a:moveTo>
                    <a:pt x="0" y="319"/>
                  </a:moveTo>
                  <a:lnTo>
                    <a:pt x="319" y="0"/>
                  </a:lnTo>
                  <a:lnTo>
                    <a:pt x="32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40" name="Freeform 117"/>
            <p:cNvSpPr/>
            <p:nvPr/>
          </p:nvSpPr>
          <p:spPr bwMode="auto">
            <a:xfrm>
              <a:off x="4231" y="1397"/>
              <a:ext cx="130" cy="129"/>
            </a:xfrm>
            <a:custGeom>
              <a:avLst/>
              <a:gdLst>
                <a:gd name="T0" fmla="*/ 0 w 389"/>
                <a:gd name="T1" fmla="*/ 388 h 388"/>
                <a:gd name="T2" fmla="*/ 388 w 389"/>
                <a:gd name="T3" fmla="*/ 0 h 388"/>
                <a:gd name="T4" fmla="*/ 389 w 389"/>
                <a:gd name="T5" fmla="*/ 0 h 388"/>
                <a:gd name="T6" fmla="*/ 0 60000 65536"/>
                <a:gd name="T7" fmla="*/ 0 60000 65536"/>
                <a:gd name="T8" fmla="*/ 0 60000 65536"/>
                <a:gd name="T9" fmla="*/ 0 w 389"/>
                <a:gd name="T10" fmla="*/ 0 h 388"/>
                <a:gd name="T11" fmla="*/ 389 w 389"/>
                <a:gd name="T12" fmla="*/ 388 h 3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9" h="388">
                  <a:moveTo>
                    <a:pt x="0" y="388"/>
                  </a:moveTo>
                  <a:lnTo>
                    <a:pt x="388" y="0"/>
                  </a:lnTo>
                  <a:lnTo>
                    <a:pt x="38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41" name="Freeform 118"/>
            <p:cNvSpPr/>
            <p:nvPr/>
          </p:nvSpPr>
          <p:spPr bwMode="auto">
            <a:xfrm>
              <a:off x="3780" y="1871"/>
              <a:ext cx="223" cy="223"/>
            </a:xfrm>
            <a:custGeom>
              <a:avLst/>
              <a:gdLst>
                <a:gd name="T0" fmla="*/ 0 w 669"/>
                <a:gd name="T1" fmla="*/ 669 h 669"/>
                <a:gd name="T2" fmla="*/ 668 w 669"/>
                <a:gd name="T3" fmla="*/ 0 h 669"/>
                <a:gd name="T4" fmla="*/ 669 w 669"/>
                <a:gd name="T5" fmla="*/ 0 h 669"/>
                <a:gd name="T6" fmla="*/ 0 60000 65536"/>
                <a:gd name="T7" fmla="*/ 0 60000 65536"/>
                <a:gd name="T8" fmla="*/ 0 60000 65536"/>
                <a:gd name="T9" fmla="*/ 0 w 669"/>
                <a:gd name="T10" fmla="*/ 0 h 669"/>
                <a:gd name="T11" fmla="*/ 669 w 669"/>
                <a:gd name="T12" fmla="*/ 669 h 6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69" h="669">
                  <a:moveTo>
                    <a:pt x="0" y="669"/>
                  </a:moveTo>
                  <a:lnTo>
                    <a:pt x="668" y="0"/>
                  </a:lnTo>
                  <a:lnTo>
                    <a:pt x="66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42" name="Freeform 119"/>
            <p:cNvSpPr/>
            <p:nvPr/>
          </p:nvSpPr>
          <p:spPr bwMode="auto">
            <a:xfrm>
              <a:off x="4347" y="1397"/>
              <a:ext cx="130" cy="129"/>
            </a:xfrm>
            <a:custGeom>
              <a:avLst/>
              <a:gdLst>
                <a:gd name="T0" fmla="*/ 0 w 389"/>
                <a:gd name="T1" fmla="*/ 388 h 388"/>
                <a:gd name="T2" fmla="*/ 388 w 389"/>
                <a:gd name="T3" fmla="*/ 0 h 388"/>
                <a:gd name="T4" fmla="*/ 389 w 389"/>
                <a:gd name="T5" fmla="*/ 0 h 388"/>
                <a:gd name="T6" fmla="*/ 0 60000 65536"/>
                <a:gd name="T7" fmla="*/ 0 60000 65536"/>
                <a:gd name="T8" fmla="*/ 0 60000 65536"/>
                <a:gd name="T9" fmla="*/ 0 w 389"/>
                <a:gd name="T10" fmla="*/ 0 h 388"/>
                <a:gd name="T11" fmla="*/ 389 w 389"/>
                <a:gd name="T12" fmla="*/ 388 h 3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9" h="388">
                  <a:moveTo>
                    <a:pt x="0" y="388"/>
                  </a:moveTo>
                  <a:lnTo>
                    <a:pt x="388" y="0"/>
                  </a:lnTo>
                  <a:lnTo>
                    <a:pt x="38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43" name="Freeform 120"/>
            <p:cNvSpPr/>
            <p:nvPr/>
          </p:nvSpPr>
          <p:spPr bwMode="auto">
            <a:xfrm>
              <a:off x="3780" y="2084"/>
              <a:ext cx="126" cy="126"/>
            </a:xfrm>
            <a:custGeom>
              <a:avLst/>
              <a:gdLst>
                <a:gd name="T0" fmla="*/ 0 w 379"/>
                <a:gd name="T1" fmla="*/ 378 h 378"/>
                <a:gd name="T2" fmla="*/ 377 w 379"/>
                <a:gd name="T3" fmla="*/ 0 h 378"/>
                <a:gd name="T4" fmla="*/ 379 w 379"/>
                <a:gd name="T5" fmla="*/ 0 h 378"/>
                <a:gd name="T6" fmla="*/ 0 60000 65536"/>
                <a:gd name="T7" fmla="*/ 0 60000 65536"/>
                <a:gd name="T8" fmla="*/ 0 60000 65536"/>
                <a:gd name="T9" fmla="*/ 0 w 379"/>
                <a:gd name="T10" fmla="*/ 0 h 378"/>
                <a:gd name="T11" fmla="*/ 379 w 379"/>
                <a:gd name="T12" fmla="*/ 378 h 3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9" h="378">
                  <a:moveTo>
                    <a:pt x="0" y="378"/>
                  </a:moveTo>
                  <a:lnTo>
                    <a:pt x="377" y="0"/>
                  </a:lnTo>
                  <a:lnTo>
                    <a:pt x="37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44" name="Freeform 121"/>
            <p:cNvSpPr/>
            <p:nvPr/>
          </p:nvSpPr>
          <p:spPr bwMode="auto">
            <a:xfrm>
              <a:off x="4463" y="1397"/>
              <a:ext cx="130" cy="129"/>
            </a:xfrm>
            <a:custGeom>
              <a:avLst/>
              <a:gdLst>
                <a:gd name="T0" fmla="*/ 0 w 389"/>
                <a:gd name="T1" fmla="*/ 388 h 388"/>
                <a:gd name="T2" fmla="*/ 388 w 389"/>
                <a:gd name="T3" fmla="*/ 0 h 388"/>
                <a:gd name="T4" fmla="*/ 389 w 389"/>
                <a:gd name="T5" fmla="*/ 0 h 388"/>
                <a:gd name="T6" fmla="*/ 0 60000 65536"/>
                <a:gd name="T7" fmla="*/ 0 60000 65536"/>
                <a:gd name="T8" fmla="*/ 0 60000 65536"/>
                <a:gd name="T9" fmla="*/ 0 w 389"/>
                <a:gd name="T10" fmla="*/ 0 h 388"/>
                <a:gd name="T11" fmla="*/ 389 w 389"/>
                <a:gd name="T12" fmla="*/ 388 h 3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9" h="388">
                  <a:moveTo>
                    <a:pt x="0" y="388"/>
                  </a:moveTo>
                  <a:lnTo>
                    <a:pt x="388" y="0"/>
                  </a:lnTo>
                  <a:lnTo>
                    <a:pt x="38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45" name="Freeform 122"/>
            <p:cNvSpPr/>
            <p:nvPr/>
          </p:nvSpPr>
          <p:spPr bwMode="auto">
            <a:xfrm>
              <a:off x="3989" y="1871"/>
              <a:ext cx="130" cy="130"/>
            </a:xfrm>
            <a:custGeom>
              <a:avLst/>
              <a:gdLst>
                <a:gd name="T0" fmla="*/ 0 w 389"/>
                <a:gd name="T1" fmla="*/ 388 h 388"/>
                <a:gd name="T2" fmla="*/ 388 w 389"/>
                <a:gd name="T3" fmla="*/ 0 h 388"/>
                <a:gd name="T4" fmla="*/ 389 w 389"/>
                <a:gd name="T5" fmla="*/ 0 h 388"/>
                <a:gd name="T6" fmla="*/ 0 60000 65536"/>
                <a:gd name="T7" fmla="*/ 0 60000 65536"/>
                <a:gd name="T8" fmla="*/ 0 60000 65536"/>
                <a:gd name="T9" fmla="*/ 0 w 389"/>
                <a:gd name="T10" fmla="*/ 0 h 388"/>
                <a:gd name="T11" fmla="*/ 389 w 389"/>
                <a:gd name="T12" fmla="*/ 388 h 3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9" h="388">
                  <a:moveTo>
                    <a:pt x="0" y="388"/>
                  </a:moveTo>
                  <a:lnTo>
                    <a:pt x="388" y="0"/>
                  </a:lnTo>
                  <a:lnTo>
                    <a:pt x="38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46" name="Freeform 123"/>
            <p:cNvSpPr/>
            <p:nvPr/>
          </p:nvSpPr>
          <p:spPr bwMode="auto">
            <a:xfrm>
              <a:off x="3833" y="2200"/>
              <a:ext cx="73" cy="73"/>
            </a:xfrm>
            <a:custGeom>
              <a:avLst/>
              <a:gdLst>
                <a:gd name="T0" fmla="*/ 0 w 219"/>
                <a:gd name="T1" fmla="*/ 218 h 218"/>
                <a:gd name="T2" fmla="*/ 217 w 219"/>
                <a:gd name="T3" fmla="*/ 0 h 218"/>
                <a:gd name="T4" fmla="*/ 219 w 219"/>
                <a:gd name="T5" fmla="*/ 0 h 218"/>
                <a:gd name="T6" fmla="*/ 0 60000 65536"/>
                <a:gd name="T7" fmla="*/ 0 60000 65536"/>
                <a:gd name="T8" fmla="*/ 0 60000 65536"/>
                <a:gd name="T9" fmla="*/ 0 w 219"/>
                <a:gd name="T10" fmla="*/ 0 h 218"/>
                <a:gd name="T11" fmla="*/ 219 w 219"/>
                <a:gd name="T12" fmla="*/ 218 h 2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" h="218">
                  <a:moveTo>
                    <a:pt x="0" y="218"/>
                  </a:moveTo>
                  <a:lnTo>
                    <a:pt x="217" y="0"/>
                  </a:lnTo>
                  <a:lnTo>
                    <a:pt x="21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47" name="Freeform 124"/>
            <p:cNvSpPr/>
            <p:nvPr/>
          </p:nvSpPr>
          <p:spPr bwMode="auto">
            <a:xfrm>
              <a:off x="4579" y="1413"/>
              <a:ext cx="113" cy="113"/>
            </a:xfrm>
            <a:custGeom>
              <a:avLst/>
              <a:gdLst>
                <a:gd name="T0" fmla="*/ 0 w 340"/>
                <a:gd name="T1" fmla="*/ 339 h 339"/>
                <a:gd name="T2" fmla="*/ 339 w 340"/>
                <a:gd name="T3" fmla="*/ 0 h 339"/>
                <a:gd name="T4" fmla="*/ 340 w 340"/>
                <a:gd name="T5" fmla="*/ 0 h 339"/>
                <a:gd name="T6" fmla="*/ 0 60000 65536"/>
                <a:gd name="T7" fmla="*/ 0 60000 65536"/>
                <a:gd name="T8" fmla="*/ 0 60000 65536"/>
                <a:gd name="T9" fmla="*/ 0 w 340"/>
                <a:gd name="T10" fmla="*/ 0 h 339"/>
                <a:gd name="T11" fmla="*/ 340 w 340"/>
                <a:gd name="T12" fmla="*/ 339 h 3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0" h="339">
                  <a:moveTo>
                    <a:pt x="0" y="339"/>
                  </a:moveTo>
                  <a:lnTo>
                    <a:pt x="339" y="0"/>
                  </a:lnTo>
                  <a:lnTo>
                    <a:pt x="34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48" name="Freeform 125"/>
            <p:cNvSpPr/>
            <p:nvPr/>
          </p:nvSpPr>
          <p:spPr bwMode="auto">
            <a:xfrm>
              <a:off x="4105" y="1871"/>
              <a:ext cx="130" cy="130"/>
            </a:xfrm>
            <a:custGeom>
              <a:avLst/>
              <a:gdLst>
                <a:gd name="T0" fmla="*/ 0 w 389"/>
                <a:gd name="T1" fmla="*/ 388 h 388"/>
                <a:gd name="T2" fmla="*/ 388 w 389"/>
                <a:gd name="T3" fmla="*/ 0 h 388"/>
                <a:gd name="T4" fmla="*/ 389 w 389"/>
                <a:gd name="T5" fmla="*/ 0 h 388"/>
                <a:gd name="T6" fmla="*/ 0 60000 65536"/>
                <a:gd name="T7" fmla="*/ 0 60000 65536"/>
                <a:gd name="T8" fmla="*/ 0 60000 65536"/>
                <a:gd name="T9" fmla="*/ 0 w 389"/>
                <a:gd name="T10" fmla="*/ 0 h 388"/>
                <a:gd name="T11" fmla="*/ 389 w 389"/>
                <a:gd name="T12" fmla="*/ 388 h 3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9" h="388">
                  <a:moveTo>
                    <a:pt x="0" y="388"/>
                  </a:moveTo>
                  <a:lnTo>
                    <a:pt x="388" y="0"/>
                  </a:lnTo>
                  <a:lnTo>
                    <a:pt x="38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49" name="Freeform 126"/>
            <p:cNvSpPr/>
            <p:nvPr/>
          </p:nvSpPr>
          <p:spPr bwMode="auto">
            <a:xfrm>
              <a:off x="4063" y="2092"/>
              <a:ext cx="68" cy="67"/>
            </a:xfrm>
            <a:custGeom>
              <a:avLst/>
              <a:gdLst>
                <a:gd name="T0" fmla="*/ 0 w 202"/>
                <a:gd name="T1" fmla="*/ 201 h 201"/>
                <a:gd name="T2" fmla="*/ 201 w 202"/>
                <a:gd name="T3" fmla="*/ 0 h 201"/>
                <a:gd name="T4" fmla="*/ 202 w 202"/>
                <a:gd name="T5" fmla="*/ 0 h 201"/>
                <a:gd name="T6" fmla="*/ 0 60000 65536"/>
                <a:gd name="T7" fmla="*/ 0 60000 65536"/>
                <a:gd name="T8" fmla="*/ 0 60000 65536"/>
                <a:gd name="T9" fmla="*/ 0 w 202"/>
                <a:gd name="T10" fmla="*/ 0 h 201"/>
                <a:gd name="T11" fmla="*/ 202 w 202"/>
                <a:gd name="T12" fmla="*/ 201 h 2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2" h="201">
                  <a:moveTo>
                    <a:pt x="0" y="201"/>
                  </a:moveTo>
                  <a:lnTo>
                    <a:pt x="201" y="0"/>
                  </a:lnTo>
                  <a:lnTo>
                    <a:pt x="20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50" name="Freeform 127"/>
            <p:cNvSpPr/>
            <p:nvPr/>
          </p:nvSpPr>
          <p:spPr bwMode="auto">
            <a:xfrm>
              <a:off x="4181" y="1955"/>
              <a:ext cx="87" cy="86"/>
            </a:xfrm>
            <a:custGeom>
              <a:avLst/>
              <a:gdLst>
                <a:gd name="T0" fmla="*/ 0 w 259"/>
                <a:gd name="T1" fmla="*/ 258 h 258"/>
                <a:gd name="T2" fmla="*/ 258 w 259"/>
                <a:gd name="T3" fmla="*/ 0 h 258"/>
                <a:gd name="T4" fmla="*/ 259 w 259"/>
                <a:gd name="T5" fmla="*/ 0 h 258"/>
                <a:gd name="T6" fmla="*/ 0 60000 65536"/>
                <a:gd name="T7" fmla="*/ 0 60000 65536"/>
                <a:gd name="T8" fmla="*/ 0 60000 65536"/>
                <a:gd name="T9" fmla="*/ 0 w 259"/>
                <a:gd name="T10" fmla="*/ 0 h 258"/>
                <a:gd name="T11" fmla="*/ 259 w 259"/>
                <a:gd name="T12" fmla="*/ 258 h 2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9" h="258">
                  <a:moveTo>
                    <a:pt x="0" y="258"/>
                  </a:moveTo>
                  <a:lnTo>
                    <a:pt x="258" y="0"/>
                  </a:lnTo>
                  <a:lnTo>
                    <a:pt x="25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51" name="Freeform 128"/>
            <p:cNvSpPr/>
            <p:nvPr/>
          </p:nvSpPr>
          <p:spPr bwMode="auto">
            <a:xfrm>
              <a:off x="4160" y="2071"/>
              <a:ext cx="108" cy="107"/>
            </a:xfrm>
            <a:custGeom>
              <a:avLst/>
              <a:gdLst>
                <a:gd name="T0" fmla="*/ 0 w 322"/>
                <a:gd name="T1" fmla="*/ 320 h 320"/>
                <a:gd name="T2" fmla="*/ 321 w 322"/>
                <a:gd name="T3" fmla="*/ 0 h 320"/>
                <a:gd name="T4" fmla="*/ 322 w 322"/>
                <a:gd name="T5" fmla="*/ 0 h 320"/>
                <a:gd name="T6" fmla="*/ 0 60000 65536"/>
                <a:gd name="T7" fmla="*/ 0 60000 65536"/>
                <a:gd name="T8" fmla="*/ 0 60000 65536"/>
                <a:gd name="T9" fmla="*/ 0 w 322"/>
                <a:gd name="T10" fmla="*/ 0 h 320"/>
                <a:gd name="T11" fmla="*/ 322 w 322"/>
                <a:gd name="T12" fmla="*/ 320 h 3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2" h="320">
                  <a:moveTo>
                    <a:pt x="0" y="320"/>
                  </a:moveTo>
                  <a:lnTo>
                    <a:pt x="321" y="0"/>
                  </a:lnTo>
                  <a:lnTo>
                    <a:pt x="32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52" name="Freeform 129"/>
            <p:cNvSpPr/>
            <p:nvPr/>
          </p:nvSpPr>
          <p:spPr bwMode="auto">
            <a:xfrm>
              <a:off x="4396" y="1871"/>
              <a:ext cx="71" cy="71"/>
            </a:xfrm>
            <a:custGeom>
              <a:avLst/>
              <a:gdLst>
                <a:gd name="T0" fmla="*/ 0 w 213"/>
                <a:gd name="T1" fmla="*/ 211 h 211"/>
                <a:gd name="T2" fmla="*/ 211 w 213"/>
                <a:gd name="T3" fmla="*/ 0 h 211"/>
                <a:gd name="T4" fmla="*/ 213 w 213"/>
                <a:gd name="T5" fmla="*/ 0 h 211"/>
                <a:gd name="T6" fmla="*/ 0 60000 65536"/>
                <a:gd name="T7" fmla="*/ 0 60000 65536"/>
                <a:gd name="T8" fmla="*/ 0 60000 65536"/>
                <a:gd name="T9" fmla="*/ 0 w 213"/>
                <a:gd name="T10" fmla="*/ 0 h 211"/>
                <a:gd name="T11" fmla="*/ 213 w 213"/>
                <a:gd name="T12" fmla="*/ 211 h 2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3" h="211">
                  <a:moveTo>
                    <a:pt x="0" y="211"/>
                  </a:moveTo>
                  <a:lnTo>
                    <a:pt x="211" y="0"/>
                  </a:lnTo>
                  <a:lnTo>
                    <a:pt x="21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53" name="Freeform 130"/>
            <p:cNvSpPr/>
            <p:nvPr/>
          </p:nvSpPr>
          <p:spPr bwMode="auto">
            <a:xfrm>
              <a:off x="4396" y="1871"/>
              <a:ext cx="187" cy="187"/>
            </a:xfrm>
            <a:custGeom>
              <a:avLst/>
              <a:gdLst>
                <a:gd name="T0" fmla="*/ 0 w 561"/>
                <a:gd name="T1" fmla="*/ 560 h 560"/>
                <a:gd name="T2" fmla="*/ 560 w 561"/>
                <a:gd name="T3" fmla="*/ 0 h 560"/>
                <a:gd name="T4" fmla="*/ 561 w 561"/>
                <a:gd name="T5" fmla="*/ 0 h 560"/>
                <a:gd name="T6" fmla="*/ 0 60000 65536"/>
                <a:gd name="T7" fmla="*/ 0 60000 65536"/>
                <a:gd name="T8" fmla="*/ 0 60000 65536"/>
                <a:gd name="T9" fmla="*/ 0 w 561"/>
                <a:gd name="T10" fmla="*/ 0 h 560"/>
                <a:gd name="T11" fmla="*/ 561 w 561"/>
                <a:gd name="T12" fmla="*/ 560 h 5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1" h="560">
                  <a:moveTo>
                    <a:pt x="0" y="560"/>
                  </a:moveTo>
                  <a:lnTo>
                    <a:pt x="560" y="0"/>
                  </a:lnTo>
                  <a:lnTo>
                    <a:pt x="56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54" name="Freeform 131"/>
            <p:cNvSpPr/>
            <p:nvPr/>
          </p:nvSpPr>
          <p:spPr bwMode="auto">
            <a:xfrm>
              <a:off x="4396" y="2088"/>
              <a:ext cx="87" cy="86"/>
            </a:xfrm>
            <a:custGeom>
              <a:avLst/>
              <a:gdLst>
                <a:gd name="T0" fmla="*/ 0 w 259"/>
                <a:gd name="T1" fmla="*/ 259 h 259"/>
                <a:gd name="T2" fmla="*/ 258 w 259"/>
                <a:gd name="T3" fmla="*/ 0 h 259"/>
                <a:gd name="T4" fmla="*/ 259 w 259"/>
                <a:gd name="T5" fmla="*/ 0 h 259"/>
                <a:gd name="T6" fmla="*/ 0 60000 65536"/>
                <a:gd name="T7" fmla="*/ 0 60000 65536"/>
                <a:gd name="T8" fmla="*/ 0 60000 65536"/>
                <a:gd name="T9" fmla="*/ 0 w 259"/>
                <a:gd name="T10" fmla="*/ 0 h 259"/>
                <a:gd name="T11" fmla="*/ 259 w 259"/>
                <a:gd name="T12" fmla="*/ 259 h 2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9" h="259">
                  <a:moveTo>
                    <a:pt x="0" y="259"/>
                  </a:moveTo>
                  <a:lnTo>
                    <a:pt x="258" y="0"/>
                  </a:lnTo>
                  <a:lnTo>
                    <a:pt x="25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55" name="Freeform 132"/>
            <p:cNvSpPr/>
            <p:nvPr/>
          </p:nvSpPr>
          <p:spPr bwMode="auto">
            <a:xfrm>
              <a:off x="4570" y="1878"/>
              <a:ext cx="122" cy="123"/>
            </a:xfrm>
            <a:custGeom>
              <a:avLst/>
              <a:gdLst>
                <a:gd name="T0" fmla="*/ 0 w 368"/>
                <a:gd name="T1" fmla="*/ 368 h 368"/>
                <a:gd name="T2" fmla="*/ 367 w 368"/>
                <a:gd name="T3" fmla="*/ 0 h 368"/>
                <a:gd name="T4" fmla="*/ 368 w 368"/>
                <a:gd name="T5" fmla="*/ 0 h 368"/>
                <a:gd name="T6" fmla="*/ 0 60000 65536"/>
                <a:gd name="T7" fmla="*/ 0 60000 65536"/>
                <a:gd name="T8" fmla="*/ 0 60000 65536"/>
                <a:gd name="T9" fmla="*/ 0 w 368"/>
                <a:gd name="T10" fmla="*/ 0 h 368"/>
                <a:gd name="T11" fmla="*/ 368 w 368"/>
                <a:gd name="T12" fmla="*/ 368 h 3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8" h="368">
                  <a:moveTo>
                    <a:pt x="0" y="368"/>
                  </a:moveTo>
                  <a:lnTo>
                    <a:pt x="367" y="0"/>
                  </a:lnTo>
                  <a:lnTo>
                    <a:pt x="36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56" name="Freeform 133"/>
            <p:cNvSpPr/>
            <p:nvPr/>
          </p:nvSpPr>
          <p:spPr bwMode="auto">
            <a:xfrm>
              <a:off x="4509" y="2092"/>
              <a:ext cx="86" cy="86"/>
            </a:xfrm>
            <a:custGeom>
              <a:avLst/>
              <a:gdLst>
                <a:gd name="T0" fmla="*/ 0 w 259"/>
                <a:gd name="T1" fmla="*/ 257 h 257"/>
                <a:gd name="T2" fmla="*/ 258 w 259"/>
                <a:gd name="T3" fmla="*/ 0 h 257"/>
                <a:gd name="T4" fmla="*/ 259 w 259"/>
                <a:gd name="T5" fmla="*/ 0 h 257"/>
                <a:gd name="T6" fmla="*/ 0 60000 65536"/>
                <a:gd name="T7" fmla="*/ 0 60000 65536"/>
                <a:gd name="T8" fmla="*/ 0 60000 65536"/>
                <a:gd name="T9" fmla="*/ 0 w 259"/>
                <a:gd name="T10" fmla="*/ 0 h 257"/>
                <a:gd name="T11" fmla="*/ 259 w 259"/>
                <a:gd name="T12" fmla="*/ 257 h 2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9" h="257">
                  <a:moveTo>
                    <a:pt x="0" y="257"/>
                  </a:moveTo>
                  <a:lnTo>
                    <a:pt x="258" y="0"/>
                  </a:lnTo>
                  <a:lnTo>
                    <a:pt x="25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57" name="Freeform 134"/>
            <p:cNvSpPr/>
            <p:nvPr/>
          </p:nvSpPr>
          <p:spPr bwMode="auto">
            <a:xfrm>
              <a:off x="4686" y="1994"/>
              <a:ext cx="6" cy="7"/>
            </a:xfrm>
            <a:custGeom>
              <a:avLst/>
              <a:gdLst>
                <a:gd name="T0" fmla="*/ 0 w 20"/>
                <a:gd name="T1" fmla="*/ 20 h 20"/>
                <a:gd name="T2" fmla="*/ 19 w 20"/>
                <a:gd name="T3" fmla="*/ 0 h 20"/>
                <a:gd name="T4" fmla="*/ 20 w 20"/>
                <a:gd name="T5" fmla="*/ 0 h 20"/>
                <a:gd name="T6" fmla="*/ 0 60000 65536"/>
                <a:gd name="T7" fmla="*/ 0 60000 65536"/>
                <a:gd name="T8" fmla="*/ 0 60000 65536"/>
                <a:gd name="T9" fmla="*/ 0 w 20"/>
                <a:gd name="T10" fmla="*/ 0 h 20"/>
                <a:gd name="T11" fmla="*/ 20 w 20"/>
                <a:gd name="T12" fmla="*/ 20 h 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" h="20">
                  <a:moveTo>
                    <a:pt x="0" y="20"/>
                  </a:moveTo>
                  <a:lnTo>
                    <a:pt x="19" y="0"/>
                  </a:lnTo>
                  <a:lnTo>
                    <a:pt x="20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58" name="Rectangle 135"/>
            <p:cNvSpPr>
              <a:spLocks noChangeArrowheads="1"/>
            </p:cNvSpPr>
            <p:nvPr/>
          </p:nvSpPr>
          <p:spPr bwMode="auto">
            <a:xfrm>
              <a:off x="4121" y="1066"/>
              <a:ext cx="388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zh-CN" sz="2400" i="1" kern="0">
                  <a:solidFill>
                    <a:srgbClr val="000000"/>
                  </a:solidFill>
                  <a:latin typeface="黑体" panose="02010609060101010101" pitchFamily="2" charset="-122"/>
                </a:rPr>
                <a:t>A</a:t>
              </a:r>
              <a:r>
                <a:rPr lang="zh-CN" altLang="en-US" sz="2400" kern="0">
                  <a:solidFill>
                    <a:srgbClr val="000000"/>
                  </a:solidFill>
                  <a:latin typeface="黑体" panose="02010609060101010101" pitchFamily="2" charset="-122"/>
                </a:rPr>
                <a:t>－</a:t>
              </a:r>
              <a:r>
                <a:rPr lang="en-US" altLang="zh-CN" sz="2400" i="1" kern="0">
                  <a:solidFill>
                    <a:srgbClr val="000000"/>
                  </a:solidFill>
                  <a:latin typeface="黑体" panose="02010609060101010101" pitchFamily="2" charset="-122"/>
                </a:rPr>
                <a:t>A</a:t>
              </a:r>
              <a:endParaRPr lang="en-US" altLang="zh-CN" sz="2400" kern="0">
                <a:solidFill>
                  <a:srgbClr val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59" name="Freeform 136"/>
            <p:cNvSpPr/>
            <p:nvPr/>
          </p:nvSpPr>
          <p:spPr bwMode="auto">
            <a:xfrm>
              <a:off x="3941" y="1699"/>
              <a:ext cx="16" cy="1"/>
            </a:xfrm>
            <a:custGeom>
              <a:avLst/>
              <a:gdLst>
                <a:gd name="T0" fmla="*/ 0 w 47"/>
                <a:gd name="T1" fmla="*/ 0 h 1"/>
                <a:gd name="T2" fmla="*/ 46 w 47"/>
                <a:gd name="T3" fmla="*/ 0 h 1"/>
                <a:gd name="T4" fmla="*/ 47 w 47"/>
                <a:gd name="T5" fmla="*/ 0 h 1"/>
                <a:gd name="T6" fmla="*/ 0 60000 65536"/>
                <a:gd name="T7" fmla="*/ 0 60000 65536"/>
                <a:gd name="T8" fmla="*/ 0 60000 65536"/>
                <a:gd name="T9" fmla="*/ 0 w 47"/>
                <a:gd name="T10" fmla="*/ 0 h 1"/>
                <a:gd name="T11" fmla="*/ 47 w 4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" h="1">
                  <a:moveTo>
                    <a:pt x="0" y="0"/>
                  </a:moveTo>
                  <a:lnTo>
                    <a:pt x="46" y="0"/>
                  </a:lnTo>
                  <a:lnTo>
                    <a:pt x="4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60" name="Freeform 137"/>
            <p:cNvSpPr/>
            <p:nvPr/>
          </p:nvSpPr>
          <p:spPr bwMode="auto">
            <a:xfrm>
              <a:off x="3994" y="1699"/>
              <a:ext cx="427" cy="1"/>
            </a:xfrm>
            <a:custGeom>
              <a:avLst/>
              <a:gdLst>
                <a:gd name="T0" fmla="*/ 0 w 1279"/>
                <a:gd name="T1" fmla="*/ 0 h 1"/>
                <a:gd name="T2" fmla="*/ 1277 w 1279"/>
                <a:gd name="T3" fmla="*/ 0 h 1"/>
                <a:gd name="T4" fmla="*/ 1279 w 1279"/>
                <a:gd name="T5" fmla="*/ 0 h 1"/>
                <a:gd name="T6" fmla="*/ 0 60000 65536"/>
                <a:gd name="T7" fmla="*/ 0 60000 65536"/>
                <a:gd name="T8" fmla="*/ 0 60000 65536"/>
                <a:gd name="T9" fmla="*/ 0 w 1279"/>
                <a:gd name="T10" fmla="*/ 0 h 1"/>
                <a:gd name="T11" fmla="*/ 1279 w 127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79" h="1">
                  <a:moveTo>
                    <a:pt x="0" y="0"/>
                  </a:moveTo>
                  <a:lnTo>
                    <a:pt x="1277" y="0"/>
                  </a:lnTo>
                  <a:lnTo>
                    <a:pt x="127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61" name="Freeform 138"/>
            <p:cNvSpPr/>
            <p:nvPr/>
          </p:nvSpPr>
          <p:spPr bwMode="auto">
            <a:xfrm>
              <a:off x="4461" y="1699"/>
              <a:ext cx="12" cy="1"/>
            </a:xfrm>
            <a:custGeom>
              <a:avLst/>
              <a:gdLst>
                <a:gd name="T0" fmla="*/ 0 w 36"/>
                <a:gd name="T1" fmla="*/ 0 h 1"/>
                <a:gd name="T2" fmla="*/ 35 w 36"/>
                <a:gd name="T3" fmla="*/ 0 h 1"/>
                <a:gd name="T4" fmla="*/ 36 w 36"/>
                <a:gd name="T5" fmla="*/ 0 h 1"/>
                <a:gd name="T6" fmla="*/ 0 60000 65536"/>
                <a:gd name="T7" fmla="*/ 0 60000 65536"/>
                <a:gd name="T8" fmla="*/ 0 60000 65536"/>
                <a:gd name="T9" fmla="*/ 0 w 36"/>
                <a:gd name="T10" fmla="*/ 0 h 1"/>
                <a:gd name="T11" fmla="*/ 36 w 3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" h="1">
                  <a:moveTo>
                    <a:pt x="0" y="0"/>
                  </a:moveTo>
                  <a:lnTo>
                    <a:pt x="35" y="0"/>
                  </a:lnTo>
                  <a:lnTo>
                    <a:pt x="3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62" name="Freeform 139"/>
            <p:cNvSpPr/>
            <p:nvPr/>
          </p:nvSpPr>
          <p:spPr bwMode="auto">
            <a:xfrm>
              <a:off x="4507" y="1699"/>
              <a:ext cx="287" cy="1"/>
            </a:xfrm>
            <a:custGeom>
              <a:avLst/>
              <a:gdLst>
                <a:gd name="T0" fmla="*/ 0 w 861"/>
                <a:gd name="T1" fmla="*/ 0 h 1"/>
                <a:gd name="T2" fmla="*/ 860 w 861"/>
                <a:gd name="T3" fmla="*/ 0 h 1"/>
                <a:gd name="T4" fmla="*/ 861 w 861"/>
                <a:gd name="T5" fmla="*/ 0 h 1"/>
                <a:gd name="T6" fmla="*/ 0 60000 65536"/>
                <a:gd name="T7" fmla="*/ 0 60000 65536"/>
                <a:gd name="T8" fmla="*/ 0 60000 65536"/>
                <a:gd name="T9" fmla="*/ 0 w 861"/>
                <a:gd name="T10" fmla="*/ 0 h 1"/>
                <a:gd name="T11" fmla="*/ 861 w 86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1" h="1">
                  <a:moveTo>
                    <a:pt x="0" y="0"/>
                  </a:moveTo>
                  <a:lnTo>
                    <a:pt x="860" y="0"/>
                  </a:lnTo>
                  <a:lnTo>
                    <a:pt x="86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63" name="Freeform 140"/>
            <p:cNvSpPr/>
            <p:nvPr/>
          </p:nvSpPr>
          <p:spPr bwMode="auto">
            <a:xfrm>
              <a:off x="4332" y="2074"/>
              <a:ext cx="1" cy="183"/>
            </a:xfrm>
            <a:custGeom>
              <a:avLst/>
              <a:gdLst>
                <a:gd name="T0" fmla="*/ 0 w 1"/>
                <a:gd name="T1" fmla="*/ 0 h 549"/>
                <a:gd name="T2" fmla="*/ 0 w 1"/>
                <a:gd name="T3" fmla="*/ 549 h 549"/>
                <a:gd name="T4" fmla="*/ 1 w 1"/>
                <a:gd name="T5" fmla="*/ 549 h 549"/>
                <a:gd name="T6" fmla="*/ 0 60000 65536"/>
                <a:gd name="T7" fmla="*/ 0 60000 65536"/>
                <a:gd name="T8" fmla="*/ 0 60000 65536"/>
                <a:gd name="T9" fmla="*/ 0 w 1"/>
                <a:gd name="T10" fmla="*/ 0 h 549"/>
                <a:gd name="T11" fmla="*/ 1 w 1"/>
                <a:gd name="T12" fmla="*/ 549 h 5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49">
                  <a:moveTo>
                    <a:pt x="0" y="0"/>
                  </a:moveTo>
                  <a:lnTo>
                    <a:pt x="0" y="549"/>
                  </a:lnTo>
                  <a:lnTo>
                    <a:pt x="1" y="549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64" name="Freeform 141"/>
            <p:cNvSpPr/>
            <p:nvPr/>
          </p:nvSpPr>
          <p:spPr bwMode="auto">
            <a:xfrm>
              <a:off x="4332" y="2032"/>
              <a:ext cx="1" cy="12"/>
            </a:xfrm>
            <a:custGeom>
              <a:avLst/>
              <a:gdLst>
                <a:gd name="T0" fmla="*/ 0 w 1"/>
                <a:gd name="T1" fmla="*/ 0 h 34"/>
                <a:gd name="T2" fmla="*/ 0 w 1"/>
                <a:gd name="T3" fmla="*/ 34 h 34"/>
                <a:gd name="T4" fmla="*/ 1 w 1"/>
                <a:gd name="T5" fmla="*/ 34 h 34"/>
                <a:gd name="T6" fmla="*/ 0 60000 65536"/>
                <a:gd name="T7" fmla="*/ 0 60000 65536"/>
                <a:gd name="T8" fmla="*/ 0 60000 65536"/>
                <a:gd name="T9" fmla="*/ 0 w 1"/>
                <a:gd name="T10" fmla="*/ 0 h 34"/>
                <a:gd name="T11" fmla="*/ 1 w 1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4">
                  <a:moveTo>
                    <a:pt x="0" y="0"/>
                  </a:moveTo>
                  <a:lnTo>
                    <a:pt x="0" y="34"/>
                  </a:lnTo>
                  <a:lnTo>
                    <a:pt x="1" y="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黑体" panose="02010609060101010101" pitchFamily="2" charset="-122"/>
              </a:endParaRPr>
            </a:p>
          </p:txBody>
        </p:sp>
      </p:grpSp>
      <p:grpSp>
        <p:nvGrpSpPr>
          <p:cNvPr id="65" name="Group 142"/>
          <p:cNvGrpSpPr/>
          <p:nvPr/>
        </p:nvGrpSpPr>
        <p:grpSpPr bwMode="auto">
          <a:xfrm>
            <a:off x="5231904" y="2636912"/>
            <a:ext cx="3709987" cy="2332037"/>
            <a:chOff x="1131" y="2645"/>
            <a:chExt cx="2337" cy="1469"/>
          </a:xfrm>
        </p:grpSpPr>
        <p:grpSp>
          <p:nvGrpSpPr>
            <p:cNvPr id="66" name="Group 143"/>
            <p:cNvGrpSpPr/>
            <p:nvPr/>
          </p:nvGrpSpPr>
          <p:grpSpPr bwMode="auto">
            <a:xfrm>
              <a:off x="2351" y="2711"/>
              <a:ext cx="1117" cy="1173"/>
              <a:chOff x="3501" y="1078"/>
              <a:chExt cx="1117" cy="1173"/>
            </a:xfrm>
          </p:grpSpPr>
          <p:sp>
            <p:nvSpPr>
              <p:cNvPr id="110" name="Freeform 144"/>
              <p:cNvSpPr/>
              <p:nvPr/>
            </p:nvSpPr>
            <p:spPr bwMode="auto">
              <a:xfrm>
                <a:off x="4523" y="1391"/>
                <a:ext cx="1" cy="604"/>
              </a:xfrm>
              <a:custGeom>
                <a:avLst/>
                <a:gdLst>
                  <a:gd name="T0" fmla="*/ 0 w 1"/>
                  <a:gd name="T1" fmla="*/ 0 h 1811"/>
                  <a:gd name="T2" fmla="*/ 0 w 1"/>
                  <a:gd name="T3" fmla="*/ 1811 h 1811"/>
                  <a:gd name="T4" fmla="*/ 1 w 1"/>
                  <a:gd name="T5" fmla="*/ 1811 h 181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811"/>
                  <a:gd name="T11" fmla="*/ 1 w 1"/>
                  <a:gd name="T12" fmla="*/ 1811 h 18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811">
                    <a:moveTo>
                      <a:pt x="0" y="0"/>
                    </a:moveTo>
                    <a:lnTo>
                      <a:pt x="0" y="1811"/>
                    </a:lnTo>
                    <a:lnTo>
                      <a:pt x="1" y="181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" name="Freeform 145"/>
              <p:cNvSpPr/>
              <p:nvPr/>
            </p:nvSpPr>
            <p:spPr bwMode="auto">
              <a:xfrm>
                <a:off x="3611" y="1262"/>
                <a:ext cx="1" cy="862"/>
              </a:xfrm>
              <a:custGeom>
                <a:avLst/>
                <a:gdLst>
                  <a:gd name="T0" fmla="*/ 0 w 1"/>
                  <a:gd name="T1" fmla="*/ 0 h 2587"/>
                  <a:gd name="T2" fmla="*/ 0 w 1"/>
                  <a:gd name="T3" fmla="*/ 2587 h 2587"/>
                  <a:gd name="T4" fmla="*/ 1 w 1"/>
                  <a:gd name="T5" fmla="*/ 2587 h 258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587"/>
                  <a:gd name="T11" fmla="*/ 1 w 1"/>
                  <a:gd name="T12" fmla="*/ 2587 h 258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587">
                    <a:moveTo>
                      <a:pt x="0" y="0"/>
                    </a:moveTo>
                    <a:lnTo>
                      <a:pt x="0" y="2587"/>
                    </a:lnTo>
                    <a:lnTo>
                      <a:pt x="1" y="2587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2" name="Freeform 146"/>
              <p:cNvSpPr/>
              <p:nvPr/>
            </p:nvSpPr>
            <p:spPr bwMode="auto">
              <a:xfrm>
                <a:off x="4098" y="1854"/>
                <a:ext cx="129" cy="11"/>
              </a:xfrm>
              <a:custGeom>
                <a:avLst/>
                <a:gdLst>
                  <a:gd name="T0" fmla="*/ 129 w 129"/>
                  <a:gd name="T1" fmla="*/ 11 h 11"/>
                  <a:gd name="T2" fmla="*/ 72 w 129"/>
                  <a:gd name="T3" fmla="*/ 0 h 11"/>
                  <a:gd name="T4" fmla="*/ 0 w 129"/>
                  <a:gd name="T5" fmla="*/ 11 h 11"/>
                  <a:gd name="T6" fmla="*/ 0 w 129"/>
                  <a:gd name="T7" fmla="*/ 11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9"/>
                  <a:gd name="T13" fmla="*/ 0 h 11"/>
                  <a:gd name="T14" fmla="*/ 129 w 129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9" h="11">
                    <a:moveTo>
                      <a:pt x="129" y="11"/>
                    </a:moveTo>
                    <a:lnTo>
                      <a:pt x="72" y="0"/>
                    </a:lnTo>
                    <a:lnTo>
                      <a:pt x="0" y="1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" name="Freeform 147"/>
              <p:cNvSpPr/>
              <p:nvPr/>
            </p:nvSpPr>
            <p:spPr bwMode="auto">
              <a:xfrm>
                <a:off x="3611" y="1520"/>
                <a:ext cx="912" cy="1"/>
              </a:xfrm>
              <a:custGeom>
                <a:avLst/>
                <a:gdLst>
                  <a:gd name="T0" fmla="*/ 0 w 2738"/>
                  <a:gd name="T1" fmla="*/ 0 h 1"/>
                  <a:gd name="T2" fmla="*/ 2737 w 2738"/>
                  <a:gd name="T3" fmla="*/ 0 h 1"/>
                  <a:gd name="T4" fmla="*/ 2738 w 273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738"/>
                  <a:gd name="T10" fmla="*/ 0 h 1"/>
                  <a:gd name="T11" fmla="*/ 2738 w 273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8" h="1">
                    <a:moveTo>
                      <a:pt x="0" y="0"/>
                    </a:moveTo>
                    <a:lnTo>
                      <a:pt x="2737" y="0"/>
                    </a:lnTo>
                    <a:lnTo>
                      <a:pt x="2738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4" name="Freeform 148"/>
              <p:cNvSpPr/>
              <p:nvPr/>
            </p:nvSpPr>
            <p:spPr bwMode="auto">
              <a:xfrm>
                <a:off x="3894" y="2172"/>
                <a:ext cx="537" cy="1"/>
              </a:xfrm>
              <a:custGeom>
                <a:avLst/>
                <a:gdLst>
                  <a:gd name="T0" fmla="*/ 0 w 1612"/>
                  <a:gd name="T1" fmla="*/ 0 h 1"/>
                  <a:gd name="T2" fmla="*/ 1611 w 1612"/>
                  <a:gd name="T3" fmla="*/ 0 h 1"/>
                  <a:gd name="T4" fmla="*/ 1612 w 161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612"/>
                  <a:gd name="T10" fmla="*/ 0 h 1"/>
                  <a:gd name="T11" fmla="*/ 1612 w 161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12" h="1">
                    <a:moveTo>
                      <a:pt x="0" y="0"/>
                    </a:moveTo>
                    <a:lnTo>
                      <a:pt x="1611" y="0"/>
                    </a:lnTo>
                    <a:lnTo>
                      <a:pt x="161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5" name="Freeform 149"/>
              <p:cNvSpPr/>
              <p:nvPr/>
            </p:nvSpPr>
            <p:spPr bwMode="auto">
              <a:xfrm>
                <a:off x="4098" y="1865"/>
                <a:ext cx="1" cy="307"/>
              </a:xfrm>
              <a:custGeom>
                <a:avLst/>
                <a:gdLst>
                  <a:gd name="T0" fmla="*/ 0 w 1"/>
                  <a:gd name="T1" fmla="*/ 0 h 919"/>
                  <a:gd name="T2" fmla="*/ 0 w 1"/>
                  <a:gd name="T3" fmla="*/ 919 h 919"/>
                  <a:gd name="T4" fmla="*/ 1 w 1"/>
                  <a:gd name="T5" fmla="*/ 919 h 91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919"/>
                  <a:gd name="T11" fmla="*/ 1 w 1"/>
                  <a:gd name="T12" fmla="*/ 919 h 9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919">
                    <a:moveTo>
                      <a:pt x="0" y="0"/>
                    </a:moveTo>
                    <a:lnTo>
                      <a:pt x="0" y="919"/>
                    </a:lnTo>
                    <a:lnTo>
                      <a:pt x="1" y="919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6" name="Freeform 150"/>
              <p:cNvSpPr/>
              <p:nvPr/>
            </p:nvSpPr>
            <p:spPr bwMode="auto">
              <a:xfrm>
                <a:off x="3736" y="1998"/>
                <a:ext cx="2" cy="126"/>
              </a:xfrm>
              <a:custGeom>
                <a:avLst/>
                <a:gdLst>
                  <a:gd name="T0" fmla="*/ 2 w 2"/>
                  <a:gd name="T1" fmla="*/ 0 h 126"/>
                  <a:gd name="T2" fmla="*/ 0 w 2"/>
                  <a:gd name="T3" fmla="*/ 126 h 126"/>
                  <a:gd name="T4" fmla="*/ 1 w 2"/>
                  <a:gd name="T5" fmla="*/ 126 h 126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26"/>
                  <a:gd name="T11" fmla="*/ 2 w 2"/>
                  <a:gd name="T12" fmla="*/ 126 h 12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26">
                    <a:moveTo>
                      <a:pt x="2" y="0"/>
                    </a:moveTo>
                    <a:lnTo>
                      <a:pt x="0" y="126"/>
                    </a:lnTo>
                    <a:lnTo>
                      <a:pt x="1" y="126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7" name="Freeform 151"/>
              <p:cNvSpPr/>
              <p:nvPr/>
            </p:nvSpPr>
            <p:spPr bwMode="auto">
              <a:xfrm>
                <a:off x="4163" y="1783"/>
                <a:ext cx="1" cy="187"/>
              </a:xfrm>
              <a:custGeom>
                <a:avLst/>
                <a:gdLst>
                  <a:gd name="T0" fmla="*/ 0 w 1"/>
                  <a:gd name="T1" fmla="*/ 0 h 561"/>
                  <a:gd name="T2" fmla="*/ 0 w 1"/>
                  <a:gd name="T3" fmla="*/ 561 h 561"/>
                  <a:gd name="T4" fmla="*/ 1 w 1"/>
                  <a:gd name="T5" fmla="*/ 561 h 56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61"/>
                  <a:gd name="T11" fmla="*/ 1 w 1"/>
                  <a:gd name="T12" fmla="*/ 561 h 56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61">
                    <a:moveTo>
                      <a:pt x="0" y="0"/>
                    </a:moveTo>
                    <a:lnTo>
                      <a:pt x="0" y="561"/>
                    </a:lnTo>
                    <a:lnTo>
                      <a:pt x="1" y="56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8" name="Freeform 152"/>
              <p:cNvSpPr/>
              <p:nvPr/>
            </p:nvSpPr>
            <p:spPr bwMode="auto">
              <a:xfrm>
                <a:off x="3894" y="2086"/>
                <a:ext cx="1" cy="86"/>
              </a:xfrm>
              <a:custGeom>
                <a:avLst/>
                <a:gdLst>
                  <a:gd name="T0" fmla="*/ 0 w 1"/>
                  <a:gd name="T1" fmla="*/ 0 h 257"/>
                  <a:gd name="T2" fmla="*/ 0 w 1"/>
                  <a:gd name="T3" fmla="*/ 257 h 257"/>
                  <a:gd name="T4" fmla="*/ 1 w 1"/>
                  <a:gd name="T5" fmla="*/ 257 h 25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57"/>
                  <a:gd name="T11" fmla="*/ 1 w 1"/>
                  <a:gd name="T12" fmla="*/ 257 h 2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57">
                    <a:moveTo>
                      <a:pt x="0" y="0"/>
                    </a:moveTo>
                    <a:lnTo>
                      <a:pt x="0" y="257"/>
                    </a:lnTo>
                    <a:lnTo>
                      <a:pt x="1" y="257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9" name="Freeform 153"/>
              <p:cNvSpPr/>
              <p:nvPr/>
            </p:nvSpPr>
            <p:spPr bwMode="auto">
              <a:xfrm>
                <a:off x="3611" y="1865"/>
                <a:ext cx="487" cy="1"/>
              </a:xfrm>
              <a:custGeom>
                <a:avLst/>
                <a:gdLst>
                  <a:gd name="T0" fmla="*/ 0 w 1462"/>
                  <a:gd name="T1" fmla="*/ 0 h 1"/>
                  <a:gd name="T2" fmla="*/ 1461 w 1462"/>
                  <a:gd name="T3" fmla="*/ 0 h 1"/>
                  <a:gd name="T4" fmla="*/ 1462 w 146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462"/>
                  <a:gd name="T10" fmla="*/ 0 h 1"/>
                  <a:gd name="T11" fmla="*/ 1462 w 146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62" h="1">
                    <a:moveTo>
                      <a:pt x="0" y="0"/>
                    </a:moveTo>
                    <a:lnTo>
                      <a:pt x="1461" y="0"/>
                    </a:lnTo>
                    <a:lnTo>
                      <a:pt x="146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0" name="Freeform 154"/>
              <p:cNvSpPr/>
              <p:nvPr/>
            </p:nvSpPr>
            <p:spPr bwMode="auto">
              <a:xfrm>
                <a:off x="3894" y="2086"/>
                <a:ext cx="126" cy="2"/>
              </a:xfrm>
              <a:custGeom>
                <a:avLst/>
                <a:gdLst>
                  <a:gd name="T0" fmla="*/ 0 w 126"/>
                  <a:gd name="T1" fmla="*/ 0 h 2"/>
                  <a:gd name="T2" fmla="*/ 126 w 126"/>
                  <a:gd name="T3" fmla="*/ 2 h 2"/>
                  <a:gd name="T4" fmla="*/ 0 60000 65536"/>
                  <a:gd name="T5" fmla="*/ 0 60000 65536"/>
                  <a:gd name="T6" fmla="*/ 0 w 126"/>
                  <a:gd name="T7" fmla="*/ 0 h 2"/>
                  <a:gd name="T8" fmla="*/ 126 w 126"/>
                  <a:gd name="T9" fmla="*/ 2 h 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6" h="2">
                    <a:moveTo>
                      <a:pt x="0" y="0"/>
                    </a:moveTo>
                    <a:lnTo>
                      <a:pt x="126" y="2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1" name="Freeform 155"/>
              <p:cNvSpPr/>
              <p:nvPr/>
            </p:nvSpPr>
            <p:spPr bwMode="auto">
              <a:xfrm>
                <a:off x="3746" y="1992"/>
                <a:ext cx="268" cy="3"/>
              </a:xfrm>
              <a:custGeom>
                <a:avLst/>
                <a:gdLst>
                  <a:gd name="T0" fmla="*/ 0 w 268"/>
                  <a:gd name="T1" fmla="*/ 3 h 3"/>
                  <a:gd name="T2" fmla="*/ 268 w 268"/>
                  <a:gd name="T3" fmla="*/ 0 h 3"/>
                  <a:gd name="T4" fmla="*/ 0 60000 65536"/>
                  <a:gd name="T5" fmla="*/ 0 60000 65536"/>
                  <a:gd name="T6" fmla="*/ 0 w 268"/>
                  <a:gd name="T7" fmla="*/ 0 h 3"/>
                  <a:gd name="T8" fmla="*/ 268 w 268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68" h="3">
                    <a:moveTo>
                      <a:pt x="0" y="3"/>
                    </a:moveTo>
                    <a:lnTo>
                      <a:pt x="268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2" name="Freeform 156"/>
              <p:cNvSpPr/>
              <p:nvPr/>
            </p:nvSpPr>
            <p:spPr bwMode="auto">
              <a:xfrm>
                <a:off x="4014" y="1992"/>
                <a:ext cx="1" cy="96"/>
              </a:xfrm>
              <a:custGeom>
                <a:avLst/>
                <a:gdLst>
                  <a:gd name="T0" fmla="*/ 0 w 1"/>
                  <a:gd name="T1" fmla="*/ 0 h 96"/>
                  <a:gd name="T2" fmla="*/ 0 w 1"/>
                  <a:gd name="T3" fmla="*/ 96 h 96"/>
                  <a:gd name="T4" fmla="*/ 0 60000 65536"/>
                  <a:gd name="T5" fmla="*/ 0 60000 65536"/>
                  <a:gd name="T6" fmla="*/ 0 w 1"/>
                  <a:gd name="T7" fmla="*/ 0 h 96"/>
                  <a:gd name="T8" fmla="*/ 1 w 1"/>
                  <a:gd name="T9" fmla="*/ 96 h 9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96">
                    <a:moveTo>
                      <a:pt x="0" y="0"/>
                    </a:moveTo>
                    <a:lnTo>
                      <a:pt x="0" y="96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3" name="Freeform 157"/>
              <p:cNvSpPr/>
              <p:nvPr/>
            </p:nvSpPr>
            <p:spPr bwMode="auto">
              <a:xfrm>
                <a:off x="4227" y="1865"/>
                <a:ext cx="1" cy="307"/>
              </a:xfrm>
              <a:custGeom>
                <a:avLst/>
                <a:gdLst>
                  <a:gd name="T0" fmla="*/ 0 w 1"/>
                  <a:gd name="T1" fmla="*/ 0 h 919"/>
                  <a:gd name="T2" fmla="*/ 0 w 1"/>
                  <a:gd name="T3" fmla="*/ 919 h 919"/>
                  <a:gd name="T4" fmla="*/ 1 w 1"/>
                  <a:gd name="T5" fmla="*/ 919 h 91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919"/>
                  <a:gd name="T11" fmla="*/ 1 w 1"/>
                  <a:gd name="T12" fmla="*/ 919 h 9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919">
                    <a:moveTo>
                      <a:pt x="0" y="0"/>
                    </a:moveTo>
                    <a:lnTo>
                      <a:pt x="0" y="919"/>
                    </a:lnTo>
                    <a:lnTo>
                      <a:pt x="1" y="919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4" name="Freeform 158"/>
              <p:cNvSpPr/>
              <p:nvPr/>
            </p:nvSpPr>
            <p:spPr bwMode="auto">
              <a:xfrm>
                <a:off x="4431" y="2086"/>
                <a:ext cx="1" cy="86"/>
              </a:xfrm>
              <a:custGeom>
                <a:avLst/>
                <a:gdLst>
                  <a:gd name="T0" fmla="*/ 0 w 1"/>
                  <a:gd name="T1" fmla="*/ 0 h 257"/>
                  <a:gd name="T2" fmla="*/ 0 w 1"/>
                  <a:gd name="T3" fmla="*/ 257 h 257"/>
                  <a:gd name="T4" fmla="*/ 1 w 1"/>
                  <a:gd name="T5" fmla="*/ 257 h 25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57"/>
                  <a:gd name="T11" fmla="*/ 1 w 1"/>
                  <a:gd name="T12" fmla="*/ 257 h 2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57">
                    <a:moveTo>
                      <a:pt x="0" y="0"/>
                    </a:moveTo>
                    <a:lnTo>
                      <a:pt x="0" y="257"/>
                    </a:lnTo>
                    <a:lnTo>
                      <a:pt x="1" y="257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5" name="Freeform 159"/>
              <p:cNvSpPr/>
              <p:nvPr/>
            </p:nvSpPr>
            <p:spPr bwMode="auto">
              <a:xfrm>
                <a:off x="4227" y="1865"/>
                <a:ext cx="296" cy="1"/>
              </a:xfrm>
              <a:custGeom>
                <a:avLst/>
                <a:gdLst>
                  <a:gd name="T0" fmla="*/ 0 w 889"/>
                  <a:gd name="T1" fmla="*/ 0 h 1"/>
                  <a:gd name="T2" fmla="*/ 888 w 889"/>
                  <a:gd name="T3" fmla="*/ 0 h 1"/>
                  <a:gd name="T4" fmla="*/ 889 w 88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889"/>
                  <a:gd name="T10" fmla="*/ 0 h 1"/>
                  <a:gd name="T11" fmla="*/ 889 w 88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89" h="1">
                    <a:moveTo>
                      <a:pt x="0" y="0"/>
                    </a:moveTo>
                    <a:lnTo>
                      <a:pt x="888" y="0"/>
                    </a:lnTo>
                    <a:lnTo>
                      <a:pt x="889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6" name="Freeform 160"/>
              <p:cNvSpPr/>
              <p:nvPr/>
            </p:nvSpPr>
            <p:spPr bwMode="auto">
              <a:xfrm>
                <a:off x="4320" y="1992"/>
                <a:ext cx="203" cy="3"/>
              </a:xfrm>
              <a:custGeom>
                <a:avLst/>
                <a:gdLst>
                  <a:gd name="T0" fmla="*/ 0 w 203"/>
                  <a:gd name="T1" fmla="*/ 0 h 3"/>
                  <a:gd name="T2" fmla="*/ 203 w 203"/>
                  <a:gd name="T3" fmla="*/ 3 h 3"/>
                  <a:gd name="T4" fmla="*/ 203 w 203"/>
                  <a:gd name="T5" fmla="*/ 3 h 3"/>
                  <a:gd name="T6" fmla="*/ 0 60000 65536"/>
                  <a:gd name="T7" fmla="*/ 0 60000 65536"/>
                  <a:gd name="T8" fmla="*/ 0 60000 65536"/>
                  <a:gd name="T9" fmla="*/ 0 w 203"/>
                  <a:gd name="T10" fmla="*/ 0 h 3"/>
                  <a:gd name="T11" fmla="*/ 203 w 203"/>
                  <a:gd name="T12" fmla="*/ 3 h 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3" h="3">
                    <a:moveTo>
                      <a:pt x="0" y="0"/>
                    </a:moveTo>
                    <a:lnTo>
                      <a:pt x="203" y="3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7" name="Freeform 161"/>
              <p:cNvSpPr/>
              <p:nvPr/>
            </p:nvSpPr>
            <p:spPr bwMode="auto">
              <a:xfrm>
                <a:off x="4314" y="2086"/>
                <a:ext cx="117" cy="2"/>
              </a:xfrm>
              <a:custGeom>
                <a:avLst/>
                <a:gdLst>
                  <a:gd name="T0" fmla="*/ 0 w 117"/>
                  <a:gd name="T1" fmla="*/ 2 h 2"/>
                  <a:gd name="T2" fmla="*/ 117 w 117"/>
                  <a:gd name="T3" fmla="*/ 0 h 2"/>
                  <a:gd name="T4" fmla="*/ 117 w 117"/>
                  <a:gd name="T5" fmla="*/ 0 h 2"/>
                  <a:gd name="T6" fmla="*/ 0 60000 65536"/>
                  <a:gd name="T7" fmla="*/ 0 60000 65536"/>
                  <a:gd name="T8" fmla="*/ 0 60000 65536"/>
                  <a:gd name="T9" fmla="*/ 0 w 117"/>
                  <a:gd name="T10" fmla="*/ 0 h 2"/>
                  <a:gd name="T11" fmla="*/ 117 w 117"/>
                  <a:gd name="T12" fmla="*/ 2 h 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7" h="2">
                    <a:moveTo>
                      <a:pt x="0" y="2"/>
                    </a:moveTo>
                    <a:lnTo>
                      <a:pt x="117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8" name="Freeform 162"/>
              <p:cNvSpPr/>
              <p:nvPr/>
            </p:nvSpPr>
            <p:spPr bwMode="auto">
              <a:xfrm>
                <a:off x="4313" y="1998"/>
                <a:ext cx="1" cy="90"/>
              </a:xfrm>
              <a:custGeom>
                <a:avLst/>
                <a:gdLst>
                  <a:gd name="T0" fmla="*/ 0 w 1"/>
                  <a:gd name="T1" fmla="*/ 0 h 90"/>
                  <a:gd name="T2" fmla="*/ 1 w 1"/>
                  <a:gd name="T3" fmla="*/ 90 h 90"/>
                  <a:gd name="T4" fmla="*/ 0 60000 65536"/>
                  <a:gd name="T5" fmla="*/ 0 60000 65536"/>
                  <a:gd name="T6" fmla="*/ 0 w 1"/>
                  <a:gd name="T7" fmla="*/ 0 h 90"/>
                  <a:gd name="T8" fmla="*/ 1 w 1"/>
                  <a:gd name="T9" fmla="*/ 90 h 9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90">
                    <a:moveTo>
                      <a:pt x="0" y="0"/>
                    </a:moveTo>
                    <a:lnTo>
                      <a:pt x="1" y="9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9" name="Freeform 163"/>
              <p:cNvSpPr/>
              <p:nvPr/>
            </p:nvSpPr>
            <p:spPr bwMode="auto">
              <a:xfrm>
                <a:off x="3738" y="1391"/>
                <a:ext cx="785" cy="1"/>
              </a:xfrm>
              <a:custGeom>
                <a:avLst/>
                <a:gdLst>
                  <a:gd name="T0" fmla="*/ 0 w 785"/>
                  <a:gd name="T1" fmla="*/ 1 h 1"/>
                  <a:gd name="T2" fmla="*/ 785 w 785"/>
                  <a:gd name="T3" fmla="*/ 0 h 1"/>
                  <a:gd name="T4" fmla="*/ 785 w 78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85"/>
                  <a:gd name="T10" fmla="*/ 0 h 1"/>
                  <a:gd name="T11" fmla="*/ 785 w 78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85" h="1">
                    <a:moveTo>
                      <a:pt x="0" y="1"/>
                    </a:moveTo>
                    <a:lnTo>
                      <a:pt x="785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0" name="Freeform 164"/>
              <p:cNvSpPr/>
              <p:nvPr/>
            </p:nvSpPr>
            <p:spPr bwMode="auto">
              <a:xfrm>
                <a:off x="3611" y="1262"/>
                <a:ext cx="126" cy="1"/>
              </a:xfrm>
              <a:custGeom>
                <a:avLst/>
                <a:gdLst>
                  <a:gd name="T0" fmla="*/ 0 w 378"/>
                  <a:gd name="T1" fmla="*/ 0 h 1"/>
                  <a:gd name="T2" fmla="*/ 377 w 378"/>
                  <a:gd name="T3" fmla="*/ 0 h 1"/>
                  <a:gd name="T4" fmla="*/ 378 w 37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78"/>
                  <a:gd name="T10" fmla="*/ 0 h 1"/>
                  <a:gd name="T11" fmla="*/ 378 w 37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8" h="1">
                    <a:moveTo>
                      <a:pt x="0" y="0"/>
                    </a:moveTo>
                    <a:lnTo>
                      <a:pt x="377" y="0"/>
                    </a:lnTo>
                    <a:lnTo>
                      <a:pt x="378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1" name="Freeform 165"/>
              <p:cNvSpPr/>
              <p:nvPr/>
            </p:nvSpPr>
            <p:spPr bwMode="auto">
              <a:xfrm>
                <a:off x="3736" y="1262"/>
                <a:ext cx="2" cy="130"/>
              </a:xfrm>
              <a:custGeom>
                <a:avLst/>
                <a:gdLst>
                  <a:gd name="T0" fmla="*/ 0 w 2"/>
                  <a:gd name="T1" fmla="*/ 0 h 130"/>
                  <a:gd name="T2" fmla="*/ 2 w 2"/>
                  <a:gd name="T3" fmla="*/ 130 h 130"/>
                  <a:gd name="T4" fmla="*/ 0 60000 65536"/>
                  <a:gd name="T5" fmla="*/ 0 60000 65536"/>
                  <a:gd name="T6" fmla="*/ 0 w 2"/>
                  <a:gd name="T7" fmla="*/ 0 h 130"/>
                  <a:gd name="T8" fmla="*/ 2 w 2"/>
                  <a:gd name="T9" fmla="*/ 130 h 1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" h="130">
                    <a:moveTo>
                      <a:pt x="0" y="0"/>
                    </a:moveTo>
                    <a:lnTo>
                      <a:pt x="2" y="13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2" name="Freeform 166"/>
              <p:cNvSpPr/>
              <p:nvPr/>
            </p:nvSpPr>
            <p:spPr bwMode="auto">
              <a:xfrm>
                <a:off x="3611" y="2124"/>
                <a:ext cx="126" cy="1"/>
              </a:xfrm>
              <a:custGeom>
                <a:avLst/>
                <a:gdLst>
                  <a:gd name="T0" fmla="*/ 0 w 378"/>
                  <a:gd name="T1" fmla="*/ 0 h 1"/>
                  <a:gd name="T2" fmla="*/ 377 w 378"/>
                  <a:gd name="T3" fmla="*/ 0 h 1"/>
                  <a:gd name="T4" fmla="*/ 378 w 37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78"/>
                  <a:gd name="T10" fmla="*/ 0 h 1"/>
                  <a:gd name="T11" fmla="*/ 378 w 37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8" h="1">
                    <a:moveTo>
                      <a:pt x="0" y="0"/>
                    </a:moveTo>
                    <a:lnTo>
                      <a:pt x="377" y="0"/>
                    </a:lnTo>
                    <a:lnTo>
                      <a:pt x="378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3" name="Freeform 167"/>
              <p:cNvSpPr/>
              <p:nvPr/>
            </p:nvSpPr>
            <p:spPr bwMode="auto">
              <a:xfrm>
                <a:off x="3501" y="1693"/>
                <a:ext cx="241" cy="1"/>
              </a:xfrm>
              <a:custGeom>
                <a:avLst/>
                <a:gdLst>
                  <a:gd name="T0" fmla="*/ 0 w 721"/>
                  <a:gd name="T1" fmla="*/ 0 h 1"/>
                  <a:gd name="T2" fmla="*/ 719 w 721"/>
                  <a:gd name="T3" fmla="*/ 0 h 1"/>
                  <a:gd name="T4" fmla="*/ 721 w 72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21"/>
                  <a:gd name="T10" fmla="*/ 0 h 1"/>
                  <a:gd name="T11" fmla="*/ 721 w 72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1" h="1">
                    <a:moveTo>
                      <a:pt x="0" y="0"/>
                    </a:moveTo>
                    <a:lnTo>
                      <a:pt x="719" y="0"/>
                    </a:lnTo>
                    <a:lnTo>
                      <a:pt x="72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4" name="Freeform 168"/>
              <p:cNvSpPr/>
              <p:nvPr/>
            </p:nvSpPr>
            <p:spPr bwMode="auto">
              <a:xfrm>
                <a:off x="3611" y="1262"/>
                <a:ext cx="73" cy="72"/>
              </a:xfrm>
              <a:custGeom>
                <a:avLst/>
                <a:gdLst>
                  <a:gd name="T0" fmla="*/ 0 w 219"/>
                  <a:gd name="T1" fmla="*/ 218 h 218"/>
                  <a:gd name="T2" fmla="*/ 217 w 219"/>
                  <a:gd name="T3" fmla="*/ 0 h 218"/>
                  <a:gd name="T4" fmla="*/ 219 w 219"/>
                  <a:gd name="T5" fmla="*/ 0 h 218"/>
                  <a:gd name="T6" fmla="*/ 0 60000 65536"/>
                  <a:gd name="T7" fmla="*/ 0 60000 65536"/>
                  <a:gd name="T8" fmla="*/ 0 60000 65536"/>
                  <a:gd name="T9" fmla="*/ 0 w 219"/>
                  <a:gd name="T10" fmla="*/ 0 h 218"/>
                  <a:gd name="T11" fmla="*/ 219 w 219"/>
                  <a:gd name="T12" fmla="*/ 218 h 2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9" h="218">
                    <a:moveTo>
                      <a:pt x="0" y="218"/>
                    </a:moveTo>
                    <a:lnTo>
                      <a:pt x="217" y="0"/>
                    </a:lnTo>
                    <a:lnTo>
                      <a:pt x="21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5" name="Freeform 169"/>
              <p:cNvSpPr/>
              <p:nvPr/>
            </p:nvSpPr>
            <p:spPr bwMode="auto">
              <a:xfrm>
                <a:off x="3611" y="1325"/>
                <a:ext cx="126" cy="125"/>
              </a:xfrm>
              <a:custGeom>
                <a:avLst/>
                <a:gdLst>
                  <a:gd name="T0" fmla="*/ 0 w 378"/>
                  <a:gd name="T1" fmla="*/ 377 h 377"/>
                  <a:gd name="T2" fmla="*/ 377 w 378"/>
                  <a:gd name="T3" fmla="*/ 0 h 377"/>
                  <a:gd name="T4" fmla="*/ 378 w 378"/>
                  <a:gd name="T5" fmla="*/ 0 h 377"/>
                  <a:gd name="T6" fmla="*/ 0 60000 65536"/>
                  <a:gd name="T7" fmla="*/ 0 60000 65536"/>
                  <a:gd name="T8" fmla="*/ 0 60000 65536"/>
                  <a:gd name="T9" fmla="*/ 0 w 378"/>
                  <a:gd name="T10" fmla="*/ 0 h 377"/>
                  <a:gd name="T11" fmla="*/ 378 w 378"/>
                  <a:gd name="T12" fmla="*/ 377 h 3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8" h="377">
                    <a:moveTo>
                      <a:pt x="0" y="377"/>
                    </a:moveTo>
                    <a:lnTo>
                      <a:pt x="377" y="0"/>
                    </a:lnTo>
                    <a:lnTo>
                      <a:pt x="37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6" name="Freeform 170"/>
              <p:cNvSpPr/>
              <p:nvPr/>
            </p:nvSpPr>
            <p:spPr bwMode="auto">
              <a:xfrm>
                <a:off x="3657" y="1391"/>
                <a:ext cx="130" cy="129"/>
              </a:xfrm>
              <a:custGeom>
                <a:avLst/>
                <a:gdLst>
                  <a:gd name="T0" fmla="*/ 0 w 389"/>
                  <a:gd name="T1" fmla="*/ 388 h 388"/>
                  <a:gd name="T2" fmla="*/ 388 w 389"/>
                  <a:gd name="T3" fmla="*/ 0 h 388"/>
                  <a:gd name="T4" fmla="*/ 389 w 389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89"/>
                  <a:gd name="T10" fmla="*/ 0 h 388"/>
                  <a:gd name="T11" fmla="*/ 389 w 389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9" h="388">
                    <a:moveTo>
                      <a:pt x="0" y="388"/>
                    </a:moveTo>
                    <a:lnTo>
                      <a:pt x="388" y="0"/>
                    </a:lnTo>
                    <a:lnTo>
                      <a:pt x="38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7" name="Freeform 171"/>
              <p:cNvSpPr/>
              <p:nvPr/>
            </p:nvSpPr>
            <p:spPr bwMode="auto">
              <a:xfrm>
                <a:off x="3773" y="1391"/>
                <a:ext cx="130" cy="129"/>
              </a:xfrm>
              <a:custGeom>
                <a:avLst/>
                <a:gdLst>
                  <a:gd name="T0" fmla="*/ 0 w 389"/>
                  <a:gd name="T1" fmla="*/ 388 h 388"/>
                  <a:gd name="T2" fmla="*/ 388 w 389"/>
                  <a:gd name="T3" fmla="*/ 0 h 388"/>
                  <a:gd name="T4" fmla="*/ 389 w 389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89"/>
                  <a:gd name="T10" fmla="*/ 0 h 388"/>
                  <a:gd name="T11" fmla="*/ 389 w 389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9" h="388">
                    <a:moveTo>
                      <a:pt x="0" y="388"/>
                    </a:moveTo>
                    <a:lnTo>
                      <a:pt x="388" y="0"/>
                    </a:lnTo>
                    <a:lnTo>
                      <a:pt x="38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8" name="Freeform 172"/>
              <p:cNvSpPr/>
              <p:nvPr/>
            </p:nvSpPr>
            <p:spPr bwMode="auto">
              <a:xfrm>
                <a:off x="3889" y="1391"/>
                <a:ext cx="130" cy="129"/>
              </a:xfrm>
              <a:custGeom>
                <a:avLst/>
                <a:gdLst>
                  <a:gd name="T0" fmla="*/ 0 w 389"/>
                  <a:gd name="T1" fmla="*/ 388 h 388"/>
                  <a:gd name="T2" fmla="*/ 388 w 389"/>
                  <a:gd name="T3" fmla="*/ 0 h 388"/>
                  <a:gd name="T4" fmla="*/ 389 w 389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89"/>
                  <a:gd name="T10" fmla="*/ 0 h 388"/>
                  <a:gd name="T11" fmla="*/ 389 w 389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9" h="388">
                    <a:moveTo>
                      <a:pt x="0" y="388"/>
                    </a:moveTo>
                    <a:lnTo>
                      <a:pt x="388" y="0"/>
                    </a:lnTo>
                    <a:lnTo>
                      <a:pt x="38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9" name="Freeform 173"/>
              <p:cNvSpPr/>
              <p:nvPr/>
            </p:nvSpPr>
            <p:spPr bwMode="auto">
              <a:xfrm>
                <a:off x="3611" y="1865"/>
                <a:ext cx="50" cy="50"/>
              </a:xfrm>
              <a:custGeom>
                <a:avLst/>
                <a:gdLst>
                  <a:gd name="T0" fmla="*/ 0 w 150"/>
                  <a:gd name="T1" fmla="*/ 150 h 150"/>
                  <a:gd name="T2" fmla="*/ 149 w 150"/>
                  <a:gd name="T3" fmla="*/ 0 h 150"/>
                  <a:gd name="T4" fmla="*/ 150 w 150"/>
                  <a:gd name="T5" fmla="*/ 0 h 150"/>
                  <a:gd name="T6" fmla="*/ 0 60000 65536"/>
                  <a:gd name="T7" fmla="*/ 0 60000 65536"/>
                  <a:gd name="T8" fmla="*/ 0 60000 65536"/>
                  <a:gd name="T9" fmla="*/ 0 w 150"/>
                  <a:gd name="T10" fmla="*/ 0 h 150"/>
                  <a:gd name="T11" fmla="*/ 150 w 150"/>
                  <a:gd name="T12" fmla="*/ 150 h 15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0" h="150">
                    <a:moveTo>
                      <a:pt x="0" y="150"/>
                    </a:moveTo>
                    <a:lnTo>
                      <a:pt x="149" y="0"/>
                    </a:lnTo>
                    <a:lnTo>
                      <a:pt x="15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0" name="Freeform 174"/>
              <p:cNvSpPr/>
              <p:nvPr/>
            </p:nvSpPr>
            <p:spPr bwMode="auto">
              <a:xfrm>
                <a:off x="4005" y="1391"/>
                <a:ext cx="130" cy="129"/>
              </a:xfrm>
              <a:custGeom>
                <a:avLst/>
                <a:gdLst>
                  <a:gd name="T0" fmla="*/ 0 w 390"/>
                  <a:gd name="T1" fmla="*/ 388 h 388"/>
                  <a:gd name="T2" fmla="*/ 389 w 390"/>
                  <a:gd name="T3" fmla="*/ 0 h 388"/>
                  <a:gd name="T4" fmla="*/ 390 w 390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90"/>
                  <a:gd name="T10" fmla="*/ 0 h 388"/>
                  <a:gd name="T11" fmla="*/ 390 w 390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0" h="388">
                    <a:moveTo>
                      <a:pt x="0" y="388"/>
                    </a:moveTo>
                    <a:lnTo>
                      <a:pt x="389" y="0"/>
                    </a:lnTo>
                    <a:lnTo>
                      <a:pt x="39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1" name="Freeform 175"/>
              <p:cNvSpPr/>
              <p:nvPr/>
            </p:nvSpPr>
            <p:spPr bwMode="auto">
              <a:xfrm>
                <a:off x="3611" y="1865"/>
                <a:ext cx="166" cy="166"/>
              </a:xfrm>
              <a:custGeom>
                <a:avLst/>
                <a:gdLst>
                  <a:gd name="T0" fmla="*/ 0 w 498"/>
                  <a:gd name="T1" fmla="*/ 498 h 498"/>
                  <a:gd name="T2" fmla="*/ 497 w 498"/>
                  <a:gd name="T3" fmla="*/ 0 h 498"/>
                  <a:gd name="T4" fmla="*/ 498 w 498"/>
                  <a:gd name="T5" fmla="*/ 0 h 498"/>
                  <a:gd name="T6" fmla="*/ 0 60000 65536"/>
                  <a:gd name="T7" fmla="*/ 0 60000 65536"/>
                  <a:gd name="T8" fmla="*/ 0 60000 65536"/>
                  <a:gd name="T9" fmla="*/ 0 w 498"/>
                  <a:gd name="T10" fmla="*/ 0 h 498"/>
                  <a:gd name="T11" fmla="*/ 498 w 498"/>
                  <a:gd name="T12" fmla="*/ 498 h 4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98" h="498">
                    <a:moveTo>
                      <a:pt x="0" y="498"/>
                    </a:moveTo>
                    <a:lnTo>
                      <a:pt x="497" y="0"/>
                    </a:lnTo>
                    <a:lnTo>
                      <a:pt x="49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2" name="Freeform 176"/>
              <p:cNvSpPr/>
              <p:nvPr/>
            </p:nvSpPr>
            <p:spPr bwMode="auto">
              <a:xfrm>
                <a:off x="4121" y="1391"/>
                <a:ext cx="130" cy="129"/>
              </a:xfrm>
              <a:custGeom>
                <a:avLst/>
                <a:gdLst>
                  <a:gd name="T0" fmla="*/ 0 w 388"/>
                  <a:gd name="T1" fmla="*/ 388 h 388"/>
                  <a:gd name="T2" fmla="*/ 387 w 388"/>
                  <a:gd name="T3" fmla="*/ 0 h 388"/>
                  <a:gd name="T4" fmla="*/ 388 w 388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88"/>
                  <a:gd name="T10" fmla="*/ 0 h 388"/>
                  <a:gd name="T11" fmla="*/ 388 w 388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8" h="388">
                    <a:moveTo>
                      <a:pt x="0" y="388"/>
                    </a:moveTo>
                    <a:lnTo>
                      <a:pt x="387" y="0"/>
                    </a:lnTo>
                    <a:lnTo>
                      <a:pt x="38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3" name="Freeform 177"/>
              <p:cNvSpPr/>
              <p:nvPr/>
            </p:nvSpPr>
            <p:spPr bwMode="auto">
              <a:xfrm>
                <a:off x="3634" y="2021"/>
                <a:ext cx="103" cy="103"/>
              </a:xfrm>
              <a:custGeom>
                <a:avLst/>
                <a:gdLst>
                  <a:gd name="T0" fmla="*/ 0 w 307"/>
                  <a:gd name="T1" fmla="*/ 308 h 308"/>
                  <a:gd name="T2" fmla="*/ 306 w 307"/>
                  <a:gd name="T3" fmla="*/ 0 h 308"/>
                  <a:gd name="T4" fmla="*/ 307 w 307"/>
                  <a:gd name="T5" fmla="*/ 0 h 308"/>
                  <a:gd name="T6" fmla="*/ 0 60000 65536"/>
                  <a:gd name="T7" fmla="*/ 0 60000 65536"/>
                  <a:gd name="T8" fmla="*/ 0 60000 65536"/>
                  <a:gd name="T9" fmla="*/ 0 w 307"/>
                  <a:gd name="T10" fmla="*/ 0 h 308"/>
                  <a:gd name="T11" fmla="*/ 307 w 307"/>
                  <a:gd name="T12" fmla="*/ 308 h 30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07" h="308">
                    <a:moveTo>
                      <a:pt x="0" y="308"/>
                    </a:moveTo>
                    <a:lnTo>
                      <a:pt x="306" y="0"/>
                    </a:lnTo>
                    <a:lnTo>
                      <a:pt x="30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4" name="Freeform 178"/>
              <p:cNvSpPr/>
              <p:nvPr/>
            </p:nvSpPr>
            <p:spPr bwMode="auto">
              <a:xfrm>
                <a:off x="4237" y="1391"/>
                <a:ext cx="130" cy="129"/>
              </a:xfrm>
              <a:custGeom>
                <a:avLst/>
                <a:gdLst>
                  <a:gd name="T0" fmla="*/ 0 w 388"/>
                  <a:gd name="T1" fmla="*/ 388 h 388"/>
                  <a:gd name="T2" fmla="*/ 387 w 388"/>
                  <a:gd name="T3" fmla="*/ 0 h 388"/>
                  <a:gd name="T4" fmla="*/ 388 w 388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88"/>
                  <a:gd name="T10" fmla="*/ 0 h 388"/>
                  <a:gd name="T11" fmla="*/ 388 w 388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8" h="388">
                    <a:moveTo>
                      <a:pt x="0" y="388"/>
                    </a:moveTo>
                    <a:lnTo>
                      <a:pt x="387" y="0"/>
                    </a:lnTo>
                    <a:lnTo>
                      <a:pt x="38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5" name="Freeform 179"/>
              <p:cNvSpPr/>
              <p:nvPr/>
            </p:nvSpPr>
            <p:spPr bwMode="auto">
              <a:xfrm>
                <a:off x="3763" y="1865"/>
                <a:ext cx="130" cy="130"/>
              </a:xfrm>
              <a:custGeom>
                <a:avLst/>
                <a:gdLst>
                  <a:gd name="T0" fmla="*/ 0 w 390"/>
                  <a:gd name="T1" fmla="*/ 388 h 388"/>
                  <a:gd name="T2" fmla="*/ 389 w 390"/>
                  <a:gd name="T3" fmla="*/ 0 h 388"/>
                  <a:gd name="T4" fmla="*/ 390 w 390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90"/>
                  <a:gd name="T10" fmla="*/ 0 h 388"/>
                  <a:gd name="T11" fmla="*/ 390 w 390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0" h="388">
                    <a:moveTo>
                      <a:pt x="0" y="388"/>
                    </a:moveTo>
                    <a:lnTo>
                      <a:pt x="389" y="0"/>
                    </a:lnTo>
                    <a:lnTo>
                      <a:pt x="39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6" name="Freeform 180"/>
              <p:cNvSpPr/>
              <p:nvPr/>
            </p:nvSpPr>
            <p:spPr bwMode="auto">
              <a:xfrm>
                <a:off x="3879" y="1865"/>
                <a:ext cx="130" cy="130"/>
              </a:xfrm>
              <a:custGeom>
                <a:avLst/>
                <a:gdLst>
                  <a:gd name="T0" fmla="*/ 0 w 389"/>
                  <a:gd name="T1" fmla="*/ 388 h 388"/>
                  <a:gd name="T2" fmla="*/ 388 w 389"/>
                  <a:gd name="T3" fmla="*/ 0 h 388"/>
                  <a:gd name="T4" fmla="*/ 389 w 389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89"/>
                  <a:gd name="T10" fmla="*/ 0 h 388"/>
                  <a:gd name="T11" fmla="*/ 389 w 389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9" h="388">
                    <a:moveTo>
                      <a:pt x="0" y="388"/>
                    </a:moveTo>
                    <a:lnTo>
                      <a:pt x="388" y="0"/>
                    </a:lnTo>
                    <a:lnTo>
                      <a:pt x="38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7" name="Freeform 181"/>
              <p:cNvSpPr/>
              <p:nvPr/>
            </p:nvSpPr>
            <p:spPr bwMode="auto">
              <a:xfrm>
                <a:off x="4353" y="1391"/>
                <a:ext cx="130" cy="129"/>
              </a:xfrm>
              <a:custGeom>
                <a:avLst/>
                <a:gdLst>
                  <a:gd name="T0" fmla="*/ 0 w 388"/>
                  <a:gd name="T1" fmla="*/ 388 h 388"/>
                  <a:gd name="T2" fmla="*/ 387 w 388"/>
                  <a:gd name="T3" fmla="*/ 0 h 388"/>
                  <a:gd name="T4" fmla="*/ 388 w 388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88"/>
                  <a:gd name="T10" fmla="*/ 0 h 388"/>
                  <a:gd name="T11" fmla="*/ 388 w 388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8" h="388">
                    <a:moveTo>
                      <a:pt x="0" y="388"/>
                    </a:moveTo>
                    <a:lnTo>
                      <a:pt x="387" y="0"/>
                    </a:lnTo>
                    <a:lnTo>
                      <a:pt x="38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8" name="Freeform 182"/>
              <p:cNvSpPr/>
              <p:nvPr/>
            </p:nvSpPr>
            <p:spPr bwMode="auto">
              <a:xfrm>
                <a:off x="4469" y="1467"/>
                <a:ext cx="54" cy="53"/>
              </a:xfrm>
              <a:custGeom>
                <a:avLst/>
                <a:gdLst>
                  <a:gd name="T0" fmla="*/ 0 w 162"/>
                  <a:gd name="T1" fmla="*/ 161 h 161"/>
                  <a:gd name="T2" fmla="*/ 161 w 162"/>
                  <a:gd name="T3" fmla="*/ 0 h 161"/>
                  <a:gd name="T4" fmla="*/ 162 w 162"/>
                  <a:gd name="T5" fmla="*/ 0 h 161"/>
                  <a:gd name="T6" fmla="*/ 0 60000 65536"/>
                  <a:gd name="T7" fmla="*/ 0 60000 65536"/>
                  <a:gd name="T8" fmla="*/ 0 60000 65536"/>
                  <a:gd name="T9" fmla="*/ 0 w 162"/>
                  <a:gd name="T10" fmla="*/ 0 h 161"/>
                  <a:gd name="T11" fmla="*/ 162 w 162"/>
                  <a:gd name="T12" fmla="*/ 161 h 16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2" h="161">
                    <a:moveTo>
                      <a:pt x="0" y="161"/>
                    </a:moveTo>
                    <a:lnTo>
                      <a:pt x="161" y="0"/>
                    </a:lnTo>
                    <a:lnTo>
                      <a:pt x="16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9" name="Freeform 183"/>
              <p:cNvSpPr/>
              <p:nvPr/>
            </p:nvSpPr>
            <p:spPr bwMode="auto">
              <a:xfrm>
                <a:off x="3995" y="1892"/>
                <a:ext cx="103" cy="103"/>
              </a:xfrm>
              <a:custGeom>
                <a:avLst/>
                <a:gdLst>
                  <a:gd name="T0" fmla="*/ 0 w 308"/>
                  <a:gd name="T1" fmla="*/ 308 h 308"/>
                  <a:gd name="T2" fmla="*/ 307 w 308"/>
                  <a:gd name="T3" fmla="*/ 0 h 308"/>
                  <a:gd name="T4" fmla="*/ 308 w 308"/>
                  <a:gd name="T5" fmla="*/ 0 h 308"/>
                  <a:gd name="T6" fmla="*/ 0 60000 65536"/>
                  <a:gd name="T7" fmla="*/ 0 60000 65536"/>
                  <a:gd name="T8" fmla="*/ 0 60000 65536"/>
                  <a:gd name="T9" fmla="*/ 0 w 308"/>
                  <a:gd name="T10" fmla="*/ 0 h 308"/>
                  <a:gd name="T11" fmla="*/ 308 w 308"/>
                  <a:gd name="T12" fmla="*/ 308 h 30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08" h="308">
                    <a:moveTo>
                      <a:pt x="0" y="308"/>
                    </a:moveTo>
                    <a:lnTo>
                      <a:pt x="307" y="0"/>
                    </a:lnTo>
                    <a:lnTo>
                      <a:pt x="30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0" name="Freeform 184"/>
              <p:cNvSpPr/>
              <p:nvPr/>
            </p:nvSpPr>
            <p:spPr bwMode="auto">
              <a:xfrm>
                <a:off x="3935" y="2008"/>
                <a:ext cx="163" cy="164"/>
              </a:xfrm>
              <a:custGeom>
                <a:avLst/>
                <a:gdLst>
                  <a:gd name="T0" fmla="*/ 0 w 490"/>
                  <a:gd name="T1" fmla="*/ 490 h 490"/>
                  <a:gd name="T2" fmla="*/ 489 w 490"/>
                  <a:gd name="T3" fmla="*/ 0 h 490"/>
                  <a:gd name="T4" fmla="*/ 490 w 490"/>
                  <a:gd name="T5" fmla="*/ 0 h 490"/>
                  <a:gd name="T6" fmla="*/ 0 60000 65536"/>
                  <a:gd name="T7" fmla="*/ 0 60000 65536"/>
                  <a:gd name="T8" fmla="*/ 0 60000 65536"/>
                  <a:gd name="T9" fmla="*/ 0 w 490"/>
                  <a:gd name="T10" fmla="*/ 0 h 490"/>
                  <a:gd name="T11" fmla="*/ 490 w 490"/>
                  <a:gd name="T12" fmla="*/ 490 h 4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90" h="490">
                    <a:moveTo>
                      <a:pt x="0" y="490"/>
                    </a:moveTo>
                    <a:lnTo>
                      <a:pt x="489" y="0"/>
                    </a:lnTo>
                    <a:lnTo>
                      <a:pt x="49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1" name="Freeform 185"/>
              <p:cNvSpPr/>
              <p:nvPr/>
            </p:nvSpPr>
            <p:spPr bwMode="auto">
              <a:xfrm>
                <a:off x="4051" y="2125"/>
                <a:ext cx="47" cy="47"/>
              </a:xfrm>
              <a:custGeom>
                <a:avLst/>
                <a:gdLst>
                  <a:gd name="T0" fmla="*/ 0 w 142"/>
                  <a:gd name="T1" fmla="*/ 141 h 141"/>
                  <a:gd name="T2" fmla="*/ 141 w 142"/>
                  <a:gd name="T3" fmla="*/ 0 h 141"/>
                  <a:gd name="T4" fmla="*/ 142 w 142"/>
                  <a:gd name="T5" fmla="*/ 0 h 141"/>
                  <a:gd name="T6" fmla="*/ 0 60000 65536"/>
                  <a:gd name="T7" fmla="*/ 0 60000 65536"/>
                  <a:gd name="T8" fmla="*/ 0 60000 65536"/>
                  <a:gd name="T9" fmla="*/ 0 w 142"/>
                  <a:gd name="T10" fmla="*/ 0 h 141"/>
                  <a:gd name="T11" fmla="*/ 142 w 142"/>
                  <a:gd name="T12" fmla="*/ 141 h 1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2" h="141">
                    <a:moveTo>
                      <a:pt x="0" y="141"/>
                    </a:moveTo>
                    <a:lnTo>
                      <a:pt x="141" y="0"/>
                    </a:lnTo>
                    <a:lnTo>
                      <a:pt x="14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2" name="Freeform 186"/>
              <p:cNvSpPr/>
              <p:nvPr/>
            </p:nvSpPr>
            <p:spPr bwMode="auto">
              <a:xfrm>
                <a:off x="4227" y="1865"/>
                <a:ext cx="130" cy="130"/>
              </a:xfrm>
              <a:custGeom>
                <a:avLst/>
                <a:gdLst>
                  <a:gd name="T0" fmla="*/ 0 w 390"/>
                  <a:gd name="T1" fmla="*/ 390 h 390"/>
                  <a:gd name="T2" fmla="*/ 389 w 390"/>
                  <a:gd name="T3" fmla="*/ 0 h 390"/>
                  <a:gd name="T4" fmla="*/ 390 w 390"/>
                  <a:gd name="T5" fmla="*/ 0 h 390"/>
                  <a:gd name="T6" fmla="*/ 0 60000 65536"/>
                  <a:gd name="T7" fmla="*/ 0 60000 65536"/>
                  <a:gd name="T8" fmla="*/ 0 60000 65536"/>
                  <a:gd name="T9" fmla="*/ 0 w 390"/>
                  <a:gd name="T10" fmla="*/ 0 h 390"/>
                  <a:gd name="T11" fmla="*/ 390 w 390"/>
                  <a:gd name="T12" fmla="*/ 390 h 3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0" h="390">
                    <a:moveTo>
                      <a:pt x="0" y="390"/>
                    </a:moveTo>
                    <a:lnTo>
                      <a:pt x="389" y="0"/>
                    </a:lnTo>
                    <a:lnTo>
                      <a:pt x="39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3" name="Freeform 187"/>
              <p:cNvSpPr/>
              <p:nvPr/>
            </p:nvSpPr>
            <p:spPr bwMode="auto">
              <a:xfrm>
                <a:off x="4227" y="2025"/>
                <a:ext cx="87" cy="86"/>
              </a:xfrm>
              <a:custGeom>
                <a:avLst/>
                <a:gdLst>
                  <a:gd name="T0" fmla="*/ 0 w 260"/>
                  <a:gd name="T1" fmla="*/ 259 h 259"/>
                  <a:gd name="T2" fmla="*/ 258 w 260"/>
                  <a:gd name="T3" fmla="*/ 0 h 259"/>
                  <a:gd name="T4" fmla="*/ 260 w 260"/>
                  <a:gd name="T5" fmla="*/ 0 h 259"/>
                  <a:gd name="T6" fmla="*/ 0 60000 65536"/>
                  <a:gd name="T7" fmla="*/ 0 60000 65536"/>
                  <a:gd name="T8" fmla="*/ 0 60000 65536"/>
                  <a:gd name="T9" fmla="*/ 0 w 260"/>
                  <a:gd name="T10" fmla="*/ 0 h 259"/>
                  <a:gd name="T11" fmla="*/ 260 w 260"/>
                  <a:gd name="T12" fmla="*/ 259 h 25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0" h="259">
                    <a:moveTo>
                      <a:pt x="0" y="259"/>
                    </a:moveTo>
                    <a:lnTo>
                      <a:pt x="258" y="0"/>
                    </a:lnTo>
                    <a:lnTo>
                      <a:pt x="26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4" name="Freeform 188"/>
              <p:cNvSpPr/>
              <p:nvPr/>
            </p:nvSpPr>
            <p:spPr bwMode="auto">
              <a:xfrm>
                <a:off x="4343" y="1865"/>
                <a:ext cx="130" cy="130"/>
              </a:xfrm>
              <a:custGeom>
                <a:avLst/>
                <a:gdLst>
                  <a:gd name="T0" fmla="*/ 0 w 390"/>
                  <a:gd name="T1" fmla="*/ 388 h 388"/>
                  <a:gd name="T2" fmla="*/ 389 w 390"/>
                  <a:gd name="T3" fmla="*/ 0 h 388"/>
                  <a:gd name="T4" fmla="*/ 390 w 390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90"/>
                  <a:gd name="T10" fmla="*/ 0 h 388"/>
                  <a:gd name="T11" fmla="*/ 390 w 390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0" h="388">
                    <a:moveTo>
                      <a:pt x="0" y="388"/>
                    </a:moveTo>
                    <a:lnTo>
                      <a:pt x="389" y="0"/>
                    </a:lnTo>
                    <a:lnTo>
                      <a:pt x="39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5" name="Freeform 189"/>
              <p:cNvSpPr/>
              <p:nvPr/>
            </p:nvSpPr>
            <p:spPr bwMode="auto">
              <a:xfrm>
                <a:off x="4283" y="2086"/>
                <a:ext cx="86" cy="86"/>
              </a:xfrm>
              <a:custGeom>
                <a:avLst/>
                <a:gdLst>
                  <a:gd name="T0" fmla="*/ 0 w 259"/>
                  <a:gd name="T1" fmla="*/ 257 h 257"/>
                  <a:gd name="T2" fmla="*/ 258 w 259"/>
                  <a:gd name="T3" fmla="*/ 0 h 257"/>
                  <a:gd name="T4" fmla="*/ 259 w 259"/>
                  <a:gd name="T5" fmla="*/ 0 h 257"/>
                  <a:gd name="T6" fmla="*/ 0 60000 65536"/>
                  <a:gd name="T7" fmla="*/ 0 60000 65536"/>
                  <a:gd name="T8" fmla="*/ 0 60000 65536"/>
                  <a:gd name="T9" fmla="*/ 0 w 259"/>
                  <a:gd name="T10" fmla="*/ 0 h 257"/>
                  <a:gd name="T11" fmla="*/ 259 w 259"/>
                  <a:gd name="T12" fmla="*/ 257 h 2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9" h="257">
                    <a:moveTo>
                      <a:pt x="0" y="257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6" name="Freeform 190"/>
              <p:cNvSpPr/>
              <p:nvPr/>
            </p:nvSpPr>
            <p:spPr bwMode="auto">
              <a:xfrm>
                <a:off x="4460" y="1931"/>
                <a:ext cx="63" cy="64"/>
              </a:xfrm>
              <a:custGeom>
                <a:avLst/>
                <a:gdLst>
                  <a:gd name="T0" fmla="*/ 0 w 191"/>
                  <a:gd name="T1" fmla="*/ 190 h 190"/>
                  <a:gd name="T2" fmla="*/ 190 w 191"/>
                  <a:gd name="T3" fmla="*/ 0 h 190"/>
                  <a:gd name="T4" fmla="*/ 191 w 191"/>
                  <a:gd name="T5" fmla="*/ 0 h 190"/>
                  <a:gd name="T6" fmla="*/ 0 60000 65536"/>
                  <a:gd name="T7" fmla="*/ 0 60000 65536"/>
                  <a:gd name="T8" fmla="*/ 0 60000 65536"/>
                  <a:gd name="T9" fmla="*/ 0 w 191"/>
                  <a:gd name="T10" fmla="*/ 0 h 190"/>
                  <a:gd name="T11" fmla="*/ 191 w 191"/>
                  <a:gd name="T12" fmla="*/ 190 h 1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1" h="190">
                    <a:moveTo>
                      <a:pt x="0" y="190"/>
                    </a:moveTo>
                    <a:lnTo>
                      <a:pt x="190" y="0"/>
                    </a:lnTo>
                    <a:lnTo>
                      <a:pt x="19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7" name="Freeform 191"/>
              <p:cNvSpPr/>
              <p:nvPr/>
            </p:nvSpPr>
            <p:spPr bwMode="auto">
              <a:xfrm>
                <a:off x="4399" y="2139"/>
                <a:ext cx="32" cy="33"/>
              </a:xfrm>
              <a:custGeom>
                <a:avLst/>
                <a:gdLst>
                  <a:gd name="T0" fmla="*/ 0 w 97"/>
                  <a:gd name="T1" fmla="*/ 97 h 97"/>
                  <a:gd name="T2" fmla="*/ 96 w 97"/>
                  <a:gd name="T3" fmla="*/ 0 h 97"/>
                  <a:gd name="T4" fmla="*/ 97 w 97"/>
                  <a:gd name="T5" fmla="*/ 0 h 97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97"/>
                  <a:gd name="T11" fmla="*/ 97 w 97"/>
                  <a:gd name="T12" fmla="*/ 97 h 9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97">
                    <a:moveTo>
                      <a:pt x="0" y="97"/>
                    </a:moveTo>
                    <a:lnTo>
                      <a:pt x="96" y="0"/>
                    </a:lnTo>
                    <a:lnTo>
                      <a:pt x="9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8" name="Freeform 192"/>
              <p:cNvSpPr/>
              <p:nvPr/>
            </p:nvSpPr>
            <p:spPr bwMode="auto">
              <a:xfrm>
                <a:off x="3775" y="1693"/>
                <a:ext cx="12" cy="1"/>
              </a:xfrm>
              <a:custGeom>
                <a:avLst/>
                <a:gdLst>
                  <a:gd name="T0" fmla="*/ 0 w 35"/>
                  <a:gd name="T1" fmla="*/ 0 h 1"/>
                  <a:gd name="T2" fmla="*/ 34 w 35"/>
                  <a:gd name="T3" fmla="*/ 0 h 1"/>
                  <a:gd name="T4" fmla="*/ 35 w 3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5"/>
                  <a:gd name="T10" fmla="*/ 0 h 1"/>
                  <a:gd name="T11" fmla="*/ 35 w 3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5" h="1">
                    <a:moveTo>
                      <a:pt x="0" y="0"/>
                    </a:moveTo>
                    <a:lnTo>
                      <a:pt x="34" y="0"/>
                    </a:lnTo>
                    <a:lnTo>
                      <a:pt x="3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9" name="Freeform 193"/>
              <p:cNvSpPr/>
              <p:nvPr/>
            </p:nvSpPr>
            <p:spPr bwMode="auto">
              <a:xfrm>
                <a:off x="3828" y="1693"/>
                <a:ext cx="434" cy="1"/>
              </a:xfrm>
              <a:custGeom>
                <a:avLst/>
                <a:gdLst>
                  <a:gd name="T0" fmla="*/ 0 w 1302"/>
                  <a:gd name="T1" fmla="*/ 0 h 1"/>
                  <a:gd name="T2" fmla="*/ 1301 w 1302"/>
                  <a:gd name="T3" fmla="*/ 0 h 1"/>
                  <a:gd name="T4" fmla="*/ 1302 w 130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302"/>
                  <a:gd name="T10" fmla="*/ 0 h 1"/>
                  <a:gd name="T11" fmla="*/ 1302 w 130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02" h="1">
                    <a:moveTo>
                      <a:pt x="0" y="0"/>
                    </a:moveTo>
                    <a:lnTo>
                      <a:pt x="1301" y="0"/>
                    </a:lnTo>
                    <a:lnTo>
                      <a:pt x="130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0" name="Freeform 194"/>
              <p:cNvSpPr/>
              <p:nvPr/>
            </p:nvSpPr>
            <p:spPr bwMode="auto">
              <a:xfrm>
                <a:off x="4299" y="1693"/>
                <a:ext cx="15" cy="1"/>
              </a:xfrm>
              <a:custGeom>
                <a:avLst/>
                <a:gdLst>
                  <a:gd name="T0" fmla="*/ 0 w 46"/>
                  <a:gd name="T1" fmla="*/ 0 h 1"/>
                  <a:gd name="T2" fmla="*/ 45 w 46"/>
                  <a:gd name="T3" fmla="*/ 0 h 1"/>
                  <a:gd name="T4" fmla="*/ 46 w 4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6"/>
                  <a:gd name="T10" fmla="*/ 0 h 1"/>
                  <a:gd name="T11" fmla="*/ 46 w 4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" h="1">
                    <a:moveTo>
                      <a:pt x="0" y="0"/>
                    </a:moveTo>
                    <a:lnTo>
                      <a:pt x="45" y="0"/>
                    </a:lnTo>
                    <a:lnTo>
                      <a:pt x="4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1" name="Freeform 195"/>
              <p:cNvSpPr/>
              <p:nvPr/>
            </p:nvSpPr>
            <p:spPr bwMode="auto">
              <a:xfrm>
                <a:off x="4358" y="1693"/>
                <a:ext cx="260" cy="1"/>
              </a:xfrm>
              <a:custGeom>
                <a:avLst/>
                <a:gdLst>
                  <a:gd name="T0" fmla="*/ 0 w 782"/>
                  <a:gd name="T1" fmla="*/ 0 h 1"/>
                  <a:gd name="T2" fmla="*/ 781 w 782"/>
                  <a:gd name="T3" fmla="*/ 0 h 1"/>
                  <a:gd name="T4" fmla="*/ 782 w 78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82"/>
                  <a:gd name="T10" fmla="*/ 0 h 1"/>
                  <a:gd name="T11" fmla="*/ 782 w 78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82" h="1">
                    <a:moveTo>
                      <a:pt x="0" y="0"/>
                    </a:moveTo>
                    <a:lnTo>
                      <a:pt x="781" y="0"/>
                    </a:lnTo>
                    <a:lnTo>
                      <a:pt x="78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2" name="Freeform 196"/>
              <p:cNvSpPr/>
              <p:nvPr/>
            </p:nvSpPr>
            <p:spPr bwMode="auto">
              <a:xfrm>
                <a:off x="4163" y="2061"/>
                <a:ext cx="1" cy="190"/>
              </a:xfrm>
              <a:custGeom>
                <a:avLst/>
                <a:gdLst>
                  <a:gd name="T0" fmla="*/ 0 w 1"/>
                  <a:gd name="T1" fmla="*/ 0 h 571"/>
                  <a:gd name="T2" fmla="*/ 0 w 1"/>
                  <a:gd name="T3" fmla="*/ 571 h 571"/>
                  <a:gd name="T4" fmla="*/ 1 w 1"/>
                  <a:gd name="T5" fmla="*/ 571 h 57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71"/>
                  <a:gd name="T11" fmla="*/ 1 w 1"/>
                  <a:gd name="T12" fmla="*/ 571 h 57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71">
                    <a:moveTo>
                      <a:pt x="0" y="0"/>
                    </a:moveTo>
                    <a:lnTo>
                      <a:pt x="0" y="571"/>
                    </a:lnTo>
                    <a:lnTo>
                      <a:pt x="1" y="57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3" name="Freeform 197"/>
              <p:cNvSpPr/>
              <p:nvPr/>
            </p:nvSpPr>
            <p:spPr bwMode="auto">
              <a:xfrm>
                <a:off x="4163" y="2012"/>
                <a:ext cx="1" cy="7"/>
              </a:xfrm>
              <a:custGeom>
                <a:avLst/>
                <a:gdLst>
                  <a:gd name="T0" fmla="*/ 0 w 1"/>
                  <a:gd name="T1" fmla="*/ 0 h 23"/>
                  <a:gd name="T2" fmla="*/ 0 w 1"/>
                  <a:gd name="T3" fmla="*/ 23 h 23"/>
                  <a:gd name="T4" fmla="*/ 1 w 1"/>
                  <a:gd name="T5" fmla="*/ 23 h 2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3"/>
                  <a:gd name="T11" fmla="*/ 1 w 1"/>
                  <a:gd name="T12" fmla="*/ 23 h 2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3">
                    <a:moveTo>
                      <a:pt x="0" y="0"/>
                    </a:moveTo>
                    <a:lnTo>
                      <a:pt x="0" y="23"/>
                    </a:lnTo>
                    <a:lnTo>
                      <a:pt x="1" y="23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4" name="Rectangle 198"/>
              <p:cNvSpPr>
                <a:spLocks noChangeArrowheads="1"/>
              </p:cNvSpPr>
              <p:nvPr/>
            </p:nvSpPr>
            <p:spPr bwMode="auto">
              <a:xfrm>
                <a:off x="3882" y="1078"/>
                <a:ext cx="390" cy="2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en-US" altLang="zh-CN" sz="2400" i="1" kern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A</a:t>
                </a:r>
                <a:r>
                  <a:rPr lang="zh-CN" altLang="en-US" sz="2400" kern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i="1" kern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A</a:t>
                </a:r>
                <a:endParaRPr lang="en-US" altLang="zh-CN" sz="2400" kern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7" name="Group 199"/>
            <p:cNvGrpSpPr/>
            <p:nvPr/>
          </p:nvGrpSpPr>
          <p:grpSpPr bwMode="auto">
            <a:xfrm>
              <a:off x="1131" y="2645"/>
              <a:ext cx="1050" cy="1469"/>
              <a:chOff x="1164" y="1009"/>
              <a:chExt cx="1050" cy="1469"/>
            </a:xfrm>
          </p:grpSpPr>
          <p:sp>
            <p:nvSpPr>
              <p:cNvPr id="68" name="Oval 200"/>
              <p:cNvSpPr>
                <a:spLocks noChangeArrowheads="1"/>
              </p:cNvSpPr>
              <p:nvPr/>
            </p:nvSpPr>
            <p:spPr bwMode="auto">
              <a:xfrm>
                <a:off x="1398" y="1407"/>
                <a:ext cx="596" cy="579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9" name="Oval 201"/>
              <p:cNvSpPr>
                <a:spLocks noChangeArrowheads="1"/>
              </p:cNvSpPr>
              <p:nvPr/>
            </p:nvSpPr>
            <p:spPr bwMode="auto">
              <a:xfrm>
                <a:off x="1520" y="1521"/>
                <a:ext cx="345" cy="342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0" name="Line 202"/>
              <p:cNvSpPr>
                <a:spLocks noChangeShapeType="1"/>
              </p:cNvSpPr>
              <p:nvPr/>
            </p:nvSpPr>
            <p:spPr bwMode="auto">
              <a:xfrm flipV="1">
                <a:off x="1311" y="1765"/>
                <a:ext cx="221" cy="2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1" name="Line 203"/>
              <p:cNvSpPr>
                <a:spLocks noChangeShapeType="1"/>
              </p:cNvSpPr>
              <p:nvPr/>
            </p:nvSpPr>
            <p:spPr bwMode="auto">
              <a:xfrm flipV="1">
                <a:off x="1392" y="1849"/>
                <a:ext cx="233" cy="23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2" name="Freeform 204"/>
              <p:cNvSpPr/>
              <p:nvPr/>
            </p:nvSpPr>
            <p:spPr bwMode="auto">
              <a:xfrm>
                <a:off x="1692" y="1492"/>
                <a:ext cx="1" cy="543"/>
              </a:xfrm>
              <a:custGeom>
                <a:avLst/>
                <a:gdLst>
                  <a:gd name="T0" fmla="*/ 0 w 1"/>
                  <a:gd name="T1" fmla="*/ 0 h 1628"/>
                  <a:gd name="T2" fmla="*/ 0 w 1"/>
                  <a:gd name="T3" fmla="*/ 1628 h 1628"/>
                  <a:gd name="T4" fmla="*/ 1 w 1"/>
                  <a:gd name="T5" fmla="*/ 1628 h 162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628"/>
                  <a:gd name="T11" fmla="*/ 1 w 1"/>
                  <a:gd name="T12" fmla="*/ 1628 h 16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628">
                    <a:moveTo>
                      <a:pt x="0" y="0"/>
                    </a:moveTo>
                    <a:lnTo>
                      <a:pt x="0" y="1628"/>
                    </a:lnTo>
                    <a:lnTo>
                      <a:pt x="1" y="162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3" name="Freeform 205"/>
              <p:cNvSpPr/>
              <p:nvPr/>
            </p:nvSpPr>
            <p:spPr bwMode="auto">
              <a:xfrm>
                <a:off x="1193" y="1693"/>
                <a:ext cx="230" cy="1"/>
              </a:xfrm>
              <a:custGeom>
                <a:avLst/>
                <a:gdLst>
                  <a:gd name="T0" fmla="*/ 0 w 692"/>
                  <a:gd name="T1" fmla="*/ 0 h 1"/>
                  <a:gd name="T2" fmla="*/ 691 w 692"/>
                  <a:gd name="T3" fmla="*/ 0 h 1"/>
                  <a:gd name="T4" fmla="*/ 692 w 69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92"/>
                  <a:gd name="T10" fmla="*/ 0 h 1"/>
                  <a:gd name="T11" fmla="*/ 692 w 69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2" h="1">
                    <a:moveTo>
                      <a:pt x="0" y="0"/>
                    </a:moveTo>
                    <a:lnTo>
                      <a:pt x="691" y="0"/>
                    </a:lnTo>
                    <a:lnTo>
                      <a:pt x="69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" name="Freeform 206"/>
              <p:cNvSpPr/>
              <p:nvPr/>
            </p:nvSpPr>
            <p:spPr bwMode="auto">
              <a:xfrm>
                <a:off x="1339" y="1262"/>
                <a:ext cx="717" cy="2"/>
              </a:xfrm>
              <a:custGeom>
                <a:avLst/>
                <a:gdLst>
                  <a:gd name="T0" fmla="*/ 0 w 717"/>
                  <a:gd name="T1" fmla="*/ 0 h 2"/>
                  <a:gd name="T2" fmla="*/ 717 w 717"/>
                  <a:gd name="T3" fmla="*/ 2 h 2"/>
                  <a:gd name="T4" fmla="*/ 0 60000 65536"/>
                  <a:gd name="T5" fmla="*/ 0 60000 65536"/>
                  <a:gd name="T6" fmla="*/ 0 w 717"/>
                  <a:gd name="T7" fmla="*/ 0 h 2"/>
                  <a:gd name="T8" fmla="*/ 717 w 717"/>
                  <a:gd name="T9" fmla="*/ 2 h 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17" h="2">
                    <a:moveTo>
                      <a:pt x="0" y="0"/>
                    </a:moveTo>
                    <a:lnTo>
                      <a:pt x="717" y="2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5" name="Freeform 207"/>
              <p:cNvSpPr/>
              <p:nvPr/>
            </p:nvSpPr>
            <p:spPr bwMode="auto">
              <a:xfrm>
                <a:off x="1347" y="2124"/>
                <a:ext cx="99" cy="1"/>
              </a:xfrm>
              <a:custGeom>
                <a:avLst/>
                <a:gdLst>
                  <a:gd name="T0" fmla="*/ 0 w 297"/>
                  <a:gd name="T1" fmla="*/ 0 h 1"/>
                  <a:gd name="T2" fmla="*/ 296 w 297"/>
                  <a:gd name="T3" fmla="*/ 0 h 1"/>
                  <a:gd name="T4" fmla="*/ 297 w 29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97"/>
                  <a:gd name="T10" fmla="*/ 0 h 1"/>
                  <a:gd name="T11" fmla="*/ 297 w 29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7" h="1">
                    <a:moveTo>
                      <a:pt x="0" y="0"/>
                    </a:moveTo>
                    <a:lnTo>
                      <a:pt x="296" y="0"/>
                    </a:lnTo>
                    <a:lnTo>
                      <a:pt x="297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6" name="Freeform 208"/>
              <p:cNvSpPr/>
              <p:nvPr/>
            </p:nvSpPr>
            <p:spPr bwMode="auto">
              <a:xfrm>
                <a:off x="2120" y="1348"/>
                <a:ext cx="3" cy="724"/>
              </a:xfrm>
              <a:custGeom>
                <a:avLst/>
                <a:gdLst>
                  <a:gd name="T0" fmla="*/ 3 w 3"/>
                  <a:gd name="T1" fmla="*/ 0 h 724"/>
                  <a:gd name="T2" fmla="*/ 0 w 3"/>
                  <a:gd name="T3" fmla="*/ 724 h 724"/>
                  <a:gd name="T4" fmla="*/ 0 60000 65536"/>
                  <a:gd name="T5" fmla="*/ 0 60000 65536"/>
                  <a:gd name="T6" fmla="*/ 0 w 3"/>
                  <a:gd name="T7" fmla="*/ 0 h 724"/>
                  <a:gd name="T8" fmla="*/ 3 w 3"/>
                  <a:gd name="T9" fmla="*/ 724 h 72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724">
                    <a:moveTo>
                      <a:pt x="3" y="0"/>
                    </a:moveTo>
                    <a:lnTo>
                      <a:pt x="0" y="724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7" name="Freeform 209"/>
              <p:cNvSpPr/>
              <p:nvPr/>
            </p:nvSpPr>
            <p:spPr bwMode="auto">
              <a:xfrm>
                <a:off x="1261" y="1348"/>
                <a:ext cx="1" cy="469"/>
              </a:xfrm>
              <a:custGeom>
                <a:avLst/>
                <a:gdLst>
                  <a:gd name="T0" fmla="*/ 0 w 1"/>
                  <a:gd name="T1" fmla="*/ 0 h 1408"/>
                  <a:gd name="T2" fmla="*/ 0 w 1"/>
                  <a:gd name="T3" fmla="*/ 1408 h 1408"/>
                  <a:gd name="T4" fmla="*/ 1 w 1"/>
                  <a:gd name="T5" fmla="*/ 1408 h 140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408"/>
                  <a:gd name="T11" fmla="*/ 1 w 1"/>
                  <a:gd name="T12" fmla="*/ 1408 h 140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408">
                    <a:moveTo>
                      <a:pt x="0" y="0"/>
                    </a:moveTo>
                    <a:lnTo>
                      <a:pt x="0" y="1408"/>
                    </a:lnTo>
                    <a:lnTo>
                      <a:pt x="1" y="1408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8" name="Freeform 210"/>
              <p:cNvSpPr/>
              <p:nvPr/>
            </p:nvSpPr>
            <p:spPr bwMode="auto">
              <a:xfrm>
                <a:off x="1261" y="1262"/>
                <a:ext cx="86" cy="86"/>
              </a:xfrm>
              <a:custGeom>
                <a:avLst/>
                <a:gdLst>
                  <a:gd name="T0" fmla="*/ 258 w 258"/>
                  <a:gd name="T1" fmla="*/ 0 h 259"/>
                  <a:gd name="T2" fmla="*/ 75 w 258"/>
                  <a:gd name="T3" fmla="*/ 75 h 259"/>
                  <a:gd name="T4" fmla="*/ 0 w 258"/>
                  <a:gd name="T5" fmla="*/ 259 h 259"/>
                  <a:gd name="T6" fmla="*/ 1 w 258"/>
                  <a:gd name="T7" fmla="*/ 259 h 25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8"/>
                  <a:gd name="T13" fmla="*/ 0 h 259"/>
                  <a:gd name="T14" fmla="*/ 258 w 258"/>
                  <a:gd name="T15" fmla="*/ 259 h 25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8" h="259">
                    <a:moveTo>
                      <a:pt x="258" y="0"/>
                    </a:moveTo>
                    <a:lnTo>
                      <a:pt x="75" y="75"/>
                    </a:lnTo>
                    <a:lnTo>
                      <a:pt x="0" y="259"/>
                    </a:lnTo>
                    <a:lnTo>
                      <a:pt x="1" y="259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9" name="Freeform 211"/>
              <p:cNvSpPr/>
              <p:nvPr/>
            </p:nvSpPr>
            <p:spPr bwMode="auto">
              <a:xfrm>
                <a:off x="1261" y="2038"/>
                <a:ext cx="87" cy="86"/>
              </a:xfrm>
              <a:custGeom>
                <a:avLst/>
                <a:gdLst>
                  <a:gd name="T0" fmla="*/ 0 w 259"/>
                  <a:gd name="T1" fmla="*/ 0 h 259"/>
                  <a:gd name="T2" fmla="*/ 75 w 259"/>
                  <a:gd name="T3" fmla="*/ 184 h 259"/>
                  <a:gd name="T4" fmla="*/ 258 w 259"/>
                  <a:gd name="T5" fmla="*/ 259 h 259"/>
                  <a:gd name="T6" fmla="*/ 259 w 259"/>
                  <a:gd name="T7" fmla="*/ 259 h 25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9"/>
                  <a:gd name="T13" fmla="*/ 0 h 259"/>
                  <a:gd name="T14" fmla="*/ 259 w 259"/>
                  <a:gd name="T15" fmla="*/ 259 h 25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9" h="259">
                    <a:moveTo>
                      <a:pt x="0" y="0"/>
                    </a:moveTo>
                    <a:lnTo>
                      <a:pt x="75" y="184"/>
                    </a:lnTo>
                    <a:lnTo>
                      <a:pt x="258" y="259"/>
                    </a:lnTo>
                    <a:lnTo>
                      <a:pt x="259" y="259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0" name="Freeform 212"/>
              <p:cNvSpPr/>
              <p:nvPr/>
            </p:nvSpPr>
            <p:spPr bwMode="auto">
              <a:xfrm>
                <a:off x="2037" y="2038"/>
                <a:ext cx="86" cy="86"/>
              </a:xfrm>
              <a:custGeom>
                <a:avLst/>
                <a:gdLst>
                  <a:gd name="T0" fmla="*/ 0 w 259"/>
                  <a:gd name="T1" fmla="*/ 259 h 259"/>
                  <a:gd name="T2" fmla="*/ 183 w 259"/>
                  <a:gd name="T3" fmla="*/ 184 h 259"/>
                  <a:gd name="T4" fmla="*/ 258 w 259"/>
                  <a:gd name="T5" fmla="*/ 0 h 259"/>
                  <a:gd name="T6" fmla="*/ 259 w 259"/>
                  <a:gd name="T7" fmla="*/ 0 h 25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9"/>
                  <a:gd name="T13" fmla="*/ 0 h 259"/>
                  <a:gd name="T14" fmla="*/ 259 w 259"/>
                  <a:gd name="T15" fmla="*/ 259 h 25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9" h="259">
                    <a:moveTo>
                      <a:pt x="0" y="259"/>
                    </a:moveTo>
                    <a:lnTo>
                      <a:pt x="183" y="184"/>
                    </a:ln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1" name="Freeform 213"/>
              <p:cNvSpPr/>
              <p:nvPr/>
            </p:nvSpPr>
            <p:spPr bwMode="auto">
              <a:xfrm>
                <a:off x="2037" y="1262"/>
                <a:ext cx="86" cy="86"/>
              </a:xfrm>
              <a:custGeom>
                <a:avLst/>
                <a:gdLst>
                  <a:gd name="T0" fmla="*/ 258 w 258"/>
                  <a:gd name="T1" fmla="*/ 259 h 259"/>
                  <a:gd name="T2" fmla="*/ 183 w 258"/>
                  <a:gd name="T3" fmla="*/ 75 h 259"/>
                  <a:gd name="T4" fmla="*/ 0 w 258"/>
                  <a:gd name="T5" fmla="*/ 0 h 259"/>
                  <a:gd name="T6" fmla="*/ 1 w 258"/>
                  <a:gd name="T7" fmla="*/ 0 h 25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8"/>
                  <a:gd name="T13" fmla="*/ 0 h 259"/>
                  <a:gd name="T14" fmla="*/ 258 w 258"/>
                  <a:gd name="T15" fmla="*/ 259 h 25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8" h="259">
                    <a:moveTo>
                      <a:pt x="258" y="259"/>
                    </a:moveTo>
                    <a:lnTo>
                      <a:pt x="183" y="75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2" name="Freeform 214"/>
              <p:cNvSpPr/>
              <p:nvPr/>
            </p:nvSpPr>
            <p:spPr bwMode="auto">
              <a:xfrm>
                <a:off x="1550" y="1693"/>
                <a:ext cx="142" cy="142"/>
              </a:xfrm>
              <a:custGeom>
                <a:avLst/>
                <a:gdLst>
                  <a:gd name="T0" fmla="*/ 426 w 426"/>
                  <a:gd name="T1" fmla="*/ 0 h 425"/>
                  <a:gd name="T2" fmla="*/ 0 w 426"/>
                  <a:gd name="T3" fmla="*/ 425 h 425"/>
                  <a:gd name="T4" fmla="*/ 1 w 426"/>
                  <a:gd name="T5" fmla="*/ 425 h 425"/>
                  <a:gd name="T6" fmla="*/ 0 60000 65536"/>
                  <a:gd name="T7" fmla="*/ 0 60000 65536"/>
                  <a:gd name="T8" fmla="*/ 0 60000 65536"/>
                  <a:gd name="T9" fmla="*/ 0 w 426"/>
                  <a:gd name="T10" fmla="*/ 0 h 425"/>
                  <a:gd name="T11" fmla="*/ 426 w 426"/>
                  <a:gd name="T12" fmla="*/ 425 h 42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6" h="425">
                    <a:moveTo>
                      <a:pt x="426" y="0"/>
                    </a:moveTo>
                    <a:lnTo>
                      <a:pt x="0" y="425"/>
                    </a:lnTo>
                    <a:lnTo>
                      <a:pt x="1" y="425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3" name="Freeform 215"/>
              <p:cNvSpPr/>
              <p:nvPr/>
            </p:nvSpPr>
            <p:spPr bwMode="auto">
              <a:xfrm>
                <a:off x="1520" y="1984"/>
                <a:ext cx="96" cy="96"/>
              </a:xfrm>
              <a:custGeom>
                <a:avLst/>
                <a:gdLst>
                  <a:gd name="T0" fmla="*/ 96 w 96"/>
                  <a:gd name="T1" fmla="*/ 0 h 96"/>
                  <a:gd name="T2" fmla="*/ 0 w 96"/>
                  <a:gd name="T3" fmla="*/ 96 h 96"/>
                  <a:gd name="T4" fmla="*/ 0 60000 65536"/>
                  <a:gd name="T5" fmla="*/ 0 60000 65536"/>
                  <a:gd name="T6" fmla="*/ 0 w 96"/>
                  <a:gd name="T7" fmla="*/ 0 h 96"/>
                  <a:gd name="T8" fmla="*/ 96 w 96"/>
                  <a:gd name="T9" fmla="*/ 96 h 9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6" h="96">
                    <a:moveTo>
                      <a:pt x="96" y="0"/>
                    </a:moveTo>
                    <a:lnTo>
                      <a:pt x="0" y="96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4" name="Freeform 216"/>
              <p:cNvSpPr/>
              <p:nvPr/>
            </p:nvSpPr>
            <p:spPr bwMode="auto">
              <a:xfrm>
                <a:off x="1308" y="1768"/>
                <a:ext cx="100" cy="96"/>
              </a:xfrm>
              <a:custGeom>
                <a:avLst/>
                <a:gdLst>
                  <a:gd name="T0" fmla="*/ 100 w 100"/>
                  <a:gd name="T1" fmla="*/ 0 h 96"/>
                  <a:gd name="T2" fmla="*/ 0 w 100"/>
                  <a:gd name="T3" fmla="*/ 96 h 96"/>
                  <a:gd name="T4" fmla="*/ 0 w 100"/>
                  <a:gd name="T5" fmla="*/ 96 h 96"/>
                  <a:gd name="T6" fmla="*/ 0 60000 65536"/>
                  <a:gd name="T7" fmla="*/ 0 60000 65536"/>
                  <a:gd name="T8" fmla="*/ 0 60000 65536"/>
                  <a:gd name="T9" fmla="*/ 0 w 100"/>
                  <a:gd name="T10" fmla="*/ 0 h 96"/>
                  <a:gd name="T11" fmla="*/ 100 w 100"/>
                  <a:gd name="T12" fmla="*/ 96 h 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0" h="96">
                    <a:moveTo>
                      <a:pt x="100" y="0"/>
                    </a:moveTo>
                    <a:lnTo>
                      <a:pt x="0" y="96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5" name="Freeform 217"/>
              <p:cNvSpPr/>
              <p:nvPr/>
            </p:nvSpPr>
            <p:spPr bwMode="auto">
              <a:xfrm>
                <a:off x="1225" y="1781"/>
                <a:ext cx="380" cy="380"/>
              </a:xfrm>
              <a:custGeom>
                <a:avLst/>
                <a:gdLst>
                  <a:gd name="T0" fmla="*/ 0 w 1140"/>
                  <a:gd name="T1" fmla="*/ 0 h 1141"/>
                  <a:gd name="T2" fmla="*/ 1139 w 1140"/>
                  <a:gd name="T3" fmla="*/ 1141 h 1141"/>
                  <a:gd name="T4" fmla="*/ 1140 w 1140"/>
                  <a:gd name="T5" fmla="*/ 1141 h 1141"/>
                  <a:gd name="T6" fmla="*/ 0 60000 65536"/>
                  <a:gd name="T7" fmla="*/ 0 60000 65536"/>
                  <a:gd name="T8" fmla="*/ 0 60000 65536"/>
                  <a:gd name="T9" fmla="*/ 0 w 1140"/>
                  <a:gd name="T10" fmla="*/ 0 h 1141"/>
                  <a:gd name="T11" fmla="*/ 1140 w 1140"/>
                  <a:gd name="T12" fmla="*/ 1141 h 11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40" h="1141">
                    <a:moveTo>
                      <a:pt x="0" y="0"/>
                    </a:moveTo>
                    <a:lnTo>
                      <a:pt x="1139" y="1141"/>
                    </a:lnTo>
                    <a:lnTo>
                      <a:pt x="1140" y="114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6" name="Freeform 218"/>
              <p:cNvSpPr/>
              <p:nvPr/>
            </p:nvSpPr>
            <p:spPr bwMode="auto">
              <a:xfrm>
                <a:off x="1168" y="1776"/>
                <a:ext cx="56" cy="72"/>
              </a:xfrm>
              <a:custGeom>
                <a:avLst/>
                <a:gdLst>
                  <a:gd name="T0" fmla="*/ 56 w 56"/>
                  <a:gd name="T1" fmla="*/ 0 h 72"/>
                  <a:gd name="T2" fmla="*/ 0 w 56"/>
                  <a:gd name="T3" fmla="*/ 72 h 72"/>
                  <a:gd name="T4" fmla="*/ 0 60000 65536"/>
                  <a:gd name="T5" fmla="*/ 0 60000 65536"/>
                  <a:gd name="T6" fmla="*/ 0 w 56"/>
                  <a:gd name="T7" fmla="*/ 0 h 72"/>
                  <a:gd name="T8" fmla="*/ 56 w 56"/>
                  <a:gd name="T9" fmla="*/ 72 h 7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6" h="72">
                    <a:moveTo>
                      <a:pt x="56" y="0"/>
                    </a:moveTo>
                    <a:lnTo>
                      <a:pt x="0" y="72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7" name="Freeform 219"/>
              <p:cNvSpPr/>
              <p:nvPr/>
            </p:nvSpPr>
            <p:spPr bwMode="auto">
              <a:xfrm>
                <a:off x="1164" y="1841"/>
                <a:ext cx="380" cy="381"/>
              </a:xfrm>
              <a:custGeom>
                <a:avLst/>
                <a:gdLst>
                  <a:gd name="T0" fmla="*/ 0 w 1141"/>
                  <a:gd name="T1" fmla="*/ 0 h 1141"/>
                  <a:gd name="T2" fmla="*/ 1139 w 1141"/>
                  <a:gd name="T3" fmla="*/ 1141 h 1141"/>
                  <a:gd name="T4" fmla="*/ 1141 w 1141"/>
                  <a:gd name="T5" fmla="*/ 1141 h 1141"/>
                  <a:gd name="T6" fmla="*/ 0 60000 65536"/>
                  <a:gd name="T7" fmla="*/ 0 60000 65536"/>
                  <a:gd name="T8" fmla="*/ 0 60000 65536"/>
                  <a:gd name="T9" fmla="*/ 0 w 1141"/>
                  <a:gd name="T10" fmla="*/ 0 h 1141"/>
                  <a:gd name="T11" fmla="*/ 1141 w 1141"/>
                  <a:gd name="T12" fmla="*/ 1141 h 11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41" h="1141">
                    <a:moveTo>
                      <a:pt x="0" y="0"/>
                    </a:moveTo>
                    <a:lnTo>
                      <a:pt x="1139" y="1141"/>
                    </a:lnTo>
                    <a:lnTo>
                      <a:pt x="1141" y="114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8" name="Freeform 220"/>
              <p:cNvSpPr/>
              <p:nvPr/>
            </p:nvSpPr>
            <p:spPr bwMode="auto">
              <a:xfrm>
                <a:off x="1543" y="2161"/>
                <a:ext cx="61" cy="61"/>
              </a:xfrm>
              <a:custGeom>
                <a:avLst/>
                <a:gdLst>
                  <a:gd name="T0" fmla="*/ 183 w 183"/>
                  <a:gd name="T1" fmla="*/ 0 h 182"/>
                  <a:gd name="T2" fmla="*/ 0 w 183"/>
                  <a:gd name="T3" fmla="*/ 182 h 182"/>
                  <a:gd name="T4" fmla="*/ 2 w 183"/>
                  <a:gd name="T5" fmla="*/ 182 h 182"/>
                  <a:gd name="T6" fmla="*/ 0 60000 65536"/>
                  <a:gd name="T7" fmla="*/ 0 60000 65536"/>
                  <a:gd name="T8" fmla="*/ 0 60000 65536"/>
                  <a:gd name="T9" fmla="*/ 0 w 183"/>
                  <a:gd name="T10" fmla="*/ 0 h 182"/>
                  <a:gd name="T11" fmla="*/ 183 w 183"/>
                  <a:gd name="T12" fmla="*/ 182 h 1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3" h="182">
                    <a:moveTo>
                      <a:pt x="183" y="0"/>
                    </a:moveTo>
                    <a:lnTo>
                      <a:pt x="0" y="182"/>
                    </a:lnTo>
                    <a:lnTo>
                      <a:pt x="2" y="182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9" name="Freeform 221"/>
              <p:cNvSpPr/>
              <p:nvPr/>
            </p:nvSpPr>
            <p:spPr bwMode="auto">
              <a:xfrm>
                <a:off x="1261" y="1939"/>
                <a:ext cx="3" cy="117"/>
              </a:xfrm>
              <a:custGeom>
                <a:avLst/>
                <a:gdLst>
                  <a:gd name="T0" fmla="*/ 0 w 3"/>
                  <a:gd name="T1" fmla="*/ 0 h 117"/>
                  <a:gd name="T2" fmla="*/ 3 w 3"/>
                  <a:gd name="T3" fmla="*/ 117 h 117"/>
                  <a:gd name="T4" fmla="*/ 0 60000 65536"/>
                  <a:gd name="T5" fmla="*/ 0 60000 65536"/>
                  <a:gd name="T6" fmla="*/ 0 w 3"/>
                  <a:gd name="T7" fmla="*/ 0 h 117"/>
                  <a:gd name="T8" fmla="*/ 3 w 3"/>
                  <a:gd name="T9" fmla="*/ 117 h 11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117">
                    <a:moveTo>
                      <a:pt x="0" y="0"/>
                    </a:moveTo>
                    <a:lnTo>
                      <a:pt x="3" y="117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0" name="Freeform 222"/>
              <p:cNvSpPr/>
              <p:nvPr/>
            </p:nvSpPr>
            <p:spPr bwMode="auto">
              <a:xfrm>
                <a:off x="1567" y="2124"/>
                <a:ext cx="470" cy="1"/>
              </a:xfrm>
              <a:custGeom>
                <a:avLst/>
                <a:gdLst>
                  <a:gd name="T0" fmla="*/ 0 w 1409"/>
                  <a:gd name="T1" fmla="*/ 0 h 1"/>
                  <a:gd name="T2" fmla="*/ 1408 w 1409"/>
                  <a:gd name="T3" fmla="*/ 0 h 1"/>
                  <a:gd name="T4" fmla="*/ 1409 w 140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409"/>
                  <a:gd name="T10" fmla="*/ 0 h 1"/>
                  <a:gd name="T11" fmla="*/ 1409 w 140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09" h="1">
                    <a:moveTo>
                      <a:pt x="0" y="0"/>
                    </a:moveTo>
                    <a:lnTo>
                      <a:pt x="1408" y="0"/>
                    </a:lnTo>
                    <a:lnTo>
                      <a:pt x="1409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1" name="Freeform 223"/>
              <p:cNvSpPr/>
              <p:nvPr/>
            </p:nvSpPr>
            <p:spPr bwMode="auto">
              <a:xfrm>
                <a:off x="1199" y="2127"/>
                <a:ext cx="59" cy="59"/>
              </a:xfrm>
              <a:custGeom>
                <a:avLst/>
                <a:gdLst>
                  <a:gd name="T0" fmla="*/ 178 w 178"/>
                  <a:gd name="T1" fmla="*/ 0 h 177"/>
                  <a:gd name="T2" fmla="*/ 0 w 178"/>
                  <a:gd name="T3" fmla="*/ 177 h 177"/>
                  <a:gd name="T4" fmla="*/ 1 w 178"/>
                  <a:gd name="T5" fmla="*/ 177 h 177"/>
                  <a:gd name="T6" fmla="*/ 0 60000 65536"/>
                  <a:gd name="T7" fmla="*/ 0 60000 65536"/>
                  <a:gd name="T8" fmla="*/ 0 60000 65536"/>
                  <a:gd name="T9" fmla="*/ 0 w 178"/>
                  <a:gd name="T10" fmla="*/ 0 h 177"/>
                  <a:gd name="T11" fmla="*/ 178 w 178"/>
                  <a:gd name="T12" fmla="*/ 177 h 1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8" h="177">
                    <a:moveTo>
                      <a:pt x="178" y="0"/>
                    </a:moveTo>
                    <a:lnTo>
                      <a:pt x="0" y="177"/>
                    </a:lnTo>
                    <a:lnTo>
                      <a:pt x="1" y="177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2" name="Freeform 224"/>
              <p:cNvSpPr/>
              <p:nvPr/>
            </p:nvSpPr>
            <p:spPr bwMode="auto">
              <a:xfrm>
                <a:off x="1619" y="1693"/>
                <a:ext cx="73" cy="72"/>
              </a:xfrm>
              <a:custGeom>
                <a:avLst/>
                <a:gdLst>
                  <a:gd name="T0" fmla="*/ 219 w 219"/>
                  <a:gd name="T1" fmla="*/ 0 h 217"/>
                  <a:gd name="T2" fmla="*/ 0 w 219"/>
                  <a:gd name="T3" fmla="*/ 217 h 217"/>
                  <a:gd name="T4" fmla="*/ 1 w 219"/>
                  <a:gd name="T5" fmla="*/ 217 h 217"/>
                  <a:gd name="T6" fmla="*/ 0 60000 65536"/>
                  <a:gd name="T7" fmla="*/ 0 60000 65536"/>
                  <a:gd name="T8" fmla="*/ 0 60000 65536"/>
                  <a:gd name="T9" fmla="*/ 0 w 219"/>
                  <a:gd name="T10" fmla="*/ 0 h 217"/>
                  <a:gd name="T11" fmla="*/ 219 w 219"/>
                  <a:gd name="T12" fmla="*/ 217 h 2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9" h="217">
                    <a:moveTo>
                      <a:pt x="219" y="0"/>
                    </a:moveTo>
                    <a:lnTo>
                      <a:pt x="0" y="217"/>
                    </a:lnTo>
                    <a:lnTo>
                      <a:pt x="1" y="217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3" name="Freeform 225"/>
              <p:cNvSpPr/>
              <p:nvPr/>
            </p:nvSpPr>
            <p:spPr bwMode="auto">
              <a:xfrm>
                <a:off x="1692" y="1609"/>
                <a:ext cx="1" cy="84"/>
              </a:xfrm>
              <a:custGeom>
                <a:avLst/>
                <a:gdLst>
                  <a:gd name="T0" fmla="*/ 0 w 1"/>
                  <a:gd name="T1" fmla="*/ 253 h 253"/>
                  <a:gd name="T2" fmla="*/ 0 w 1"/>
                  <a:gd name="T3" fmla="*/ 0 h 253"/>
                  <a:gd name="T4" fmla="*/ 1 w 1"/>
                  <a:gd name="T5" fmla="*/ 0 h 25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53"/>
                  <a:gd name="T11" fmla="*/ 1 w 1"/>
                  <a:gd name="T12" fmla="*/ 253 h 2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53">
                    <a:moveTo>
                      <a:pt x="0" y="25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4" name="Freeform 226"/>
              <p:cNvSpPr/>
              <p:nvPr/>
            </p:nvSpPr>
            <p:spPr bwMode="auto">
              <a:xfrm>
                <a:off x="1692" y="1138"/>
                <a:ext cx="1" cy="68"/>
              </a:xfrm>
              <a:custGeom>
                <a:avLst/>
                <a:gdLst>
                  <a:gd name="T0" fmla="*/ 0 w 1"/>
                  <a:gd name="T1" fmla="*/ 206 h 206"/>
                  <a:gd name="T2" fmla="*/ 0 w 1"/>
                  <a:gd name="T3" fmla="*/ 0 h 206"/>
                  <a:gd name="T4" fmla="*/ 1 w 1"/>
                  <a:gd name="T5" fmla="*/ 0 h 20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06"/>
                  <a:gd name="T11" fmla="*/ 1 w 1"/>
                  <a:gd name="T12" fmla="*/ 206 h 20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06">
                    <a:moveTo>
                      <a:pt x="0" y="20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5" name="Rectangle 227"/>
              <p:cNvSpPr>
                <a:spLocks noChangeArrowheads="1"/>
              </p:cNvSpPr>
              <p:nvPr/>
            </p:nvSpPr>
            <p:spPr bwMode="auto">
              <a:xfrm>
                <a:off x="1548" y="1009"/>
                <a:ext cx="98" cy="2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en-US" altLang="zh-CN" sz="2400" i="1" kern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A</a:t>
                </a:r>
                <a:endParaRPr lang="en-US" altLang="zh-CN" sz="2400" kern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6" name="Rectangle 228"/>
              <p:cNvSpPr>
                <a:spLocks noChangeArrowheads="1"/>
              </p:cNvSpPr>
              <p:nvPr/>
            </p:nvSpPr>
            <p:spPr bwMode="auto">
              <a:xfrm>
                <a:off x="1580" y="1501"/>
                <a:ext cx="98" cy="2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en-US" altLang="zh-CN" sz="2400" i="1" kern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A</a:t>
                </a:r>
                <a:endParaRPr lang="en-US" altLang="zh-CN" sz="2400" kern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7" name="Rectangle 229"/>
              <p:cNvSpPr>
                <a:spLocks noChangeArrowheads="1"/>
              </p:cNvSpPr>
              <p:nvPr/>
            </p:nvSpPr>
            <p:spPr bwMode="auto">
              <a:xfrm>
                <a:off x="1214" y="2248"/>
                <a:ext cx="98" cy="2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en-US" altLang="zh-CN" sz="2400" i="1" kern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A</a:t>
                </a:r>
                <a:endParaRPr lang="en-US" altLang="zh-CN" sz="2400" kern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8" name="Freeform 230"/>
              <p:cNvSpPr/>
              <p:nvPr/>
            </p:nvSpPr>
            <p:spPr bwMode="auto">
              <a:xfrm>
                <a:off x="1692" y="1216"/>
                <a:ext cx="1" cy="216"/>
              </a:xfrm>
              <a:custGeom>
                <a:avLst/>
                <a:gdLst>
                  <a:gd name="T0" fmla="*/ 0 w 1"/>
                  <a:gd name="T1" fmla="*/ 0 h 646"/>
                  <a:gd name="T2" fmla="*/ 0 w 1"/>
                  <a:gd name="T3" fmla="*/ 646 h 646"/>
                  <a:gd name="T4" fmla="*/ 1 w 1"/>
                  <a:gd name="T5" fmla="*/ 646 h 64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46"/>
                  <a:gd name="T11" fmla="*/ 1 w 1"/>
                  <a:gd name="T12" fmla="*/ 646 h 6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46">
                    <a:moveTo>
                      <a:pt x="0" y="0"/>
                    </a:moveTo>
                    <a:lnTo>
                      <a:pt x="0" y="646"/>
                    </a:lnTo>
                    <a:lnTo>
                      <a:pt x="1" y="646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9" name="Freeform 231"/>
              <p:cNvSpPr/>
              <p:nvPr/>
            </p:nvSpPr>
            <p:spPr bwMode="auto">
              <a:xfrm>
                <a:off x="1692" y="1138"/>
                <a:ext cx="216" cy="1"/>
              </a:xfrm>
              <a:custGeom>
                <a:avLst/>
                <a:gdLst>
                  <a:gd name="T0" fmla="*/ 0 w 646"/>
                  <a:gd name="T1" fmla="*/ 0 h 1"/>
                  <a:gd name="T2" fmla="*/ 645 w 646"/>
                  <a:gd name="T3" fmla="*/ 0 h 1"/>
                  <a:gd name="T4" fmla="*/ 646 w 64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46"/>
                  <a:gd name="T10" fmla="*/ 0 h 1"/>
                  <a:gd name="T11" fmla="*/ 646 w 64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46" h="1">
                    <a:moveTo>
                      <a:pt x="0" y="0"/>
                    </a:moveTo>
                    <a:lnTo>
                      <a:pt x="645" y="0"/>
                    </a:lnTo>
                    <a:lnTo>
                      <a:pt x="64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tailEnd type="triangle" w="sm" len="lg"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0" name="Freeform 232"/>
              <p:cNvSpPr/>
              <p:nvPr/>
            </p:nvSpPr>
            <p:spPr bwMode="auto">
              <a:xfrm>
                <a:off x="1199" y="2186"/>
                <a:ext cx="153" cy="153"/>
              </a:xfrm>
              <a:custGeom>
                <a:avLst/>
                <a:gdLst>
                  <a:gd name="T0" fmla="*/ 0 w 459"/>
                  <a:gd name="T1" fmla="*/ 0 h 458"/>
                  <a:gd name="T2" fmla="*/ 458 w 459"/>
                  <a:gd name="T3" fmla="*/ 458 h 458"/>
                  <a:gd name="T4" fmla="*/ 459 w 459"/>
                  <a:gd name="T5" fmla="*/ 458 h 458"/>
                  <a:gd name="T6" fmla="*/ 0 60000 65536"/>
                  <a:gd name="T7" fmla="*/ 0 60000 65536"/>
                  <a:gd name="T8" fmla="*/ 0 60000 65536"/>
                  <a:gd name="T9" fmla="*/ 0 w 459"/>
                  <a:gd name="T10" fmla="*/ 0 h 458"/>
                  <a:gd name="T11" fmla="*/ 459 w 459"/>
                  <a:gd name="T12" fmla="*/ 458 h 4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59" h="458">
                    <a:moveTo>
                      <a:pt x="0" y="0"/>
                    </a:moveTo>
                    <a:lnTo>
                      <a:pt x="458" y="458"/>
                    </a:lnTo>
                    <a:lnTo>
                      <a:pt x="459" y="45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tailEnd type="triangle" w="sm" len="lg"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1" name="Freeform 233"/>
              <p:cNvSpPr/>
              <p:nvPr/>
            </p:nvSpPr>
            <p:spPr bwMode="auto">
              <a:xfrm>
                <a:off x="1324" y="1885"/>
                <a:ext cx="175" cy="177"/>
              </a:xfrm>
              <a:custGeom>
                <a:avLst/>
                <a:gdLst>
                  <a:gd name="T0" fmla="*/ 527 w 527"/>
                  <a:gd name="T1" fmla="*/ 0 h 530"/>
                  <a:gd name="T2" fmla="*/ 0 w 527"/>
                  <a:gd name="T3" fmla="*/ 530 h 530"/>
                  <a:gd name="T4" fmla="*/ 1 w 527"/>
                  <a:gd name="T5" fmla="*/ 530 h 530"/>
                  <a:gd name="T6" fmla="*/ 0 60000 65536"/>
                  <a:gd name="T7" fmla="*/ 0 60000 65536"/>
                  <a:gd name="T8" fmla="*/ 0 60000 65536"/>
                  <a:gd name="T9" fmla="*/ 0 w 527"/>
                  <a:gd name="T10" fmla="*/ 0 h 530"/>
                  <a:gd name="T11" fmla="*/ 527 w 527"/>
                  <a:gd name="T12" fmla="*/ 530 h 53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27" h="530">
                    <a:moveTo>
                      <a:pt x="527" y="0"/>
                    </a:moveTo>
                    <a:lnTo>
                      <a:pt x="0" y="530"/>
                    </a:lnTo>
                    <a:lnTo>
                      <a:pt x="1" y="53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2" name="Freeform 234"/>
              <p:cNvSpPr/>
              <p:nvPr/>
            </p:nvSpPr>
            <p:spPr bwMode="auto">
              <a:xfrm>
                <a:off x="1522" y="1853"/>
                <a:ext cx="10" cy="10"/>
              </a:xfrm>
              <a:custGeom>
                <a:avLst/>
                <a:gdLst>
                  <a:gd name="T0" fmla="*/ 28 w 28"/>
                  <a:gd name="T1" fmla="*/ 0 h 29"/>
                  <a:gd name="T2" fmla="*/ 0 w 28"/>
                  <a:gd name="T3" fmla="*/ 29 h 29"/>
                  <a:gd name="T4" fmla="*/ 1 w 28"/>
                  <a:gd name="T5" fmla="*/ 29 h 29"/>
                  <a:gd name="T6" fmla="*/ 0 60000 65536"/>
                  <a:gd name="T7" fmla="*/ 0 60000 65536"/>
                  <a:gd name="T8" fmla="*/ 0 60000 65536"/>
                  <a:gd name="T9" fmla="*/ 0 w 28"/>
                  <a:gd name="T10" fmla="*/ 0 h 29"/>
                  <a:gd name="T11" fmla="*/ 28 w 28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" h="29">
                    <a:moveTo>
                      <a:pt x="28" y="0"/>
                    </a:moveTo>
                    <a:lnTo>
                      <a:pt x="0" y="29"/>
                    </a:lnTo>
                    <a:lnTo>
                      <a:pt x="1" y="2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3" name="Freeform 235"/>
              <p:cNvSpPr/>
              <p:nvPr/>
            </p:nvSpPr>
            <p:spPr bwMode="auto">
              <a:xfrm>
                <a:off x="1692" y="2099"/>
                <a:ext cx="1" cy="136"/>
              </a:xfrm>
              <a:custGeom>
                <a:avLst/>
                <a:gdLst>
                  <a:gd name="T0" fmla="*/ 0 w 1"/>
                  <a:gd name="T1" fmla="*/ 0 h 409"/>
                  <a:gd name="T2" fmla="*/ 0 w 1"/>
                  <a:gd name="T3" fmla="*/ 409 h 409"/>
                  <a:gd name="T4" fmla="*/ 1 w 1"/>
                  <a:gd name="T5" fmla="*/ 409 h 40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09"/>
                  <a:gd name="T11" fmla="*/ 1 w 1"/>
                  <a:gd name="T12" fmla="*/ 409 h 40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09">
                    <a:moveTo>
                      <a:pt x="0" y="0"/>
                    </a:moveTo>
                    <a:lnTo>
                      <a:pt x="0" y="409"/>
                    </a:lnTo>
                    <a:lnTo>
                      <a:pt x="1" y="40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4" name="Freeform 236"/>
              <p:cNvSpPr/>
              <p:nvPr/>
            </p:nvSpPr>
            <p:spPr bwMode="auto">
              <a:xfrm>
                <a:off x="1692" y="2065"/>
                <a:ext cx="1" cy="8"/>
              </a:xfrm>
              <a:custGeom>
                <a:avLst/>
                <a:gdLst>
                  <a:gd name="T0" fmla="*/ 0 w 1"/>
                  <a:gd name="T1" fmla="*/ 0 h 23"/>
                  <a:gd name="T2" fmla="*/ 0 w 1"/>
                  <a:gd name="T3" fmla="*/ 23 h 23"/>
                  <a:gd name="T4" fmla="*/ 1 w 1"/>
                  <a:gd name="T5" fmla="*/ 23 h 2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3"/>
                  <a:gd name="T11" fmla="*/ 1 w 1"/>
                  <a:gd name="T12" fmla="*/ 23 h 2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3">
                    <a:moveTo>
                      <a:pt x="0" y="0"/>
                    </a:moveTo>
                    <a:lnTo>
                      <a:pt x="0" y="23"/>
                    </a:lnTo>
                    <a:lnTo>
                      <a:pt x="1" y="23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" name="Freeform 237"/>
              <p:cNvSpPr/>
              <p:nvPr/>
            </p:nvSpPr>
            <p:spPr bwMode="auto">
              <a:xfrm>
                <a:off x="1692" y="1458"/>
                <a:ext cx="1" cy="7"/>
              </a:xfrm>
              <a:custGeom>
                <a:avLst/>
                <a:gdLst>
                  <a:gd name="T0" fmla="*/ 0 w 1"/>
                  <a:gd name="T1" fmla="*/ 0 h 22"/>
                  <a:gd name="T2" fmla="*/ 0 w 1"/>
                  <a:gd name="T3" fmla="*/ 22 h 22"/>
                  <a:gd name="T4" fmla="*/ 1 w 1"/>
                  <a:gd name="T5" fmla="*/ 22 h 2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2"/>
                  <a:gd name="T11" fmla="*/ 1 w 1"/>
                  <a:gd name="T12" fmla="*/ 22 h 2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2">
                    <a:moveTo>
                      <a:pt x="0" y="0"/>
                    </a:moveTo>
                    <a:lnTo>
                      <a:pt x="0" y="22"/>
                    </a:lnTo>
                    <a:lnTo>
                      <a:pt x="1" y="22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6" name="Freeform 238"/>
              <p:cNvSpPr/>
              <p:nvPr/>
            </p:nvSpPr>
            <p:spPr bwMode="auto">
              <a:xfrm>
                <a:off x="1445" y="1693"/>
                <a:ext cx="16" cy="1"/>
              </a:xfrm>
              <a:custGeom>
                <a:avLst/>
                <a:gdLst>
                  <a:gd name="T0" fmla="*/ 0 w 46"/>
                  <a:gd name="T1" fmla="*/ 0 h 1"/>
                  <a:gd name="T2" fmla="*/ 45 w 46"/>
                  <a:gd name="T3" fmla="*/ 0 h 1"/>
                  <a:gd name="T4" fmla="*/ 46 w 4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6"/>
                  <a:gd name="T10" fmla="*/ 0 h 1"/>
                  <a:gd name="T11" fmla="*/ 46 w 4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" h="1">
                    <a:moveTo>
                      <a:pt x="0" y="0"/>
                    </a:moveTo>
                    <a:lnTo>
                      <a:pt x="45" y="0"/>
                    </a:lnTo>
                    <a:lnTo>
                      <a:pt x="4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" name="Freeform 239"/>
              <p:cNvSpPr/>
              <p:nvPr/>
            </p:nvSpPr>
            <p:spPr bwMode="auto">
              <a:xfrm>
                <a:off x="1490" y="1693"/>
                <a:ext cx="536" cy="1"/>
              </a:xfrm>
              <a:custGeom>
                <a:avLst/>
                <a:gdLst>
                  <a:gd name="T0" fmla="*/ 0 w 1608"/>
                  <a:gd name="T1" fmla="*/ 0 h 1"/>
                  <a:gd name="T2" fmla="*/ 1607 w 1608"/>
                  <a:gd name="T3" fmla="*/ 0 h 1"/>
                  <a:gd name="T4" fmla="*/ 1608 w 160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608"/>
                  <a:gd name="T10" fmla="*/ 0 h 1"/>
                  <a:gd name="T11" fmla="*/ 1608 w 160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08" h="1">
                    <a:moveTo>
                      <a:pt x="0" y="0"/>
                    </a:moveTo>
                    <a:lnTo>
                      <a:pt x="1607" y="0"/>
                    </a:lnTo>
                    <a:lnTo>
                      <a:pt x="160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8" name="Freeform 240"/>
              <p:cNvSpPr/>
              <p:nvPr/>
            </p:nvSpPr>
            <p:spPr bwMode="auto">
              <a:xfrm>
                <a:off x="2056" y="1693"/>
                <a:ext cx="8" cy="1"/>
              </a:xfrm>
              <a:custGeom>
                <a:avLst/>
                <a:gdLst>
                  <a:gd name="T0" fmla="*/ 0 w 24"/>
                  <a:gd name="T1" fmla="*/ 0 h 1"/>
                  <a:gd name="T2" fmla="*/ 23 w 24"/>
                  <a:gd name="T3" fmla="*/ 0 h 1"/>
                  <a:gd name="T4" fmla="*/ 24 w 2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4"/>
                  <a:gd name="T10" fmla="*/ 0 h 1"/>
                  <a:gd name="T11" fmla="*/ 24 w 2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" h="1">
                    <a:moveTo>
                      <a:pt x="0" y="0"/>
                    </a:moveTo>
                    <a:lnTo>
                      <a:pt x="23" y="0"/>
                    </a:lnTo>
                    <a:lnTo>
                      <a:pt x="2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9" name="Freeform 241"/>
              <p:cNvSpPr/>
              <p:nvPr/>
            </p:nvSpPr>
            <p:spPr bwMode="auto">
              <a:xfrm>
                <a:off x="2094" y="1693"/>
                <a:ext cx="120" cy="1"/>
              </a:xfrm>
              <a:custGeom>
                <a:avLst/>
                <a:gdLst>
                  <a:gd name="T0" fmla="*/ 0 w 361"/>
                  <a:gd name="T1" fmla="*/ 0 h 1"/>
                  <a:gd name="T2" fmla="*/ 360 w 361"/>
                  <a:gd name="T3" fmla="*/ 0 h 1"/>
                  <a:gd name="T4" fmla="*/ 361 w 36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61"/>
                  <a:gd name="T10" fmla="*/ 0 h 1"/>
                  <a:gd name="T11" fmla="*/ 361 w 36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1" h="1">
                    <a:moveTo>
                      <a:pt x="0" y="0"/>
                    </a:moveTo>
                    <a:lnTo>
                      <a:pt x="360" y="0"/>
                    </a:lnTo>
                    <a:lnTo>
                      <a:pt x="36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65" name="Rectangle 84"/>
          <p:cNvSpPr>
            <a:spLocks noChangeArrowheads="1"/>
          </p:cNvSpPr>
          <p:nvPr/>
        </p:nvSpPr>
        <p:spPr bwMode="auto">
          <a:xfrm>
            <a:off x="7716318" y="4766543"/>
            <a:ext cx="618759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</a:t>
            </a:r>
            <a:endParaRPr kumimoji="1"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7103745" y="5373370"/>
            <a:ext cx="3570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只旋转了上半部分，底座部分不需要旋转，需要什么旋转什么</a:t>
            </a:r>
            <a:endParaRPr lang="zh-CN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5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剖视图种类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5" name="Rectangle 2"/>
          <p:cNvSpPr>
            <a:spLocks noChangeArrowheads="1"/>
          </p:cNvSpPr>
          <p:nvPr/>
        </p:nvSpPr>
        <p:spPr bwMode="auto">
          <a:xfrm>
            <a:off x="8774812" y="1575865"/>
            <a:ext cx="823944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ctr" eaLnBrk="0" hangingPunct="0">
              <a:defRPr/>
            </a:pPr>
            <a:r>
              <a:rPr lang="zh-CN" altLang="en-US" sz="28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 确</a:t>
            </a:r>
            <a:endParaRPr lang="zh-CN" altLang="en-US" sz="36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6" name="Rectangle 3"/>
          <p:cNvSpPr>
            <a:spLocks noChangeArrowheads="1"/>
          </p:cNvSpPr>
          <p:nvPr/>
        </p:nvSpPr>
        <p:spPr bwMode="auto">
          <a:xfrm>
            <a:off x="6493021" y="1575865"/>
            <a:ext cx="929742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ctr" eaLnBrk="0" hangingPunct="0">
              <a:defRPr/>
            </a:pPr>
            <a:r>
              <a:rPr lang="en-US" altLang="zh-CN" sz="28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 误</a:t>
            </a:r>
            <a:endParaRPr lang="zh-CN" altLang="en-US" sz="36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7" name="Group 4"/>
          <p:cNvGrpSpPr/>
          <p:nvPr/>
        </p:nvGrpSpPr>
        <p:grpSpPr bwMode="auto">
          <a:xfrm>
            <a:off x="3787525" y="2024319"/>
            <a:ext cx="4119562" cy="4095750"/>
            <a:chOff x="412" y="756"/>
            <a:chExt cx="2595" cy="2580"/>
          </a:xfrm>
        </p:grpSpPr>
        <p:grpSp>
          <p:nvGrpSpPr>
            <p:cNvPr id="318" name="Group 5"/>
            <p:cNvGrpSpPr/>
            <p:nvPr/>
          </p:nvGrpSpPr>
          <p:grpSpPr bwMode="auto">
            <a:xfrm>
              <a:off x="646" y="756"/>
              <a:ext cx="2120" cy="1290"/>
              <a:chOff x="646" y="756"/>
              <a:chExt cx="2120" cy="1290"/>
            </a:xfrm>
          </p:grpSpPr>
          <p:sp>
            <p:nvSpPr>
              <p:cNvPr id="385" name="Arc 6"/>
              <p:cNvSpPr/>
              <p:nvPr/>
            </p:nvSpPr>
            <p:spPr bwMode="auto">
              <a:xfrm flipH="1">
                <a:off x="729" y="1430"/>
                <a:ext cx="183" cy="364"/>
              </a:xfrm>
              <a:custGeom>
                <a:avLst/>
                <a:gdLst>
                  <a:gd name="T0" fmla="*/ 1 w 21712"/>
                  <a:gd name="T1" fmla="*/ 0 h 43200"/>
                  <a:gd name="T2" fmla="*/ 0 w 21712"/>
                  <a:gd name="T3" fmla="*/ 364 h 43200"/>
                  <a:gd name="T4" fmla="*/ 1 w 21712"/>
                  <a:gd name="T5" fmla="*/ 182 h 43200"/>
                  <a:gd name="T6" fmla="*/ 0 60000 65536"/>
                  <a:gd name="T7" fmla="*/ 0 60000 65536"/>
                  <a:gd name="T8" fmla="*/ 0 60000 65536"/>
                  <a:gd name="T9" fmla="*/ 0 w 21712"/>
                  <a:gd name="T10" fmla="*/ 0 h 43200"/>
                  <a:gd name="T11" fmla="*/ 21712 w 21712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12" h="43200" fill="none" extrusionOk="0">
                    <a:moveTo>
                      <a:pt x="111" y="0"/>
                    </a:moveTo>
                    <a:cubicBezTo>
                      <a:pt x="12041" y="0"/>
                      <a:pt x="21712" y="9670"/>
                      <a:pt x="21712" y="21600"/>
                    </a:cubicBezTo>
                    <a:cubicBezTo>
                      <a:pt x="21712" y="33529"/>
                      <a:pt x="12041" y="43200"/>
                      <a:pt x="112" y="43200"/>
                    </a:cubicBezTo>
                    <a:cubicBezTo>
                      <a:pt x="74" y="43200"/>
                      <a:pt x="37" y="43199"/>
                      <a:pt x="0" y="43199"/>
                    </a:cubicBezTo>
                  </a:path>
                  <a:path w="21712" h="43200" stroke="0" extrusionOk="0">
                    <a:moveTo>
                      <a:pt x="111" y="0"/>
                    </a:moveTo>
                    <a:cubicBezTo>
                      <a:pt x="12041" y="0"/>
                      <a:pt x="21712" y="9670"/>
                      <a:pt x="21712" y="21600"/>
                    </a:cubicBezTo>
                    <a:cubicBezTo>
                      <a:pt x="21712" y="33529"/>
                      <a:pt x="12041" y="43200"/>
                      <a:pt x="112" y="43200"/>
                    </a:cubicBezTo>
                    <a:cubicBezTo>
                      <a:pt x="74" y="43200"/>
                      <a:pt x="37" y="43199"/>
                      <a:pt x="0" y="43199"/>
                    </a:cubicBezTo>
                    <a:lnTo>
                      <a:pt x="112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6" name="Oval 7"/>
              <p:cNvSpPr>
                <a:spLocks noChangeArrowheads="1"/>
              </p:cNvSpPr>
              <p:nvPr/>
            </p:nvSpPr>
            <p:spPr bwMode="auto">
              <a:xfrm>
                <a:off x="821" y="1528"/>
                <a:ext cx="174" cy="174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7" name="Freeform 8"/>
              <p:cNvSpPr/>
              <p:nvPr/>
            </p:nvSpPr>
            <p:spPr bwMode="auto">
              <a:xfrm>
                <a:off x="1039" y="1004"/>
                <a:ext cx="756" cy="1"/>
              </a:xfrm>
              <a:custGeom>
                <a:avLst/>
                <a:gdLst>
                  <a:gd name="T0" fmla="*/ 0 w 2270"/>
                  <a:gd name="T1" fmla="*/ 0 h 1"/>
                  <a:gd name="T2" fmla="*/ 2269 w 2270"/>
                  <a:gd name="T3" fmla="*/ 0 h 1"/>
                  <a:gd name="T4" fmla="*/ 2270 w 227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270"/>
                  <a:gd name="T10" fmla="*/ 0 h 1"/>
                  <a:gd name="T11" fmla="*/ 2270 w 227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70" h="1">
                    <a:moveTo>
                      <a:pt x="0" y="0"/>
                    </a:moveTo>
                    <a:lnTo>
                      <a:pt x="2269" y="0"/>
                    </a:lnTo>
                    <a:lnTo>
                      <a:pt x="227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8" name="Freeform 9"/>
              <p:cNvSpPr/>
              <p:nvPr/>
            </p:nvSpPr>
            <p:spPr bwMode="auto">
              <a:xfrm>
                <a:off x="1029" y="1971"/>
                <a:ext cx="772" cy="4"/>
              </a:xfrm>
              <a:custGeom>
                <a:avLst/>
                <a:gdLst>
                  <a:gd name="T0" fmla="*/ 0 w 772"/>
                  <a:gd name="T1" fmla="*/ 0 h 4"/>
                  <a:gd name="T2" fmla="*/ 772 w 772"/>
                  <a:gd name="T3" fmla="*/ 4 h 4"/>
                  <a:gd name="T4" fmla="*/ 772 w 772"/>
                  <a:gd name="T5" fmla="*/ 4 h 4"/>
                  <a:gd name="T6" fmla="*/ 0 60000 65536"/>
                  <a:gd name="T7" fmla="*/ 0 60000 65536"/>
                  <a:gd name="T8" fmla="*/ 0 60000 65536"/>
                  <a:gd name="T9" fmla="*/ 0 w 772"/>
                  <a:gd name="T10" fmla="*/ 0 h 4"/>
                  <a:gd name="T11" fmla="*/ 772 w 772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72" h="4">
                    <a:moveTo>
                      <a:pt x="0" y="0"/>
                    </a:moveTo>
                    <a:lnTo>
                      <a:pt x="772" y="4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" name="Freeform 10"/>
              <p:cNvSpPr/>
              <p:nvPr/>
            </p:nvSpPr>
            <p:spPr bwMode="auto">
              <a:xfrm>
                <a:off x="1194" y="1004"/>
                <a:ext cx="1" cy="971"/>
              </a:xfrm>
              <a:custGeom>
                <a:avLst/>
                <a:gdLst>
                  <a:gd name="T0" fmla="*/ 0 w 1"/>
                  <a:gd name="T1" fmla="*/ 2915 h 2915"/>
                  <a:gd name="T2" fmla="*/ 0 w 1"/>
                  <a:gd name="T3" fmla="*/ 0 h 2915"/>
                  <a:gd name="T4" fmla="*/ 1 w 1"/>
                  <a:gd name="T5" fmla="*/ 0 h 291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915"/>
                  <a:gd name="T11" fmla="*/ 1 w 1"/>
                  <a:gd name="T12" fmla="*/ 2915 h 29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915">
                    <a:moveTo>
                      <a:pt x="0" y="291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0" name="Freeform 11"/>
              <p:cNvSpPr/>
              <p:nvPr/>
            </p:nvSpPr>
            <p:spPr bwMode="auto">
              <a:xfrm>
                <a:off x="1417" y="1252"/>
                <a:ext cx="1" cy="467"/>
              </a:xfrm>
              <a:custGeom>
                <a:avLst/>
                <a:gdLst>
                  <a:gd name="T0" fmla="*/ 0 w 2"/>
                  <a:gd name="T1" fmla="*/ 0 h 1403"/>
                  <a:gd name="T2" fmla="*/ 0 w 2"/>
                  <a:gd name="T3" fmla="*/ 1403 h 1403"/>
                  <a:gd name="T4" fmla="*/ 2 w 2"/>
                  <a:gd name="T5" fmla="*/ 1403 h 1403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403"/>
                  <a:gd name="T11" fmla="*/ 2 w 2"/>
                  <a:gd name="T12" fmla="*/ 1403 h 14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403">
                    <a:moveTo>
                      <a:pt x="0" y="0"/>
                    </a:moveTo>
                    <a:lnTo>
                      <a:pt x="0" y="1403"/>
                    </a:lnTo>
                    <a:lnTo>
                      <a:pt x="2" y="1403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1" name="Freeform 12"/>
              <p:cNvSpPr/>
              <p:nvPr/>
            </p:nvSpPr>
            <p:spPr bwMode="auto">
              <a:xfrm>
                <a:off x="912" y="1363"/>
                <a:ext cx="1" cy="525"/>
              </a:xfrm>
              <a:custGeom>
                <a:avLst/>
                <a:gdLst>
                  <a:gd name="T0" fmla="*/ 0 w 1"/>
                  <a:gd name="T1" fmla="*/ 0 h 1573"/>
                  <a:gd name="T2" fmla="*/ 0 w 1"/>
                  <a:gd name="T3" fmla="*/ 1573 h 1573"/>
                  <a:gd name="T4" fmla="*/ 1 w 1"/>
                  <a:gd name="T5" fmla="*/ 1573 h 157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573"/>
                  <a:gd name="T11" fmla="*/ 1 w 1"/>
                  <a:gd name="T12" fmla="*/ 1573 h 15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573">
                    <a:moveTo>
                      <a:pt x="0" y="0"/>
                    </a:moveTo>
                    <a:lnTo>
                      <a:pt x="0" y="1573"/>
                    </a:lnTo>
                    <a:lnTo>
                      <a:pt x="1" y="1573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2" name="Freeform 13"/>
              <p:cNvSpPr/>
              <p:nvPr/>
            </p:nvSpPr>
            <p:spPr bwMode="auto">
              <a:xfrm>
                <a:off x="1640" y="1004"/>
                <a:ext cx="1" cy="971"/>
              </a:xfrm>
              <a:custGeom>
                <a:avLst/>
                <a:gdLst>
                  <a:gd name="T0" fmla="*/ 0 w 2"/>
                  <a:gd name="T1" fmla="*/ 2915 h 2915"/>
                  <a:gd name="T2" fmla="*/ 0 w 2"/>
                  <a:gd name="T3" fmla="*/ 0 h 2915"/>
                  <a:gd name="T4" fmla="*/ 2 w 2"/>
                  <a:gd name="T5" fmla="*/ 0 h 2915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2915"/>
                  <a:gd name="T11" fmla="*/ 2 w 2"/>
                  <a:gd name="T12" fmla="*/ 2915 h 29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2915">
                    <a:moveTo>
                      <a:pt x="0" y="2915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3" name="Freeform 14"/>
              <p:cNvSpPr/>
              <p:nvPr/>
            </p:nvSpPr>
            <p:spPr bwMode="auto">
              <a:xfrm>
                <a:off x="646" y="1614"/>
                <a:ext cx="464" cy="1"/>
              </a:xfrm>
              <a:custGeom>
                <a:avLst/>
                <a:gdLst>
                  <a:gd name="T0" fmla="*/ 0 w 1393"/>
                  <a:gd name="T1" fmla="*/ 0 h 1"/>
                  <a:gd name="T2" fmla="*/ 1391 w 1393"/>
                  <a:gd name="T3" fmla="*/ 0 h 1"/>
                  <a:gd name="T4" fmla="*/ 1393 w 139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393"/>
                  <a:gd name="T10" fmla="*/ 0 h 1"/>
                  <a:gd name="T11" fmla="*/ 1393 w 139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93" h="1">
                    <a:moveTo>
                      <a:pt x="0" y="0"/>
                    </a:moveTo>
                    <a:lnTo>
                      <a:pt x="1391" y="0"/>
                    </a:lnTo>
                    <a:lnTo>
                      <a:pt x="139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4" name="Freeform 15"/>
              <p:cNvSpPr/>
              <p:nvPr/>
            </p:nvSpPr>
            <p:spPr bwMode="auto">
              <a:xfrm>
                <a:off x="1038" y="1788"/>
                <a:ext cx="1" cy="187"/>
              </a:xfrm>
              <a:custGeom>
                <a:avLst/>
                <a:gdLst>
                  <a:gd name="T0" fmla="*/ 1 w 1"/>
                  <a:gd name="T1" fmla="*/ 187 h 187"/>
                  <a:gd name="T2" fmla="*/ 0 w 1"/>
                  <a:gd name="T3" fmla="*/ 0 h 187"/>
                  <a:gd name="T4" fmla="*/ 0 60000 65536"/>
                  <a:gd name="T5" fmla="*/ 0 60000 65536"/>
                  <a:gd name="T6" fmla="*/ 0 w 1"/>
                  <a:gd name="T7" fmla="*/ 0 h 187"/>
                  <a:gd name="T8" fmla="*/ 1 w 1"/>
                  <a:gd name="T9" fmla="*/ 187 h 18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87">
                    <a:moveTo>
                      <a:pt x="1" y="187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5" name="Freeform 16"/>
              <p:cNvSpPr/>
              <p:nvPr/>
            </p:nvSpPr>
            <p:spPr bwMode="auto">
              <a:xfrm>
                <a:off x="912" y="1791"/>
                <a:ext cx="123" cy="4"/>
              </a:xfrm>
              <a:custGeom>
                <a:avLst/>
                <a:gdLst>
                  <a:gd name="T0" fmla="*/ 0 w 123"/>
                  <a:gd name="T1" fmla="*/ 4 h 4"/>
                  <a:gd name="T2" fmla="*/ 123 w 123"/>
                  <a:gd name="T3" fmla="*/ 0 h 4"/>
                  <a:gd name="T4" fmla="*/ 0 60000 65536"/>
                  <a:gd name="T5" fmla="*/ 0 60000 65536"/>
                  <a:gd name="T6" fmla="*/ 0 w 123"/>
                  <a:gd name="T7" fmla="*/ 0 h 4"/>
                  <a:gd name="T8" fmla="*/ 123 w 123"/>
                  <a:gd name="T9" fmla="*/ 4 h 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3" h="4">
                    <a:moveTo>
                      <a:pt x="0" y="4"/>
                    </a:moveTo>
                    <a:lnTo>
                      <a:pt x="123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6" name="Freeform 17"/>
              <p:cNvSpPr/>
              <p:nvPr/>
            </p:nvSpPr>
            <p:spPr bwMode="auto">
              <a:xfrm>
                <a:off x="1417" y="1822"/>
                <a:ext cx="1" cy="224"/>
              </a:xfrm>
              <a:custGeom>
                <a:avLst/>
                <a:gdLst>
                  <a:gd name="T0" fmla="*/ 0 w 2"/>
                  <a:gd name="T1" fmla="*/ 0 h 672"/>
                  <a:gd name="T2" fmla="*/ 0 w 2"/>
                  <a:gd name="T3" fmla="*/ 672 h 672"/>
                  <a:gd name="T4" fmla="*/ 2 w 2"/>
                  <a:gd name="T5" fmla="*/ 672 h 672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672"/>
                  <a:gd name="T11" fmla="*/ 2 w 2"/>
                  <a:gd name="T12" fmla="*/ 672 h 67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672">
                    <a:moveTo>
                      <a:pt x="0" y="0"/>
                    </a:moveTo>
                    <a:lnTo>
                      <a:pt x="0" y="672"/>
                    </a:lnTo>
                    <a:lnTo>
                      <a:pt x="2" y="672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7" name="Freeform 18"/>
              <p:cNvSpPr/>
              <p:nvPr/>
            </p:nvSpPr>
            <p:spPr bwMode="auto">
              <a:xfrm>
                <a:off x="1417" y="1744"/>
                <a:ext cx="1" cy="23"/>
              </a:xfrm>
              <a:custGeom>
                <a:avLst/>
                <a:gdLst>
                  <a:gd name="T0" fmla="*/ 0 w 2"/>
                  <a:gd name="T1" fmla="*/ 0 h 70"/>
                  <a:gd name="T2" fmla="*/ 0 w 2"/>
                  <a:gd name="T3" fmla="*/ 70 h 70"/>
                  <a:gd name="T4" fmla="*/ 2 w 2"/>
                  <a:gd name="T5" fmla="*/ 70 h 7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70"/>
                  <a:gd name="T11" fmla="*/ 2 w 2"/>
                  <a:gd name="T12" fmla="*/ 70 h 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70">
                    <a:moveTo>
                      <a:pt x="0" y="0"/>
                    </a:moveTo>
                    <a:lnTo>
                      <a:pt x="0" y="70"/>
                    </a:lnTo>
                    <a:lnTo>
                      <a:pt x="2" y="7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8" name="Freeform 19"/>
              <p:cNvSpPr/>
              <p:nvPr/>
            </p:nvSpPr>
            <p:spPr bwMode="auto">
              <a:xfrm>
                <a:off x="1038" y="1004"/>
                <a:ext cx="2" cy="430"/>
              </a:xfrm>
              <a:custGeom>
                <a:avLst/>
                <a:gdLst>
                  <a:gd name="T0" fmla="*/ 0 w 2"/>
                  <a:gd name="T1" fmla="*/ 430 h 430"/>
                  <a:gd name="T2" fmla="*/ 1 w 2"/>
                  <a:gd name="T3" fmla="*/ 0 h 430"/>
                  <a:gd name="T4" fmla="*/ 2 w 2"/>
                  <a:gd name="T5" fmla="*/ 0 h 43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430"/>
                  <a:gd name="T11" fmla="*/ 2 w 2"/>
                  <a:gd name="T12" fmla="*/ 430 h 43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430">
                    <a:moveTo>
                      <a:pt x="0" y="430"/>
                    </a:moveTo>
                    <a:lnTo>
                      <a:pt x="1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" name="Freeform 20"/>
              <p:cNvSpPr/>
              <p:nvPr/>
            </p:nvSpPr>
            <p:spPr bwMode="auto">
              <a:xfrm>
                <a:off x="912" y="1431"/>
                <a:ext cx="123" cy="3"/>
              </a:xfrm>
              <a:custGeom>
                <a:avLst/>
                <a:gdLst>
                  <a:gd name="T0" fmla="*/ 0 w 123"/>
                  <a:gd name="T1" fmla="*/ 0 h 3"/>
                  <a:gd name="T2" fmla="*/ 123 w 123"/>
                  <a:gd name="T3" fmla="*/ 3 h 3"/>
                  <a:gd name="T4" fmla="*/ 0 60000 65536"/>
                  <a:gd name="T5" fmla="*/ 0 60000 65536"/>
                  <a:gd name="T6" fmla="*/ 0 w 123"/>
                  <a:gd name="T7" fmla="*/ 0 h 3"/>
                  <a:gd name="T8" fmla="*/ 123 w 123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3" h="3">
                    <a:moveTo>
                      <a:pt x="0" y="0"/>
                    </a:moveTo>
                    <a:lnTo>
                      <a:pt x="123" y="3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0" name="Freeform 21"/>
              <p:cNvSpPr/>
              <p:nvPr/>
            </p:nvSpPr>
            <p:spPr bwMode="auto">
              <a:xfrm>
                <a:off x="1417" y="1204"/>
                <a:ext cx="1" cy="15"/>
              </a:xfrm>
              <a:custGeom>
                <a:avLst/>
                <a:gdLst>
                  <a:gd name="T0" fmla="*/ 0 w 2"/>
                  <a:gd name="T1" fmla="*/ 0 h 46"/>
                  <a:gd name="T2" fmla="*/ 0 w 2"/>
                  <a:gd name="T3" fmla="*/ 46 h 46"/>
                  <a:gd name="T4" fmla="*/ 2 w 2"/>
                  <a:gd name="T5" fmla="*/ 46 h 46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46"/>
                  <a:gd name="T11" fmla="*/ 2 w 2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46">
                    <a:moveTo>
                      <a:pt x="0" y="0"/>
                    </a:moveTo>
                    <a:lnTo>
                      <a:pt x="0" y="46"/>
                    </a:lnTo>
                    <a:lnTo>
                      <a:pt x="2" y="46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1" name="Freeform 22"/>
              <p:cNvSpPr/>
              <p:nvPr/>
            </p:nvSpPr>
            <p:spPr bwMode="auto">
              <a:xfrm>
                <a:off x="1417" y="953"/>
                <a:ext cx="1" cy="211"/>
              </a:xfrm>
              <a:custGeom>
                <a:avLst/>
                <a:gdLst>
                  <a:gd name="T0" fmla="*/ 0 w 2"/>
                  <a:gd name="T1" fmla="*/ 0 h 631"/>
                  <a:gd name="T2" fmla="*/ 0 w 2"/>
                  <a:gd name="T3" fmla="*/ 631 h 631"/>
                  <a:gd name="T4" fmla="*/ 2 w 2"/>
                  <a:gd name="T5" fmla="*/ 631 h 63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631"/>
                  <a:gd name="T11" fmla="*/ 2 w 2"/>
                  <a:gd name="T12" fmla="*/ 631 h 63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631">
                    <a:moveTo>
                      <a:pt x="0" y="0"/>
                    </a:moveTo>
                    <a:lnTo>
                      <a:pt x="0" y="631"/>
                    </a:lnTo>
                    <a:lnTo>
                      <a:pt x="2" y="63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2" name="Freeform 23"/>
              <p:cNvSpPr/>
              <p:nvPr/>
            </p:nvSpPr>
            <p:spPr bwMode="auto">
              <a:xfrm>
                <a:off x="2735" y="1416"/>
                <a:ext cx="1" cy="138"/>
              </a:xfrm>
              <a:custGeom>
                <a:avLst/>
                <a:gdLst>
                  <a:gd name="T0" fmla="*/ 0 w 1"/>
                  <a:gd name="T1" fmla="*/ 412 h 412"/>
                  <a:gd name="T2" fmla="*/ 0 w 1"/>
                  <a:gd name="T3" fmla="*/ 0 h 412"/>
                  <a:gd name="T4" fmla="*/ 1 w 1"/>
                  <a:gd name="T5" fmla="*/ 0 h 41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12"/>
                  <a:gd name="T11" fmla="*/ 1 w 1"/>
                  <a:gd name="T12" fmla="*/ 412 h 4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12">
                    <a:moveTo>
                      <a:pt x="0" y="41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3" name="Freeform 24"/>
              <p:cNvSpPr/>
              <p:nvPr/>
            </p:nvSpPr>
            <p:spPr bwMode="auto">
              <a:xfrm>
                <a:off x="1794" y="1554"/>
                <a:ext cx="2" cy="162"/>
              </a:xfrm>
              <a:custGeom>
                <a:avLst/>
                <a:gdLst>
                  <a:gd name="T0" fmla="*/ 0 w 2"/>
                  <a:gd name="T1" fmla="*/ 162 h 162"/>
                  <a:gd name="T2" fmla="*/ 1 w 2"/>
                  <a:gd name="T3" fmla="*/ 0 h 162"/>
                  <a:gd name="T4" fmla="*/ 2 w 2"/>
                  <a:gd name="T5" fmla="*/ 0 h 162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62"/>
                  <a:gd name="T11" fmla="*/ 2 w 2"/>
                  <a:gd name="T12" fmla="*/ 162 h 1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62">
                    <a:moveTo>
                      <a:pt x="0" y="162"/>
                    </a:moveTo>
                    <a:lnTo>
                      <a:pt x="1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4" name="Freeform 25"/>
              <p:cNvSpPr/>
              <p:nvPr/>
            </p:nvSpPr>
            <p:spPr bwMode="auto">
              <a:xfrm>
                <a:off x="2439" y="1670"/>
                <a:ext cx="327" cy="1"/>
              </a:xfrm>
              <a:custGeom>
                <a:avLst/>
                <a:gdLst>
                  <a:gd name="T0" fmla="*/ 0 w 980"/>
                  <a:gd name="T1" fmla="*/ 0 h 1"/>
                  <a:gd name="T2" fmla="*/ 979 w 980"/>
                  <a:gd name="T3" fmla="*/ 0 h 1"/>
                  <a:gd name="T4" fmla="*/ 980 w 98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80"/>
                  <a:gd name="T10" fmla="*/ 0 h 1"/>
                  <a:gd name="T11" fmla="*/ 980 w 98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80" h="1">
                    <a:moveTo>
                      <a:pt x="0" y="0"/>
                    </a:moveTo>
                    <a:lnTo>
                      <a:pt x="979" y="0"/>
                    </a:lnTo>
                    <a:lnTo>
                      <a:pt x="98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5" name="Freeform 26"/>
              <p:cNvSpPr/>
              <p:nvPr/>
            </p:nvSpPr>
            <p:spPr bwMode="auto">
              <a:xfrm>
                <a:off x="2439" y="1902"/>
                <a:ext cx="327" cy="1"/>
              </a:xfrm>
              <a:custGeom>
                <a:avLst/>
                <a:gdLst>
                  <a:gd name="T0" fmla="*/ 0 w 980"/>
                  <a:gd name="T1" fmla="*/ 0 h 1"/>
                  <a:gd name="T2" fmla="*/ 979 w 980"/>
                  <a:gd name="T3" fmla="*/ 0 h 1"/>
                  <a:gd name="T4" fmla="*/ 980 w 98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80"/>
                  <a:gd name="T10" fmla="*/ 0 h 1"/>
                  <a:gd name="T11" fmla="*/ 980 w 98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80" h="1">
                    <a:moveTo>
                      <a:pt x="0" y="0"/>
                    </a:moveTo>
                    <a:lnTo>
                      <a:pt x="979" y="0"/>
                    </a:lnTo>
                    <a:lnTo>
                      <a:pt x="98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6" name="Freeform 27"/>
              <p:cNvSpPr/>
              <p:nvPr/>
            </p:nvSpPr>
            <p:spPr bwMode="auto">
              <a:xfrm>
                <a:off x="1795" y="1554"/>
                <a:ext cx="941" cy="1"/>
              </a:xfrm>
              <a:custGeom>
                <a:avLst/>
                <a:gdLst>
                  <a:gd name="T0" fmla="*/ 0 w 2822"/>
                  <a:gd name="T1" fmla="*/ 0 h 1"/>
                  <a:gd name="T2" fmla="*/ 2821 w 2822"/>
                  <a:gd name="T3" fmla="*/ 0 h 1"/>
                  <a:gd name="T4" fmla="*/ 2822 w 282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822"/>
                  <a:gd name="T10" fmla="*/ 0 h 1"/>
                  <a:gd name="T11" fmla="*/ 2822 w 282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22" h="1">
                    <a:moveTo>
                      <a:pt x="0" y="0"/>
                    </a:moveTo>
                    <a:lnTo>
                      <a:pt x="2821" y="0"/>
                    </a:lnTo>
                    <a:lnTo>
                      <a:pt x="282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7" name="Freeform 28"/>
              <p:cNvSpPr/>
              <p:nvPr/>
            </p:nvSpPr>
            <p:spPr bwMode="auto">
              <a:xfrm>
                <a:off x="1797" y="1709"/>
                <a:ext cx="638" cy="1"/>
              </a:xfrm>
              <a:custGeom>
                <a:avLst/>
                <a:gdLst>
                  <a:gd name="T0" fmla="*/ 0 w 638"/>
                  <a:gd name="T1" fmla="*/ 1 h 1"/>
                  <a:gd name="T2" fmla="*/ 638 w 638"/>
                  <a:gd name="T3" fmla="*/ 0 h 1"/>
                  <a:gd name="T4" fmla="*/ 638 w 63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38"/>
                  <a:gd name="T10" fmla="*/ 0 h 1"/>
                  <a:gd name="T11" fmla="*/ 638 w 63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8" h="1">
                    <a:moveTo>
                      <a:pt x="0" y="1"/>
                    </a:moveTo>
                    <a:lnTo>
                      <a:pt x="638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8" name="Freeform 29"/>
              <p:cNvSpPr/>
              <p:nvPr/>
            </p:nvSpPr>
            <p:spPr bwMode="auto">
              <a:xfrm>
                <a:off x="1797" y="1863"/>
                <a:ext cx="638" cy="1"/>
              </a:xfrm>
              <a:custGeom>
                <a:avLst/>
                <a:gdLst>
                  <a:gd name="T0" fmla="*/ 0 w 638"/>
                  <a:gd name="T1" fmla="*/ 0 h 1"/>
                  <a:gd name="T2" fmla="*/ 638 w 638"/>
                  <a:gd name="T3" fmla="*/ 1 h 1"/>
                  <a:gd name="T4" fmla="*/ 638 w 638"/>
                  <a:gd name="T5" fmla="*/ 1 h 1"/>
                  <a:gd name="T6" fmla="*/ 0 60000 65536"/>
                  <a:gd name="T7" fmla="*/ 0 60000 65536"/>
                  <a:gd name="T8" fmla="*/ 0 60000 65536"/>
                  <a:gd name="T9" fmla="*/ 0 w 638"/>
                  <a:gd name="T10" fmla="*/ 0 h 1"/>
                  <a:gd name="T11" fmla="*/ 638 w 63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8" h="1">
                    <a:moveTo>
                      <a:pt x="0" y="0"/>
                    </a:moveTo>
                    <a:lnTo>
                      <a:pt x="638" y="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9" name="Freeform 30"/>
              <p:cNvSpPr/>
              <p:nvPr/>
            </p:nvSpPr>
            <p:spPr bwMode="auto">
              <a:xfrm>
                <a:off x="1794" y="1863"/>
                <a:ext cx="1" cy="112"/>
              </a:xfrm>
              <a:custGeom>
                <a:avLst/>
                <a:gdLst>
                  <a:gd name="T0" fmla="*/ 1 w 1"/>
                  <a:gd name="T1" fmla="*/ 112 h 112"/>
                  <a:gd name="T2" fmla="*/ 0 w 1"/>
                  <a:gd name="T3" fmla="*/ 0 h 112"/>
                  <a:gd name="T4" fmla="*/ 0 60000 65536"/>
                  <a:gd name="T5" fmla="*/ 0 60000 65536"/>
                  <a:gd name="T6" fmla="*/ 0 w 1"/>
                  <a:gd name="T7" fmla="*/ 0 h 112"/>
                  <a:gd name="T8" fmla="*/ 1 w 1"/>
                  <a:gd name="T9" fmla="*/ 112 h 11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12">
                    <a:moveTo>
                      <a:pt x="1" y="112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0" name="Freeform 31"/>
              <p:cNvSpPr/>
              <p:nvPr/>
            </p:nvSpPr>
            <p:spPr bwMode="auto">
              <a:xfrm>
                <a:off x="2525" y="1670"/>
                <a:ext cx="1" cy="232"/>
              </a:xfrm>
              <a:custGeom>
                <a:avLst/>
                <a:gdLst>
                  <a:gd name="T0" fmla="*/ 0 w 1"/>
                  <a:gd name="T1" fmla="*/ 698 h 698"/>
                  <a:gd name="T2" fmla="*/ 0 w 1"/>
                  <a:gd name="T3" fmla="*/ 0 h 698"/>
                  <a:gd name="T4" fmla="*/ 1 w 1"/>
                  <a:gd name="T5" fmla="*/ 0 h 6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8"/>
                  <a:gd name="T11" fmla="*/ 1 w 1"/>
                  <a:gd name="T12" fmla="*/ 698 h 6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1" name="Freeform 32"/>
              <p:cNvSpPr/>
              <p:nvPr/>
            </p:nvSpPr>
            <p:spPr bwMode="auto">
              <a:xfrm>
                <a:off x="2602" y="1822"/>
                <a:ext cx="1" cy="152"/>
              </a:xfrm>
              <a:custGeom>
                <a:avLst/>
                <a:gdLst>
                  <a:gd name="T0" fmla="*/ 0 w 1"/>
                  <a:gd name="T1" fmla="*/ 457 h 457"/>
                  <a:gd name="T2" fmla="*/ 0 w 1"/>
                  <a:gd name="T3" fmla="*/ 0 h 457"/>
                  <a:gd name="T4" fmla="*/ 1 w 1"/>
                  <a:gd name="T5" fmla="*/ 0 h 45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57"/>
                  <a:gd name="T11" fmla="*/ 1 w 1"/>
                  <a:gd name="T12" fmla="*/ 457 h 4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57">
                    <a:moveTo>
                      <a:pt x="0" y="45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2" name="Freeform 33"/>
              <p:cNvSpPr/>
              <p:nvPr/>
            </p:nvSpPr>
            <p:spPr bwMode="auto">
              <a:xfrm>
                <a:off x="2602" y="1612"/>
                <a:ext cx="1" cy="107"/>
              </a:xfrm>
              <a:custGeom>
                <a:avLst/>
                <a:gdLst>
                  <a:gd name="T0" fmla="*/ 0 w 1"/>
                  <a:gd name="T1" fmla="*/ 323 h 323"/>
                  <a:gd name="T2" fmla="*/ 0 w 1"/>
                  <a:gd name="T3" fmla="*/ 0 h 323"/>
                  <a:gd name="T4" fmla="*/ 1 w 1"/>
                  <a:gd name="T5" fmla="*/ 0 h 32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23"/>
                  <a:gd name="T11" fmla="*/ 1 w 1"/>
                  <a:gd name="T12" fmla="*/ 323 h 32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23">
                    <a:moveTo>
                      <a:pt x="0" y="32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3" name="Freeform 34"/>
              <p:cNvSpPr/>
              <p:nvPr/>
            </p:nvSpPr>
            <p:spPr bwMode="auto">
              <a:xfrm>
                <a:off x="2602" y="1759"/>
                <a:ext cx="1" cy="23"/>
              </a:xfrm>
              <a:custGeom>
                <a:avLst/>
                <a:gdLst>
                  <a:gd name="T0" fmla="*/ 0 w 1"/>
                  <a:gd name="T1" fmla="*/ 70 h 70"/>
                  <a:gd name="T2" fmla="*/ 0 w 1"/>
                  <a:gd name="T3" fmla="*/ 0 h 70"/>
                  <a:gd name="T4" fmla="*/ 1 w 1"/>
                  <a:gd name="T5" fmla="*/ 0 h 7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0"/>
                  <a:gd name="T11" fmla="*/ 1 w 1"/>
                  <a:gd name="T12" fmla="*/ 70 h 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0">
                    <a:moveTo>
                      <a:pt x="0" y="7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4" name="Freeform 35"/>
              <p:cNvSpPr/>
              <p:nvPr/>
            </p:nvSpPr>
            <p:spPr bwMode="auto">
              <a:xfrm>
                <a:off x="2765" y="1670"/>
                <a:ext cx="1" cy="232"/>
              </a:xfrm>
              <a:custGeom>
                <a:avLst/>
                <a:gdLst>
                  <a:gd name="T0" fmla="*/ 0 w 1"/>
                  <a:gd name="T1" fmla="*/ 698 h 698"/>
                  <a:gd name="T2" fmla="*/ 0 w 1"/>
                  <a:gd name="T3" fmla="*/ 0 h 698"/>
                  <a:gd name="T4" fmla="*/ 1 w 1"/>
                  <a:gd name="T5" fmla="*/ 0 h 6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8"/>
                  <a:gd name="T11" fmla="*/ 1 w 1"/>
                  <a:gd name="T12" fmla="*/ 698 h 6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5" name="Freeform 36"/>
              <p:cNvSpPr/>
              <p:nvPr/>
            </p:nvSpPr>
            <p:spPr bwMode="auto">
              <a:xfrm>
                <a:off x="2679" y="1670"/>
                <a:ext cx="1" cy="232"/>
              </a:xfrm>
              <a:custGeom>
                <a:avLst/>
                <a:gdLst>
                  <a:gd name="T0" fmla="*/ 0 w 1"/>
                  <a:gd name="T1" fmla="*/ 698 h 698"/>
                  <a:gd name="T2" fmla="*/ 0 w 1"/>
                  <a:gd name="T3" fmla="*/ 0 h 698"/>
                  <a:gd name="T4" fmla="*/ 1 w 1"/>
                  <a:gd name="T5" fmla="*/ 0 h 6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8"/>
                  <a:gd name="T11" fmla="*/ 1 w 1"/>
                  <a:gd name="T12" fmla="*/ 698 h 6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6" name="Freeform 37"/>
              <p:cNvSpPr/>
              <p:nvPr/>
            </p:nvSpPr>
            <p:spPr bwMode="auto">
              <a:xfrm>
                <a:off x="2439" y="1076"/>
                <a:ext cx="327" cy="1"/>
              </a:xfrm>
              <a:custGeom>
                <a:avLst/>
                <a:gdLst>
                  <a:gd name="T0" fmla="*/ 0 w 980"/>
                  <a:gd name="T1" fmla="*/ 0 h 1"/>
                  <a:gd name="T2" fmla="*/ 979 w 980"/>
                  <a:gd name="T3" fmla="*/ 0 h 1"/>
                  <a:gd name="T4" fmla="*/ 980 w 98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80"/>
                  <a:gd name="T10" fmla="*/ 0 h 1"/>
                  <a:gd name="T11" fmla="*/ 980 w 98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80" h="1">
                    <a:moveTo>
                      <a:pt x="0" y="0"/>
                    </a:moveTo>
                    <a:lnTo>
                      <a:pt x="979" y="0"/>
                    </a:lnTo>
                    <a:lnTo>
                      <a:pt x="98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7" name="Freeform 38"/>
              <p:cNvSpPr/>
              <p:nvPr/>
            </p:nvSpPr>
            <p:spPr bwMode="auto">
              <a:xfrm>
                <a:off x="2439" y="1309"/>
                <a:ext cx="327" cy="1"/>
              </a:xfrm>
              <a:custGeom>
                <a:avLst/>
                <a:gdLst>
                  <a:gd name="T0" fmla="*/ 0 w 980"/>
                  <a:gd name="T1" fmla="*/ 0 h 1"/>
                  <a:gd name="T2" fmla="*/ 979 w 980"/>
                  <a:gd name="T3" fmla="*/ 0 h 1"/>
                  <a:gd name="T4" fmla="*/ 980 w 98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80"/>
                  <a:gd name="T10" fmla="*/ 0 h 1"/>
                  <a:gd name="T11" fmla="*/ 980 w 98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80" h="1">
                    <a:moveTo>
                      <a:pt x="0" y="0"/>
                    </a:moveTo>
                    <a:lnTo>
                      <a:pt x="979" y="0"/>
                    </a:lnTo>
                    <a:lnTo>
                      <a:pt x="98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8" name="Freeform 39"/>
              <p:cNvSpPr/>
              <p:nvPr/>
            </p:nvSpPr>
            <p:spPr bwMode="auto">
              <a:xfrm>
                <a:off x="1795" y="1416"/>
                <a:ext cx="941" cy="1"/>
              </a:xfrm>
              <a:custGeom>
                <a:avLst/>
                <a:gdLst>
                  <a:gd name="T0" fmla="*/ 0 w 2822"/>
                  <a:gd name="T1" fmla="*/ 0 h 1"/>
                  <a:gd name="T2" fmla="*/ 2821 w 2822"/>
                  <a:gd name="T3" fmla="*/ 0 h 1"/>
                  <a:gd name="T4" fmla="*/ 2822 w 282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822"/>
                  <a:gd name="T10" fmla="*/ 0 h 1"/>
                  <a:gd name="T11" fmla="*/ 2822 w 282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22" h="1">
                    <a:moveTo>
                      <a:pt x="0" y="0"/>
                    </a:moveTo>
                    <a:lnTo>
                      <a:pt x="2821" y="0"/>
                    </a:lnTo>
                    <a:lnTo>
                      <a:pt x="282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9" name="Freeform 40"/>
              <p:cNvSpPr/>
              <p:nvPr/>
            </p:nvSpPr>
            <p:spPr bwMode="auto">
              <a:xfrm>
                <a:off x="1800" y="1266"/>
                <a:ext cx="636" cy="1"/>
              </a:xfrm>
              <a:custGeom>
                <a:avLst/>
                <a:gdLst>
                  <a:gd name="T0" fmla="*/ 0 w 636"/>
                  <a:gd name="T1" fmla="*/ 0 h 1"/>
                  <a:gd name="T2" fmla="*/ 636 w 636"/>
                  <a:gd name="T3" fmla="*/ 0 h 1"/>
                  <a:gd name="T4" fmla="*/ 0 60000 65536"/>
                  <a:gd name="T5" fmla="*/ 0 60000 65536"/>
                  <a:gd name="T6" fmla="*/ 0 w 636"/>
                  <a:gd name="T7" fmla="*/ 0 h 1"/>
                  <a:gd name="T8" fmla="*/ 636 w 636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36" h="1">
                    <a:moveTo>
                      <a:pt x="0" y="0"/>
                    </a:moveTo>
                    <a:lnTo>
                      <a:pt x="636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0" name="Freeform 41"/>
              <p:cNvSpPr/>
              <p:nvPr/>
            </p:nvSpPr>
            <p:spPr bwMode="auto">
              <a:xfrm>
                <a:off x="1791" y="1110"/>
                <a:ext cx="648" cy="6"/>
              </a:xfrm>
              <a:custGeom>
                <a:avLst/>
                <a:gdLst>
                  <a:gd name="T0" fmla="*/ 0 w 648"/>
                  <a:gd name="T1" fmla="*/ 0 h 6"/>
                  <a:gd name="T2" fmla="*/ 648 w 648"/>
                  <a:gd name="T3" fmla="*/ 6 h 6"/>
                  <a:gd name="T4" fmla="*/ 0 60000 65536"/>
                  <a:gd name="T5" fmla="*/ 0 60000 65536"/>
                  <a:gd name="T6" fmla="*/ 0 w 648"/>
                  <a:gd name="T7" fmla="*/ 0 h 6"/>
                  <a:gd name="T8" fmla="*/ 648 w 648"/>
                  <a:gd name="T9" fmla="*/ 6 h 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48" h="6">
                    <a:moveTo>
                      <a:pt x="0" y="0"/>
                    </a:moveTo>
                    <a:lnTo>
                      <a:pt x="648" y="6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1" name="Freeform 42"/>
              <p:cNvSpPr/>
              <p:nvPr/>
            </p:nvSpPr>
            <p:spPr bwMode="auto">
              <a:xfrm>
                <a:off x="1794" y="1004"/>
                <a:ext cx="2" cy="106"/>
              </a:xfrm>
              <a:custGeom>
                <a:avLst/>
                <a:gdLst>
                  <a:gd name="T0" fmla="*/ 0 w 2"/>
                  <a:gd name="T1" fmla="*/ 106 h 106"/>
                  <a:gd name="T2" fmla="*/ 1 w 2"/>
                  <a:gd name="T3" fmla="*/ 0 h 106"/>
                  <a:gd name="T4" fmla="*/ 2 w 2"/>
                  <a:gd name="T5" fmla="*/ 0 h 106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06"/>
                  <a:gd name="T11" fmla="*/ 2 w 2"/>
                  <a:gd name="T12" fmla="*/ 106 h 10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06">
                    <a:moveTo>
                      <a:pt x="0" y="106"/>
                    </a:moveTo>
                    <a:lnTo>
                      <a:pt x="1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2" name="Freeform 43"/>
              <p:cNvSpPr/>
              <p:nvPr/>
            </p:nvSpPr>
            <p:spPr bwMode="auto">
              <a:xfrm>
                <a:off x="2525" y="1076"/>
                <a:ext cx="1" cy="233"/>
              </a:xfrm>
              <a:custGeom>
                <a:avLst/>
                <a:gdLst>
                  <a:gd name="T0" fmla="*/ 0 w 1"/>
                  <a:gd name="T1" fmla="*/ 698 h 698"/>
                  <a:gd name="T2" fmla="*/ 0 w 1"/>
                  <a:gd name="T3" fmla="*/ 0 h 698"/>
                  <a:gd name="T4" fmla="*/ 1 w 1"/>
                  <a:gd name="T5" fmla="*/ 0 h 6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8"/>
                  <a:gd name="T11" fmla="*/ 1 w 1"/>
                  <a:gd name="T12" fmla="*/ 698 h 6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3" name="Freeform 44"/>
              <p:cNvSpPr/>
              <p:nvPr/>
            </p:nvSpPr>
            <p:spPr bwMode="auto">
              <a:xfrm>
                <a:off x="2602" y="1229"/>
                <a:ext cx="1" cy="161"/>
              </a:xfrm>
              <a:custGeom>
                <a:avLst/>
                <a:gdLst>
                  <a:gd name="T0" fmla="*/ 0 w 1"/>
                  <a:gd name="T1" fmla="*/ 482 h 482"/>
                  <a:gd name="T2" fmla="*/ 0 w 1"/>
                  <a:gd name="T3" fmla="*/ 0 h 482"/>
                  <a:gd name="T4" fmla="*/ 1 w 1"/>
                  <a:gd name="T5" fmla="*/ 0 h 48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82"/>
                  <a:gd name="T11" fmla="*/ 1 w 1"/>
                  <a:gd name="T12" fmla="*/ 482 h 4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82">
                    <a:moveTo>
                      <a:pt x="0" y="48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4" name="Freeform 45"/>
              <p:cNvSpPr/>
              <p:nvPr/>
            </p:nvSpPr>
            <p:spPr bwMode="auto">
              <a:xfrm>
                <a:off x="2602" y="1189"/>
                <a:ext cx="1" cy="16"/>
              </a:xfrm>
              <a:custGeom>
                <a:avLst/>
                <a:gdLst>
                  <a:gd name="T0" fmla="*/ 0 w 1"/>
                  <a:gd name="T1" fmla="*/ 47 h 47"/>
                  <a:gd name="T2" fmla="*/ 0 w 1"/>
                  <a:gd name="T3" fmla="*/ 0 h 47"/>
                  <a:gd name="T4" fmla="*/ 1 w 1"/>
                  <a:gd name="T5" fmla="*/ 0 h 4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7"/>
                  <a:gd name="T11" fmla="*/ 1 w 1"/>
                  <a:gd name="T12" fmla="*/ 47 h 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7">
                    <a:moveTo>
                      <a:pt x="0" y="4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5" name="Freeform 46"/>
              <p:cNvSpPr/>
              <p:nvPr/>
            </p:nvSpPr>
            <p:spPr bwMode="auto">
              <a:xfrm>
                <a:off x="2602" y="979"/>
                <a:ext cx="1" cy="171"/>
              </a:xfrm>
              <a:custGeom>
                <a:avLst/>
                <a:gdLst>
                  <a:gd name="T0" fmla="*/ 0 w 1"/>
                  <a:gd name="T1" fmla="*/ 513 h 513"/>
                  <a:gd name="T2" fmla="*/ 0 w 1"/>
                  <a:gd name="T3" fmla="*/ 0 h 513"/>
                  <a:gd name="T4" fmla="*/ 1 w 1"/>
                  <a:gd name="T5" fmla="*/ 0 h 51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13"/>
                  <a:gd name="T11" fmla="*/ 1 w 1"/>
                  <a:gd name="T12" fmla="*/ 513 h 5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13">
                    <a:moveTo>
                      <a:pt x="0" y="51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6" name="Freeform 47"/>
              <p:cNvSpPr/>
              <p:nvPr/>
            </p:nvSpPr>
            <p:spPr bwMode="auto">
              <a:xfrm>
                <a:off x="2765" y="1076"/>
                <a:ext cx="1" cy="233"/>
              </a:xfrm>
              <a:custGeom>
                <a:avLst/>
                <a:gdLst>
                  <a:gd name="T0" fmla="*/ 0 w 1"/>
                  <a:gd name="T1" fmla="*/ 698 h 698"/>
                  <a:gd name="T2" fmla="*/ 0 w 1"/>
                  <a:gd name="T3" fmla="*/ 0 h 698"/>
                  <a:gd name="T4" fmla="*/ 1 w 1"/>
                  <a:gd name="T5" fmla="*/ 0 h 6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8"/>
                  <a:gd name="T11" fmla="*/ 1 w 1"/>
                  <a:gd name="T12" fmla="*/ 698 h 6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7" name="Freeform 48"/>
              <p:cNvSpPr/>
              <p:nvPr/>
            </p:nvSpPr>
            <p:spPr bwMode="auto">
              <a:xfrm>
                <a:off x="2679" y="1076"/>
                <a:ext cx="1" cy="233"/>
              </a:xfrm>
              <a:custGeom>
                <a:avLst/>
                <a:gdLst>
                  <a:gd name="T0" fmla="*/ 0 w 1"/>
                  <a:gd name="T1" fmla="*/ 698 h 698"/>
                  <a:gd name="T2" fmla="*/ 0 w 1"/>
                  <a:gd name="T3" fmla="*/ 0 h 698"/>
                  <a:gd name="T4" fmla="*/ 1 w 1"/>
                  <a:gd name="T5" fmla="*/ 0 h 6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8"/>
                  <a:gd name="T11" fmla="*/ 1 w 1"/>
                  <a:gd name="T12" fmla="*/ 698 h 6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8" name="Freeform 49"/>
              <p:cNvSpPr/>
              <p:nvPr/>
            </p:nvSpPr>
            <p:spPr bwMode="auto">
              <a:xfrm>
                <a:off x="1935" y="1416"/>
                <a:ext cx="1" cy="138"/>
              </a:xfrm>
              <a:custGeom>
                <a:avLst/>
                <a:gdLst>
                  <a:gd name="T0" fmla="*/ 0 w 1"/>
                  <a:gd name="T1" fmla="*/ 412 h 412"/>
                  <a:gd name="T2" fmla="*/ 0 w 1"/>
                  <a:gd name="T3" fmla="*/ 0 h 412"/>
                  <a:gd name="T4" fmla="*/ 1 w 1"/>
                  <a:gd name="T5" fmla="*/ 0 h 41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12"/>
                  <a:gd name="T11" fmla="*/ 1 w 1"/>
                  <a:gd name="T12" fmla="*/ 412 h 4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12">
                    <a:moveTo>
                      <a:pt x="0" y="41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9" name="Freeform 50"/>
              <p:cNvSpPr/>
              <p:nvPr/>
            </p:nvSpPr>
            <p:spPr bwMode="auto">
              <a:xfrm>
                <a:off x="1794" y="1263"/>
                <a:ext cx="1" cy="153"/>
              </a:xfrm>
              <a:custGeom>
                <a:avLst/>
                <a:gdLst>
                  <a:gd name="T0" fmla="*/ 1 w 1"/>
                  <a:gd name="T1" fmla="*/ 153 h 153"/>
                  <a:gd name="T2" fmla="*/ 0 w 1"/>
                  <a:gd name="T3" fmla="*/ 0 h 153"/>
                  <a:gd name="T4" fmla="*/ 0 60000 65536"/>
                  <a:gd name="T5" fmla="*/ 0 60000 65536"/>
                  <a:gd name="T6" fmla="*/ 0 w 1"/>
                  <a:gd name="T7" fmla="*/ 0 h 153"/>
                  <a:gd name="T8" fmla="*/ 1 w 1"/>
                  <a:gd name="T9" fmla="*/ 153 h 15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53">
                    <a:moveTo>
                      <a:pt x="1" y="153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0" name="Freeform 51"/>
              <p:cNvSpPr/>
              <p:nvPr/>
            </p:nvSpPr>
            <p:spPr bwMode="auto">
              <a:xfrm>
                <a:off x="1640" y="1004"/>
                <a:ext cx="43" cy="42"/>
              </a:xfrm>
              <a:custGeom>
                <a:avLst/>
                <a:gdLst>
                  <a:gd name="T0" fmla="*/ 0 w 129"/>
                  <a:gd name="T1" fmla="*/ 127 h 127"/>
                  <a:gd name="T2" fmla="*/ 128 w 129"/>
                  <a:gd name="T3" fmla="*/ 0 h 127"/>
                  <a:gd name="T4" fmla="*/ 129 w 129"/>
                  <a:gd name="T5" fmla="*/ 0 h 127"/>
                  <a:gd name="T6" fmla="*/ 0 60000 65536"/>
                  <a:gd name="T7" fmla="*/ 0 60000 65536"/>
                  <a:gd name="T8" fmla="*/ 0 60000 65536"/>
                  <a:gd name="T9" fmla="*/ 0 w 129"/>
                  <a:gd name="T10" fmla="*/ 0 h 127"/>
                  <a:gd name="T11" fmla="*/ 129 w 129"/>
                  <a:gd name="T12" fmla="*/ 127 h 1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9" h="127">
                    <a:moveTo>
                      <a:pt x="0" y="127"/>
                    </a:moveTo>
                    <a:lnTo>
                      <a:pt x="128" y="0"/>
                    </a:lnTo>
                    <a:lnTo>
                      <a:pt x="12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1" name="Freeform 52"/>
              <p:cNvSpPr/>
              <p:nvPr/>
            </p:nvSpPr>
            <p:spPr bwMode="auto">
              <a:xfrm>
                <a:off x="1640" y="1004"/>
                <a:ext cx="130" cy="129"/>
              </a:xfrm>
              <a:custGeom>
                <a:avLst/>
                <a:gdLst>
                  <a:gd name="T0" fmla="*/ 0 w 389"/>
                  <a:gd name="T1" fmla="*/ 389 h 389"/>
                  <a:gd name="T2" fmla="*/ 388 w 389"/>
                  <a:gd name="T3" fmla="*/ 0 h 389"/>
                  <a:gd name="T4" fmla="*/ 389 w 389"/>
                  <a:gd name="T5" fmla="*/ 0 h 389"/>
                  <a:gd name="T6" fmla="*/ 0 60000 65536"/>
                  <a:gd name="T7" fmla="*/ 0 60000 65536"/>
                  <a:gd name="T8" fmla="*/ 0 60000 65536"/>
                  <a:gd name="T9" fmla="*/ 0 w 389"/>
                  <a:gd name="T10" fmla="*/ 0 h 389"/>
                  <a:gd name="T11" fmla="*/ 389 w 389"/>
                  <a:gd name="T12" fmla="*/ 389 h 3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9" h="389">
                    <a:moveTo>
                      <a:pt x="0" y="389"/>
                    </a:moveTo>
                    <a:lnTo>
                      <a:pt x="388" y="0"/>
                    </a:lnTo>
                    <a:lnTo>
                      <a:pt x="38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2" name="Freeform 53"/>
              <p:cNvSpPr/>
              <p:nvPr/>
            </p:nvSpPr>
            <p:spPr bwMode="auto">
              <a:xfrm>
                <a:off x="1640" y="1066"/>
                <a:ext cx="155" cy="154"/>
              </a:xfrm>
              <a:custGeom>
                <a:avLst/>
                <a:gdLst>
                  <a:gd name="T0" fmla="*/ 0 w 466"/>
                  <a:gd name="T1" fmla="*/ 464 h 464"/>
                  <a:gd name="T2" fmla="*/ 465 w 466"/>
                  <a:gd name="T3" fmla="*/ 0 h 464"/>
                  <a:gd name="T4" fmla="*/ 466 w 466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6"/>
                  <a:gd name="T10" fmla="*/ 0 h 464"/>
                  <a:gd name="T11" fmla="*/ 466 w 466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3" name="Freeform 54"/>
              <p:cNvSpPr/>
              <p:nvPr/>
            </p:nvSpPr>
            <p:spPr bwMode="auto">
              <a:xfrm>
                <a:off x="1640" y="1116"/>
                <a:ext cx="193" cy="192"/>
              </a:xfrm>
              <a:custGeom>
                <a:avLst/>
                <a:gdLst>
                  <a:gd name="T0" fmla="*/ 0 w 578"/>
                  <a:gd name="T1" fmla="*/ 576 h 576"/>
                  <a:gd name="T2" fmla="*/ 577 w 578"/>
                  <a:gd name="T3" fmla="*/ 0 h 576"/>
                  <a:gd name="T4" fmla="*/ 578 w 578"/>
                  <a:gd name="T5" fmla="*/ 0 h 576"/>
                  <a:gd name="T6" fmla="*/ 0 60000 65536"/>
                  <a:gd name="T7" fmla="*/ 0 60000 65536"/>
                  <a:gd name="T8" fmla="*/ 0 60000 65536"/>
                  <a:gd name="T9" fmla="*/ 0 w 578"/>
                  <a:gd name="T10" fmla="*/ 0 h 576"/>
                  <a:gd name="T11" fmla="*/ 578 w 578"/>
                  <a:gd name="T12" fmla="*/ 576 h 5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8" h="576">
                    <a:moveTo>
                      <a:pt x="0" y="576"/>
                    </a:moveTo>
                    <a:lnTo>
                      <a:pt x="577" y="0"/>
                    </a:lnTo>
                    <a:lnTo>
                      <a:pt x="57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4" name="Freeform 55"/>
              <p:cNvSpPr/>
              <p:nvPr/>
            </p:nvSpPr>
            <p:spPr bwMode="auto">
              <a:xfrm>
                <a:off x="1640" y="1116"/>
                <a:ext cx="280" cy="279"/>
              </a:xfrm>
              <a:custGeom>
                <a:avLst/>
                <a:gdLst>
                  <a:gd name="T0" fmla="*/ 0 w 840"/>
                  <a:gd name="T1" fmla="*/ 837 h 837"/>
                  <a:gd name="T2" fmla="*/ 838 w 840"/>
                  <a:gd name="T3" fmla="*/ 0 h 837"/>
                  <a:gd name="T4" fmla="*/ 840 w 840"/>
                  <a:gd name="T5" fmla="*/ 0 h 837"/>
                  <a:gd name="T6" fmla="*/ 0 60000 65536"/>
                  <a:gd name="T7" fmla="*/ 0 60000 65536"/>
                  <a:gd name="T8" fmla="*/ 0 60000 65536"/>
                  <a:gd name="T9" fmla="*/ 0 w 840"/>
                  <a:gd name="T10" fmla="*/ 0 h 837"/>
                  <a:gd name="T11" fmla="*/ 840 w 840"/>
                  <a:gd name="T12" fmla="*/ 837 h 83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40" h="837">
                    <a:moveTo>
                      <a:pt x="0" y="837"/>
                    </a:moveTo>
                    <a:lnTo>
                      <a:pt x="838" y="0"/>
                    </a:lnTo>
                    <a:lnTo>
                      <a:pt x="84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5" name="Freeform 56"/>
              <p:cNvSpPr/>
              <p:nvPr/>
            </p:nvSpPr>
            <p:spPr bwMode="auto">
              <a:xfrm>
                <a:off x="1640" y="1328"/>
                <a:ext cx="155" cy="154"/>
              </a:xfrm>
              <a:custGeom>
                <a:avLst/>
                <a:gdLst>
                  <a:gd name="T0" fmla="*/ 0 w 466"/>
                  <a:gd name="T1" fmla="*/ 464 h 464"/>
                  <a:gd name="T2" fmla="*/ 465 w 466"/>
                  <a:gd name="T3" fmla="*/ 0 h 464"/>
                  <a:gd name="T4" fmla="*/ 466 w 466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6"/>
                  <a:gd name="T10" fmla="*/ 0 h 464"/>
                  <a:gd name="T11" fmla="*/ 466 w 466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6" name="Freeform 57"/>
              <p:cNvSpPr/>
              <p:nvPr/>
            </p:nvSpPr>
            <p:spPr bwMode="auto">
              <a:xfrm>
                <a:off x="1852" y="1116"/>
                <a:ext cx="155" cy="154"/>
              </a:xfrm>
              <a:custGeom>
                <a:avLst/>
                <a:gdLst>
                  <a:gd name="T0" fmla="*/ 0 w 465"/>
                  <a:gd name="T1" fmla="*/ 464 h 464"/>
                  <a:gd name="T2" fmla="*/ 464 w 465"/>
                  <a:gd name="T3" fmla="*/ 0 h 464"/>
                  <a:gd name="T4" fmla="*/ 465 w 465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4"/>
                  <a:gd name="T11" fmla="*/ 465 w 465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4">
                    <a:moveTo>
                      <a:pt x="0" y="464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7" name="Freeform 58"/>
              <p:cNvSpPr/>
              <p:nvPr/>
            </p:nvSpPr>
            <p:spPr bwMode="auto">
              <a:xfrm>
                <a:off x="1640" y="1415"/>
                <a:ext cx="155" cy="155"/>
              </a:xfrm>
              <a:custGeom>
                <a:avLst/>
                <a:gdLst>
                  <a:gd name="T0" fmla="*/ 0 w 466"/>
                  <a:gd name="T1" fmla="*/ 464 h 464"/>
                  <a:gd name="T2" fmla="*/ 465 w 466"/>
                  <a:gd name="T3" fmla="*/ 0 h 464"/>
                  <a:gd name="T4" fmla="*/ 466 w 466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6"/>
                  <a:gd name="T10" fmla="*/ 0 h 464"/>
                  <a:gd name="T11" fmla="*/ 466 w 466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8" name="Freeform 59"/>
              <p:cNvSpPr/>
              <p:nvPr/>
            </p:nvSpPr>
            <p:spPr bwMode="auto">
              <a:xfrm>
                <a:off x="1939" y="1116"/>
                <a:ext cx="155" cy="154"/>
              </a:xfrm>
              <a:custGeom>
                <a:avLst/>
                <a:gdLst>
                  <a:gd name="T0" fmla="*/ 0 w 464"/>
                  <a:gd name="T1" fmla="*/ 464 h 464"/>
                  <a:gd name="T2" fmla="*/ 463 w 464"/>
                  <a:gd name="T3" fmla="*/ 0 h 464"/>
                  <a:gd name="T4" fmla="*/ 464 w 464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4"/>
                  <a:gd name="T10" fmla="*/ 0 h 464"/>
                  <a:gd name="T11" fmla="*/ 464 w 464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4" h="464">
                    <a:moveTo>
                      <a:pt x="0" y="464"/>
                    </a:moveTo>
                    <a:lnTo>
                      <a:pt x="463" y="0"/>
                    </a:lnTo>
                    <a:lnTo>
                      <a:pt x="46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9" name="Freeform 60"/>
              <p:cNvSpPr/>
              <p:nvPr/>
            </p:nvSpPr>
            <p:spPr bwMode="auto">
              <a:xfrm>
                <a:off x="1640" y="1416"/>
                <a:ext cx="241" cy="241"/>
              </a:xfrm>
              <a:custGeom>
                <a:avLst/>
                <a:gdLst>
                  <a:gd name="T0" fmla="*/ 0 w 722"/>
                  <a:gd name="T1" fmla="*/ 721 h 721"/>
                  <a:gd name="T2" fmla="*/ 721 w 722"/>
                  <a:gd name="T3" fmla="*/ 0 h 721"/>
                  <a:gd name="T4" fmla="*/ 722 w 722"/>
                  <a:gd name="T5" fmla="*/ 0 h 721"/>
                  <a:gd name="T6" fmla="*/ 0 60000 65536"/>
                  <a:gd name="T7" fmla="*/ 0 60000 65536"/>
                  <a:gd name="T8" fmla="*/ 0 60000 65536"/>
                  <a:gd name="T9" fmla="*/ 0 w 722"/>
                  <a:gd name="T10" fmla="*/ 0 h 721"/>
                  <a:gd name="T11" fmla="*/ 722 w 722"/>
                  <a:gd name="T12" fmla="*/ 721 h 72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2" h="721">
                    <a:moveTo>
                      <a:pt x="0" y="721"/>
                    </a:moveTo>
                    <a:lnTo>
                      <a:pt x="721" y="0"/>
                    </a:lnTo>
                    <a:lnTo>
                      <a:pt x="72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" name="Freeform 61"/>
              <p:cNvSpPr/>
              <p:nvPr/>
            </p:nvSpPr>
            <p:spPr bwMode="auto">
              <a:xfrm>
                <a:off x="2026" y="1116"/>
                <a:ext cx="155" cy="154"/>
              </a:xfrm>
              <a:custGeom>
                <a:avLst/>
                <a:gdLst>
                  <a:gd name="T0" fmla="*/ 0 w 465"/>
                  <a:gd name="T1" fmla="*/ 464 h 464"/>
                  <a:gd name="T2" fmla="*/ 464 w 465"/>
                  <a:gd name="T3" fmla="*/ 0 h 464"/>
                  <a:gd name="T4" fmla="*/ 465 w 465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4"/>
                  <a:gd name="T11" fmla="*/ 465 w 465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4">
                    <a:moveTo>
                      <a:pt x="0" y="464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1" name="Freeform 62"/>
              <p:cNvSpPr/>
              <p:nvPr/>
            </p:nvSpPr>
            <p:spPr bwMode="auto">
              <a:xfrm>
                <a:off x="1640" y="1589"/>
                <a:ext cx="155" cy="155"/>
              </a:xfrm>
              <a:custGeom>
                <a:avLst/>
                <a:gdLst>
                  <a:gd name="T0" fmla="*/ 0 w 466"/>
                  <a:gd name="T1" fmla="*/ 464 h 464"/>
                  <a:gd name="T2" fmla="*/ 465 w 466"/>
                  <a:gd name="T3" fmla="*/ 0 h 464"/>
                  <a:gd name="T4" fmla="*/ 466 w 466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6"/>
                  <a:gd name="T10" fmla="*/ 0 h 464"/>
                  <a:gd name="T11" fmla="*/ 466 w 466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2" name="Freeform 63"/>
              <p:cNvSpPr/>
              <p:nvPr/>
            </p:nvSpPr>
            <p:spPr bwMode="auto">
              <a:xfrm>
                <a:off x="2113" y="1116"/>
                <a:ext cx="155" cy="154"/>
              </a:xfrm>
              <a:custGeom>
                <a:avLst/>
                <a:gdLst>
                  <a:gd name="T0" fmla="*/ 0 w 465"/>
                  <a:gd name="T1" fmla="*/ 464 h 464"/>
                  <a:gd name="T2" fmla="*/ 464 w 465"/>
                  <a:gd name="T3" fmla="*/ 0 h 464"/>
                  <a:gd name="T4" fmla="*/ 465 w 465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4"/>
                  <a:gd name="T11" fmla="*/ 465 w 465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4">
                    <a:moveTo>
                      <a:pt x="0" y="464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3" name="Freeform 64"/>
              <p:cNvSpPr/>
              <p:nvPr/>
            </p:nvSpPr>
            <p:spPr bwMode="auto">
              <a:xfrm>
                <a:off x="1830" y="1449"/>
                <a:ext cx="106" cy="105"/>
              </a:xfrm>
              <a:custGeom>
                <a:avLst/>
                <a:gdLst>
                  <a:gd name="T0" fmla="*/ 0 w 317"/>
                  <a:gd name="T1" fmla="*/ 315 h 315"/>
                  <a:gd name="T2" fmla="*/ 316 w 317"/>
                  <a:gd name="T3" fmla="*/ 0 h 315"/>
                  <a:gd name="T4" fmla="*/ 317 w 317"/>
                  <a:gd name="T5" fmla="*/ 0 h 315"/>
                  <a:gd name="T6" fmla="*/ 0 60000 65536"/>
                  <a:gd name="T7" fmla="*/ 0 60000 65536"/>
                  <a:gd name="T8" fmla="*/ 0 60000 65536"/>
                  <a:gd name="T9" fmla="*/ 0 w 317"/>
                  <a:gd name="T10" fmla="*/ 0 h 315"/>
                  <a:gd name="T11" fmla="*/ 317 w 317"/>
                  <a:gd name="T12" fmla="*/ 315 h 3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7" h="315">
                    <a:moveTo>
                      <a:pt x="0" y="315"/>
                    </a:moveTo>
                    <a:lnTo>
                      <a:pt x="316" y="0"/>
                    </a:lnTo>
                    <a:lnTo>
                      <a:pt x="31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4" name="Freeform 65"/>
              <p:cNvSpPr/>
              <p:nvPr/>
            </p:nvSpPr>
            <p:spPr bwMode="auto">
              <a:xfrm>
                <a:off x="1640" y="1677"/>
                <a:ext cx="155" cy="154"/>
              </a:xfrm>
              <a:custGeom>
                <a:avLst/>
                <a:gdLst>
                  <a:gd name="T0" fmla="*/ 0 w 466"/>
                  <a:gd name="T1" fmla="*/ 464 h 464"/>
                  <a:gd name="T2" fmla="*/ 465 w 466"/>
                  <a:gd name="T3" fmla="*/ 0 h 464"/>
                  <a:gd name="T4" fmla="*/ 466 w 466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6"/>
                  <a:gd name="T10" fmla="*/ 0 h 464"/>
                  <a:gd name="T11" fmla="*/ 466 w 466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5" name="Freeform 66"/>
              <p:cNvSpPr/>
              <p:nvPr/>
            </p:nvSpPr>
            <p:spPr bwMode="auto">
              <a:xfrm>
                <a:off x="2201" y="1116"/>
                <a:ext cx="155" cy="154"/>
              </a:xfrm>
              <a:custGeom>
                <a:avLst/>
                <a:gdLst>
                  <a:gd name="T0" fmla="*/ 0 w 465"/>
                  <a:gd name="T1" fmla="*/ 464 h 464"/>
                  <a:gd name="T2" fmla="*/ 464 w 465"/>
                  <a:gd name="T3" fmla="*/ 0 h 464"/>
                  <a:gd name="T4" fmla="*/ 465 w 465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4"/>
                  <a:gd name="T11" fmla="*/ 465 w 465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4">
                    <a:moveTo>
                      <a:pt x="0" y="464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6" name="Freeform 67"/>
              <p:cNvSpPr/>
              <p:nvPr/>
            </p:nvSpPr>
            <p:spPr bwMode="auto">
              <a:xfrm>
                <a:off x="1917" y="1536"/>
                <a:ext cx="19" cy="18"/>
              </a:xfrm>
              <a:custGeom>
                <a:avLst/>
                <a:gdLst>
                  <a:gd name="T0" fmla="*/ 0 w 55"/>
                  <a:gd name="T1" fmla="*/ 53 h 53"/>
                  <a:gd name="T2" fmla="*/ 54 w 55"/>
                  <a:gd name="T3" fmla="*/ 0 h 53"/>
                  <a:gd name="T4" fmla="*/ 55 w 55"/>
                  <a:gd name="T5" fmla="*/ 0 h 53"/>
                  <a:gd name="T6" fmla="*/ 0 60000 65536"/>
                  <a:gd name="T7" fmla="*/ 0 60000 65536"/>
                  <a:gd name="T8" fmla="*/ 0 60000 65536"/>
                  <a:gd name="T9" fmla="*/ 0 w 55"/>
                  <a:gd name="T10" fmla="*/ 0 h 53"/>
                  <a:gd name="T11" fmla="*/ 55 w 55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5" h="53">
                    <a:moveTo>
                      <a:pt x="0" y="53"/>
                    </a:moveTo>
                    <a:lnTo>
                      <a:pt x="54" y="0"/>
                    </a:lnTo>
                    <a:lnTo>
                      <a:pt x="55" y="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7" name="Freeform 68"/>
              <p:cNvSpPr/>
              <p:nvPr/>
            </p:nvSpPr>
            <p:spPr bwMode="auto">
              <a:xfrm>
                <a:off x="1640" y="1709"/>
                <a:ext cx="210" cy="209"/>
              </a:xfrm>
              <a:custGeom>
                <a:avLst/>
                <a:gdLst>
                  <a:gd name="T0" fmla="*/ 0 w 631"/>
                  <a:gd name="T1" fmla="*/ 629 h 629"/>
                  <a:gd name="T2" fmla="*/ 630 w 631"/>
                  <a:gd name="T3" fmla="*/ 0 h 629"/>
                  <a:gd name="T4" fmla="*/ 631 w 631"/>
                  <a:gd name="T5" fmla="*/ 0 h 629"/>
                  <a:gd name="T6" fmla="*/ 0 60000 65536"/>
                  <a:gd name="T7" fmla="*/ 0 60000 65536"/>
                  <a:gd name="T8" fmla="*/ 0 60000 65536"/>
                  <a:gd name="T9" fmla="*/ 0 w 631"/>
                  <a:gd name="T10" fmla="*/ 0 h 629"/>
                  <a:gd name="T11" fmla="*/ 631 w 631"/>
                  <a:gd name="T12" fmla="*/ 629 h 6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1" h="629">
                    <a:moveTo>
                      <a:pt x="0" y="629"/>
                    </a:moveTo>
                    <a:lnTo>
                      <a:pt x="630" y="0"/>
                    </a:lnTo>
                    <a:lnTo>
                      <a:pt x="63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8" name="Freeform 69"/>
              <p:cNvSpPr/>
              <p:nvPr/>
            </p:nvSpPr>
            <p:spPr bwMode="auto">
              <a:xfrm>
                <a:off x="2288" y="1076"/>
                <a:ext cx="194" cy="194"/>
              </a:xfrm>
              <a:custGeom>
                <a:avLst/>
                <a:gdLst>
                  <a:gd name="T0" fmla="*/ 0 w 581"/>
                  <a:gd name="T1" fmla="*/ 582 h 582"/>
                  <a:gd name="T2" fmla="*/ 580 w 581"/>
                  <a:gd name="T3" fmla="*/ 0 h 582"/>
                  <a:gd name="T4" fmla="*/ 581 w 581"/>
                  <a:gd name="T5" fmla="*/ 0 h 582"/>
                  <a:gd name="T6" fmla="*/ 0 60000 65536"/>
                  <a:gd name="T7" fmla="*/ 0 60000 65536"/>
                  <a:gd name="T8" fmla="*/ 0 60000 65536"/>
                  <a:gd name="T9" fmla="*/ 0 w 581"/>
                  <a:gd name="T10" fmla="*/ 0 h 582"/>
                  <a:gd name="T11" fmla="*/ 581 w 581"/>
                  <a:gd name="T12" fmla="*/ 582 h 5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81" h="582">
                    <a:moveTo>
                      <a:pt x="0" y="582"/>
                    </a:moveTo>
                    <a:lnTo>
                      <a:pt x="580" y="0"/>
                    </a:lnTo>
                    <a:lnTo>
                      <a:pt x="58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9" name="Freeform 70"/>
              <p:cNvSpPr/>
              <p:nvPr/>
            </p:nvSpPr>
            <p:spPr bwMode="auto">
              <a:xfrm>
                <a:off x="1671" y="1709"/>
                <a:ext cx="266" cy="266"/>
              </a:xfrm>
              <a:custGeom>
                <a:avLst/>
                <a:gdLst>
                  <a:gd name="T0" fmla="*/ 0 w 800"/>
                  <a:gd name="T1" fmla="*/ 800 h 800"/>
                  <a:gd name="T2" fmla="*/ 799 w 800"/>
                  <a:gd name="T3" fmla="*/ 0 h 800"/>
                  <a:gd name="T4" fmla="*/ 800 w 800"/>
                  <a:gd name="T5" fmla="*/ 0 h 800"/>
                  <a:gd name="T6" fmla="*/ 0 60000 65536"/>
                  <a:gd name="T7" fmla="*/ 0 60000 65536"/>
                  <a:gd name="T8" fmla="*/ 0 60000 65536"/>
                  <a:gd name="T9" fmla="*/ 0 w 800"/>
                  <a:gd name="T10" fmla="*/ 0 h 800"/>
                  <a:gd name="T11" fmla="*/ 800 w 800"/>
                  <a:gd name="T12" fmla="*/ 800 h 8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0" h="800">
                    <a:moveTo>
                      <a:pt x="0" y="800"/>
                    </a:moveTo>
                    <a:lnTo>
                      <a:pt x="799" y="0"/>
                    </a:lnTo>
                    <a:lnTo>
                      <a:pt x="8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0" name="Freeform 71"/>
              <p:cNvSpPr/>
              <p:nvPr/>
            </p:nvSpPr>
            <p:spPr bwMode="auto">
              <a:xfrm>
                <a:off x="2375" y="1120"/>
                <a:ext cx="150" cy="150"/>
              </a:xfrm>
              <a:custGeom>
                <a:avLst/>
                <a:gdLst>
                  <a:gd name="T0" fmla="*/ 0 w 451"/>
                  <a:gd name="T1" fmla="*/ 450 h 450"/>
                  <a:gd name="T2" fmla="*/ 450 w 451"/>
                  <a:gd name="T3" fmla="*/ 0 h 450"/>
                  <a:gd name="T4" fmla="*/ 451 w 451"/>
                  <a:gd name="T5" fmla="*/ 0 h 450"/>
                  <a:gd name="T6" fmla="*/ 0 60000 65536"/>
                  <a:gd name="T7" fmla="*/ 0 60000 65536"/>
                  <a:gd name="T8" fmla="*/ 0 60000 65536"/>
                  <a:gd name="T9" fmla="*/ 0 w 451"/>
                  <a:gd name="T10" fmla="*/ 0 h 450"/>
                  <a:gd name="T11" fmla="*/ 451 w 451"/>
                  <a:gd name="T12" fmla="*/ 450 h 45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51" h="450">
                    <a:moveTo>
                      <a:pt x="0" y="450"/>
                    </a:moveTo>
                    <a:lnTo>
                      <a:pt x="450" y="0"/>
                    </a:lnTo>
                    <a:lnTo>
                      <a:pt x="45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1" name="Freeform 72"/>
              <p:cNvSpPr/>
              <p:nvPr/>
            </p:nvSpPr>
            <p:spPr bwMode="auto">
              <a:xfrm>
                <a:off x="2439" y="1207"/>
                <a:ext cx="86" cy="87"/>
              </a:xfrm>
              <a:custGeom>
                <a:avLst/>
                <a:gdLst>
                  <a:gd name="T0" fmla="*/ 0 w 259"/>
                  <a:gd name="T1" fmla="*/ 259 h 259"/>
                  <a:gd name="T2" fmla="*/ 258 w 259"/>
                  <a:gd name="T3" fmla="*/ 0 h 259"/>
                  <a:gd name="T4" fmla="*/ 259 w 259"/>
                  <a:gd name="T5" fmla="*/ 0 h 259"/>
                  <a:gd name="T6" fmla="*/ 0 60000 65536"/>
                  <a:gd name="T7" fmla="*/ 0 60000 65536"/>
                  <a:gd name="T8" fmla="*/ 0 60000 65536"/>
                  <a:gd name="T9" fmla="*/ 0 w 259"/>
                  <a:gd name="T10" fmla="*/ 0 h 259"/>
                  <a:gd name="T11" fmla="*/ 259 w 259"/>
                  <a:gd name="T12" fmla="*/ 259 h 25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9" h="259">
                    <a:moveTo>
                      <a:pt x="0" y="259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2" name="Freeform 73"/>
              <p:cNvSpPr/>
              <p:nvPr/>
            </p:nvSpPr>
            <p:spPr bwMode="auto">
              <a:xfrm>
                <a:off x="1870" y="1709"/>
                <a:ext cx="155" cy="155"/>
              </a:xfrm>
              <a:custGeom>
                <a:avLst/>
                <a:gdLst>
                  <a:gd name="T0" fmla="*/ 0 w 465"/>
                  <a:gd name="T1" fmla="*/ 465 h 465"/>
                  <a:gd name="T2" fmla="*/ 464 w 465"/>
                  <a:gd name="T3" fmla="*/ 0 h 465"/>
                  <a:gd name="T4" fmla="*/ 465 w 465"/>
                  <a:gd name="T5" fmla="*/ 0 h 465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5"/>
                  <a:gd name="T11" fmla="*/ 465 w 465"/>
                  <a:gd name="T12" fmla="*/ 465 h 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5">
                    <a:moveTo>
                      <a:pt x="0" y="465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3" name="Freeform 74"/>
              <p:cNvSpPr/>
              <p:nvPr/>
            </p:nvSpPr>
            <p:spPr bwMode="auto">
              <a:xfrm>
                <a:off x="1957" y="1709"/>
                <a:ext cx="155" cy="155"/>
              </a:xfrm>
              <a:custGeom>
                <a:avLst/>
                <a:gdLst>
                  <a:gd name="T0" fmla="*/ 0 w 464"/>
                  <a:gd name="T1" fmla="*/ 465 h 465"/>
                  <a:gd name="T2" fmla="*/ 463 w 464"/>
                  <a:gd name="T3" fmla="*/ 0 h 465"/>
                  <a:gd name="T4" fmla="*/ 464 w 464"/>
                  <a:gd name="T5" fmla="*/ 0 h 465"/>
                  <a:gd name="T6" fmla="*/ 0 60000 65536"/>
                  <a:gd name="T7" fmla="*/ 0 60000 65536"/>
                  <a:gd name="T8" fmla="*/ 0 60000 65536"/>
                  <a:gd name="T9" fmla="*/ 0 w 464"/>
                  <a:gd name="T10" fmla="*/ 0 h 465"/>
                  <a:gd name="T11" fmla="*/ 464 w 464"/>
                  <a:gd name="T12" fmla="*/ 465 h 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4" h="465">
                    <a:moveTo>
                      <a:pt x="0" y="465"/>
                    </a:moveTo>
                    <a:lnTo>
                      <a:pt x="463" y="0"/>
                    </a:lnTo>
                    <a:lnTo>
                      <a:pt x="46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4" name="Freeform 75"/>
              <p:cNvSpPr/>
              <p:nvPr/>
            </p:nvSpPr>
            <p:spPr bwMode="auto">
              <a:xfrm>
                <a:off x="2679" y="1076"/>
                <a:ext cx="64" cy="64"/>
              </a:xfrm>
              <a:custGeom>
                <a:avLst/>
                <a:gdLst>
                  <a:gd name="T0" fmla="*/ 0 w 191"/>
                  <a:gd name="T1" fmla="*/ 192 h 192"/>
                  <a:gd name="T2" fmla="*/ 190 w 191"/>
                  <a:gd name="T3" fmla="*/ 0 h 192"/>
                  <a:gd name="T4" fmla="*/ 191 w 191"/>
                  <a:gd name="T5" fmla="*/ 0 h 192"/>
                  <a:gd name="T6" fmla="*/ 0 60000 65536"/>
                  <a:gd name="T7" fmla="*/ 0 60000 65536"/>
                  <a:gd name="T8" fmla="*/ 0 60000 65536"/>
                  <a:gd name="T9" fmla="*/ 0 w 191"/>
                  <a:gd name="T10" fmla="*/ 0 h 192"/>
                  <a:gd name="T11" fmla="*/ 191 w 191"/>
                  <a:gd name="T12" fmla="*/ 192 h 1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1" h="192">
                    <a:moveTo>
                      <a:pt x="0" y="192"/>
                    </a:moveTo>
                    <a:lnTo>
                      <a:pt x="190" y="0"/>
                    </a:lnTo>
                    <a:lnTo>
                      <a:pt x="19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5" name="Freeform 76"/>
              <p:cNvSpPr/>
              <p:nvPr/>
            </p:nvSpPr>
            <p:spPr bwMode="auto">
              <a:xfrm>
                <a:off x="2510" y="1295"/>
                <a:ext cx="15" cy="14"/>
              </a:xfrm>
              <a:custGeom>
                <a:avLst/>
                <a:gdLst>
                  <a:gd name="T0" fmla="*/ 0 w 45"/>
                  <a:gd name="T1" fmla="*/ 43 h 43"/>
                  <a:gd name="T2" fmla="*/ 44 w 45"/>
                  <a:gd name="T3" fmla="*/ 0 h 43"/>
                  <a:gd name="T4" fmla="*/ 45 w 45"/>
                  <a:gd name="T5" fmla="*/ 0 h 43"/>
                  <a:gd name="T6" fmla="*/ 0 60000 65536"/>
                  <a:gd name="T7" fmla="*/ 0 60000 65536"/>
                  <a:gd name="T8" fmla="*/ 0 60000 65536"/>
                  <a:gd name="T9" fmla="*/ 0 w 45"/>
                  <a:gd name="T10" fmla="*/ 0 h 43"/>
                  <a:gd name="T11" fmla="*/ 45 w 45"/>
                  <a:gd name="T12" fmla="*/ 43 h 4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5" h="43">
                    <a:moveTo>
                      <a:pt x="0" y="43"/>
                    </a:moveTo>
                    <a:lnTo>
                      <a:pt x="44" y="0"/>
                    </a:lnTo>
                    <a:lnTo>
                      <a:pt x="4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6" name="Freeform 77"/>
              <p:cNvSpPr/>
              <p:nvPr/>
            </p:nvSpPr>
            <p:spPr bwMode="auto">
              <a:xfrm>
                <a:off x="2044" y="1709"/>
                <a:ext cx="155" cy="155"/>
              </a:xfrm>
              <a:custGeom>
                <a:avLst/>
                <a:gdLst>
                  <a:gd name="T0" fmla="*/ 0 w 464"/>
                  <a:gd name="T1" fmla="*/ 465 h 465"/>
                  <a:gd name="T2" fmla="*/ 463 w 464"/>
                  <a:gd name="T3" fmla="*/ 0 h 465"/>
                  <a:gd name="T4" fmla="*/ 464 w 464"/>
                  <a:gd name="T5" fmla="*/ 0 h 465"/>
                  <a:gd name="T6" fmla="*/ 0 60000 65536"/>
                  <a:gd name="T7" fmla="*/ 0 60000 65536"/>
                  <a:gd name="T8" fmla="*/ 0 60000 65536"/>
                  <a:gd name="T9" fmla="*/ 0 w 464"/>
                  <a:gd name="T10" fmla="*/ 0 h 465"/>
                  <a:gd name="T11" fmla="*/ 464 w 464"/>
                  <a:gd name="T12" fmla="*/ 465 h 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4" h="465">
                    <a:moveTo>
                      <a:pt x="0" y="465"/>
                    </a:moveTo>
                    <a:lnTo>
                      <a:pt x="463" y="0"/>
                    </a:lnTo>
                    <a:lnTo>
                      <a:pt x="46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7" name="Freeform 78"/>
              <p:cNvSpPr/>
              <p:nvPr/>
            </p:nvSpPr>
            <p:spPr bwMode="auto">
              <a:xfrm>
                <a:off x="2679" y="1141"/>
                <a:ext cx="87" cy="87"/>
              </a:xfrm>
              <a:custGeom>
                <a:avLst/>
                <a:gdLst>
                  <a:gd name="T0" fmla="*/ 0 w 259"/>
                  <a:gd name="T1" fmla="*/ 259 h 259"/>
                  <a:gd name="T2" fmla="*/ 258 w 259"/>
                  <a:gd name="T3" fmla="*/ 0 h 259"/>
                  <a:gd name="T4" fmla="*/ 259 w 259"/>
                  <a:gd name="T5" fmla="*/ 0 h 259"/>
                  <a:gd name="T6" fmla="*/ 0 60000 65536"/>
                  <a:gd name="T7" fmla="*/ 0 60000 65536"/>
                  <a:gd name="T8" fmla="*/ 0 60000 65536"/>
                  <a:gd name="T9" fmla="*/ 0 w 259"/>
                  <a:gd name="T10" fmla="*/ 0 h 259"/>
                  <a:gd name="T11" fmla="*/ 259 w 259"/>
                  <a:gd name="T12" fmla="*/ 259 h 25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9" h="259">
                    <a:moveTo>
                      <a:pt x="0" y="259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8" name="Freeform 79"/>
              <p:cNvSpPr/>
              <p:nvPr/>
            </p:nvSpPr>
            <p:spPr bwMode="auto">
              <a:xfrm>
                <a:off x="2131" y="1709"/>
                <a:ext cx="155" cy="155"/>
              </a:xfrm>
              <a:custGeom>
                <a:avLst/>
                <a:gdLst>
                  <a:gd name="T0" fmla="*/ 0 w 465"/>
                  <a:gd name="T1" fmla="*/ 465 h 465"/>
                  <a:gd name="T2" fmla="*/ 464 w 465"/>
                  <a:gd name="T3" fmla="*/ 0 h 465"/>
                  <a:gd name="T4" fmla="*/ 465 w 465"/>
                  <a:gd name="T5" fmla="*/ 0 h 465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5"/>
                  <a:gd name="T11" fmla="*/ 465 w 465"/>
                  <a:gd name="T12" fmla="*/ 465 h 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5">
                    <a:moveTo>
                      <a:pt x="0" y="465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9" name="Freeform 80"/>
              <p:cNvSpPr/>
              <p:nvPr/>
            </p:nvSpPr>
            <p:spPr bwMode="auto">
              <a:xfrm>
                <a:off x="2685" y="1229"/>
                <a:ext cx="81" cy="80"/>
              </a:xfrm>
              <a:custGeom>
                <a:avLst/>
                <a:gdLst>
                  <a:gd name="T0" fmla="*/ 0 w 242"/>
                  <a:gd name="T1" fmla="*/ 241 h 241"/>
                  <a:gd name="T2" fmla="*/ 241 w 242"/>
                  <a:gd name="T3" fmla="*/ 0 h 241"/>
                  <a:gd name="T4" fmla="*/ 242 w 242"/>
                  <a:gd name="T5" fmla="*/ 0 h 241"/>
                  <a:gd name="T6" fmla="*/ 0 60000 65536"/>
                  <a:gd name="T7" fmla="*/ 0 60000 65536"/>
                  <a:gd name="T8" fmla="*/ 0 60000 65536"/>
                  <a:gd name="T9" fmla="*/ 0 w 242"/>
                  <a:gd name="T10" fmla="*/ 0 h 241"/>
                  <a:gd name="T11" fmla="*/ 242 w 242"/>
                  <a:gd name="T12" fmla="*/ 241 h 2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2" h="241">
                    <a:moveTo>
                      <a:pt x="0" y="241"/>
                    </a:moveTo>
                    <a:lnTo>
                      <a:pt x="241" y="0"/>
                    </a:lnTo>
                    <a:lnTo>
                      <a:pt x="24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0" name="Freeform 81"/>
              <p:cNvSpPr/>
              <p:nvPr/>
            </p:nvSpPr>
            <p:spPr bwMode="auto">
              <a:xfrm>
                <a:off x="2218" y="1709"/>
                <a:ext cx="155" cy="155"/>
              </a:xfrm>
              <a:custGeom>
                <a:avLst/>
                <a:gdLst>
                  <a:gd name="T0" fmla="*/ 0 w 465"/>
                  <a:gd name="T1" fmla="*/ 465 h 465"/>
                  <a:gd name="T2" fmla="*/ 464 w 465"/>
                  <a:gd name="T3" fmla="*/ 0 h 465"/>
                  <a:gd name="T4" fmla="*/ 465 w 465"/>
                  <a:gd name="T5" fmla="*/ 0 h 465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5"/>
                  <a:gd name="T11" fmla="*/ 465 w 465"/>
                  <a:gd name="T12" fmla="*/ 465 h 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5">
                    <a:moveTo>
                      <a:pt x="0" y="465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" name="Freeform 82"/>
              <p:cNvSpPr/>
              <p:nvPr/>
            </p:nvSpPr>
            <p:spPr bwMode="auto">
              <a:xfrm>
                <a:off x="2305" y="1670"/>
                <a:ext cx="194" cy="194"/>
              </a:xfrm>
              <a:custGeom>
                <a:avLst/>
                <a:gdLst>
                  <a:gd name="T0" fmla="*/ 0 w 582"/>
                  <a:gd name="T1" fmla="*/ 582 h 582"/>
                  <a:gd name="T2" fmla="*/ 581 w 582"/>
                  <a:gd name="T3" fmla="*/ 0 h 582"/>
                  <a:gd name="T4" fmla="*/ 582 w 582"/>
                  <a:gd name="T5" fmla="*/ 0 h 582"/>
                  <a:gd name="T6" fmla="*/ 0 60000 65536"/>
                  <a:gd name="T7" fmla="*/ 0 60000 65536"/>
                  <a:gd name="T8" fmla="*/ 0 60000 65536"/>
                  <a:gd name="T9" fmla="*/ 0 w 582"/>
                  <a:gd name="T10" fmla="*/ 0 h 582"/>
                  <a:gd name="T11" fmla="*/ 582 w 582"/>
                  <a:gd name="T12" fmla="*/ 582 h 5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82" h="582">
                    <a:moveTo>
                      <a:pt x="0" y="582"/>
                    </a:moveTo>
                    <a:lnTo>
                      <a:pt x="581" y="0"/>
                    </a:lnTo>
                    <a:lnTo>
                      <a:pt x="58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2" name="Freeform 83"/>
              <p:cNvSpPr/>
              <p:nvPr/>
            </p:nvSpPr>
            <p:spPr bwMode="auto">
              <a:xfrm>
                <a:off x="2393" y="1731"/>
                <a:ext cx="132" cy="133"/>
              </a:xfrm>
              <a:custGeom>
                <a:avLst/>
                <a:gdLst>
                  <a:gd name="T0" fmla="*/ 0 w 398"/>
                  <a:gd name="T1" fmla="*/ 398 h 398"/>
                  <a:gd name="T2" fmla="*/ 397 w 398"/>
                  <a:gd name="T3" fmla="*/ 0 h 398"/>
                  <a:gd name="T4" fmla="*/ 398 w 398"/>
                  <a:gd name="T5" fmla="*/ 0 h 398"/>
                  <a:gd name="T6" fmla="*/ 0 60000 65536"/>
                  <a:gd name="T7" fmla="*/ 0 60000 65536"/>
                  <a:gd name="T8" fmla="*/ 0 60000 65536"/>
                  <a:gd name="T9" fmla="*/ 0 w 398"/>
                  <a:gd name="T10" fmla="*/ 0 h 398"/>
                  <a:gd name="T11" fmla="*/ 398 w 398"/>
                  <a:gd name="T12" fmla="*/ 398 h 3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8" h="398">
                    <a:moveTo>
                      <a:pt x="0" y="398"/>
                    </a:moveTo>
                    <a:lnTo>
                      <a:pt x="397" y="0"/>
                    </a:lnTo>
                    <a:lnTo>
                      <a:pt x="39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3" name="Freeform 84"/>
              <p:cNvSpPr/>
              <p:nvPr/>
            </p:nvSpPr>
            <p:spPr bwMode="auto">
              <a:xfrm>
                <a:off x="2441" y="1818"/>
                <a:ext cx="84" cy="84"/>
              </a:xfrm>
              <a:custGeom>
                <a:avLst/>
                <a:gdLst>
                  <a:gd name="T0" fmla="*/ 0 w 254"/>
                  <a:gd name="T1" fmla="*/ 252 h 252"/>
                  <a:gd name="T2" fmla="*/ 253 w 254"/>
                  <a:gd name="T3" fmla="*/ 0 h 252"/>
                  <a:gd name="T4" fmla="*/ 254 w 254"/>
                  <a:gd name="T5" fmla="*/ 0 h 252"/>
                  <a:gd name="T6" fmla="*/ 0 60000 65536"/>
                  <a:gd name="T7" fmla="*/ 0 60000 65536"/>
                  <a:gd name="T8" fmla="*/ 0 60000 65536"/>
                  <a:gd name="T9" fmla="*/ 0 w 254"/>
                  <a:gd name="T10" fmla="*/ 0 h 252"/>
                  <a:gd name="T11" fmla="*/ 254 w 254"/>
                  <a:gd name="T12" fmla="*/ 252 h 2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4" h="252">
                    <a:moveTo>
                      <a:pt x="0" y="252"/>
                    </a:moveTo>
                    <a:lnTo>
                      <a:pt x="253" y="0"/>
                    </a:lnTo>
                    <a:lnTo>
                      <a:pt x="25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4" name="Freeform 85"/>
              <p:cNvSpPr/>
              <p:nvPr/>
            </p:nvSpPr>
            <p:spPr bwMode="auto">
              <a:xfrm>
                <a:off x="2679" y="1670"/>
                <a:ext cx="82" cy="81"/>
              </a:xfrm>
              <a:custGeom>
                <a:avLst/>
                <a:gdLst>
                  <a:gd name="T0" fmla="*/ 0 w 244"/>
                  <a:gd name="T1" fmla="*/ 245 h 245"/>
                  <a:gd name="T2" fmla="*/ 243 w 244"/>
                  <a:gd name="T3" fmla="*/ 0 h 245"/>
                  <a:gd name="T4" fmla="*/ 244 w 244"/>
                  <a:gd name="T5" fmla="*/ 0 h 245"/>
                  <a:gd name="T6" fmla="*/ 0 60000 65536"/>
                  <a:gd name="T7" fmla="*/ 0 60000 65536"/>
                  <a:gd name="T8" fmla="*/ 0 60000 65536"/>
                  <a:gd name="T9" fmla="*/ 0 w 244"/>
                  <a:gd name="T10" fmla="*/ 0 h 245"/>
                  <a:gd name="T11" fmla="*/ 244 w 244"/>
                  <a:gd name="T12" fmla="*/ 245 h 24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4" h="245">
                    <a:moveTo>
                      <a:pt x="0" y="245"/>
                    </a:moveTo>
                    <a:lnTo>
                      <a:pt x="243" y="0"/>
                    </a:lnTo>
                    <a:lnTo>
                      <a:pt x="24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5" name="Freeform 86"/>
              <p:cNvSpPr/>
              <p:nvPr/>
            </p:nvSpPr>
            <p:spPr bwMode="auto">
              <a:xfrm>
                <a:off x="2679" y="1752"/>
                <a:ext cx="87" cy="86"/>
              </a:xfrm>
              <a:custGeom>
                <a:avLst/>
                <a:gdLst>
                  <a:gd name="T0" fmla="*/ 0 w 259"/>
                  <a:gd name="T1" fmla="*/ 258 h 258"/>
                  <a:gd name="T2" fmla="*/ 258 w 259"/>
                  <a:gd name="T3" fmla="*/ 0 h 258"/>
                  <a:gd name="T4" fmla="*/ 259 w 259"/>
                  <a:gd name="T5" fmla="*/ 0 h 258"/>
                  <a:gd name="T6" fmla="*/ 0 60000 65536"/>
                  <a:gd name="T7" fmla="*/ 0 60000 65536"/>
                  <a:gd name="T8" fmla="*/ 0 60000 65536"/>
                  <a:gd name="T9" fmla="*/ 0 w 259"/>
                  <a:gd name="T10" fmla="*/ 0 h 258"/>
                  <a:gd name="T11" fmla="*/ 259 w 259"/>
                  <a:gd name="T12" fmla="*/ 258 h 2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9" h="258">
                    <a:moveTo>
                      <a:pt x="0" y="258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6" name="Freeform 87"/>
              <p:cNvSpPr/>
              <p:nvPr/>
            </p:nvSpPr>
            <p:spPr bwMode="auto">
              <a:xfrm>
                <a:off x="2703" y="1840"/>
                <a:ext cx="63" cy="62"/>
              </a:xfrm>
              <a:custGeom>
                <a:avLst/>
                <a:gdLst>
                  <a:gd name="T0" fmla="*/ 0 w 189"/>
                  <a:gd name="T1" fmla="*/ 188 h 188"/>
                  <a:gd name="T2" fmla="*/ 188 w 189"/>
                  <a:gd name="T3" fmla="*/ 0 h 188"/>
                  <a:gd name="T4" fmla="*/ 189 w 189"/>
                  <a:gd name="T5" fmla="*/ 0 h 188"/>
                  <a:gd name="T6" fmla="*/ 0 60000 65536"/>
                  <a:gd name="T7" fmla="*/ 0 60000 65536"/>
                  <a:gd name="T8" fmla="*/ 0 60000 65536"/>
                  <a:gd name="T9" fmla="*/ 0 w 189"/>
                  <a:gd name="T10" fmla="*/ 0 h 188"/>
                  <a:gd name="T11" fmla="*/ 189 w 189"/>
                  <a:gd name="T12" fmla="*/ 188 h 1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9" h="188">
                    <a:moveTo>
                      <a:pt x="0" y="188"/>
                    </a:moveTo>
                    <a:lnTo>
                      <a:pt x="188" y="0"/>
                    </a:lnTo>
                    <a:lnTo>
                      <a:pt x="18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7" name="Rectangle 88"/>
              <p:cNvSpPr>
                <a:spLocks noChangeArrowheads="1"/>
              </p:cNvSpPr>
              <p:nvPr/>
            </p:nvSpPr>
            <p:spPr bwMode="auto">
              <a:xfrm>
                <a:off x="1615" y="756"/>
                <a:ext cx="390" cy="2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>
                  <a:defRPr/>
                </a:pPr>
                <a:r>
                  <a:rPr lang="en-US" altLang="zh-CN" i="1" kern="0">
                    <a:solidFill>
                      <a:sysClr val="windowText" lastClr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A</a:t>
                </a:r>
                <a:r>
                  <a:rPr lang="zh-CN" altLang="en-US" kern="0">
                    <a:solidFill>
                      <a:sysClr val="windowText" lastClr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i="1" kern="0">
                    <a:solidFill>
                      <a:sysClr val="windowText" lastClr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A</a:t>
                </a:r>
                <a:endParaRPr lang="en-US" altLang="zh-CN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8" name="Line 89"/>
              <p:cNvSpPr>
                <a:spLocks noChangeShapeType="1"/>
              </p:cNvSpPr>
              <p:nvPr/>
            </p:nvSpPr>
            <p:spPr bwMode="auto">
              <a:xfrm>
                <a:off x="2443" y="1076"/>
                <a:ext cx="0" cy="4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9" name="Line 90"/>
              <p:cNvSpPr>
                <a:spLocks noChangeShapeType="1"/>
              </p:cNvSpPr>
              <p:nvPr/>
            </p:nvSpPr>
            <p:spPr bwMode="auto">
              <a:xfrm>
                <a:off x="2439" y="1663"/>
                <a:ext cx="0" cy="4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0" name="Line 91"/>
              <p:cNvSpPr>
                <a:spLocks noChangeShapeType="1"/>
              </p:cNvSpPr>
              <p:nvPr/>
            </p:nvSpPr>
            <p:spPr bwMode="auto">
              <a:xfrm flipV="1">
                <a:off x="2439" y="1266"/>
                <a:ext cx="0" cy="4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1" name="Line 92"/>
              <p:cNvSpPr>
                <a:spLocks noChangeShapeType="1"/>
              </p:cNvSpPr>
              <p:nvPr/>
            </p:nvSpPr>
            <p:spPr bwMode="auto">
              <a:xfrm flipV="1">
                <a:off x="2439" y="1864"/>
                <a:ext cx="0" cy="4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19" name="Group 93"/>
            <p:cNvGrpSpPr/>
            <p:nvPr/>
          </p:nvGrpSpPr>
          <p:grpSpPr bwMode="auto">
            <a:xfrm>
              <a:off x="412" y="2213"/>
              <a:ext cx="2595" cy="1123"/>
              <a:chOff x="404" y="2216"/>
              <a:chExt cx="2595" cy="1123"/>
            </a:xfrm>
          </p:grpSpPr>
          <p:sp>
            <p:nvSpPr>
              <p:cNvPr id="320" name="Arc 94"/>
              <p:cNvSpPr/>
              <p:nvPr/>
            </p:nvSpPr>
            <p:spPr bwMode="auto">
              <a:xfrm flipV="1">
                <a:off x="2601" y="2554"/>
                <a:ext cx="134" cy="268"/>
              </a:xfrm>
              <a:custGeom>
                <a:avLst/>
                <a:gdLst>
                  <a:gd name="T0" fmla="*/ 0 w 21600"/>
                  <a:gd name="T1" fmla="*/ 0 h 43172"/>
                  <a:gd name="T2" fmla="*/ 7 w 21600"/>
                  <a:gd name="T3" fmla="*/ 268 h 43172"/>
                  <a:gd name="T4" fmla="*/ 0 w 21600"/>
                  <a:gd name="T5" fmla="*/ 134 h 4317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72"/>
                  <a:gd name="T11" fmla="*/ 21600 w 21600"/>
                  <a:gd name="T12" fmla="*/ 43172 h 4317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72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04"/>
                      <a:pt x="12583" y="42589"/>
                      <a:pt x="1094" y="43172"/>
                    </a:cubicBezTo>
                  </a:path>
                  <a:path w="21600" h="43172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04"/>
                      <a:pt x="12583" y="42589"/>
                      <a:pt x="1094" y="43172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1" name="Oval 95"/>
              <p:cNvSpPr>
                <a:spLocks noChangeArrowheads="1"/>
              </p:cNvSpPr>
              <p:nvPr/>
            </p:nvSpPr>
            <p:spPr bwMode="auto">
              <a:xfrm>
                <a:off x="2373" y="2935"/>
                <a:ext cx="322" cy="32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2" name="Oval 96"/>
              <p:cNvSpPr>
                <a:spLocks noChangeArrowheads="1"/>
              </p:cNvSpPr>
              <p:nvPr/>
            </p:nvSpPr>
            <p:spPr bwMode="auto">
              <a:xfrm>
                <a:off x="2461" y="3021"/>
                <a:ext cx="142" cy="142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3" name="Line 97"/>
              <p:cNvSpPr>
                <a:spLocks noChangeShapeType="1"/>
              </p:cNvSpPr>
              <p:nvPr/>
            </p:nvSpPr>
            <p:spPr bwMode="auto">
              <a:xfrm flipV="1">
                <a:off x="1734" y="2839"/>
                <a:ext cx="623" cy="5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4" name="Arc 98"/>
              <p:cNvSpPr/>
              <p:nvPr/>
            </p:nvSpPr>
            <p:spPr bwMode="auto">
              <a:xfrm flipV="1">
                <a:off x="1082" y="2314"/>
                <a:ext cx="719" cy="746"/>
              </a:xfrm>
              <a:custGeom>
                <a:avLst/>
                <a:gdLst>
                  <a:gd name="T0" fmla="*/ 2 w 40579"/>
                  <a:gd name="T1" fmla="*/ 191 h 43200"/>
                  <a:gd name="T2" fmla="*/ 0 w 40579"/>
                  <a:gd name="T3" fmla="*/ 551 h 43200"/>
                  <a:gd name="T4" fmla="*/ 336 w 40579"/>
                  <a:gd name="T5" fmla="*/ 373 h 43200"/>
                  <a:gd name="T6" fmla="*/ 0 60000 65536"/>
                  <a:gd name="T7" fmla="*/ 0 60000 65536"/>
                  <a:gd name="T8" fmla="*/ 0 60000 65536"/>
                  <a:gd name="T9" fmla="*/ 0 w 40579"/>
                  <a:gd name="T10" fmla="*/ 0 h 43200"/>
                  <a:gd name="T11" fmla="*/ 40579 w 40579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579" h="43200" fill="none" extrusionOk="0">
                    <a:moveTo>
                      <a:pt x="115" y="11076"/>
                    </a:moveTo>
                    <a:cubicBezTo>
                      <a:pt x="3930" y="4238"/>
                      <a:pt x="11148" y="-1"/>
                      <a:pt x="18979" y="0"/>
                    </a:cubicBezTo>
                    <a:cubicBezTo>
                      <a:pt x="30908" y="0"/>
                      <a:pt x="40579" y="9670"/>
                      <a:pt x="40579" y="21600"/>
                    </a:cubicBezTo>
                    <a:cubicBezTo>
                      <a:pt x="40579" y="33529"/>
                      <a:pt x="30908" y="43200"/>
                      <a:pt x="18979" y="43200"/>
                    </a:cubicBezTo>
                    <a:cubicBezTo>
                      <a:pt x="11062" y="43200"/>
                      <a:pt x="3779" y="38869"/>
                      <a:pt x="0" y="31912"/>
                    </a:cubicBezTo>
                  </a:path>
                  <a:path w="40579" h="43200" stroke="0" extrusionOk="0">
                    <a:moveTo>
                      <a:pt x="115" y="11076"/>
                    </a:moveTo>
                    <a:cubicBezTo>
                      <a:pt x="3930" y="4238"/>
                      <a:pt x="11148" y="-1"/>
                      <a:pt x="18979" y="0"/>
                    </a:cubicBezTo>
                    <a:cubicBezTo>
                      <a:pt x="30908" y="0"/>
                      <a:pt x="40579" y="9670"/>
                      <a:pt x="40579" y="21600"/>
                    </a:cubicBezTo>
                    <a:cubicBezTo>
                      <a:pt x="40579" y="33529"/>
                      <a:pt x="30908" y="43200"/>
                      <a:pt x="18979" y="43200"/>
                    </a:cubicBezTo>
                    <a:cubicBezTo>
                      <a:pt x="11062" y="43200"/>
                      <a:pt x="3779" y="38869"/>
                      <a:pt x="0" y="31912"/>
                    </a:cubicBezTo>
                    <a:lnTo>
                      <a:pt x="18979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5" name="Arc 99"/>
              <p:cNvSpPr/>
              <p:nvPr/>
            </p:nvSpPr>
            <p:spPr bwMode="auto">
              <a:xfrm flipV="1">
                <a:off x="1206" y="2460"/>
                <a:ext cx="435" cy="446"/>
              </a:xfrm>
              <a:custGeom>
                <a:avLst/>
                <a:gdLst>
                  <a:gd name="T0" fmla="*/ 0 w 42129"/>
                  <a:gd name="T1" fmla="*/ 153 h 43200"/>
                  <a:gd name="T2" fmla="*/ 0 w 42129"/>
                  <a:gd name="T3" fmla="*/ 292 h 43200"/>
                  <a:gd name="T4" fmla="*/ 212 w 42129"/>
                  <a:gd name="T5" fmla="*/ 223 h 43200"/>
                  <a:gd name="T6" fmla="*/ 0 60000 65536"/>
                  <a:gd name="T7" fmla="*/ 0 60000 65536"/>
                  <a:gd name="T8" fmla="*/ 0 60000 65536"/>
                  <a:gd name="T9" fmla="*/ 0 w 42129"/>
                  <a:gd name="T10" fmla="*/ 0 h 43200"/>
                  <a:gd name="T11" fmla="*/ 42129 w 42129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29" h="43200" fill="none" extrusionOk="0">
                    <a:moveTo>
                      <a:pt x="5" y="14864"/>
                    </a:moveTo>
                    <a:cubicBezTo>
                      <a:pt x="2916" y="5995"/>
                      <a:pt x="11194" y="-1"/>
                      <a:pt x="20529" y="0"/>
                    </a:cubicBezTo>
                    <a:cubicBezTo>
                      <a:pt x="32458" y="0"/>
                      <a:pt x="42129" y="9670"/>
                      <a:pt x="42129" y="21600"/>
                    </a:cubicBezTo>
                    <a:cubicBezTo>
                      <a:pt x="42129" y="33529"/>
                      <a:pt x="32458" y="43200"/>
                      <a:pt x="20529" y="43200"/>
                    </a:cubicBezTo>
                    <a:cubicBezTo>
                      <a:pt x="11187" y="43200"/>
                      <a:pt x="2904" y="37194"/>
                      <a:pt x="-1" y="28316"/>
                    </a:cubicBezTo>
                  </a:path>
                  <a:path w="42129" h="43200" stroke="0" extrusionOk="0">
                    <a:moveTo>
                      <a:pt x="5" y="14864"/>
                    </a:moveTo>
                    <a:cubicBezTo>
                      <a:pt x="2916" y="5995"/>
                      <a:pt x="11194" y="-1"/>
                      <a:pt x="20529" y="0"/>
                    </a:cubicBezTo>
                    <a:cubicBezTo>
                      <a:pt x="32458" y="0"/>
                      <a:pt x="42129" y="9670"/>
                      <a:pt x="42129" y="21600"/>
                    </a:cubicBezTo>
                    <a:cubicBezTo>
                      <a:pt x="42129" y="33529"/>
                      <a:pt x="32458" y="43200"/>
                      <a:pt x="20529" y="43200"/>
                    </a:cubicBezTo>
                    <a:cubicBezTo>
                      <a:pt x="11187" y="43200"/>
                      <a:pt x="2904" y="37194"/>
                      <a:pt x="-1" y="28316"/>
                    </a:cubicBezTo>
                    <a:lnTo>
                      <a:pt x="20529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6" name="Rectangle 100"/>
              <p:cNvSpPr>
                <a:spLocks noChangeArrowheads="1"/>
              </p:cNvSpPr>
              <p:nvPr/>
            </p:nvSpPr>
            <p:spPr bwMode="auto">
              <a:xfrm>
                <a:off x="1301" y="2470"/>
                <a:ext cx="96" cy="2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>
                  <a:defRPr/>
                </a:pPr>
                <a:r>
                  <a:rPr lang="en-US" altLang="zh-CN" kern="0">
                    <a:solidFill>
                      <a:sysClr val="windowText" lastClr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A</a:t>
                </a:r>
                <a:endParaRPr lang="en-US" altLang="zh-CN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7" name="Freeform 101"/>
              <p:cNvSpPr/>
              <p:nvPr/>
            </p:nvSpPr>
            <p:spPr bwMode="auto">
              <a:xfrm>
                <a:off x="1258" y="2687"/>
                <a:ext cx="620" cy="1"/>
              </a:xfrm>
              <a:custGeom>
                <a:avLst/>
                <a:gdLst>
                  <a:gd name="T0" fmla="*/ 0 w 620"/>
                  <a:gd name="T1" fmla="*/ 0 h 1"/>
                  <a:gd name="T2" fmla="*/ 620 w 620"/>
                  <a:gd name="T3" fmla="*/ 1 h 1"/>
                  <a:gd name="T4" fmla="*/ 0 60000 65536"/>
                  <a:gd name="T5" fmla="*/ 0 60000 65536"/>
                  <a:gd name="T6" fmla="*/ 0 w 620"/>
                  <a:gd name="T7" fmla="*/ 0 h 1"/>
                  <a:gd name="T8" fmla="*/ 620 w 620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20" h="1">
                    <a:moveTo>
                      <a:pt x="0" y="0"/>
                    </a:moveTo>
                    <a:lnTo>
                      <a:pt x="620" y="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8" name="Freeform 102"/>
              <p:cNvSpPr/>
              <p:nvPr/>
            </p:nvSpPr>
            <p:spPr bwMode="auto">
              <a:xfrm>
                <a:off x="1601" y="3016"/>
                <a:ext cx="888" cy="234"/>
              </a:xfrm>
              <a:custGeom>
                <a:avLst/>
                <a:gdLst>
                  <a:gd name="T0" fmla="*/ 0 w 2664"/>
                  <a:gd name="T1" fmla="*/ 0 h 701"/>
                  <a:gd name="T2" fmla="*/ 2663 w 2664"/>
                  <a:gd name="T3" fmla="*/ 701 h 701"/>
                  <a:gd name="T4" fmla="*/ 2664 w 2664"/>
                  <a:gd name="T5" fmla="*/ 701 h 701"/>
                  <a:gd name="T6" fmla="*/ 0 60000 65536"/>
                  <a:gd name="T7" fmla="*/ 0 60000 65536"/>
                  <a:gd name="T8" fmla="*/ 0 60000 65536"/>
                  <a:gd name="T9" fmla="*/ 0 w 2664"/>
                  <a:gd name="T10" fmla="*/ 0 h 701"/>
                  <a:gd name="T11" fmla="*/ 2664 w 2664"/>
                  <a:gd name="T12" fmla="*/ 701 h 7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64" h="701">
                    <a:moveTo>
                      <a:pt x="0" y="0"/>
                    </a:moveTo>
                    <a:lnTo>
                      <a:pt x="2663" y="701"/>
                    </a:lnTo>
                    <a:lnTo>
                      <a:pt x="2664" y="70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9" name="Freeform 103"/>
              <p:cNvSpPr/>
              <p:nvPr/>
            </p:nvSpPr>
            <p:spPr bwMode="auto">
              <a:xfrm>
                <a:off x="1734" y="2481"/>
                <a:ext cx="880" cy="73"/>
              </a:xfrm>
              <a:custGeom>
                <a:avLst/>
                <a:gdLst>
                  <a:gd name="T0" fmla="*/ 0 w 2639"/>
                  <a:gd name="T1" fmla="*/ 0 h 218"/>
                  <a:gd name="T2" fmla="*/ 2638 w 2639"/>
                  <a:gd name="T3" fmla="*/ 218 h 218"/>
                  <a:gd name="T4" fmla="*/ 2639 w 2639"/>
                  <a:gd name="T5" fmla="*/ 218 h 218"/>
                  <a:gd name="T6" fmla="*/ 0 60000 65536"/>
                  <a:gd name="T7" fmla="*/ 0 60000 65536"/>
                  <a:gd name="T8" fmla="*/ 0 60000 65536"/>
                  <a:gd name="T9" fmla="*/ 0 w 2639"/>
                  <a:gd name="T10" fmla="*/ 0 h 218"/>
                  <a:gd name="T11" fmla="*/ 2639 w 2639"/>
                  <a:gd name="T12" fmla="*/ 218 h 2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39" h="218">
                    <a:moveTo>
                      <a:pt x="0" y="0"/>
                    </a:moveTo>
                    <a:lnTo>
                      <a:pt x="2638" y="218"/>
                    </a:lnTo>
                    <a:lnTo>
                      <a:pt x="2639" y="218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0" name="Freeform 104"/>
              <p:cNvSpPr/>
              <p:nvPr/>
            </p:nvSpPr>
            <p:spPr bwMode="auto">
              <a:xfrm>
                <a:off x="729" y="2505"/>
                <a:ext cx="56" cy="55"/>
              </a:xfrm>
              <a:custGeom>
                <a:avLst/>
                <a:gdLst>
                  <a:gd name="T0" fmla="*/ 0 w 166"/>
                  <a:gd name="T1" fmla="*/ 166 h 166"/>
                  <a:gd name="T2" fmla="*/ 165 w 166"/>
                  <a:gd name="T3" fmla="*/ 0 h 166"/>
                  <a:gd name="T4" fmla="*/ 166 w 166"/>
                  <a:gd name="T5" fmla="*/ 0 h 166"/>
                  <a:gd name="T6" fmla="*/ 0 60000 65536"/>
                  <a:gd name="T7" fmla="*/ 0 60000 65536"/>
                  <a:gd name="T8" fmla="*/ 0 60000 65536"/>
                  <a:gd name="T9" fmla="*/ 0 w 166"/>
                  <a:gd name="T10" fmla="*/ 0 h 166"/>
                  <a:gd name="T11" fmla="*/ 166 w 166"/>
                  <a:gd name="T12" fmla="*/ 166 h 1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6" h="166">
                    <a:moveTo>
                      <a:pt x="0" y="166"/>
                    </a:moveTo>
                    <a:lnTo>
                      <a:pt x="165" y="0"/>
                    </a:lnTo>
                    <a:lnTo>
                      <a:pt x="16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1" name="Freeform 105"/>
              <p:cNvSpPr/>
              <p:nvPr/>
            </p:nvSpPr>
            <p:spPr bwMode="auto">
              <a:xfrm>
                <a:off x="765" y="2556"/>
                <a:ext cx="56" cy="55"/>
              </a:xfrm>
              <a:custGeom>
                <a:avLst/>
                <a:gdLst>
                  <a:gd name="T0" fmla="*/ 0 w 167"/>
                  <a:gd name="T1" fmla="*/ 165 h 165"/>
                  <a:gd name="T2" fmla="*/ 166 w 167"/>
                  <a:gd name="T3" fmla="*/ 0 h 165"/>
                  <a:gd name="T4" fmla="*/ 167 w 167"/>
                  <a:gd name="T5" fmla="*/ 0 h 165"/>
                  <a:gd name="T6" fmla="*/ 0 60000 65536"/>
                  <a:gd name="T7" fmla="*/ 0 60000 65536"/>
                  <a:gd name="T8" fmla="*/ 0 60000 65536"/>
                  <a:gd name="T9" fmla="*/ 0 w 167"/>
                  <a:gd name="T10" fmla="*/ 0 h 165"/>
                  <a:gd name="T11" fmla="*/ 167 w 167"/>
                  <a:gd name="T12" fmla="*/ 165 h 1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7" h="165">
                    <a:moveTo>
                      <a:pt x="0" y="165"/>
                    </a:moveTo>
                    <a:lnTo>
                      <a:pt x="166" y="0"/>
                    </a:lnTo>
                    <a:lnTo>
                      <a:pt x="16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2" name="Freeform 106"/>
              <p:cNvSpPr/>
              <p:nvPr/>
            </p:nvSpPr>
            <p:spPr bwMode="auto">
              <a:xfrm>
                <a:off x="729" y="2762"/>
                <a:ext cx="60" cy="59"/>
              </a:xfrm>
              <a:custGeom>
                <a:avLst/>
                <a:gdLst>
                  <a:gd name="T0" fmla="*/ 0 w 179"/>
                  <a:gd name="T1" fmla="*/ 178 h 178"/>
                  <a:gd name="T2" fmla="*/ 178 w 179"/>
                  <a:gd name="T3" fmla="*/ 0 h 178"/>
                  <a:gd name="T4" fmla="*/ 179 w 179"/>
                  <a:gd name="T5" fmla="*/ 0 h 178"/>
                  <a:gd name="T6" fmla="*/ 0 60000 65536"/>
                  <a:gd name="T7" fmla="*/ 0 60000 65536"/>
                  <a:gd name="T8" fmla="*/ 0 60000 65536"/>
                  <a:gd name="T9" fmla="*/ 0 w 179"/>
                  <a:gd name="T10" fmla="*/ 0 h 178"/>
                  <a:gd name="T11" fmla="*/ 179 w 179"/>
                  <a:gd name="T12" fmla="*/ 178 h 1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9" h="178">
                    <a:moveTo>
                      <a:pt x="0" y="178"/>
                    </a:moveTo>
                    <a:lnTo>
                      <a:pt x="178" y="0"/>
                    </a:lnTo>
                    <a:lnTo>
                      <a:pt x="17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3" name="Freeform 107"/>
              <p:cNvSpPr/>
              <p:nvPr/>
            </p:nvSpPr>
            <p:spPr bwMode="auto">
              <a:xfrm>
                <a:off x="1003" y="2505"/>
                <a:ext cx="43" cy="43"/>
              </a:xfrm>
              <a:custGeom>
                <a:avLst/>
                <a:gdLst>
                  <a:gd name="T0" fmla="*/ 0 w 130"/>
                  <a:gd name="T1" fmla="*/ 129 h 129"/>
                  <a:gd name="T2" fmla="*/ 129 w 130"/>
                  <a:gd name="T3" fmla="*/ 0 h 129"/>
                  <a:gd name="T4" fmla="*/ 130 w 130"/>
                  <a:gd name="T5" fmla="*/ 0 h 129"/>
                  <a:gd name="T6" fmla="*/ 0 60000 65536"/>
                  <a:gd name="T7" fmla="*/ 0 60000 65536"/>
                  <a:gd name="T8" fmla="*/ 0 60000 65536"/>
                  <a:gd name="T9" fmla="*/ 0 w 130"/>
                  <a:gd name="T10" fmla="*/ 0 h 129"/>
                  <a:gd name="T11" fmla="*/ 130 w 130"/>
                  <a:gd name="T12" fmla="*/ 129 h 1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0" h="129">
                    <a:moveTo>
                      <a:pt x="0" y="129"/>
                    </a:moveTo>
                    <a:lnTo>
                      <a:pt x="129" y="0"/>
                    </a:lnTo>
                    <a:lnTo>
                      <a:pt x="13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4" name="Freeform 108"/>
              <p:cNvSpPr/>
              <p:nvPr/>
            </p:nvSpPr>
            <p:spPr bwMode="auto">
              <a:xfrm>
                <a:off x="769" y="2818"/>
                <a:ext cx="52" cy="51"/>
              </a:xfrm>
              <a:custGeom>
                <a:avLst/>
                <a:gdLst>
                  <a:gd name="T0" fmla="*/ 0 w 154"/>
                  <a:gd name="T1" fmla="*/ 153 h 153"/>
                  <a:gd name="T2" fmla="*/ 153 w 154"/>
                  <a:gd name="T3" fmla="*/ 0 h 153"/>
                  <a:gd name="T4" fmla="*/ 154 w 154"/>
                  <a:gd name="T5" fmla="*/ 0 h 153"/>
                  <a:gd name="T6" fmla="*/ 0 60000 65536"/>
                  <a:gd name="T7" fmla="*/ 0 60000 65536"/>
                  <a:gd name="T8" fmla="*/ 0 60000 65536"/>
                  <a:gd name="T9" fmla="*/ 0 w 154"/>
                  <a:gd name="T10" fmla="*/ 0 h 153"/>
                  <a:gd name="T11" fmla="*/ 154 w 154"/>
                  <a:gd name="T12" fmla="*/ 153 h 1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4" h="153">
                    <a:moveTo>
                      <a:pt x="0" y="153"/>
                    </a:moveTo>
                    <a:lnTo>
                      <a:pt x="153" y="0"/>
                    </a:lnTo>
                    <a:lnTo>
                      <a:pt x="15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5" name="Freeform 109"/>
              <p:cNvSpPr/>
              <p:nvPr/>
            </p:nvSpPr>
            <p:spPr bwMode="auto">
              <a:xfrm>
                <a:off x="1027" y="2436"/>
                <a:ext cx="174" cy="175"/>
              </a:xfrm>
              <a:custGeom>
                <a:avLst/>
                <a:gdLst>
                  <a:gd name="T0" fmla="*/ 0 w 524"/>
                  <a:gd name="T1" fmla="*/ 524 h 524"/>
                  <a:gd name="T2" fmla="*/ 523 w 524"/>
                  <a:gd name="T3" fmla="*/ 0 h 524"/>
                  <a:gd name="T4" fmla="*/ 524 w 524"/>
                  <a:gd name="T5" fmla="*/ 0 h 524"/>
                  <a:gd name="T6" fmla="*/ 0 60000 65536"/>
                  <a:gd name="T7" fmla="*/ 0 60000 65536"/>
                  <a:gd name="T8" fmla="*/ 0 60000 65536"/>
                  <a:gd name="T9" fmla="*/ 0 w 524"/>
                  <a:gd name="T10" fmla="*/ 0 h 524"/>
                  <a:gd name="T11" fmla="*/ 524 w 524"/>
                  <a:gd name="T12" fmla="*/ 524 h 5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24" h="524">
                    <a:moveTo>
                      <a:pt x="0" y="524"/>
                    </a:moveTo>
                    <a:lnTo>
                      <a:pt x="523" y="0"/>
                    </a:lnTo>
                    <a:lnTo>
                      <a:pt x="52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6" name="Freeform 110"/>
              <p:cNvSpPr/>
              <p:nvPr/>
            </p:nvSpPr>
            <p:spPr bwMode="auto">
              <a:xfrm>
                <a:off x="1114" y="2495"/>
                <a:ext cx="116" cy="116"/>
              </a:xfrm>
              <a:custGeom>
                <a:avLst/>
                <a:gdLst>
                  <a:gd name="T0" fmla="*/ 0 w 349"/>
                  <a:gd name="T1" fmla="*/ 347 h 347"/>
                  <a:gd name="T2" fmla="*/ 348 w 349"/>
                  <a:gd name="T3" fmla="*/ 0 h 347"/>
                  <a:gd name="T4" fmla="*/ 349 w 349"/>
                  <a:gd name="T5" fmla="*/ 0 h 347"/>
                  <a:gd name="T6" fmla="*/ 0 60000 65536"/>
                  <a:gd name="T7" fmla="*/ 0 60000 65536"/>
                  <a:gd name="T8" fmla="*/ 0 60000 65536"/>
                  <a:gd name="T9" fmla="*/ 0 w 349"/>
                  <a:gd name="T10" fmla="*/ 0 h 347"/>
                  <a:gd name="T11" fmla="*/ 349 w 349"/>
                  <a:gd name="T12" fmla="*/ 347 h 3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9" h="347">
                    <a:moveTo>
                      <a:pt x="0" y="347"/>
                    </a:moveTo>
                    <a:lnTo>
                      <a:pt x="348" y="0"/>
                    </a:lnTo>
                    <a:lnTo>
                      <a:pt x="34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7" name="Freeform 111"/>
              <p:cNvSpPr/>
              <p:nvPr/>
            </p:nvSpPr>
            <p:spPr bwMode="auto">
              <a:xfrm>
                <a:off x="1003" y="2762"/>
                <a:ext cx="48" cy="47"/>
              </a:xfrm>
              <a:custGeom>
                <a:avLst/>
                <a:gdLst>
                  <a:gd name="T0" fmla="*/ 0 w 143"/>
                  <a:gd name="T1" fmla="*/ 142 h 142"/>
                  <a:gd name="T2" fmla="*/ 142 w 143"/>
                  <a:gd name="T3" fmla="*/ 0 h 142"/>
                  <a:gd name="T4" fmla="*/ 143 w 143"/>
                  <a:gd name="T5" fmla="*/ 0 h 142"/>
                  <a:gd name="T6" fmla="*/ 0 60000 65536"/>
                  <a:gd name="T7" fmla="*/ 0 60000 65536"/>
                  <a:gd name="T8" fmla="*/ 0 60000 65536"/>
                  <a:gd name="T9" fmla="*/ 0 w 143"/>
                  <a:gd name="T10" fmla="*/ 0 h 142"/>
                  <a:gd name="T11" fmla="*/ 143 w 143"/>
                  <a:gd name="T12" fmla="*/ 142 h 14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" h="142">
                    <a:moveTo>
                      <a:pt x="0" y="142"/>
                    </a:moveTo>
                    <a:lnTo>
                      <a:pt x="142" y="0"/>
                    </a:lnTo>
                    <a:lnTo>
                      <a:pt x="14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" name="Freeform 112"/>
              <p:cNvSpPr/>
              <p:nvPr/>
            </p:nvSpPr>
            <p:spPr bwMode="auto">
              <a:xfrm>
                <a:off x="1201" y="2602"/>
                <a:ext cx="9" cy="9"/>
              </a:xfrm>
              <a:custGeom>
                <a:avLst/>
                <a:gdLst>
                  <a:gd name="T0" fmla="*/ 0 w 28"/>
                  <a:gd name="T1" fmla="*/ 26 h 26"/>
                  <a:gd name="T2" fmla="*/ 27 w 28"/>
                  <a:gd name="T3" fmla="*/ 0 h 26"/>
                  <a:gd name="T4" fmla="*/ 28 w 28"/>
                  <a:gd name="T5" fmla="*/ 0 h 26"/>
                  <a:gd name="T6" fmla="*/ 0 60000 65536"/>
                  <a:gd name="T7" fmla="*/ 0 60000 65536"/>
                  <a:gd name="T8" fmla="*/ 0 60000 65536"/>
                  <a:gd name="T9" fmla="*/ 0 w 28"/>
                  <a:gd name="T10" fmla="*/ 0 h 26"/>
                  <a:gd name="T11" fmla="*/ 28 w 28"/>
                  <a:gd name="T12" fmla="*/ 26 h 2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" h="26">
                    <a:moveTo>
                      <a:pt x="0" y="26"/>
                    </a:moveTo>
                    <a:lnTo>
                      <a:pt x="27" y="0"/>
                    </a:lnTo>
                    <a:lnTo>
                      <a:pt x="28" y="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9" name="Freeform 113"/>
              <p:cNvSpPr/>
              <p:nvPr/>
            </p:nvSpPr>
            <p:spPr bwMode="auto">
              <a:xfrm>
                <a:off x="1031" y="2762"/>
                <a:ext cx="107" cy="107"/>
              </a:xfrm>
              <a:custGeom>
                <a:avLst/>
                <a:gdLst>
                  <a:gd name="T0" fmla="*/ 0 w 320"/>
                  <a:gd name="T1" fmla="*/ 320 h 320"/>
                  <a:gd name="T2" fmla="*/ 318 w 320"/>
                  <a:gd name="T3" fmla="*/ 0 h 320"/>
                  <a:gd name="T4" fmla="*/ 320 w 320"/>
                  <a:gd name="T5" fmla="*/ 0 h 320"/>
                  <a:gd name="T6" fmla="*/ 0 60000 65536"/>
                  <a:gd name="T7" fmla="*/ 0 60000 65536"/>
                  <a:gd name="T8" fmla="*/ 0 60000 65536"/>
                  <a:gd name="T9" fmla="*/ 0 w 320"/>
                  <a:gd name="T10" fmla="*/ 0 h 320"/>
                  <a:gd name="T11" fmla="*/ 320 w 320"/>
                  <a:gd name="T12" fmla="*/ 320 h 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20" h="320">
                    <a:moveTo>
                      <a:pt x="0" y="320"/>
                    </a:moveTo>
                    <a:lnTo>
                      <a:pt x="318" y="0"/>
                    </a:lnTo>
                    <a:lnTo>
                      <a:pt x="32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0" name="Freeform 114"/>
              <p:cNvSpPr/>
              <p:nvPr/>
            </p:nvSpPr>
            <p:spPr bwMode="auto">
              <a:xfrm>
                <a:off x="1098" y="2775"/>
                <a:ext cx="114" cy="114"/>
              </a:xfrm>
              <a:custGeom>
                <a:avLst/>
                <a:gdLst>
                  <a:gd name="T0" fmla="*/ 0 w 344"/>
                  <a:gd name="T1" fmla="*/ 343 h 343"/>
                  <a:gd name="T2" fmla="*/ 342 w 344"/>
                  <a:gd name="T3" fmla="*/ 0 h 343"/>
                  <a:gd name="T4" fmla="*/ 344 w 344"/>
                  <a:gd name="T5" fmla="*/ 0 h 343"/>
                  <a:gd name="T6" fmla="*/ 0 60000 65536"/>
                  <a:gd name="T7" fmla="*/ 0 60000 65536"/>
                  <a:gd name="T8" fmla="*/ 0 60000 65536"/>
                  <a:gd name="T9" fmla="*/ 0 w 344"/>
                  <a:gd name="T10" fmla="*/ 0 h 343"/>
                  <a:gd name="T11" fmla="*/ 344 w 344"/>
                  <a:gd name="T12" fmla="*/ 343 h 34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4" h="343">
                    <a:moveTo>
                      <a:pt x="0" y="343"/>
                    </a:moveTo>
                    <a:lnTo>
                      <a:pt x="342" y="0"/>
                    </a:lnTo>
                    <a:lnTo>
                      <a:pt x="34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1" name="Freeform 115"/>
              <p:cNvSpPr/>
              <p:nvPr/>
            </p:nvSpPr>
            <p:spPr bwMode="auto">
              <a:xfrm>
                <a:off x="1135" y="2829"/>
                <a:ext cx="110" cy="110"/>
              </a:xfrm>
              <a:custGeom>
                <a:avLst/>
                <a:gdLst>
                  <a:gd name="T0" fmla="*/ 0 w 330"/>
                  <a:gd name="T1" fmla="*/ 330 h 330"/>
                  <a:gd name="T2" fmla="*/ 329 w 330"/>
                  <a:gd name="T3" fmla="*/ 0 h 330"/>
                  <a:gd name="T4" fmla="*/ 330 w 330"/>
                  <a:gd name="T5" fmla="*/ 0 h 330"/>
                  <a:gd name="T6" fmla="*/ 0 60000 65536"/>
                  <a:gd name="T7" fmla="*/ 0 60000 65536"/>
                  <a:gd name="T8" fmla="*/ 0 60000 65536"/>
                  <a:gd name="T9" fmla="*/ 0 w 330"/>
                  <a:gd name="T10" fmla="*/ 0 h 330"/>
                  <a:gd name="T11" fmla="*/ 330 w 330"/>
                  <a:gd name="T12" fmla="*/ 330 h 33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0" h="330">
                    <a:moveTo>
                      <a:pt x="0" y="330"/>
                    </a:moveTo>
                    <a:lnTo>
                      <a:pt x="329" y="0"/>
                    </a:lnTo>
                    <a:lnTo>
                      <a:pt x="33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2" name="Freeform 116"/>
              <p:cNvSpPr/>
              <p:nvPr/>
            </p:nvSpPr>
            <p:spPr bwMode="auto">
              <a:xfrm>
                <a:off x="1180" y="2871"/>
                <a:ext cx="111" cy="110"/>
              </a:xfrm>
              <a:custGeom>
                <a:avLst/>
                <a:gdLst>
                  <a:gd name="T0" fmla="*/ 0 w 332"/>
                  <a:gd name="T1" fmla="*/ 332 h 332"/>
                  <a:gd name="T2" fmla="*/ 331 w 332"/>
                  <a:gd name="T3" fmla="*/ 0 h 332"/>
                  <a:gd name="T4" fmla="*/ 332 w 332"/>
                  <a:gd name="T5" fmla="*/ 0 h 332"/>
                  <a:gd name="T6" fmla="*/ 0 60000 65536"/>
                  <a:gd name="T7" fmla="*/ 0 60000 65536"/>
                  <a:gd name="T8" fmla="*/ 0 60000 65536"/>
                  <a:gd name="T9" fmla="*/ 0 w 332"/>
                  <a:gd name="T10" fmla="*/ 0 h 332"/>
                  <a:gd name="T11" fmla="*/ 332 w 332"/>
                  <a:gd name="T12" fmla="*/ 332 h 3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2" h="332">
                    <a:moveTo>
                      <a:pt x="0" y="332"/>
                    </a:moveTo>
                    <a:lnTo>
                      <a:pt x="331" y="0"/>
                    </a:lnTo>
                    <a:lnTo>
                      <a:pt x="33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3" name="Freeform 117"/>
              <p:cNvSpPr/>
              <p:nvPr/>
            </p:nvSpPr>
            <p:spPr bwMode="auto">
              <a:xfrm>
                <a:off x="912" y="2717"/>
                <a:ext cx="1" cy="235"/>
              </a:xfrm>
              <a:custGeom>
                <a:avLst/>
                <a:gdLst>
                  <a:gd name="T0" fmla="*/ 0 w 1"/>
                  <a:gd name="T1" fmla="*/ 0 h 705"/>
                  <a:gd name="T2" fmla="*/ 0 w 1"/>
                  <a:gd name="T3" fmla="*/ 705 h 705"/>
                  <a:gd name="T4" fmla="*/ 1 w 1"/>
                  <a:gd name="T5" fmla="*/ 705 h 70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05"/>
                  <a:gd name="T11" fmla="*/ 1 w 1"/>
                  <a:gd name="T12" fmla="*/ 705 h 70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05">
                    <a:moveTo>
                      <a:pt x="0" y="0"/>
                    </a:moveTo>
                    <a:lnTo>
                      <a:pt x="0" y="705"/>
                    </a:lnTo>
                    <a:lnTo>
                      <a:pt x="1" y="705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4" name="Freeform 118"/>
              <p:cNvSpPr/>
              <p:nvPr/>
            </p:nvSpPr>
            <p:spPr bwMode="auto">
              <a:xfrm>
                <a:off x="1417" y="2619"/>
                <a:ext cx="1" cy="350"/>
              </a:xfrm>
              <a:custGeom>
                <a:avLst/>
                <a:gdLst>
                  <a:gd name="T0" fmla="*/ 0 w 2"/>
                  <a:gd name="T1" fmla="*/ 0 h 1048"/>
                  <a:gd name="T2" fmla="*/ 0 w 2"/>
                  <a:gd name="T3" fmla="*/ 1048 h 1048"/>
                  <a:gd name="T4" fmla="*/ 2 w 2"/>
                  <a:gd name="T5" fmla="*/ 1048 h 1048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048"/>
                  <a:gd name="T11" fmla="*/ 2 w 2"/>
                  <a:gd name="T12" fmla="*/ 1048 h 10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048">
                    <a:moveTo>
                      <a:pt x="0" y="0"/>
                    </a:moveTo>
                    <a:lnTo>
                      <a:pt x="0" y="1048"/>
                    </a:lnTo>
                    <a:lnTo>
                      <a:pt x="2" y="104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5" name="Freeform 119"/>
              <p:cNvSpPr/>
              <p:nvPr/>
            </p:nvSpPr>
            <p:spPr bwMode="auto">
              <a:xfrm>
                <a:off x="723" y="2868"/>
                <a:ext cx="363" cy="1"/>
              </a:xfrm>
              <a:custGeom>
                <a:avLst/>
                <a:gdLst>
                  <a:gd name="T0" fmla="*/ 0 w 363"/>
                  <a:gd name="T1" fmla="*/ 1 h 1"/>
                  <a:gd name="T2" fmla="*/ 363 w 363"/>
                  <a:gd name="T3" fmla="*/ 0 h 1"/>
                  <a:gd name="T4" fmla="*/ 0 60000 65536"/>
                  <a:gd name="T5" fmla="*/ 0 60000 65536"/>
                  <a:gd name="T6" fmla="*/ 0 w 363"/>
                  <a:gd name="T7" fmla="*/ 0 h 1"/>
                  <a:gd name="T8" fmla="*/ 363 w 36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3" h="1">
                    <a:moveTo>
                      <a:pt x="0" y="1"/>
                    </a:moveTo>
                    <a:lnTo>
                      <a:pt x="363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6" name="Freeform 120"/>
              <p:cNvSpPr/>
              <p:nvPr/>
            </p:nvSpPr>
            <p:spPr bwMode="auto">
              <a:xfrm>
                <a:off x="729" y="2762"/>
                <a:ext cx="478" cy="1"/>
              </a:xfrm>
              <a:custGeom>
                <a:avLst/>
                <a:gdLst>
                  <a:gd name="T0" fmla="*/ 0 w 1433"/>
                  <a:gd name="T1" fmla="*/ 0 h 1"/>
                  <a:gd name="T2" fmla="*/ 1432 w 1433"/>
                  <a:gd name="T3" fmla="*/ 0 h 1"/>
                  <a:gd name="T4" fmla="*/ 1433 w 143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433"/>
                  <a:gd name="T10" fmla="*/ 0 h 1"/>
                  <a:gd name="T11" fmla="*/ 1433 w 143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3" h="1">
                    <a:moveTo>
                      <a:pt x="0" y="0"/>
                    </a:moveTo>
                    <a:lnTo>
                      <a:pt x="1432" y="0"/>
                    </a:lnTo>
                    <a:lnTo>
                      <a:pt x="1433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7" name="Freeform 121"/>
              <p:cNvSpPr/>
              <p:nvPr/>
            </p:nvSpPr>
            <p:spPr bwMode="auto">
              <a:xfrm>
                <a:off x="729" y="2762"/>
                <a:ext cx="1" cy="107"/>
              </a:xfrm>
              <a:custGeom>
                <a:avLst/>
                <a:gdLst>
                  <a:gd name="T0" fmla="*/ 0 w 1"/>
                  <a:gd name="T1" fmla="*/ 0 h 320"/>
                  <a:gd name="T2" fmla="*/ 0 w 1"/>
                  <a:gd name="T3" fmla="*/ 320 h 320"/>
                  <a:gd name="T4" fmla="*/ 1 w 1"/>
                  <a:gd name="T5" fmla="*/ 320 h 32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20"/>
                  <a:gd name="T11" fmla="*/ 1 w 1"/>
                  <a:gd name="T12" fmla="*/ 320 h 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20">
                    <a:moveTo>
                      <a:pt x="0" y="0"/>
                    </a:moveTo>
                    <a:lnTo>
                      <a:pt x="0" y="320"/>
                    </a:lnTo>
                    <a:lnTo>
                      <a:pt x="1" y="32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" name="Freeform 122"/>
              <p:cNvSpPr/>
              <p:nvPr/>
            </p:nvSpPr>
            <p:spPr bwMode="auto">
              <a:xfrm>
                <a:off x="820" y="2762"/>
                <a:ext cx="1" cy="107"/>
              </a:xfrm>
              <a:custGeom>
                <a:avLst/>
                <a:gdLst>
                  <a:gd name="T0" fmla="*/ 0 w 1"/>
                  <a:gd name="T1" fmla="*/ 0 h 320"/>
                  <a:gd name="T2" fmla="*/ 0 w 1"/>
                  <a:gd name="T3" fmla="*/ 320 h 320"/>
                  <a:gd name="T4" fmla="*/ 1 w 1"/>
                  <a:gd name="T5" fmla="*/ 320 h 32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20"/>
                  <a:gd name="T11" fmla="*/ 1 w 1"/>
                  <a:gd name="T12" fmla="*/ 320 h 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20">
                    <a:moveTo>
                      <a:pt x="0" y="0"/>
                    </a:moveTo>
                    <a:lnTo>
                      <a:pt x="0" y="320"/>
                    </a:lnTo>
                    <a:lnTo>
                      <a:pt x="1" y="32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9" name="Freeform 123"/>
              <p:cNvSpPr/>
              <p:nvPr/>
            </p:nvSpPr>
            <p:spPr bwMode="auto">
              <a:xfrm>
                <a:off x="1199" y="2901"/>
                <a:ext cx="154" cy="95"/>
              </a:xfrm>
              <a:custGeom>
                <a:avLst/>
                <a:gdLst>
                  <a:gd name="T0" fmla="*/ 154 w 154"/>
                  <a:gd name="T1" fmla="*/ 0 h 95"/>
                  <a:gd name="T2" fmla="*/ 118 w 154"/>
                  <a:gd name="T3" fmla="*/ 24 h 95"/>
                  <a:gd name="T4" fmla="*/ 88 w 154"/>
                  <a:gd name="T5" fmla="*/ 62 h 95"/>
                  <a:gd name="T6" fmla="*/ 38 w 154"/>
                  <a:gd name="T7" fmla="*/ 69 h 95"/>
                  <a:gd name="T8" fmla="*/ 0 w 154"/>
                  <a:gd name="T9" fmla="*/ 95 h 95"/>
                  <a:gd name="T10" fmla="*/ 0 w 154"/>
                  <a:gd name="T11" fmla="*/ 95 h 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4"/>
                  <a:gd name="T19" fmla="*/ 0 h 95"/>
                  <a:gd name="T20" fmla="*/ 154 w 154"/>
                  <a:gd name="T21" fmla="*/ 95 h 9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4" h="95">
                    <a:moveTo>
                      <a:pt x="154" y="0"/>
                    </a:moveTo>
                    <a:lnTo>
                      <a:pt x="118" y="24"/>
                    </a:lnTo>
                    <a:lnTo>
                      <a:pt x="88" y="62"/>
                    </a:lnTo>
                    <a:lnTo>
                      <a:pt x="38" y="69"/>
                    </a:ln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0" name="Freeform 124"/>
              <p:cNvSpPr/>
              <p:nvPr/>
            </p:nvSpPr>
            <p:spPr bwMode="auto">
              <a:xfrm>
                <a:off x="1003" y="2762"/>
                <a:ext cx="1" cy="107"/>
              </a:xfrm>
              <a:custGeom>
                <a:avLst/>
                <a:gdLst>
                  <a:gd name="T0" fmla="*/ 0 w 1"/>
                  <a:gd name="T1" fmla="*/ 0 h 320"/>
                  <a:gd name="T2" fmla="*/ 0 w 1"/>
                  <a:gd name="T3" fmla="*/ 320 h 320"/>
                  <a:gd name="T4" fmla="*/ 1 w 1"/>
                  <a:gd name="T5" fmla="*/ 320 h 32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20"/>
                  <a:gd name="T11" fmla="*/ 1 w 1"/>
                  <a:gd name="T12" fmla="*/ 320 h 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20">
                    <a:moveTo>
                      <a:pt x="0" y="0"/>
                    </a:moveTo>
                    <a:lnTo>
                      <a:pt x="0" y="320"/>
                    </a:lnTo>
                    <a:lnTo>
                      <a:pt x="1" y="32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1" name="Freeform 125"/>
              <p:cNvSpPr/>
              <p:nvPr/>
            </p:nvSpPr>
            <p:spPr bwMode="auto">
              <a:xfrm>
                <a:off x="1417" y="3025"/>
                <a:ext cx="1" cy="131"/>
              </a:xfrm>
              <a:custGeom>
                <a:avLst/>
                <a:gdLst>
                  <a:gd name="T0" fmla="*/ 0 w 2"/>
                  <a:gd name="T1" fmla="*/ 0 h 391"/>
                  <a:gd name="T2" fmla="*/ 0 w 2"/>
                  <a:gd name="T3" fmla="*/ 391 h 391"/>
                  <a:gd name="T4" fmla="*/ 2 w 2"/>
                  <a:gd name="T5" fmla="*/ 391 h 39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391"/>
                  <a:gd name="T11" fmla="*/ 2 w 2"/>
                  <a:gd name="T12" fmla="*/ 391 h 3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391">
                    <a:moveTo>
                      <a:pt x="0" y="0"/>
                    </a:moveTo>
                    <a:lnTo>
                      <a:pt x="0" y="391"/>
                    </a:lnTo>
                    <a:lnTo>
                      <a:pt x="2" y="39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2" name="Freeform 126"/>
              <p:cNvSpPr/>
              <p:nvPr/>
            </p:nvSpPr>
            <p:spPr bwMode="auto">
              <a:xfrm>
                <a:off x="1417" y="2993"/>
                <a:ext cx="1" cy="11"/>
              </a:xfrm>
              <a:custGeom>
                <a:avLst/>
                <a:gdLst>
                  <a:gd name="T0" fmla="*/ 0 w 2"/>
                  <a:gd name="T1" fmla="*/ 0 h 33"/>
                  <a:gd name="T2" fmla="*/ 0 w 2"/>
                  <a:gd name="T3" fmla="*/ 33 h 33"/>
                  <a:gd name="T4" fmla="*/ 2 w 2"/>
                  <a:gd name="T5" fmla="*/ 33 h 33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33"/>
                  <a:gd name="T11" fmla="*/ 2 w 2"/>
                  <a:gd name="T12" fmla="*/ 33 h 3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33">
                    <a:moveTo>
                      <a:pt x="0" y="0"/>
                    </a:moveTo>
                    <a:lnTo>
                      <a:pt x="0" y="33"/>
                    </a:lnTo>
                    <a:lnTo>
                      <a:pt x="2" y="33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3" name="Freeform 127"/>
              <p:cNvSpPr/>
              <p:nvPr/>
            </p:nvSpPr>
            <p:spPr bwMode="auto">
              <a:xfrm>
                <a:off x="725" y="2687"/>
                <a:ext cx="443" cy="1"/>
              </a:xfrm>
              <a:custGeom>
                <a:avLst/>
                <a:gdLst>
                  <a:gd name="T0" fmla="*/ 0 w 1329"/>
                  <a:gd name="T1" fmla="*/ 0 h 1"/>
                  <a:gd name="T2" fmla="*/ 1328 w 1329"/>
                  <a:gd name="T3" fmla="*/ 0 h 1"/>
                  <a:gd name="T4" fmla="*/ 1329 w 132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329"/>
                  <a:gd name="T10" fmla="*/ 0 h 1"/>
                  <a:gd name="T11" fmla="*/ 1329 w 132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29" h="1">
                    <a:moveTo>
                      <a:pt x="0" y="0"/>
                    </a:moveTo>
                    <a:lnTo>
                      <a:pt x="1328" y="0"/>
                    </a:lnTo>
                    <a:lnTo>
                      <a:pt x="132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4" name="Freeform 128"/>
              <p:cNvSpPr/>
              <p:nvPr/>
            </p:nvSpPr>
            <p:spPr bwMode="auto">
              <a:xfrm>
                <a:off x="729" y="2611"/>
                <a:ext cx="478" cy="1"/>
              </a:xfrm>
              <a:custGeom>
                <a:avLst/>
                <a:gdLst>
                  <a:gd name="T0" fmla="*/ 0 w 1433"/>
                  <a:gd name="T1" fmla="*/ 0 h 1"/>
                  <a:gd name="T2" fmla="*/ 1432 w 1433"/>
                  <a:gd name="T3" fmla="*/ 0 h 1"/>
                  <a:gd name="T4" fmla="*/ 1433 w 143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433"/>
                  <a:gd name="T10" fmla="*/ 0 h 1"/>
                  <a:gd name="T11" fmla="*/ 1433 w 143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3" h="1">
                    <a:moveTo>
                      <a:pt x="0" y="0"/>
                    </a:moveTo>
                    <a:lnTo>
                      <a:pt x="1432" y="0"/>
                    </a:lnTo>
                    <a:lnTo>
                      <a:pt x="1433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5" name="Freeform 129"/>
              <p:cNvSpPr/>
              <p:nvPr/>
            </p:nvSpPr>
            <p:spPr bwMode="auto">
              <a:xfrm>
                <a:off x="729" y="2505"/>
                <a:ext cx="357" cy="1"/>
              </a:xfrm>
              <a:custGeom>
                <a:avLst/>
                <a:gdLst>
                  <a:gd name="T0" fmla="*/ 0 w 357"/>
                  <a:gd name="T1" fmla="*/ 0 h 1"/>
                  <a:gd name="T2" fmla="*/ 357 w 357"/>
                  <a:gd name="T3" fmla="*/ 0 h 1"/>
                  <a:gd name="T4" fmla="*/ 0 60000 65536"/>
                  <a:gd name="T5" fmla="*/ 0 60000 65536"/>
                  <a:gd name="T6" fmla="*/ 0 w 357"/>
                  <a:gd name="T7" fmla="*/ 0 h 1"/>
                  <a:gd name="T8" fmla="*/ 357 w 357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57" h="1">
                    <a:moveTo>
                      <a:pt x="0" y="0"/>
                    </a:moveTo>
                    <a:lnTo>
                      <a:pt x="357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6" name="Freeform 130"/>
              <p:cNvSpPr/>
              <p:nvPr/>
            </p:nvSpPr>
            <p:spPr bwMode="auto">
              <a:xfrm>
                <a:off x="820" y="2505"/>
                <a:ext cx="1" cy="106"/>
              </a:xfrm>
              <a:custGeom>
                <a:avLst/>
                <a:gdLst>
                  <a:gd name="T0" fmla="*/ 0 w 1"/>
                  <a:gd name="T1" fmla="*/ 319 h 319"/>
                  <a:gd name="T2" fmla="*/ 0 w 1"/>
                  <a:gd name="T3" fmla="*/ 0 h 319"/>
                  <a:gd name="T4" fmla="*/ 1 w 1"/>
                  <a:gd name="T5" fmla="*/ 0 h 31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19"/>
                  <a:gd name="T11" fmla="*/ 1 w 1"/>
                  <a:gd name="T12" fmla="*/ 319 h 3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19">
                    <a:moveTo>
                      <a:pt x="0" y="31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7" name="Freeform 131"/>
              <p:cNvSpPr/>
              <p:nvPr/>
            </p:nvSpPr>
            <p:spPr bwMode="auto">
              <a:xfrm>
                <a:off x="729" y="2505"/>
                <a:ext cx="1" cy="106"/>
              </a:xfrm>
              <a:custGeom>
                <a:avLst/>
                <a:gdLst>
                  <a:gd name="T0" fmla="*/ 0 w 1"/>
                  <a:gd name="T1" fmla="*/ 319 h 319"/>
                  <a:gd name="T2" fmla="*/ 0 w 1"/>
                  <a:gd name="T3" fmla="*/ 0 h 319"/>
                  <a:gd name="T4" fmla="*/ 1 w 1"/>
                  <a:gd name="T5" fmla="*/ 0 h 31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19"/>
                  <a:gd name="T11" fmla="*/ 1 w 1"/>
                  <a:gd name="T12" fmla="*/ 319 h 3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19">
                    <a:moveTo>
                      <a:pt x="0" y="31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" name="Freeform 132"/>
              <p:cNvSpPr/>
              <p:nvPr/>
            </p:nvSpPr>
            <p:spPr bwMode="auto">
              <a:xfrm>
                <a:off x="1172" y="2398"/>
                <a:ext cx="102" cy="117"/>
              </a:xfrm>
              <a:custGeom>
                <a:avLst/>
                <a:gdLst>
                  <a:gd name="T0" fmla="*/ 0 w 102"/>
                  <a:gd name="T1" fmla="*/ 0 h 117"/>
                  <a:gd name="T2" fmla="*/ 49 w 102"/>
                  <a:gd name="T3" fmla="*/ 50 h 117"/>
                  <a:gd name="T4" fmla="*/ 63 w 102"/>
                  <a:gd name="T5" fmla="*/ 101 h 117"/>
                  <a:gd name="T6" fmla="*/ 102 w 102"/>
                  <a:gd name="T7" fmla="*/ 117 h 117"/>
                  <a:gd name="T8" fmla="*/ 102 w 102"/>
                  <a:gd name="T9" fmla="*/ 117 h 1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"/>
                  <a:gd name="T16" fmla="*/ 0 h 117"/>
                  <a:gd name="T17" fmla="*/ 102 w 102"/>
                  <a:gd name="T18" fmla="*/ 117 h 1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" h="117">
                    <a:moveTo>
                      <a:pt x="0" y="0"/>
                    </a:moveTo>
                    <a:lnTo>
                      <a:pt x="49" y="50"/>
                    </a:lnTo>
                    <a:lnTo>
                      <a:pt x="63" y="101"/>
                    </a:lnTo>
                    <a:lnTo>
                      <a:pt x="102" y="117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" name="Freeform 133"/>
              <p:cNvSpPr/>
              <p:nvPr/>
            </p:nvSpPr>
            <p:spPr bwMode="auto">
              <a:xfrm>
                <a:off x="912" y="2443"/>
                <a:ext cx="1" cy="230"/>
              </a:xfrm>
              <a:custGeom>
                <a:avLst/>
                <a:gdLst>
                  <a:gd name="T0" fmla="*/ 0 w 1"/>
                  <a:gd name="T1" fmla="*/ 0 h 689"/>
                  <a:gd name="T2" fmla="*/ 0 w 1"/>
                  <a:gd name="T3" fmla="*/ 689 h 689"/>
                  <a:gd name="T4" fmla="*/ 1 w 1"/>
                  <a:gd name="T5" fmla="*/ 689 h 68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89"/>
                  <a:gd name="T11" fmla="*/ 1 w 1"/>
                  <a:gd name="T12" fmla="*/ 689 h 6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89">
                    <a:moveTo>
                      <a:pt x="0" y="0"/>
                    </a:moveTo>
                    <a:lnTo>
                      <a:pt x="0" y="689"/>
                    </a:lnTo>
                    <a:lnTo>
                      <a:pt x="1" y="68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" name="Freeform 134"/>
              <p:cNvSpPr/>
              <p:nvPr/>
            </p:nvSpPr>
            <p:spPr bwMode="auto">
              <a:xfrm>
                <a:off x="1003" y="2505"/>
                <a:ext cx="1" cy="106"/>
              </a:xfrm>
              <a:custGeom>
                <a:avLst/>
                <a:gdLst>
                  <a:gd name="T0" fmla="*/ 0 w 1"/>
                  <a:gd name="T1" fmla="*/ 319 h 319"/>
                  <a:gd name="T2" fmla="*/ 0 w 1"/>
                  <a:gd name="T3" fmla="*/ 0 h 319"/>
                  <a:gd name="T4" fmla="*/ 1 w 1"/>
                  <a:gd name="T5" fmla="*/ 0 h 31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19"/>
                  <a:gd name="T11" fmla="*/ 1 w 1"/>
                  <a:gd name="T12" fmla="*/ 319 h 3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19">
                    <a:moveTo>
                      <a:pt x="0" y="31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1" name="Freeform 135"/>
              <p:cNvSpPr/>
              <p:nvPr/>
            </p:nvSpPr>
            <p:spPr bwMode="auto">
              <a:xfrm>
                <a:off x="1199" y="2687"/>
                <a:ext cx="31" cy="1"/>
              </a:xfrm>
              <a:custGeom>
                <a:avLst/>
                <a:gdLst>
                  <a:gd name="T0" fmla="*/ 0 w 94"/>
                  <a:gd name="T1" fmla="*/ 0 h 1"/>
                  <a:gd name="T2" fmla="*/ 93 w 94"/>
                  <a:gd name="T3" fmla="*/ 0 h 1"/>
                  <a:gd name="T4" fmla="*/ 94 w 9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4"/>
                  <a:gd name="T10" fmla="*/ 0 h 1"/>
                  <a:gd name="T11" fmla="*/ 94 w 9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4" h="1">
                    <a:moveTo>
                      <a:pt x="0" y="0"/>
                    </a:moveTo>
                    <a:lnTo>
                      <a:pt x="93" y="0"/>
                    </a:lnTo>
                    <a:lnTo>
                      <a:pt x="9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2" name="Freeform 136"/>
              <p:cNvSpPr/>
              <p:nvPr/>
            </p:nvSpPr>
            <p:spPr bwMode="auto">
              <a:xfrm>
                <a:off x="1417" y="2216"/>
                <a:ext cx="1" cy="322"/>
              </a:xfrm>
              <a:custGeom>
                <a:avLst/>
                <a:gdLst>
                  <a:gd name="T0" fmla="*/ 0 w 2"/>
                  <a:gd name="T1" fmla="*/ 0 h 966"/>
                  <a:gd name="T2" fmla="*/ 0 w 2"/>
                  <a:gd name="T3" fmla="*/ 966 h 966"/>
                  <a:gd name="T4" fmla="*/ 2 w 2"/>
                  <a:gd name="T5" fmla="*/ 966 h 966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966"/>
                  <a:gd name="T11" fmla="*/ 2 w 2"/>
                  <a:gd name="T12" fmla="*/ 966 h 9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966">
                    <a:moveTo>
                      <a:pt x="0" y="0"/>
                    </a:moveTo>
                    <a:lnTo>
                      <a:pt x="0" y="966"/>
                    </a:lnTo>
                    <a:lnTo>
                      <a:pt x="2" y="966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3" name="Freeform 137"/>
              <p:cNvSpPr/>
              <p:nvPr/>
            </p:nvSpPr>
            <p:spPr bwMode="auto">
              <a:xfrm>
                <a:off x="1417" y="2575"/>
                <a:ext cx="1" cy="15"/>
              </a:xfrm>
              <a:custGeom>
                <a:avLst/>
                <a:gdLst>
                  <a:gd name="T0" fmla="*/ 0 w 2"/>
                  <a:gd name="T1" fmla="*/ 0 h 44"/>
                  <a:gd name="T2" fmla="*/ 0 w 2"/>
                  <a:gd name="T3" fmla="*/ 44 h 44"/>
                  <a:gd name="T4" fmla="*/ 2 w 2"/>
                  <a:gd name="T5" fmla="*/ 44 h 44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44"/>
                  <a:gd name="T11" fmla="*/ 2 w 2"/>
                  <a:gd name="T12" fmla="*/ 44 h 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44">
                    <a:moveTo>
                      <a:pt x="0" y="0"/>
                    </a:moveTo>
                    <a:lnTo>
                      <a:pt x="0" y="44"/>
                    </a:lnTo>
                    <a:lnTo>
                      <a:pt x="2" y="44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4" name="Freeform 138"/>
              <p:cNvSpPr/>
              <p:nvPr/>
            </p:nvSpPr>
            <p:spPr bwMode="auto">
              <a:xfrm>
                <a:off x="2602" y="2497"/>
                <a:ext cx="1" cy="378"/>
              </a:xfrm>
              <a:custGeom>
                <a:avLst/>
                <a:gdLst>
                  <a:gd name="T0" fmla="*/ 0 w 1"/>
                  <a:gd name="T1" fmla="*/ 0 h 1132"/>
                  <a:gd name="T2" fmla="*/ 0 w 1"/>
                  <a:gd name="T3" fmla="*/ 1132 h 1132"/>
                  <a:gd name="T4" fmla="*/ 1 w 1"/>
                  <a:gd name="T5" fmla="*/ 1132 h 113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132"/>
                  <a:gd name="T11" fmla="*/ 1 w 1"/>
                  <a:gd name="T12" fmla="*/ 1132 h 11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132">
                    <a:moveTo>
                      <a:pt x="0" y="0"/>
                    </a:moveTo>
                    <a:lnTo>
                      <a:pt x="0" y="1132"/>
                    </a:lnTo>
                    <a:lnTo>
                      <a:pt x="1" y="1132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5" name="Freeform 139"/>
              <p:cNvSpPr/>
              <p:nvPr/>
            </p:nvSpPr>
            <p:spPr bwMode="auto">
              <a:xfrm>
                <a:off x="1770" y="2553"/>
                <a:ext cx="831" cy="392"/>
              </a:xfrm>
              <a:custGeom>
                <a:avLst/>
                <a:gdLst>
                  <a:gd name="T0" fmla="*/ 0 w 2492"/>
                  <a:gd name="T1" fmla="*/ 0 h 1176"/>
                  <a:gd name="T2" fmla="*/ 2491 w 2492"/>
                  <a:gd name="T3" fmla="*/ 1176 h 1176"/>
                  <a:gd name="T4" fmla="*/ 2492 w 2492"/>
                  <a:gd name="T5" fmla="*/ 1176 h 1176"/>
                  <a:gd name="T6" fmla="*/ 0 60000 65536"/>
                  <a:gd name="T7" fmla="*/ 0 60000 65536"/>
                  <a:gd name="T8" fmla="*/ 0 60000 65536"/>
                  <a:gd name="T9" fmla="*/ 0 w 2492"/>
                  <a:gd name="T10" fmla="*/ 0 h 1176"/>
                  <a:gd name="T11" fmla="*/ 2492 w 2492"/>
                  <a:gd name="T12" fmla="*/ 1176 h 11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92" h="1176">
                    <a:moveTo>
                      <a:pt x="0" y="0"/>
                    </a:moveTo>
                    <a:lnTo>
                      <a:pt x="2491" y="1176"/>
                    </a:lnTo>
                    <a:lnTo>
                      <a:pt x="2492" y="1176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6" name="Freeform 140"/>
              <p:cNvSpPr/>
              <p:nvPr/>
            </p:nvSpPr>
            <p:spPr bwMode="auto">
              <a:xfrm>
                <a:off x="2178" y="2964"/>
                <a:ext cx="546" cy="199"/>
              </a:xfrm>
              <a:custGeom>
                <a:avLst/>
                <a:gdLst>
                  <a:gd name="T0" fmla="*/ 0 w 1639"/>
                  <a:gd name="T1" fmla="*/ 0 h 597"/>
                  <a:gd name="T2" fmla="*/ 1638 w 1639"/>
                  <a:gd name="T3" fmla="*/ 597 h 597"/>
                  <a:gd name="T4" fmla="*/ 1639 w 1639"/>
                  <a:gd name="T5" fmla="*/ 597 h 597"/>
                  <a:gd name="T6" fmla="*/ 0 60000 65536"/>
                  <a:gd name="T7" fmla="*/ 0 60000 65536"/>
                  <a:gd name="T8" fmla="*/ 0 60000 65536"/>
                  <a:gd name="T9" fmla="*/ 0 w 1639"/>
                  <a:gd name="T10" fmla="*/ 0 h 597"/>
                  <a:gd name="T11" fmla="*/ 1639 w 1639"/>
                  <a:gd name="T12" fmla="*/ 597 h 59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39" h="597">
                    <a:moveTo>
                      <a:pt x="0" y="0"/>
                    </a:moveTo>
                    <a:lnTo>
                      <a:pt x="1638" y="597"/>
                    </a:lnTo>
                    <a:lnTo>
                      <a:pt x="1639" y="597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7" name="Freeform 141"/>
              <p:cNvSpPr/>
              <p:nvPr/>
            </p:nvSpPr>
            <p:spPr bwMode="auto">
              <a:xfrm>
                <a:off x="2123" y="2944"/>
                <a:ext cx="19" cy="7"/>
              </a:xfrm>
              <a:custGeom>
                <a:avLst/>
                <a:gdLst>
                  <a:gd name="T0" fmla="*/ 0 w 57"/>
                  <a:gd name="T1" fmla="*/ 0 h 20"/>
                  <a:gd name="T2" fmla="*/ 56 w 57"/>
                  <a:gd name="T3" fmla="*/ 20 h 20"/>
                  <a:gd name="T4" fmla="*/ 57 w 57"/>
                  <a:gd name="T5" fmla="*/ 20 h 20"/>
                  <a:gd name="T6" fmla="*/ 0 60000 65536"/>
                  <a:gd name="T7" fmla="*/ 0 60000 65536"/>
                  <a:gd name="T8" fmla="*/ 0 60000 65536"/>
                  <a:gd name="T9" fmla="*/ 0 w 57"/>
                  <a:gd name="T10" fmla="*/ 0 h 20"/>
                  <a:gd name="T11" fmla="*/ 57 w 57"/>
                  <a:gd name="T12" fmla="*/ 20 h 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" h="20">
                    <a:moveTo>
                      <a:pt x="0" y="0"/>
                    </a:moveTo>
                    <a:lnTo>
                      <a:pt x="56" y="20"/>
                    </a:lnTo>
                    <a:lnTo>
                      <a:pt x="57" y="2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8" name="Freeform 142"/>
              <p:cNvSpPr/>
              <p:nvPr/>
            </p:nvSpPr>
            <p:spPr bwMode="auto">
              <a:xfrm>
                <a:off x="2445" y="2873"/>
                <a:ext cx="165" cy="453"/>
              </a:xfrm>
              <a:custGeom>
                <a:avLst/>
                <a:gdLst>
                  <a:gd name="T0" fmla="*/ 495 w 495"/>
                  <a:gd name="T1" fmla="*/ 0 h 1361"/>
                  <a:gd name="T2" fmla="*/ 0 w 495"/>
                  <a:gd name="T3" fmla="*/ 1361 h 1361"/>
                  <a:gd name="T4" fmla="*/ 2 w 495"/>
                  <a:gd name="T5" fmla="*/ 1361 h 1361"/>
                  <a:gd name="T6" fmla="*/ 0 60000 65536"/>
                  <a:gd name="T7" fmla="*/ 0 60000 65536"/>
                  <a:gd name="T8" fmla="*/ 0 60000 65536"/>
                  <a:gd name="T9" fmla="*/ 0 w 495"/>
                  <a:gd name="T10" fmla="*/ 0 h 1361"/>
                  <a:gd name="T11" fmla="*/ 495 w 495"/>
                  <a:gd name="T12" fmla="*/ 1361 h 136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95" h="1361">
                    <a:moveTo>
                      <a:pt x="495" y="0"/>
                    </a:moveTo>
                    <a:lnTo>
                      <a:pt x="0" y="1361"/>
                    </a:lnTo>
                    <a:lnTo>
                      <a:pt x="2" y="136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9" name="Freeform 143"/>
              <p:cNvSpPr/>
              <p:nvPr/>
            </p:nvSpPr>
            <p:spPr bwMode="auto">
              <a:xfrm>
                <a:off x="2377" y="2819"/>
                <a:ext cx="237" cy="20"/>
              </a:xfrm>
              <a:custGeom>
                <a:avLst/>
                <a:gdLst>
                  <a:gd name="T0" fmla="*/ 0 w 711"/>
                  <a:gd name="T1" fmla="*/ 58 h 58"/>
                  <a:gd name="T2" fmla="*/ 710 w 711"/>
                  <a:gd name="T3" fmla="*/ 0 h 58"/>
                  <a:gd name="T4" fmla="*/ 711 w 711"/>
                  <a:gd name="T5" fmla="*/ 0 h 58"/>
                  <a:gd name="T6" fmla="*/ 0 60000 65536"/>
                  <a:gd name="T7" fmla="*/ 0 60000 65536"/>
                  <a:gd name="T8" fmla="*/ 0 60000 65536"/>
                  <a:gd name="T9" fmla="*/ 0 w 711"/>
                  <a:gd name="T10" fmla="*/ 0 h 58"/>
                  <a:gd name="T11" fmla="*/ 711 w 711"/>
                  <a:gd name="T12" fmla="*/ 58 h 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11" h="58">
                    <a:moveTo>
                      <a:pt x="0" y="58"/>
                    </a:moveTo>
                    <a:lnTo>
                      <a:pt x="710" y="0"/>
                    </a:lnTo>
                    <a:lnTo>
                      <a:pt x="71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0" name="Freeform 144"/>
              <p:cNvSpPr/>
              <p:nvPr/>
            </p:nvSpPr>
            <p:spPr bwMode="auto">
              <a:xfrm>
                <a:off x="2484" y="2687"/>
                <a:ext cx="292" cy="1"/>
              </a:xfrm>
              <a:custGeom>
                <a:avLst/>
                <a:gdLst>
                  <a:gd name="T0" fmla="*/ 0 w 878"/>
                  <a:gd name="T1" fmla="*/ 0 h 1"/>
                  <a:gd name="T2" fmla="*/ 877 w 878"/>
                  <a:gd name="T3" fmla="*/ 0 h 1"/>
                  <a:gd name="T4" fmla="*/ 878 w 87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878"/>
                  <a:gd name="T10" fmla="*/ 0 h 1"/>
                  <a:gd name="T11" fmla="*/ 878 w 87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78" h="1">
                    <a:moveTo>
                      <a:pt x="0" y="0"/>
                    </a:moveTo>
                    <a:lnTo>
                      <a:pt x="877" y="0"/>
                    </a:lnTo>
                    <a:lnTo>
                      <a:pt x="87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1" name="Freeform 145"/>
              <p:cNvSpPr/>
              <p:nvPr/>
            </p:nvSpPr>
            <p:spPr bwMode="auto">
              <a:xfrm>
                <a:off x="1967" y="2687"/>
                <a:ext cx="429" cy="1"/>
              </a:xfrm>
              <a:custGeom>
                <a:avLst/>
                <a:gdLst>
                  <a:gd name="T0" fmla="*/ 0 w 1288"/>
                  <a:gd name="T1" fmla="*/ 0 h 1"/>
                  <a:gd name="T2" fmla="*/ 1287 w 1288"/>
                  <a:gd name="T3" fmla="*/ 0 h 1"/>
                  <a:gd name="T4" fmla="*/ 1288 w 128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288"/>
                  <a:gd name="T10" fmla="*/ 0 h 1"/>
                  <a:gd name="T11" fmla="*/ 1288 w 128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88" h="1">
                    <a:moveTo>
                      <a:pt x="0" y="0"/>
                    </a:moveTo>
                    <a:lnTo>
                      <a:pt x="1287" y="0"/>
                    </a:lnTo>
                    <a:lnTo>
                      <a:pt x="128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2" name="Freeform 146"/>
              <p:cNvSpPr/>
              <p:nvPr/>
            </p:nvSpPr>
            <p:spPr bwMode="auto">
              <a:xfrm>
                <a:off x="1907" y="2687"/>
                <a:ext cx="24" cy="1"/>
              </a:xfrm>
              <a:custGeom>
                <a:avLst/>
                <a:gdLst>
                  <a:gd name="T0" fmla="*/ 0 w 71"/>
                  <a:gd name="T1" fmla="*/ 0 h 1"/>
                  <a:gd name="T2" fmla="*/ 70 w 71"/>
                  <a:gd name="T3" fmla="*/ 0 h 1"/>
                  <a:gd name="T4" fmla="*/ 71 w 7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1"/>
                  <a:gd name="T10" fmla="*/ 0 h 1"/>
                  <a:gd name="T11" fmla="*/ 71 w 7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1" h="1">
                    <a:moveTo>
                      <a:pt x="0" y="0"/>
                    </a:moveTo>
                    <a:lnTo>
                      <a:pt x="70" y="0"/>
                    </a:lnTo>
                    <a:lnTo>
                      <a:pt x="7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3" name="Freeform 147"/>
              <p:cNvSpPr/>
              <p:nvPr/>
            </p:nvSpPr>
            <p:spPr bwMode="auto">
              <a:xfrm>
                <a:off x="2434" y="2687"/>
                <a:ext cx="17" cy="1"/>
              </a:xfrm>
              <a:custGeom>
                <a:avLst/>
                <a:gdLst>
                  <a:gd name="T0" fmla="*/ 0 w 49"/>
                  <a:gd name="T1" fmla="*/ 0 h 1"/>
                  <a:gd name="T2" fmla="*/ 47 w 49"/>
                  <a:gd name="T3" fmla="*/ 0 h 1"/>
                  <a:gd name="T4" fmla="*/ 49 w 4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9"/>
                  <a:gd name="T10" fmla="*/ 0 h 1"/>
                  <a:gd name="T11" fmla="*/ 49 w 4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9" h="1">
                    <a:moveTo>
                      <a:pt x="0" y="0"/>
                    </a:moveTo>
                    <a:lnTo>
                      <a:pt x="47" y="0"/>
                    </a:lnTo>
                    <a:lnTo>
                      <a:pt x="4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4" name="Freeform 148"/>
              <p:cNvSpPr/>
              <p:nvPr/>
            </p:nvSpPr>
            <p:spPr bwMode="auto">
              <a:xfrm>
                <a:off x="579" y="2687"/>
                <a:ext cx="117" cy="1"/>
              </a:xfrm>
              <a:custGeom>
                <a:avLst/>
                <a:gdLst>
                  <a:gd name="T0" fmla="*/ 349 w 349"/>
                  <a:gd name="T1" fmla="*/ 0 h 1"/>
                  <a:gd name="T2" fmla="*/ 0 w 349"/>
                  <a:gd name="T3" fmla="*/ 0 h 1"/>
                  <a:gd name="T4" fmla="*/ 1 w 34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49"/>
                  <a:gd name="T10" fmla="*/ 0 h 1"/>
                  <a:gd name="T11" fmla="*/ 349 w 34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9" h="1">
                    <a:moveTo>
                      <a:pt x="34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5" name="Freeform 149"/>
              <p:cNvSpPr/>
              <p:nvPr/>
            </p:nvSpPr>
            <p:spPr bwMode="auto">
              <a:xfrm>
                <a:off x="1417" y="2687"/>
                <a:ext cx="110" cy="39"/>
              </a:xfrm>
              <a:custGeom>
                <a:avLst/>
                <a:gdLst>
                  <a:gd name="T0" fmla="*/ 0 w 330"/>
                  <a:gd name="T1" fmla="*/ 0 h 119"/>
                  <a:gd name="T2" fmla="*/ 329 w 330"/>
                  <a:gd name="T3" fmla="*/ 119 h 119"/>
                  <a:gd name="T4" fmla="*/ 330 w 330"/>
                  <a:gd name="T5" fmla="*/ 119 h 119"/>
                  <a:gd name="T6" fmla="*/ 0 60000 65536"/>
                  <a:gd name="T7" fmla="*/ 0 60000 65536"/>
                  <a:gd name="T8" fmla="*/ 0 60000 65536"/>
                  <a:gd name="T9" fmla="*/ 0 w 330"/>
                  <a:gd name="T10" fmla="*/ 0 h 119"/>
                  <a:gd name="T11" fmla="*/ 330 w 330"/>
                  <a:gd name="T12" fmla="*/ 119 h 1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0" h="119">
                    <a:moveTo>
                      <a:pt x="0" y="0"/>
                    </a:moveTo>
                    <a:lnTo>
                      <a:pt x="329" y="119"/>
                    </a:lnTo>
                    <a:lnTo>
                      <a:pt x="330" y="119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6" name="Freeform 150"/>
              <p:cNvSpPr/>
              <p:nvPr/>
            </p:nvSpPr>
            <p:spPr bwMode="auto">
              <a:xfrm>
                <a:off x="1300" y="2687"/>
                <a:ext cx="117" cy="1"/>
              </a:xfrm>
              <a:custGeom>
                <a:avLst/>
                <a:gdLst>
                  <a:gd name="T0" fmla="*/ 350 w 350"/>
                  <a:gd name="T1" fmla="*/ 0 h 1"/>
                  <a:gd name="T2" fmla="*/ 0 w 350"/>
                  <a:gd name="T3" fmla="*/ 0 h 1"/>
                  <a:gd name="T4" fmla="*/ 2 w 35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50"/>
                  <a:gd name="T10" fmla="*/ 0 h 1"/>
                  <a:gd name="T11" fmla="*/ 350 w 35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50" h="1">
                    <a:moveTo>
                      <a:pt x="350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7" name="Freeform 151"/>
              <p:cNvSpPr/>
              <p:nvPr/>
            </p:nvSpPr>
            <p:spPr bwMode="auto">
              <a:xfrm>
                <a:off x="2752" y="3173"/>
                <a:ext cx="110" cy="40"/>
              </a:xfrm>
              <a:custGeom>
                <a:avLst/>
                <a:gdLst>
                  <a:gd name="T0" fmla="*/ 0 w 330"/>
                  <a:gd name="T1" fmla="*/ 0 h 119"/>
                  <a:gd name="T2" fmla="*/ 329 w 330"/>
                  <a:gd name="T3" fmla="*/ 119 h 119"/>
                  <a:gd name="T4" fmla="*/ 330 w 330"/>
                  <a:gd name="T5" fmla="*/ 119 h 119"/>
                  <a:gd name="T6" fmla="*/ 0 60000 65536"/>
                  <a:gd name="T7" fmla="*/ 0 60000 65536"/>
                  <a:gd name="T8" fmla="*/ 0 60000 65536"/>
                  <a:gd name="T9" fmla="*/ 0 w 330"/>
                  <a:gd name="T10" fmla="*/ 0 h 119"/>
                  <a:gd name="T11" fmla="*/ 330 w 330"/>
                  <a:gd name="T12" fmla="*/ 119 h 1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0" h="119">
                    <a:moveTo>
                      <a:pt x="0" y="0"/>
                    </a:moveTo>
                    <a:lnTo>
                      <a:pt x="329" y="119"/>
                    </a:lnTo>
                    <a:lnTo>
                      <a:pt x="330" y="119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8" name="Rectangle 152"/>
              <p:cNvSpPr>
                <a:spLocks noChangeArrowheads="1"/>
              </p:cNvSpPr>
              <p:nvPr/>
            </p:nvSpPr>
            <p:spPr bwMode="auto">
              <a:xfrm>
                <a:off x="2901" y="3109"/>
                <a:ext cx="98" cy="2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>
                  <a:defRPr/>
                </a:pPr>
                <a:r>
                  <a:rPr lang="en-US" altLang="zh-CN" i="1" kern="0">
                    <a:solidFill>
                      <a:sysClr val="windowText" lastClr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A</a:t>
                </a:r>
                <a:endParaRPr lang="en-US" altLang="zh-CN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9" name="Rectangle 153"/>
              <p:cNvSpPr>
                <a:spLocks noChangeArrowheads="1"/>
              </p:cNvSpPr>
              <p:nvPr/>
            </p:nvSpPr>
            <p:spPr bwMode="auto">
              <a:xfrm>
                <a:off x="404" y="2514"/>
                <a:ext cx="98" cy="2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>
                  <a:defRPr/>
                </a:pPr>
                <a:r>
                  <a:rPr lang="en-US" altLang="zh-CN" i="1" kern="0">
                    <a:solidFill>
                      <a:sysClr val="windowText" lastClr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A</a:t>
                </a:r>
                <a:endParaRPr lang="en-US" altLang="zh-CN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0" name="Freeform 154"/>
              <p:cNvSpPr/>
              <p:nvPr/>
            </p:nvSpPr>
            <p:spPr bwMode="auto">
              <a:xfrm>
                <a:off x="578" y="2492"/>
                <a:ext cx="1" cy="195"/>
              </a:xfrm>
              <a:custGeom>
                <a:avLst/>
                <a:gdLst>
                  <a:gd name="T0" fmla="*/ 0 w 1"/>
                  <a:gd name="T1" fmla="*/ 583 h 583"/>
                  <a:gd name="T2" fmla="*/ 0 w 1"/>
                  <a:gd name="T3" fmla="*/ 0 h 583"/>
                  <a:gd name="T4" fmla="*/ 1 w 1"/>
                  <a:gd name="T5" fmla="*/ 0 h 58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83"/>
                  <a:gd name="T11" fmla="*/ 1 w 1"/>
                  <a:gd name="T12" fmla="*/ 583 h 58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83">
                    <a:moveTo>
                      <a:pt x="0" y="58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tailEnd type="triangle" w="sm" len="lg"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1" name="Freeform 155"/>
              <p:cNvSpPr/>
              <p:nvPr/>
            </p:nvSpPr>
            <p:spPr bwMode="auto">
              <a:xfrm>
                <a:off x="1526" y="2726"/>
                <a:ext cx="139" cy="55"/>
              </a:xfrm>
              <a:custGeom>
                <a:avLst/>
                <a:gdLst>
                  <a:gd name="T0" fmla="*/ 139 w 139"/>
                  <a:gd name="T1" fmla="*/ 55 h 55"/>
                  <a:gd name="T2" fmla="*/ 0 w 139"/>
                  <a:gd name="T3" fmla="*/ 0 h 55"/>
                  <a:gd name="T4" fmla="*/ 0 w 139"/>
                  <a:gd name="T5" fmla="*/ 0 h 55"/>
                  <a:gd name="T6" fmla="*/ 0 60000 65536"/>
                  <a:gd name="T7" fmla="*/ 0 60000 65536"/>
                  <a:gd name="T8" fmla="*/ 0 60000 65536"/>
                  <a:gd name="T9" fmla="*/ 0 w 139"/>
                  <a:gd name="T10" fmla="*/ 0 h 55"/>
                  <a:gd name="T11" fmla="*/ 139 w 139"/>
                  <a:gd name="T12" fmla="*/ 55 h 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9" h="55">
                    <a:moveTo>
                      <a:pt x="139" y="5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2" name="Freeform 156"/>
              <p:cNvSpPr/>
              <p:nvPr/>
            </p:nvSpPr>
            <p:spPr bwMode="auto">
              <a:xfrm>
                <a:off x="1683" y="2783"/>
                <a:ext cx="14" cy="5"/>
              </a:xfrm>
              <a:custGeom>
                <a:avLst/>
                <a:gdLst>
                  <a:gd name="T0" fmla="*/ 0 w 43"/>
                  <a:gd name="T1" fmla="*/ 0 h 15"/>
                  <a:gd name="T2" fmla="*/ 42 w 43"/>
                  <a:gd name="T3" fmla="*/ 15 h 15"/>
                  <a:gd name="T4" fmla="*/ 43 w 43"/>
                  <a:gd name="T5" fmla="*/ 15 h 15"/>
                  <a:gd name="T6" fmla="*/ 0 60000 65536"/>
                  <a:gd name="T7" fmla="*/ 0 60000 65536"/>
                  <a:gd name="T8" fmla="*/ 0 60000 65536"/>
                  <a:gd name="T9" fmla="*/ 0 w 43"/>
                  <a:gd name="T10" fmla="*/ 0 h 15"/>
                  <a:gd name="T11" fmla="*/ 43 w 43"/>
                  <a:gd name="T12" fmla="*/ 15 h 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" h="15">
                    <a:moveTo>
                      <a:pt x="0" y="0"/>
                    </a:moveTo>
                    <a:lnTo>
                      <a:pt x="42" y="15"/>
                    </a:lnTo>
                    <a:lnTo>
                      <a:pt x="43" y="15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3" name="Freeform 157"/>
              <p:cNvSpPr/>
              <p:nvPr/>
            </p:nvSpPr>
            <p:spPr bwMode="auto">
              <a:xfrm>
                <a:off x="1724" y="2799"/>
                <a:ext cx="375" cy="136"/>
              </a:xfrm>
              <a:custGeom>
                <a:avLst/>
                <a:gdLst>
                  <a:gd name="T0" fmla="*/ 0 w 1125"/>
                  <a:gd name="T1" fmla="*/ 0 h 409"/>
                  <a:gd name="T2" fmla="*/ 1124 w 1125"/>
                  <a:gd name="T3" fmla="*/ 409 h 409"/>
                  <a:gd name="T4" fmla="*/ 1125 w 1125"/>
                  <a:gd name="T5" fmla="*/ 409 h 409"/>
                  <a:gd name="T6" fmla="*/ 0 60000 65536"/>
                  <a:gd name="T7" fmla="*/ 0 60000 65536"/>
                  <a:gd name="T8" fmla="*/ 0 60000 65536"/>
                  <a:gd name="T9" fmla="*/ 0 w 1125"/>
                  <a:gd name="T10" fmla="*/ 0 h 409"/>
                  <a:gd name="T11" fmla="*/ 1125 w 1125"/>
                  <a:gd name="T12" fmla="*/ 409 h 40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25" h="409">
                    <a:moveTo>
                      <a:pt x="0" y="0"/>
                    </a:moveTo>
                    <a:lnTo>
                      <a:pt x="1124" y="409"/>
                    </a:lnTo>
                    <a:lnTo>
                      <a:pt x="1125" y="40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4" name="Freeform 158"/>
              <p:cNvSpPr/>
              <p:nvPr/>
            </p:nvSpPr>
            <p:spPr bwMode="auto">
              <a:xfrm>
                <a:off x="2861" y="3030"/>
                <a:ext cx="67" cy="183"/>
              </a:xfrm>
              <a:custGeom>
                <a:avLst/>
                <a:gdLst>
                  <a:gd name="T0" fmla="*/ 0 w 200"/>
                  <a:gd name="T1" fmla="*/ 548 h 548"/>
                  <a:gd name="T2" fmla="*/ 199 w 200"/>
                  <a:gd name="T3" fmla="*/ 0 h 548"/>
                  <a:gd name="T4" fmla="*/ 200 w 200"/>
                  <a:gd name="T5" fmla="*/ 0 h 548"/>
                  <a:gd name="T6" fmla="*/ 0 60000 65536"/>
                  <a:gd name="T7" fmla="*/ 0 60000 65536"/>
                  <a:gd name="T8" fmla="*/ 0 60000 65536"/>
                  <a:gd name="T9" fmla="*/ 0 w 200"/>
                  <a:gd name="T10" fmla="*/ 0 h 548"/>
                  <a:gd name="T11" fmla="*/ 200 w 200"/>
                  <a:gd name="T12" fmla="*/ 548 h 5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0" h="548">
                    <a:moveTo>
                      <a:pt x="0" y="548"/>
                    </a:moveTo>
                    <a:lnTo>
                      <a:pt x="199" y="0"/>
                    </a:lnTo>
                    <a:lnTo>
                      <a:pt x="2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tailEnd type="triangle" w="sm" len="lg"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472" name="Group 160"/>
          <p:cNvGrpSpPr/>
          <p:nvPr/>
        </p:nvGrpSpPr>
        <p:grpSpPr bwMode="auto">
          <a:xfrm>
            <a:off x="7965136" y="2024319"/>
            <a:ext cx="4119563" cy="4102100"/>
            <a:chOff x="2948" y="756"/>
            <a:chExt cx="2595" cy="2583"/>
          </a:xfrm>
        </p:grpSpPr>
        <p:sp>
          <p:nvSpPr>
            <p:cNvPr id="473" name="Line 161"/>
            <p:cNvSpPr>
              <a:spLocks noChangeShapeType="1"/>
            </p:cNvSpPr>
            <p:nvPr/>
          </p:nvSpPr>
          <p:spPr bwMode="auto">
            <a:xfrm flipV="1">
              <a:off x="4162" y="1508"/>
              <a:ext cx="145" cy="14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74" name="Group 162"/>
            <p:cNvGrpSpPr/>
            <p:nvPr/>
          </p:nvGrpSpPr>
          <p:grpSpPr bwMode="auto">
            <a:xfrm>
              <a:off x="3188" y="756"/>
              <a:ext cx="2120" cy="1290"/>
              <a:chOff x="3123" y="756"/>
              <a:chExt cx="2120" cy="1290"/>
            </a:xfrm>
          </p:grpSpPr>
          <p:sp>
            <p:nvSpPr>
              <p:cNvPr id="541" name="Arc 163"/>
              <p:cNvSpPr/>
              <p:nvPr/>
            </p:nvSpPr>
            <p:spPr bwMode="auto">
              <a:xfrm flipH="1">
                <a:off x="3206" y="1430"/>
                <a:ext cx="183" cy="364"/>
              </a:xfrm>
              <a:custGeom>
                <a:avLst/>
                <a:gdLst>
                  <a:gd name="T0" fmla="*/ 1 w 21712"/>
                  <a:gd name="T1" fmla="*/ 0 h 43200"/>
                  <a:gd name="T2" fmla="*/ 0 w 21712"/>
                  <a:gd name="T3" fmla="*/ 364 h 43200"/>
                  <a:gd name="T4" fmla="*/ 1 w 21712"/>
                  <a:gd name="T5" fmla="*/ 182 h 43200"/>
                  <a:gd name="T6" fmla="*/ 0 60000 65536"/>
                  <a:gd name="T7" fmla="*/ 0 60000 65536"/>
                  <a:gd name="T8" fmla="*/ 0 60000 65536"/>
                  <a:gd name="T9" fmla="*/ 0 w 21712"/>
                  <a:gd name="T10" fmla="*/ 0 h 43200"/>
                  <a:gd name="T11" fmla="*/ 21712 w 21712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12" h="43200" fill="none" extrusionOk="0">
                    <a:moveTo>
                      <a:pt x="111" y="0"/>
                    </a:moveTo>
                    <a:cubicBezTo>
                      <a:pt x="12041" y="0"/>
                      <a:pt x="21712" y="9670"/>
                      <a:pt x="21712" y="21600"/>
                    </a:cubicBezTo>
                    <a:cubicBezTo>
                      <a:pt x="21712" y="33529"/>
                      <a:pt x="12041" y="43200"/>
                      <a:pt x="112" y="43200"/>
                    </a:cubicBezTo>
                    <a:cubicBezTo>
                      <a:pt x="74" y="43200"/>
                      <a:pt x="37" y="43199"/>
                      <a:pt x="0" y="43199"/>
                    </a:cubicBezTo>
                  </a:path>
                  <a:path w="21712" h="43200" stroke="0" extrusionOk="0">
                    <a:moveTo>
                      <a:pt x="111" y="0"/>
                    </a:moveTo>
                    <a:cubicBezTo>
                      <a:pt x="12041" y="0"/>
                      <a:pt x="21712" y="9670"/>
                      <a:pt x="21712" y="21600"/>
                    </a:cubicBezTo>
                    <a:cubicBezTo>
                      <a:pt x="21712" y="33529"/>
                      <a:pt x="12041" y="43200"/>
                      <a:pt x="112" y="43200"/>
                    </a:cubicBezTo>
                    <a:cubicBezTo>
                      <a:pt x="74" y="43200"/>
                      <a:pt x="37" y="43199"/>
                      <a:pt x="0" y="43199"/>
                    </a:cubicBezTo>
                    <a:lnTo>
                      <a:pt x="112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2" name="Oval 164"/>
              <p:cNvSpPr>
                <a:spLocks noChangeArrowheads="1"/>
              </p:cNvSpPr>
              <p:nvPr/>
            </p:nvSpPr>
            <p:spPr bwMode="auto">
              <a:xfrm>
                <a:off x="3298" y="1528"/>
                <a:ext cx="174" cy="174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3" name="Freeform 165"/>
              <p:cNvSpPr/>
              <p:nvPr/>
            </p:nvSpPr>
            <p:spPr bwMode="auto">
              <a:xfrm>
                <a:off x="3516" y="1004"/>
                <a:ext cx="756" cy="1"/>
              </a:xfrm>
              <a:custGeom>
                <a:avLst/>
                <a:gdLst>
                  <a:gd name="T0" fmla="*/ 0 w 2270"/>
                  <a:gd name="T1" fmla="*/ 0 h 1"/>
                  <a:gd name="T2" fmla="*/ 2269 w 2270"/>
                  <a:gd name="T3" fmla="*/ 0 h 1"/>
                  <a:gd name="T4" fmla="*/ 2270 w 227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270"/>
                  <a:gd name="T10" fmla="*/ 0 h 1"/>
                  <a:gd name="T11" fmla="*/ 2270 w 227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70" h="1">
                    <a:moveTo>
                      <a:pt x="0" y="0"/>
                    </a:moveTo>
                    <a:lnTo>
                      <a:pt x="2269" y="0"/>
                    </a:lnTo>
                    <a:lnTo>
                      <a:pt x="227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4" name="Freeform 166"/>
              <p:cNvSpPr/>
              <p:nvPr/>
            </p:nvSpPr>
            <p:spPr bwMode="auto">
              <a:xfrm>
                <a:off x="3506" y="1971"/>
                <a:ext cx="772" cy="4"/>
              </a:xfrm>
              <a:custGeom>
                <a:avLst/>
                <a:gdLst>
                  <a:gd name="T0" fmla="*/ 0 w 772"/>
                  <a:gd name="T1" fmla="*/ 0 h 4"/>
                  <a:gd name="T2" fmla="*/ 772 w 772"/>
                  <a:gd name="T3" fmla="*/ 4 h 4"/>
                  <a:gd name="T4" fmla="*/ 772 w 772"/>
                  <a:gd name="T5" fmla="*/ 4 h 4"/>
                  <a:gd name="T6" fmla="*/ 0 60000 65536"/>
                  <a:gd name="T7" fmla="*/ 0 60000 65536"/>
                  <a:gd name="T8" fmla="*/ 0 60000 65536"/>
                  <a:gd name="T9" fmla="*/ 0 w 772"/>
                  <a:gd name="T10" fmla="*/ 0 h 4"/>
                  <a:gd name="T11" fmla="*/ 772 w 772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72" h="4">
                    <a:moveTo>
                      <a:pt x="0" y="0"/>
                    </a:moveTo>
                    <a:lnTo>
                      <a:pt x="772" y="4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5" name="Freeform 167"/>
              <p:cNvSpPr/>
              <p:nvPr/>
            </p:nvSpPr>
            <p:spPr bwMode="auto">
              <a:xfrm>
                <a:off x="3671" y="1004"/>
                <a:ext cx="1" cy="971"/>
              </a:xfrm>
              <a:custGeom>
                <a:avLst/>
                <a:gdLst>
                  <a:gd name="T0" fmla="*/ 0 w 1"/>
                  <a:gd name="T1" fmla="*/ 2915 h 2915"/>
                  <a:gd name="T2" fmla="*/ 0 w 1"/>
                  <a:gd name="T3" fmla="*/ 0 h 2915"/>
                  <a:gd name="T4" fmla="*/ 1 w 1"/>
                  <a:gd name="T5" fmla="*/ 0 h 291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915"/>
                  <a:gd name="T11" fmla="*/ 1 w 1"/>
                  <a:gd name="T12" fmla="*/ 2915 h 29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915">
                    <a:moveTo>
                      <a:pt x="0" y="291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6" name="Freeform 168"/>
              <p:cNvSpPr/>
              <p:nvPr/>
            </p:nvSpPr>
            <p:spPr bwMode="auto">
              <a:xfrm>
                <a:off x="3894" y="1252"/>
                <a:ext cx="1" cy="467"/>
              </a:xfrm>
              <a:custGeom>
                <a:avLst/>
                <a:gdLst>
                  <a:gd name="T0" fmla="*/ 0 w 2"/>
                  <a:gd name="T1" fmla="*/ 0 h 1403"/>
                  <a:gd name="T2" fmla="*/ 0 w 2"/>
                  <a:gd name="T3" fmla="*/ 1403 h 1403"/>
                  <a:gd name="T4" fmla="*/ 2 w 2"/>
                  <a:gd name="T5" fmla="*/ 1403 h 1403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403"/>
                  <a:gd name="T11" fmla="*/ 2 w 2"/>
                  <a:gd name="T12" fmla="*/ 1403 h 14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403">
                    <a:moveTo>
                      <a:pt x="0" y="0"/>
                    </a:moveTo>
                    <a:lnTo>
                      <a:pt x="0" y="1403"/>
                    </a:lnTo>
                    <a:lnTo>
                      <a:pt x="2" y="1403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7" name="Freeform 169"/>
              <p:cNvSpPr/>
              <p:nvPr/>
            </p:nvSpPr>
            <p:spPr bwMode="auto">
              <a:xfrm>
                <a:off x="3389" y="1363"/>
                <a:ext cx="1" cy="525"/>
              </a:xfrm>
              <a:custGeom>
                <a:avLst/>
                <a:gdLst>
                  <a:gd name="T0" fmla="*/ 0 w 1"/>
                  <a:gd name="T1" fmla="*/ 0 h 1573"/>
                  <a:gd name="T2" fmla="*/ 0 w 1"/>
                  <a:gd name="T3" fmla="*/ 1573 h 1573"/>
                  <a:gd name="T4" fmla="*/ 1 w 1"/>
                  <a:gd name="T5" fmla="*/ 1573 h 157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573"/>
                  <a:gd name="T11" fmla="*/ 1 w 1"/>
                  <a:gd name="T12" fmla="*/ 1573 h 15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573">
                    <a:moveTo>
                      <a:pt x="0" y="0"/>
                    </a:moveTo>
                    <a:lnTo>
                      <a:pt x="0" y="1573"/>
                    </a:lnTo>
                    <a:lnTo>
                      <a:pt x="1" y="1573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8" name="Freeform 170"/>
              <p:cNvSpPr/>
              <p:nvPr/>
            </p:nvSpPr>
            <p:spPr bwMode="auto">
              <a:xfrm>
                <a:off x="4117" y="1004"/>
                <a:ext cx="1" cy="971"/>
              </a:xfrm>
              <a:custGeom>
                <a:avLst/>
                <a:gdLst>
                  <a:gd name="T0" fmla="*/ 0 w 2"/>
                  <a:gd name="T1" fmla="*/ 2915 h 2915"/>
                  <a:gd name="T2" fmla="*/ 0 w 2"/>
                  <a:gd name="T3" fmla="*/ 0 h 2915"/>
                  <a:gd name="T4" fmla="*/ 2 w 2"/>
                  <a:gd name="T5" fmla="*/ 0 h 2915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2915"/>
                  <a:gd name="T11" fmla="*/ 2 w 2"/>
                  <a:gd name="T12" fmla="*/ 2915 h 29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2915">
                    <a:moveTo>
                      <a:pt x="0" y="2915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9" name="Freeform 171"/>
              <p:cNvSpPr/>
              <p:nvPr/>
            </p:nvSpPr>
            <p:spPr bwMode="auto">
              <a:xfrm>
                <a:off x="3123" y="1614"/>
                <a:ext cx="464" cy="1"/>
              </a:xfrm>
              <a:custGeom>
                <a:avLst/>
                <a:gdLst>
                  <a:gd name="T0" fmla="*/ 0 w 1393"/>
                  <a:gd name="T1" fmla="*/ 0 h 1"/>
                  <a:gd name="T2" fmla="*/ 1391 w 1393"/>
                  <a:gd name="T3" fmla="*/ 0 h 1"/>
                  <a:gd name="T4" fmla="*/ 1393 w 139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393"/>
                  <a:gd name="T10" fmla="*/ 0 h 1"/>
                  <a:gd name="T11" fmla="*/ 1393 w 139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93" h="1">
                    <a:moveTo>
                      <a:pt x="0" y="0"/>
                    </a:moveTo>
                    <a:lnTo>
                      <a:pt x="1391" y="0"/>
                    </a:lnTo>
                    <a:lnTo>
                      <a:pt x="139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0" name="Freeform 172"/>
              <p:cNvSpPr/>
              <p:nvPr/>
            </p:nvSpPr>
            <p:spPr bwMode="auto">
              <a:xfrm>
                <a:off x="3515" y="1788"/>
                <a:ext cx="1" cy="187"/>
              </a:xfrm>
              <a:custGeom>
                <a:avLst/>
                <a:gdLst>
                  <a:gd name="T0" fmla="*/ 1 w 1"/>
                  <a:gd name="T1" fmla="*/ 187 h 187"/>
                  <a:gd name="T2" fmla="*/ 0 w 1"/>
                  <a:gd name="T3" fmla="*/ 0 h 187"/>
                  <a:gd name="T4" fmla="*/ 0 60000 65536"/>
                  <a:gd name="T5" fmla="*/ 0 60000 65536"/>
                  <a:gd name="T6" fmla="*/ 0 w 1"/>
                  <a:gd name="T7" fmla="*/ 0 h 187"/>
                  <a:gd name="T8" fmla="*/ 1 w 1"/>
                  <a:gd name="T9" fmla="*/ 187 h 18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87">
                    <a:moveTo>
                      <a:pt x="1" y="187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1" name="Freeform 173"/>
              <p:cNvSpPr/>
              <p:nvPr/>
            </p:nvSpPr>
            <p:spPr bwMode="auto">
              <a:xfrm>
                <a:off x="3389" y="1791"/>
                <a:ext cx="123" cy="4"/>
              </a:xfrm>
              <a:custGeom>
                <a:avLst/>
                <a:gdLst>
                  <a:gd name="T0" fmla="*/ 0 w 123"/>
                  <a:gd name="T1" fmla="*/ 4 h 4"/>
                  <a:gd name="T2" fmla="*/ 123 w 123"/>
                  <a:gd name="T3" fmla="*/ 0 h 4"/>
                  <a:gd name="T4" fmla="*/ 0 60000 65536"/>
                  <a:gd name="T5" fmla="*/ 0 60000 65536"/>
                  <a:gd name="T6" fmla="*/ 0 w 123"/>
                  <a:gd name="T7" fmla="*/ 0 h 4"/>
                  <a:gd name="T8" fmla="*/ 123 w 123"/>
                  <a:gd name="T9" fmla="*/ 4 h 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3" h="4">
                    <a:moveTo>
                      <a:pt x="0" y="4"/>
                    </a:moveTo>
                    <a:lnTo>
                      <a:pt x="123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2" name="Freeform 174"/>
              <p:cNvSpPr/>
              <p:nvPr/>
            </p:nvSpPr>
            <p:spPr bwMode="auto">
              <a:xfrm>
                <a:off x="3894" y="1822"/>
                <a:ext cx="1" cy="224"/>
              </a:xfrm>
              <a:custGeom>
                <a:avLst/>
                <a:gdLst>
                  <a:gd name="T0" fmla="*/ 0 w 2"/>
                  <a:gd name="T1" fmla="*/ 0 h 672"/>
                  <a:gd name="T2" fmla="*/ 0 w 2"/>
                  <a:gd name="T3" fmla="*/ 672 h 672"/>
                  <a:gd name="T4" fmla="*/ 2 w 2"/>
                  <a:gd name="T5" fmla="*/ 672 h 672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672"/>
                  <a:gd name="T11" fmla="*/ 2 w 2"/>
                  <a:gd name="T12" fmla="*/ 672 h 67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672">
                    <a:moveTo>
                      <a:pt x="0" y="0"/>
                    </a:moveTo>
                    <a:lnTo>
                      <a:pt x="0" y="672"/>
                    </a:lnTo>
                    <a:lnTo>
                      <a:pt x="2" y="672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3" name="Freeform 175"/>
              <p:cNvSpPr/>
              <p:nvPr/>
            </p:nvSpPr>
            <p:spPr bwMode="auto">
              <a:xfrm>
                <a:off x="3894" y="1744"/>
                <a:ext cx="1" cy="23"/>
              </a:xfrm>
              <a:custGeom>
                <a:avLst/>
                <a:gdLst>
                  <a:gd name="T0" fmla="*/ 0 w 2"/>
                  <a:gd name="T1" fmla="*/ 0 h 70"/>
                  <a:gd name="T2" fmla="*/ 0 w 2"/>
                  <a:gd name="T3" fmla="*/ 70 h 70"/>
                  <a:gd name="T4" fmla="*/ 2 w 2"/>
                  <a:gd name="T5" fmla="*/ 70 h 7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70"/>
                  <a:gd name="T11" fmla="*/ 2 w 2"/>
                  <a:gd name="T12" fmla="*/ 70 h 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70">
                    <a:moveTo>
                      <a:pt x="0" y="0"/>
                    </a:moveTo>
                    <a:lnTo>
                      <a:pt x="0" y="70"/>
                    </a:lnTo>
                    <a:lnTo>
                      <a:pt x="2" y="7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4" name="Freeform 176"/>
              <p:cNvSpPr/>
              <p:nvPr/>
            </p:nvSpPr>
            <p:spPr bwMode="auto">
              <a:xfrm>
                <a:off x="3515" y="1004"/>
                <a:ext cx="2" cy="430"/>
              </a:xfrm>
              <a:custGeom>
                <a:avLst/>
                <a:gdLst>
                  <a:gd name="T0" fmla="*/ 0 w 2"/>
                  <a:gd name="T1" fmla="*/ 430 h 430"/>
                  <a:gd name="T2" fmla="*/ 1 w 2"/>
                  <a:gd name="T3" fmla="*/ 0 h 430"/>
                  <a:gd name="T4" fmla="*/ 2 w 2"/>
                  <a:gd name="T5" fmla="*/ 0 h 43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430"/>
                  <a:gd name="T11" fmla="*/ 2 w 2"/>
                  <a:gd name="T12" fmla="*/ 430 h 43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430">
                    <a:moveTo>
                      <a:pt x="0" y="430"/>
                    </a:moveTo>
                    <a:lnTo>
                      <a:pt x="1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5" name="Freeform 177"/>
              <p:cNvSpPr/>
              <p:nvPr/>
            </p:nvSpPr>
            <p:spPr bwMode="auto">
              <a:xfrm>
                <a:off x="3389" y="1431"/>
                <a:ext cx="123" cy="3"/>
              </a:xfrm>
              <a:custGeom>
                <a:avLst/>
                <a:gdLst>
                  <a:gd name="T0" fmla="*/ 0 w 123"/>
                  <a:gd name="T1" fmla="*/ 0 h 3"/>
                  <a:gd name="T2" fmla="*/ 123 w 123"/>
                  <a:gd name="T3" fmla="*/ 3 h 3"/>
                  <a:gd name="T4" fmla="*/ 0 60000 65536"/>
                  <a:gd name="T5" fmla="*/ 0 60000 65536"/>
                  <a:gd name="T6" fmla="*/ 0 w 123"/>
                  <a:gd name="T7" fmla="*/ 0 h 3"/>
                  <a:gd name="T8" fmla="*/ 123 w 123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3" h="3">
                    <a:moveTo>
                      <a:pt x="0" y="0"/>
                    </a:moveTo>
                    <a:lnTo>
                      <a:pt x="123" y="3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6" name="Freeform 178"/>
              <p:cNvSpPr/>
              <p:nvPr/>
            </p:nvSpPr>
            <p:spPr bwMode="auto">
              <a:xfrm>
                <a:off x="3894" y="1204"/>
                <a:ext cx="1" cy="15"/>
              </a:xfrm>
              <a:custGeom>
                <a:avLst/>
                <a:gdLst>
                  <a:gd name="T0" fmla="*/ 0 w 2"/>
                  <a:gd name="T1" fmla="*/ 0 h 46"/>
                  <a:gd name="T2" fmla="*/ 0 w 2"/>
                  <a:gd name="T3" fmla="*/ 46 h 46"/>
                  <a:gd name="T4" fmla="*/ 2 w 2"/>
                  <a:gd name="T5" fmla="*/ 46 h 46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46"/>
                  <a:gd name="T11" fmla="*/ 2 w 2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46">
                    <a:moveTo>
                      <a:pt x="0" y="0"/>
                    </a:moveTo>
                    <a:lnTo>
                      <a:pt x="0" y="46"/>
                    </a:lnTo>
                    <a:lnTo>
                      <a:pt x="2" y="46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7" name="Freeform 179"/>
              <p:cNvSpPr/>
              <p:nvPr/>
            </p:nvSpPr>
            <p:spPr bwMode="auto">
              <a:xfrm>
                <a:off x="3894" y="953"/>
                <a:ext cx="1" cy="211"/>
              </a:xfrm>
              <a:custGeom>
                <a:avLst/>
                <a:gdLst>
                  <a:gd name="T0" fmla="*/ 0 w 2"/>
                  <a:gd name="T1" fmla="*/ 0 h 631"/>
                  <a:gd name="T2" fmla="*/ 0 w 2"/>
                  <a:gd name="T3" fmla="*/ 631 h 631"/>
                  <a:gd name="T4" fmla="*/ 2 w 2"/>
                  <a:gd name="T5" fmla="*/ 631 h 63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631"/>
                  <a:gd name="T11" fmla="*/ 2 w 2"/>
                  <a:gd name="T12" fmla="*/ 631 h 63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631">
                    <a:moveTo>
                      <a:pt x="0" y="0"/>
                    </a:moveTo>
                    <a:lnTo>
                      <a:pt x="0" y="631"/>
                    </a:lnTo>
                    <a:lnTo>
                      <a:pt x="2" y="63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8" name="Freeform 180"/>
              <p:cNvSpPr/>
              <p:nvPr/>
            </p:nvSpPr>
            <p:spPr bwMode="auto">
              <a:xfrm>
                <a:off x="5212" y="1416"/>
                <a:ext cx="1" cy="138"/>
              </a:xfrm>
              <a:custGeom>
                <a:avLst/>
                <a:gdLst>
                  <a:gd name="T0" fmla="*/ 0 w 1"/>
                  <a:gd name="T1" fmla="*/ 412 h 412"/>
                  <a:gd name="T2" fmla="*/ 0 w 1"/>
                  <a:gd name="T3" fmla="*/ 0 h 412"/>
                  <a:gd name="T4" fmla="*/ 1 w 1"/>
                  <a:gd name="T5" fmla="*/ 0 h 41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12"/>
                  <a:gd name="T11" fmla="*/ 1 w 1"/>
                  <a:gd name="T12" fmla="*/ 412 h 4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12">
                    <a:moveTo>
                      <a:pt x="0" y="41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9" name="Freeform 181"/>
              <p:cNvSpPr/>
              <p:nvPr/>
            </p:nvSpPr>
            <p:spPr bwMode="auto">
              <a:xfrm>
                <a:off x="4916" y="1670"/>
                <a:ext cx="327" cy="1"/>
              </a:xfrm>
              <a:custGeom>
                <a:avLst/>
                <a:gdLst>
                  <a:gd name="T0" fmla="*/ 0 w 980"/>
                  <a:gd name="T1" fmla="*/ 0 h 1"/>
                  <a:gd name="T2" fmla="*/ 979 w 980"/>
                  <a:gd name="T3" fmla="*/ 0 h 1"/>
                  <a:gd name="T4" fmla="*/ 980 w 98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80"/>
                  <a:gd name="T10" fmla="*/ 0 h 1"/>
                  <a:gd name="T11" fmla="*/ 980 w 98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80" h="1">
                    <a:moveTo>
                      <a:pt x="0" y="0"/>
                    </a:moveTo>
                    <a:lnTo>
                      <a:pt x="979" y="0"/>
                    </a:lnTo>
                    <a:lnTo>
                      <a:pt x="98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0" name="Freeform 182"/>
              <p:cNvSpPr/>
              <p:nvPr/>
            </p:nvSpPr>
            <p:spPr bwMode="auto">
              <a:xfrm>
                <a:off x="4916" y="1902"/>
                <a:ext cx="327" cy="1"/>
              </a:xfrm>
              <a:custGeom>
                <a:avLst/>
                <a:gdLst>
                  <a:gd name="T0" fmla="*/ 0 w 980"/>
                  <a:gd name="T1" fmla="*/ 0 h 1"/>
                  <a:gd name="T2" fmla="*/ 979 w 980"/>
                  <a:gd name="T3" fmla="*/ 0 h 1"/>
                  <a:gd name="T4" fmla="*/ 980 w 98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80"/>
                  <a:gd name="T10" fmla="*/ 0 h 1"/>
                  <a:gd name="T11" fmla="*/ 980 w 98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80" h="1">
                    <a:moveTo>
                      <a:pt x="0" y="0"/>
                    </a:moveTo>
                    <a:lnTo>
                      <a:pt x="979" y="0"/>
                    </a:lnTo>
                    <a:lnTo>
                      <a:pt x="98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1" name="Freeform 183"/>
              <p:cNvSpPr/>
              <p:nvPr/>
            </p:nvSpPr>
            <p:spPr bwMode="auto">
              <a:xfrm>
                <a:off x="4272" y="1554"/>
                <a:ext cx="941" cy="1"/>
              </a:xfrm>
              <a:custGeom>
                <a:avLst/>
                <a:gdLst>
                  <a:gd name="T0" fmla="*/ 0 w 2822"/>
                  <a:gd name="T1" fmla="*/ 0 h 1"/>
                  <a:gd name="T2" fmla="*/ 2821 w 2822"/>
                  <a:gd name="T3" fmla="*/ 0 h 1"/>
                  <a:gd name="T4" fmla="*/ 2822 w 282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822"/>
                  <a:gd name="T10" fmla="*/ 0 h 1"/>
                  <a:gd name="T11" fmla="*/ 2822 w 282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22" h="1">
                    <a:moveTo>
                      <a:pt x="0" y="0"/>
                    </a:moveTo>
                    <a:lnTo>
                      <a:pt x="2821" y="0"/>
                    </a:lnTo>
                    <a:lnTo>
                      <a:pt x="282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2" name="Freeform 184"/>
              <p:cNvSpPr/>
              <p:nvPr/>
            </p:nvSpPr>
            <p:spPr bwMode="auto">
              <a:xfrm>
                <a:off x="4274" y="1709"/>
                <a:ext cx="638" cy="1"/>
              </a:xfrm>
              <a:custGeom>
                <a:avLst/>
                <a:gdLst>
                  <a:gd name="T0" fmla="*/ 0 w 638"/>
                  <a:gd name="T1" fmla="*/ 1 h 1"/>
                  <a:gd name="T2" fmla="*/ 638 w 638"/>
                  <a:gd name="T3" fmla="*/ 0 h 1"/>
                  <a:gd name="T4" fmla="*/ 638 w 63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38"/>
                  <a:gd name="T10" fmla="*/ 0 h 1"/>
                  <a:gd name="T11" fmla="*/ 638 w 63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8" h="1">
                    <a:moveTo>
                      <a:pt x="0" y="1"/>
                    </a:moveTo>
                    <a:lnTo>
                      <a:pt x="638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3" name="Freeform 185"/>
              <p:cNvSpPr/>
              <p:nvPr/>
            </p:nvSpPr>
            <p:spPr bwMode="auto">
              <a:xfrm>
                <a:off x="4274" y="1863"/>
                <a:ext cx="638" cy="1"/>
              </a:xfrm>
              <a:custGeom>
                <a:avLst/>
                <a:gdLst>
                  <a:gd name="T0" fmla="*/ 0 w 638"/>
                  <a:gd name="T1" fmla="*/ 0 h 1"/>
                  <a:gd name="T2" fmla="*/ 638 w 638"/>
                  <a:gd name="T3" fmla="*/ 1 h 1"/>
                  <a:gd name="T4" fmla="*/ 638 w 638"/>
                  <a:gd name="T5" fmla="*/ 1 h 1"/>
                  <a:gd name="T6" fmla="*/ 0 60000 65536"/>
                  <a:gd name="T7" fmla="*/ 0 60000 65536"/>
                  <a:gd name="T8" fmla="*/ 0 60000 65536"/>
                  <a:gd name="T9" fmla="*/ 0 w 638"/>
                  <a:gd name="T10" fmla="*/ 0 h 1"/>
                  <a:gd name="T11" fmla="*/ 638 w 63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8" h="1">
                    <a:moveTo>
                      <a:pt x="0" y="0"/>
                    </a:moveTo>
                    <a:lnTo>
                      <a:pt x="638" y="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4" name="Freeform 186"/>
              <p:cNvSpPr/>
              <p:nvPr/>
            </p:nvSpPr>
            <p:spPr bwMode="auto">
              <a:xfrm>
                <a:off x="4271" y="1863"/>
                <a:ext cx="1" cy="112"/>
              </a:xfrm>
              <a:custGeom>
                <a:avLst/>
                <a:gdLst>
                  <a:gd name="T0" fmla="*/ 1 w 1"/>
                  <a:gd name="T1" fmla="*/ 112 h 112"/>
                  <a:gd name="T2" fmla="*/ 0 w 1"/>
                  <a:gd name="T3" fmla="*/ 0 h 112"/>
                  <a:gd name="T4" fmla="*/ 0 60000 65536"/>
                  <a:gd name="T5" fmla="*/ 0 60000 65536"/>
                  <a:gd name="T6" fmla="*/ 0 w 1"/>
                  <a:gd name="T7" fmla="*/ 0 h 112"/>
                  <a:gd name="T8" fmla="*/ 1 w 1"/>
                  <a:gd name="T9" fmla="*/ 112 h 11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12">
                    <a:moveTo>
                      <a:pt x="1" y="112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5" name="Freeform 187"/>
              <p:cNvSpPr/>
              <p:nvPr/>
            </p:nvSpPr>
            <p:spPr bwMode="auto">
              <a:xfrm>
                <a:off x="5002" y="1670"/>
                <a:ext cx="1" cy="232"/>
              </a:xfrm>
              <a:custGeom>
                <a:avLst/>
                <a:gdLst>
                  <a:gd name="T0" fmla="*/ 0 w 1"/>
                  <a:gd name="T1" fmla="*/ 698 h 698"/>
                  <a:gd name="T2" fmla="*/ 0 w 1"/>
                  <a:gd name="T3" fmla="*/ 0 h 698"/>
                  <a:gd name="T4" fmla="*/ 1 w 1"/>
                  <a:gd name="T5" fmla="*/ 0 h 6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8"/>
                  <a:gd name="T11" fmla="*/ 1 w 1"/>
                  <a:gd name="T12" fmla="*/ 698 h 6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6" name="Freeform 188"/>
              <p:cNvSpPr/>
              <p:nvPr/>
            </p:nvSpPr>
            <p:spPr bwMode="auto">
              <a:xfrm>
                <a:off x="5079" y="1822"/>
                <a:ext cx="1" cy="152"/>
              </a:xfrm>
              <a:custGeom>
                <a:avLst/>
                <a:gdLst>
                  <a:gd name="T0" fmla="*/ 0 w 1"/>
                  <a:gd name="T1" fmla="*/ 457 h 457"/>
                  <a:gd name="T2" fmla="*/ 0 w 1"/>
                  <a:gd name="T3" fmla="*/ 0 h 457"/>
                  <a:gd name="T4" fmla="*/ 1 w 1"/>
                  <a:gd name="T5" fmla="*/ 0 h 45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57"/>
                  <a:gd name="T11" fmla="*/ 1 w 1"/>
                  <a:gd name="T12" fmla="*/ 457 h 4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57">
                    <a:moveTo>
                      <a:pt x="0" y="45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7" name="Freeform 189"/>
              <p:cNvSpPr/>
              <p:nvPr/>
            </p:nvSpPr>
            <p:spPr bwMode="auto">
              <a:xfrm>
                <a:off x="5079" y="1612"/>
                <a:ext cx="1" cy="107"/>
              </a:xfrm>
              <a:custGeom>
                <a:avLst/>
                <a:gdLst>
                  <a:gd name="T0" fmla="*/ 0 w 1"/>
                  <a:gd name="T1" fmla="*/ 323 h 323"/>
                  <a:gd name="T2" fmla="*/ 0 w 1"/>
                  <a:gd name="T3" fmla="*/ 0 h 323"/>
                  <a:gd name="T4" fmla="*/ 1 w 1"/>
                  <a:gd name="T5" fmla="*/ 0 h 32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23"/>
                  <a:gd name="T11" fmla="*/ 1 w 1"/>
                  <a:gd name="T12" fmla="*/ 323 h 32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23">
                    <a:moveTo>
                      <a:pt x="0" y="32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8" name="Freeform 190"/>
              <p:cNvSpPr/>
              <p:nvPr/>
            </p:nvSpPr>
            <p:spPr bwMode="auto">
              <a:xfrm>
                <a:off x="5079" y="1759"/>
                <a:ext cx="1" cy="23"/>
              </a:xfrm>
              <a:custGeom>
                <a:avLst/>
                <a:gdLst>
                  <a:gd name="T0" fmla="*/ 0 w 1"/>
                  <a:gd name="T1" fmla="*/ 70 h 70"/>
                  <a:gd name="T2" fmla="*/ 0 w 1"/>
                  <a:gd name="T3" fmla="*/ 0 h 70"/>
                  <a:gd name="T4" fmla="*/ 1 w 1"/>
                  <a:gd name="T5" fmla="*/ 0 h 7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0"/>
                  <a:gd name="T11" fmla="*/ 1 w 1"/>
                  <a:gd name="T12" fmla="*/ 70 h 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0">
                    <a:moveTo>
                      <a:pt x="0" y="7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9" name="Freeform 191"/>
              <p:cNvSpPr/>
              <p:nvPr/>
            </p:nvSpPr>
            <p:spPr bwMode="auto">
              <a:xfrm>
                <a:off x="5242" y="1670"/>
                <a:ext cx="1" cy="232"/>
              </a:xfrm>
              <a:custGeom>
                <a:avLst/>
                <a:gdLst>
                  <a:gd name="T0" fmla="*/ 0 w 1"/>
                  <a:gd name="T1" fmla="*/ 698 h 698"/>
                  <a:gd name="T2" fmla="*/ 0 w 1"/>
                  <a:gd name="T3" fmla="*/ 0 h 698"/>
                  <a:gd name="T4" fmla="*/ 1 w 1"/>
                  <a:gd name="T5" fmla="*/ 0 h 6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8"/>
                  <a:gd name="T11" fmla="*/ 1 w 1"/>
                  <a:gd name="T12" fmla="*/ 698 h 6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0" name="Freeform 192"/>
              <p:cNvSpPr/>
              <p:nvPr/>
            </p:nvSpPr>
            <p:spPr bwMode="auto">
              <a:xfrm>
                <a:off x="5156" y="1670"/>
                <a:ext cx="1" cy="232"/>
              </a:xfrm>
              <a:custGeom>
                <a:avLst/>
                <a:gdLst>
                  <a:gd name="T0" fmla="*/ 0 w 1"/>
                  <a:gd name="T1" fmla="*/ 698 h 698"/>
                  <a:gd name="T2" fmla="*/ 0 w 1"/>
                  <a:gd name="T3" fmla="*/ 0 h 698"/>
                  <a:gd name="T4" fmla="*/ 1 w 1"/>
                  <a:gd name="T5" fmla="*/ 0 h 6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8"/>
                  <a:gd name="T11" fmla="*/ 1 w 1"/>
                  <a:gd name="T12" fmla="*/ 698 h 6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1" name="Freeform 193"/>
              <p:cNvSpPr/>
              <p:nvPr/>
            </p:nvSpPr>
            <p:spPr bwMode="auto">
              <a:xfrm>
                <a:off x="4916" y="1076"/>
                <a:ext cx="327" cy="1"/>
              </a:xfrm>
              <a:custGeom>
                <a:avLst/>
                <a:gdLst>
                  <a:gd name="T0" fmla="*/ 0 w 980"/>
                  <a:gd name="T1" fmla="*/ 0 h 1"/>
                  <a:gd name="T2" fmla="*/ 979 w 980"/>
                  <a:gd name="T3" fmla="*/ 0 h 1"/>
                  <a:gd name="T4" fmla="*/ 980 w 98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80"/>
                  <a:gd name="T10" fmla="*/ 0 h 1"/>
                  <a:gd name="T11" fmla="*/ 980 w 98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80" h="1">
                    <a:moveTo>
                      <a:pt x="0" y="0"/>
                    </a:moveTo>
                    <a:lnTo>
                      <a:pt x="979" y="0"/>
                    </a:lnTo>
                    <a:lnTo>
                      <a:pt x="98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2" name="Freeform 194"/>
              <p:cNvSpPr/>
              <p:nvPr/>
            </p:nvSpPr>
            <p:spPr bwMode="auto">
              <a:xfrm>
                <a:off x="4916" y="1309"/>
                <a:ext cx="327" cy="1"/>
              </a:xfrm>
              <a:custGeom>
                <a:avLst/>
                <a:gdLst>
                  <a:gd name="T0" fmla="*/ 0 w 980"/>
                  <a:gd name="T1" fmla="*/ 0 h 1"/>
                  <a:gd name="T2" fmla="*/ 979 w 980"/>
                  <a:gd name="T3" fmla="*/ 0 h 1"/>
                  <a:gd name="T4" fmla="*/ 980 w 98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80"/>
                  <a:gd name="T10" fmla="*/ 0 h 1"/>
                  <a:gd name="T11" fmla="*/ 980 w 98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80" h="1">
                    <a:moveTo>
                      <a:pt x="0" y="0"/>
                    </a:moveTo>
                    <a:lnTo>
                      <a:pt x="979" y="0"/>
                    </a:lnTo>
                    <a:lnTo>
                      <a:pt x="98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3" name="Freeform 195"/>
              <p:cNvSpPr/>
              <p:nvPr/>
            </p:nvSpPr>
            <p:spPr bwMode="auto">
              <a:xfrm>
                <a:off x="4272" y="1416"/>
                <a:ext cx="941" cy="1"/>
              </a:xfrm>
              <a:custGeom>
                <a:avLst/>
                <a:gdLst>
                  <a:gd name="T0" fmla="*/ 0 w 2822"/>
                  <a:gd name="T1" fmla="*/ 0 h 1"/>
                  <a:gd name="T2" fmla="*/ 2821 w 2822"/>
                  <a:gd name="T3" fmla="*/ 0 h 1"/>
                  <a:gd name="T4" fmla="*/ 2822 w 282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822"/>
                  <a:gd name="T10" fmla="*/ 0 h 1"/>
                  <a:gd name="T11" fmla="*/ 2822 w 282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22" h="1">
                    <a:moveTo>
                      <a:pt x="0" y="0"/>
                    </a:moveTo>
                    <a:lnTo>
                      <a:pt x="2821" y="0"/>
                    </a:lnTo>
                    <a:lnTo>
                      <a:pt x="282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4" name="Freeform 196"/>
              <p:cNvSpPr/>
              <p:nvPr/>
            </p:nvSpPr>
            <p:spPr bwMode="auto">
              <a:xfrm>
                <a:off x="4277" y="1266"/>
                <a:ext cx="636" cy="1"/>
              </a:xfrm>
              <a:custGeom>
                <a:avLst/>
                <a:gdLst>
                  <a:gd name="T0" fmla="*/ 0 w 636"/>
                  <a:gd name="T1" fmla="*/ 0 h 1"/>
                  <a:gd name="T2" fmla="*/ 636 w 636"/>
                  <a:gd name="T3" fmla="*/ 0 h 1"/>
                  <a:gd name="T4" fmla="*/ 0 60000 65536"/>
                  <a:gd name="T5" fmla="*/ 0 60000 65536"/>
                  <a:gd name="T6" fmla="*/ 0 w 636"/>
                  <a:gd name="T7" fmla="*/ 0 h 1"/>
                  <a:gd name="T8" fmla="*/ 636 w 636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36" h="1">
                    <a:moveTo>
                      <a:pt x="0" y="0"/>
                    </a:moveTo>
                    <a:lnTo>
                      <a:pt x="636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5" name="Freeform 197"/>
              <p:cNvSpPr/>
              <p:nvPr/>
            </p:nvSpPr>
            <p:spPr bwMode="auto">
              <a:xfrm>
                <a:off x="4268" y="1110"/>
                <a:ext cx="648" cy="6"/>
              </a:xfrm>
              <a:custGeom>
                <a:avLst/>
                <a:gdLst>
                  <a:gd name="T0" fmla="*/ 0 w 648"/>
                  <a:gd name="T1" fmla="*/ 0 h 6"/>
                  <a:gd name="T2" fmla="*/ 648 w 648"/>
                  <a:gd name="T3" fmla="*/ 6 h 6"/>
                  <a:gd name="T4" fmla="*/ 0 60000 65536"/>
                  <a:gd name="T5" fmla="*/ 0 60000 65536"/>
                  <a:gd name="T6" fmla="*/ 0 w 648"/>
                  <a:gd name="T7" fmla="*/ 0 h 6"/>
                  <a:gd name="T8" fmla="*/ 648 w 648"/>
                  <a:gd name="T9" fmla="*/ 6 h 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48" h="6">
                    <a:moveTo>
                      <a:pt x="0" y="0"/>
                    </a:moveTo>
                    <a:lnTo>
                      <a:pt x="648" y="6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6" name="Freeform 198"/>
              <p:cNvSpPr/>
              <p:nvPr/>
            </p:nvSpPr>
            <p:spPr bwMode="auto">
              <a:xfrm>
                <a:off x="4271" y="1004"/>
                <a:ext cx="2" cy="106"/>
              </a:xfrm>
              <a:custGeom>
                <a:avLst/>
                <a:gdLst>
                  <a:gd name="T0" fmla="*/ 0 w 2"/>
                  <a:gd name="T1" fmla="*/ 106 h 106"/>
                  <a:gd name="T2" fmla="*/ 1 w 2"/>
                  <a:gd name="T3" fmla="*/ 0 h 106"/>
                  <a:gd name="T4" fmla="*/ 2 w 2"/>
                  <a:gd name="T5" fmla="*/ 0 h 106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06"/>
                  <a:gd name="T11" fmla="*/ 2 w 2"/>
                  <a:gd name="T12" fmla="*/ 106 h 10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06">
                    <a:moveTo>
                      <a:pt x="0" y="106"/>
                    </a:moveTo>
                    <a:lnTo>
                      <a:pt x="1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7" name="Freeform 199"/>
              <p:cNvSpPr/>
              <p:nvPr/>
            </p:nvSpPr>
            <p:spPr bwMode="auto">
              <a:xfrm>
                <a:off x="5002" y="1076"/>
                <a:ext cx="1" cy="233"/>
              </a:xfrm>
              <a:custGeom>
                <a:avLst/>
                <a:gdLst>
                  <a:gd name="T0" fmla="*/ 0 w 1"/>
                  <a:gd name="T1" fmla="*/ 698 h 698"/>
                  <a:gd name="T2" fmla="*/ 0 w 1"/>
                  <a:gd name="T3" fmla="*/ 0 h 698"/>
                  <a:gd name="T4" fmla="*/ 1 w 1"/>
                  <a:gd name="T5" fmla="*/ 0 h 6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8"/>
                  <a:gd name="T11" fmla="*/ 1 w 1"/>
                  <a:gd name="T12" fmla="*/ 698 h 6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8" name="Freeform 200"/>
              <p:cNvSpPr/>
              <p:nvPr/>
            </p:nvSpPr>
            <p:spPr bwMode="auto">
              <a:xfrm>
                <a:off x="5079" y="1229"/>
                <a:ext cx="1" cy="161"/>
              </a:xfrm>
              <a:custGeom>
                <a:avLst/>
                <a:gdLst>
                  <a:gd name="T0" fmla="*/ 0 w 1"/>
                  <a:gd name="T1" fmla="*/ 482 h 482"/>
                  <a:gd name="T2" fmla="*/ 0 w 1"/>
                  <a:gd name="T3" fmla="*/ 0 h 482"/>
                  <a:gd name="T4" fmla="*/ 1 w 1"/>
                  <a:gd name="T5" fmla="*/ 0 h 48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82"/>
                  <a:gd name="T11" fmla="*/ 1 w 1"/>
                  <a:gd name="T12" fmla="*/ 482 h 4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82">
                    <a:moveTo>
                      <a:pt x="0" y="48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9" name="Freeform 201"/>
              <p:cNvSpPr/>
              <p:nvPr/>
            </p:nvSpPr>
            <p:spPr bwMode="auto">
              <a:xfrm>
                <a:off x="5079" y="1189"/>
                <a:ext cx="1" cy="16"/>
              </a:xfrm>
              <a:custGeom>
                <a:avLst/>
                <a:gdLst>
                  <a:gd name="T0" fmla="*/ 0 w 1"/>
                  <a:gd name="T1" fmla="*/ 47 h 47"/>
                  <a:gd name="T2" fmla="*/ 0 w 1"/>
                  <a:gd name="T3" fmla="*/ 0 h 47"/>
                  <a:gd name="T4" fmla="*/ 1 w 1"/>
                  <a:gd name="T5" fmla="*/ 0 h 4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7"/>
                  <a:gd name="T11" fmla="*/ 1 w 1"/>
                  <a:gd name="T12" fmla="*/ 47 h 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7">
                    <a:moveTo>
                      <a:pt x="0" y="4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0" name="Freeform 202"/>
              <p:cNvSpPr/>
              <p:nvPr/>
            </p:nvSpPr>
            <p:spPr bwMode="auto">
              <a:xfrm>
                <a:off x="5079" y="979"/>
                <a:ext cx="1" cy="171"/>
              </a:xfrm>
              <a:custGeom>
                <a:avLst/>
                <a:gdLst>
                  <a:gd name="T0" fmla="*/ 0 w 1"/>
                  <a:gd name="T1" fmla="*/ 513 h 513"/>
                  <a:gd name="T2" fmla="*/ 0 w 1"/>
                  <a:gd name="T3" fmla="*/ 0 h 513"/>
                  <a:gd name="T4" fmla="*/ 1 w 1"/>
                  <a:gd name="T5" fmla="*/ 0 h 51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13"/>
                  <a:gd name="T11" fmla="*/ 1 w 1"/>
                  <a:gd name="T12" fmla="*/ 513 h 5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13">
                    <a:moveTo>
                      <a:pt x="0" y="51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1" name="Freeform 203"/>
              <p:cNvSpPr/>
              <p:nvPr/>
            </p:nvSpPr>
            <p:spPr bwMode="auto">
              <a:xfrm>
                <a:off x="5242" y="1076"/>
                <a:ext cx="1" cy="233"/>
              </a:xfrm>
              <a:custGeom>
                <a:avLst/>
                <a:gdLst>
                  <a:gd name="T0" fmla="*/ 0 w 1"/>
                  <a:gd name="T1" fmla="*/ 698 h 698"/>
                  <a:gd name="T2" fmla="*/ 0 w 1"/>
                  <a:gd name="T3" fmla="*/ 0 h 698"/>
                  <a:gd name="T4" fmla="*/ 1 w 1"/>
                  <a:gd name="T5" fmla="*/ 0 h 6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8"/>
                  <a:gd name="T11" fmla="*/ 1 w 1"/>
                  <a:gd name="T12" fmla="*/ 698 h 6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2" name="Freeform 204"/>
              <p:cNvSpPr/>
              <p:nvPr/>
            </p:nvSpPr>
            <p:spPr bwMode="auto">
              <a:xfrm>
                <a:off x="5156" y="1076"/>
                <a:ext cx="1" cy="233"/>
              </a:xfrm>
              <a:custGeom>
                <a:avLst/>
                <a:gdLst>
                  <a:gd name="T0" fmla="*/ 0 w 1"/>
                  <a:gd name="T1" fmla="*/ 698 h 698"/>
                  <a:gd name="T2" fmla="*/ 0 w 1"/>
                  <a:gd name="T3" fmla="*/ 0 h 698"/>
                  <a:gd name="T4" fmla="*/ 1 w 1"/>
                  <a:gd name="T5" fmla="*/ 0 h 6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8"/>
                  <a:gd name="T11" fmla="*/ 1 w 1"/>
                  <a:gd name="T12" fmla="*/ 698 h 6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3" name="Freeform 205"/>
              <p:cNvSpPr/>
              <p:nvPr/>
            </p:nvSpPr>
            <p:spPr bwMode="auto">
              <a:xfrm>
                <a:off x="4117" y="1004"/>
                <a:ext cx="43" cy="42"/>
              </a:xfrm>
              <a:custGeom>
                <a:avLst/>
                <a:gdLst>
                  <a:gd name="T0" fmla="*/ 0 w 129"/>
                  <a:gd name="T1" fmla="*/ 127 h 127"/>
                  <a:gd name="T2" fmla="*/ 128 w 129"/>
                  <a:gd name="T3" fmla="*/ 0 h 127"/>
                  <a:gd name="T4" fmla="*/ 129 w 129"/>
                  <a:gd name="T5" fmla="*/ 0 h 127"/>
                  <a:gd name="T6" fmla="*/ 0 60000 65536"/>
                  <a:gd name="T7" fmla="*/ 0 60000 65536"/>
                  <a:gd name="T8" fmla="*/ 0 60000 65536"/>
                  <a:gd name="T9" fmla="*/ 0 w 129"/>
                  <a:gd name="T10" fmla="*/ 0 h 127"/>
                  <a:gd name="T11" fmla="*/ 129 w 129"/>
                  <a:gd name="T12" fmla="*/ 127 h 1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9" h="127">
                    <a:moveTo>
                      <a:pt x="0" y="127"/>
                    </a:moveTo>
                    <a:lnTo>
                      <a:pt x="128" y="0"/>
                    </a:lnTo>
                    <a:lnTo>
                      <a:pt x="12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4" name="Freeform 206"/>
              <p:cNvSpPr/>
              <p:nvPr/>
            </p:nvSpPr>
            <p:spPr bwMode="auto">
              <a:xfrm>
                <a:off x="4117" y="1004"/>
                <a:ext cx="130" cy="129"/>
              </a:xfrm>
              <a:custGeom>
                <a:avLst/>
                <a:gdLst>
                  <a:gd name="T0" fmla="*/ 0 w 389"/>
                  <a:gd name="T1" fmla="*/ 389 h 389"/>
                  <a:gd name="T2" fmla="*/ 388 w 389"/>
                  <a:gd name="T3" fmla="*/ 0 h 389"/>
                  <a:gd name="T4" fmla="*/ 389 w 389"/>
                  <a:gd name="T5" fmla="*/ 0 h 389"/>
                  <a:gd name="T6" fmla="*/ 0 60000 65536"/>
                  <a:gd name="T7" fmla="*/ 0 60000 65536"/>
                  <a:gd name="T8" fmla="*/ 0 60000 65536"/>
                  <a:gd name="T9" fmla="*/ 0 w 389"/>
                  <a:gd name="T10" fmla="*/ 0 h 389"/>
                  <a:gd name="T11" fmla="*/ 389 w 389"/>
                  <a:gd name="T12" fmla="*/ 389 h 3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9" h="389">
                    <a:moveTo>
                      <a:pt x="0" y="389"/>
                    </a:moveTo>
                    <a:lnTo>
                      <a:pt x="388" y="0"/>
                    </a:lnTo>
                    <a:lnTo>
                      <a:pt x="38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5" name="Freeform 207"/>
              <p:cNvSpPr/>
              <p:nvPr/>
            </p:nvSpPr>
            <p:spPr bwMode="auto">
              <a:xfrm>
                <a:off x="4117" y="1066"/>
                <a:ext cx="155" cy="154"/>
              </a:xfrm>
              <a:custGeom>
                <a:avLst/>
                <a:gdLst>
                  <a:gd name="T0" fmla="*/ 0 w 466"/>
                  <a:gd name="T1" fmla="*/ 464 h 464"/>
                  <a:gd name="T2" fmla="*/ 465 w 466"/>
                  <a:gd name="T3" fmla="*/ 0 h 464"/>
                  <a:gd name="T4" fmla="*/ 466 w 466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6"/>
                  <a:gd name="T10" fmla="*/ 0 h 464"/>
                  <a:gd name="T11" fmla="*/ 466 w 466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6" name="Freeform 208"/>
              <p:cNvSpPr/>
              <p:nvPr/>
            </p:nvSpPr>
            <p:spPr bwMode="auto">
              <a:xfrm>
                <a:off x="4117" y="1116"/>
                <a:ext cx="193" cy="192"/>
              </a:xfrm>
              <a:custGeom>
                <a:avLst/>
                <a:gdLst>
                  <a:gd name="T0" fmla="*/ 0 w 578"/>
                  <a:gd name="T1" fmla="*/ 576 h 576"/>
                  <a:gd name="T2" fmla="*/ 577 w 578"/>
                  <a:gd name="T3" fmla="*/ 0 h 576"/>
                  <a:gd name="T4" fmla="*/ 578 w 578"/>
                  <a:gd name="T5" fmla="*/ 0 h 576"/>
                  <a:gd name="T6" fmla="*/ 0 60000 65536"/>
                  <a:gd name="T7" fmla="*/ 0 60000 65536"/>
                  <a:gd name="T8" fmla="*/ 0 60000 65536"/>
                  <a:gd name="T9" fmla="*/ 0 w 578"/>
                  <a:gd name="T10" fmla="*/ 0 h 576"/>
                  <a:gd name="T11" fmla="*/ 578 w 578"/>
                  <a:gd name="T12" fmla="*/ 576 h 5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8" h="576">
                    <a:moveTo>
                      <a:pt x="0" y="576"/>
                    </a:moveTo>
                    <a:lnTo>
                      <a:pt x="577" y="0"/>
                    </a:lnTo>
                    <a:lnTo>
                      <a:pt x="57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7" name="Freeform 209"/>
              <p:cNvSpPr/>
              <p:nvPr/>
            </p:nvSpPr>
            <p:spPr bwMode="auto">
              <a:xfrm>
                <a:off x="4117" y="1116"/>
                <a:ext cx="280" cy="279"/>
              </a:xfrm>
              <a:custGeom>
                <a:avLst/>
                <a:gdLst>
                  <a:gd name="T0" fmla="*/ 0 w 840"/>
                  <a:gd name="T1" fmla="*/ 837 h 837"/>
                  <a:gd name="T2" fmla="*/ 838 w 840"/>
                  <a:gd name="T3" fmla="*/ 0 h 837"/>
                  <a:gd name="T4" fmla="*/ 840 w 840"/>
                  <a:gd name="T5" fmla="*/ 0 h 837"/>
                  <a:gd name="T6" fmla="*/ 0 60000 65536"/>
                  <a:gd name="T7" fmla="*/ 0 60000 65536"/>
                  <a:gd name="T8" fmla="*/ 0 60000 65536"/>
                  <a:gd name="T9" fmla="*/ 0 w 840"/>
                  <a:gd name="T10" fmla="*/ 0 h 837"/>
                  <a:gd name="T11" fmla="*/ 840 w 840"/>
                  <a:gd name="T12" fmla="*/ 837 h 83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40" h="837">
                    <a:moveTo>
                      <a:pt x="0" y="837"/>
                    </a:moveTo>
                    <a:lnTo>
                      <a:pt x="838" y="0"/>
                    </a:lnTo>
                    <a:lnTo>
                      <a:pt x="84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8" name="Freeform 210"/>
              <p:cNvSpPr/>
              <p:nvPr/>
            </p:nvSpPr>
            <p:spPr bwMode="auto">
              <a:xfrm>
                <a:off x="4329" y="1116"/>
                <a:ext cx="155" cy="154"/>
              </a:xfrm>
              <a:custGeom>
                <a:avLst/>
                <a:gdLst>
                  <a:gd name="T0" fmla="*/ 0 w 465"/>
                  <a:gd name="T1" fmla="*/ 464 h 464"/>
                  <a:gd name="T2" fmla="*/ 464 w 465"/>
                  <a:gd name="T3" fmla="*/ 0 h 464"/>
                  <a:gd name="T4" fmla="*/ 465 w 465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4"/>
                  <a:gd name="T11" fmla="*/ 465 w 465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4">
                    <a:moveTo>
                      <a:pt x="0" y="464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9" name="Freeform 211"/>
              <p:cNvSpPr/>
              <p:nvPr/>
            </p:nvSpPr>
            <p:spPr bwMode="auto">
              <a:xfrm>
                <a:off x="4416" y="1116"/>
                <a:ext cx="155" cy="154"/>
              </a:xfrm>
              <a:custGeom>
                <a:avLst/>
                <a:gdLst>
                  <a:gd name="T0" fmla="*/ 0 w 464"/>
                  <a:gd name="T1" fmla="*/ 464 h 464"/>
                  <a:gd name="T2" fmla="*/ 463 w 464"/>
                  <a:gd name="T3" fmla="*/ 0 h 464"/>
                  <a:gd name="T4" fmla="*/ 464 w 464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4"/>
                  <a:gd name="T10" fmla="*/ 0 h 464"/>
                  <a:gd name="T11" fmla="*/ 464 w 464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4" h="464">
                    <a:moveTo>
                      <a:pt x="0" y="464"/>
                    </a:moveTo>
                    <a:lnTo>
                      <a:pt x="463" y="0"/>
                    </a:lnTo>
                    <a:lnTo>
                      <a:pt x="46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0" name="Freeform 212"/>
              <p:cNvSpPr/>
              <p:nvPr/>
            </p:nvSpPr>
            <p:spPr bwMode="auto">
              <a:xfrm>
                <a:off x="4503" y="1116"/>
                <a:ext cx="155" cy="154"/>
              </a:xfrm>
              <a:custGeom>
                <a:avLst/>
                <a:gdLst>
                  <a:gd name="T0" fmla="*/ 0 w 465"/>
                  <a:gd name="T1" fmla="*/ 464 h 464"/>
                  <a:gd name="T2" fmla="*/ 464 w 465"/>
                  <a:gd name="T3" fmla="*/ 0 h 464"/>
                  <a:gd name="T4" fmla="*/ 465 w 465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4"/>
                  <a:gd name="T11" fmla="*/ 465 w 465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4">
                    <a:moveTo>
                      <a:pt x="0" y="464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1" name="Freeform 213"/>
              <p:cNvSpPr/>
              <p:nvPr/>
            </p:nvSpPr>
            <p:spPr bwMode="auto">
              <a:xfrm>
                <a:off x="4117" y="1589"/>
                <a:ext cx="155" cy="155"/>
              </a:xfrm>
              <a:custGeom>
                <a:avLst/>
                <a:gdLst>
                  <a:gd name="T0" fmla="*/ 0 w 466"/>
                  <a:gd name="T1" fmla="*/ 464 h 464"/>
                  <a:gd name="T2" fmla="*/ 465 w 466"/>
                  <a:gd name="T3" fmla="*/ 0 h 464"/>
                  <a:gd name="T4" fmla="*/ 466 w 466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6"/>
                  <a:gd name="T10" fmla="*/ 0 h 464"/>
                  <a:gd name="T11" fmla="*/ 466 w 466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2" name="Freeform 214"/>
              <p:cNvSpPr/>
              <p:nvPr/>
            </p:nvSpPr>
            <p:spPr bwMode="auto">
              <a:xfrm>
                <a:off x="4590" y="1116"/>
                <a:ext cx="155" cy="154"/>
              </a:xfrm>
              <a:custGeom>
                <a:avLst/>
                <a:gdLst>
                  <a:gd name="T0" fmla="*/ 0 w 465"/>
                  <a:gd name="T1" fmla="*/ 464 h 464"/>
                  <a:gd name="T2" fmla="*/ 464 w 465"/>
                  <a:gd name="T3" fmla="*/ 0 h 464"/>
                  <a:gd name="T4" fmla="*/ 465 w 465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4"/>
                  <a:gd name="T11" fmla="*/ 465 w 465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4">
                    <a:moveTo>
                      <a:pt x="0" y="464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3" name="Freeform 215"/>
              <p:cNvSpPr/>
              <p:nvPr/>
            </p:nvSpPr>
            <p:spPr bwMode="auto">
              <a:xfrm>
                <a:off x="4117" y="1677"/>
                <a:ext cx="155" cy="154"/>
              </a:xfrm>
              <a:custGeom>
                <a:avLst/>
                <a:gdLst>
                  <a:gd name="T0" fmla="*/ 0 w 466"/>
                  <a:gd name="T1" fmla="*/ 464 h 464"/>
                  <a:gd name="T2" fmla="*/ 465 w 466"/>
                  <a:gd name="T3" fmla="*/ 0 h 464"/>
                  <a:gd name="T4" fmla="*/ 466 w 466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6"/>
                  <a:gd name="T10" fmla="*/ 0 h 464"/>
                  <a:gd name="T11" fmla="*/ 466 w 466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4" name="Freeform 216"/>
              <p:cNvSpPr/>
              <p:nvPr/>
            </p:nvSpPr>
            <p:spPr bwMode="auto">
              <a:xfrm>
                <a:off x="4678" y="1116"/>
                <a:ext cx="155" cy="154"/>
              </a:xfrm>
              <a:custGeom>
                <a:avLst/>
                <a:gdLst>
                  <a:gd name="T0" fmla="*/ 0 w 465"/>
                  <a:gd name="T1" fmla="*/ 464 h 464"/>
                  <a:gd name="T2" fmla="*/ 464 w 465"/>
                  <a:gd name="T3" fmla="*/ 0 h 464"/>
                  <a:gd name="T4" fmla="*/ 465 w 465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4"/>
                  <a:gd name="T11" fmla="*/ 465 w 465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4">
                    <a:moveTo>
                      <a:pt x="0" y="464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5" name="Freeform 217"/>
              <p:cNvSpPr/>
              <p:nvPr/>
            </p:nvSpPr>
            <p:spPr bwMode="auto">
              <a:xfrm>
                <a:off x="4394" y="1536"/>
                <a:ext cx="19" cy="18"/>
              </a:xfrm>
              <a:custGeom>
                <a:avLst/>
                <a:gdLst>
                  <a:gd name="T0" fmla="*/ 0 w 55"/>
                  <a:gd name="T1" fmla="*/ 53 h 53"/>
                  <a:gd name="T2" fmla="*/ 54 w 55"/>
                  <a:gd name="T3" fmla="*/ 0 h 53"/>
                  <a:gd name="T4" fmla="*/ 55 w 55"/>
                  <a:gd name="T5" fmla="*/ 0 h 53"/>
                  <a:gd name="T6" fmla="*/ 0 60000 65536"/>
                  <a:gd name="T7" fmla="*/ 0 60000 65536"/>
                  <a:gd name="T8" fmla="*/ 0 60000 65536"/>
                  <a:gd name="T9" fmla="*/ 0 w 55"/>
                  <a:gd name="T10" fmla="*/ 0 h 53"/>
                  <a:gd name="T11" fmla="*/ 55 w 55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5" h="53">
                    <a:moveTo>
                      <a:pt x="0" y="53"/>
                    </a:moveTo>
                    <a:lnTo>
                      <a:pt x="54" y="0"/>
                    </a:lnTo>
                    <a:lnTo>
                      <a:pt x="55" y="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6" name="Freeform 218"/>
              <p:cNvSpPr/>
              <p:nvPr/>
            </p:nvSpPr>
            <p:spPr bwMode="auto">
              <a:xfrm>
                <a:off x="4117" y="1709"/>
                <a:ext cx="210" cy="209"/>
              </a:xfrm>
              <a:custGeom>
                <a:avLst/>
                <a:gdLst>
                  <a:gd name="T0" fmla="*/ 0 w 631"/>
                  <a:gd name="T1" fmla="*/ 629 h 629"/>
                  <a:gd name="T2" fmla="*/ 630 w 631"/>
                  <a:gd name="T3" fmla="*/ 0 h 629"/>
                  <a:gd name="T4" fmla="*/ 631 w 631"/>
                  <a:gd name="T5" fmla="*/ 0 h 629"/>
                  <a:gd name="T6" fmla="*/ 0 60000 65536"/>
                  <a:gd name="T7" fmla="*/ 0 60000 65536"/>
                  <a:gd name="T8" fmla="*/ 0 60000 65536"/>
                  <a:gd name="T9" fmla="*/ 0 w 631"/>
                  <a:gd name="T10" fmla="*/ 0 h 629"/>
                  <a:gd name="T11" fmla="*/ 631 w 631"/>
                  <a:gd name="T12" fmla="*/ 629 h 6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1" h="629">
                    <a:moveTo>
                      <a:pt x="0" y="629"/>
                    </a:moveTo>
                    <a:lnTo>
                      <a:pt x="630" y="0"/>
                    </a:lnTo>
                    <a:lnTo>
                      <a:pt x="63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7" name="Freeform 219"/>
              <p:cNvSpPr/>
              <p:nvPr/>
            </p:nvSpPr>
            <p:spPr bwMode="auto">
              <a:xfrm>
                <a:off x="4765" y="1076"/>
                <a:ext cx="194" cy="194"/>
              </a:xfrm>
              <a:custGeom>
                <a:avLst/>
                <a:gdLst>
                  <a:gd name="T0" fmla="*/ 0 w 581"/>
                  <a:gd name="T1" fmla="*/ 582 h 582"/>
                  <a:gd name="T2" fmla="*/ 580 w 581"/>
                  <a:gd name="T3" fmla="*/ 0 h 582"/>
                  <a:gd name="T4" fmla="*/ 581 w 581"/>
                  <a:gd name="T5" fmla="*/ 0 h 582"/>
                  <a:gd name="T6" fmla="*/ 0 60000 65536"/>
                  <a:gd name="T7" fmla="*/ 0 60000 65536"/>
                  <a:gd name="T8" fmla="*/ 0 60000 65536"/>
                  <a:gd name="T9" fmla="*/ 0 w 581"/>
                  <a:gd name="T10" fmla="*/ 0 h 582"/>
                  <a:gd name="T11" fmla="*/ 581 w 581"/>
                  <a:gd name="T12" fmla="*/ 582 h 5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81" h="582">
                    <a:moveTo>
                      <a:pt x="0" y="582"/>
                    </a:moveTo>
                    <a:lnTo>
                      <a:pt x="580" y="0"/>
                    </a:lnTo>
                    <a:lnTo>
                      <a:pt x="58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8" name="Freeform 220"/>
              <p:cNvSpPr/>
              <p:nvPr/>
            </p:nvSpPr>
            <p:spPr bwMode="auto">
              <a:xfrm>
                <a:off x="4148" y="1709"/>
                <a:ext cx="266" cy="266"/>
              </a:xfrm>
              <a:custGeom>
                <a:avLst/>
                <a:gdLst>
                  <a:gd name="T0" fmla="*/ 0 w 800"/>
                  <a:gd name="T1" fmla="*/ 800 h 800"/>
                  <a:gd name="T2" fmla="*/ 799 w 800"/>
                  <a:gd name="T3" fmla="*/ 0 h 800"/>
                  <a:gd name="T4" fmla="*/ 800 w 800"/>
                  <a:gd name="T5" fmla="*/ 0 h 800"/>
                  <a:gd name="T6" fmla="*/ 0 60000 65536"/>
                  <a:gd name="T7" fmla="*/ 0 60000 65536"/>
                  <a:gd name="T8" fmla="*/ 0 60000 65536"/>
                  <a:gd name="T9" fmla="*/ 0 w 800"/>
                  <a:gd name="T10" fmla="*/ 0 h 800"/>
                  <a:gd name="T11" fmla="*/ 800 w 800"/>
                  <a:gd name="T12" fmla="*/ 800 h 8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0" h="800">
                    <a:moveTo>
                      <a:pt x="0" y="800"/>
                    </a:moveTo>
                    <a:lnTo>
                      <a:pt x="799" y="0"/>
                    </a:lnTo>
                    <a:lnTo>
                      <a:pt x="8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9" name="Freeform 221"/>
              <p:cNvSpPr/>
              <p:nvPr/>
            </p:nvSpPr>
            <p:spPr bwMode="auto">
              <a:xfrm>
                <a:off x="4852" y="1120"/>
                <a:ext cx="150" cy="150"/>
              </a:xfrm>
              <a:custGeom>
                <a:avLst/>
                <a:gdLst>
                  <a:gd name="T0" fmla="*/ 0 w 451"/>
                  <a:gd name="T1" fmla="*/ 450 h 450"/>
                  <a:gd name="T2" fmla="*/ 450 w 451"/>
                  <a:gd name="T3" fmla="*/ 0 h 450"/>
                  <a:gd name="T4" fmla="*/ 451 w 451"/>
                  <a:gd name="T5" fmla="*/ 0 h 450"/>
                  <a:gd name="T6" fmla="*/ 0 60000 65536"/>
                  <a:gd name="T7" fmla="*/ 0 60000 65536"/>
                  <a:gd name="T8" fmla="*/ 0 60000 65536"/>
                  <a:gd name="T9" fmla="*/ 0 w 451"/>
                  <a:gd name="T10" fmla="*/ 0 h 450"/>
                  <a:gd name="T11" fmla="*/ 451 w 451"/>
                  <a:gd name="T12" fmla="*/ 450 h 45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51" h="450">
                    <a:moveTo>
                      <a:pt x="0" y="450"/>
                    </a:moveTo>
                    <a:lnTo>
                      <a:pt x="450" y="0"/>
                    </a:lnTo>
                    <a:lnTo>
                      <a:pt x="45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0" name="Freeform 222"/>
              <p:cNvSpPr/>
              <p:nvPr/>
            </p:nvSpPr>
            <p:spPr bwMode="auto">
              <a:xfrm>
                <a:off x="4916" y="1207"/>
                <a:ext cx="86" cy="87"/>
              </a:xfrm>
              <a:custGeom>
                <a:avLst/>
                <a:gdLst>
                  <a:gd name="T0" fmla="*/ 0 w 259"/>
                  <a:gd name="T1" fmla="*/ 259 h 259"/>
                  <a:gd name="T2" fmla="*/ 258 w 259"/>
                  <a:gd name="T3" fmla="*/ 0 h 259"/>
                  <a:gd name="T4" fmla="*/ 259 w 259"/>
                  <a:gd name="T5" fmla="*/ 0 h 259"/>
                  <a:gd name="T6" fmla="*/ 0 60000 65536"/>
                  <a:gd name="T7" fmla="*/ 0 60000 65536"/>
                  <a:gd name="T8" fmla="*/ 0 60000 65536"/>
                  <a:gd name="T9" fmla="*/ 0 w 259"/>
                  <a:gd name="T10" fmla="*/ 0 h 259"/>
                  <a:gd name="T11" fmla="*/ 259 w 259"/>
                  <a:gd name="T12" fmla="*/ 259 h 25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9" h="259">
                    <a:moveTo>
                      <a:pt x="0" y="259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1" name="Freeform 223"/>
              <p:cNvSpPr/>
              <p:nvPr/>
            </p:nvSpPr>
            <p:spPr bwMode="auto">
              <a:xfrm>
                <a:off x="4347" y="1709"/>
                <a:ext cx="155" cy="155"/>
              </a:xfrm>
              <a:custGeom>
                <a:avLst/>
                <a:gdLst>
                  <a:gd name="T0" fmla="*/ 0 w 465"/>
                  <a:gd name="T1" fmla="*/ 465 h 465"/>
                  <a:gd name="T2" fmla="*/ 464 w 465"/>
                  <a:gd name="T3" fmla="*/ 0 h 465"/>
                  <a:gd name="T4" fmla="*/ 465 w 465"/>
                  <a:gd name="T5" fmla="*/ 0 h 465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5"/>
                  <a:gd name="T11" fmla="*/ 465 w 465"/>
                  <a:gd name="T12" fmla="*/ 465 h 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5">
                    <a:moveTo>
                      <a:pt x="0" y="465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2" name="Freeform 224"/>
              <p:cNvSpPr/>
              <p:nvPr/>
            </p:nvSpPr>
            <p:spPr bwMode="auto">
              <a:xfrm>
                <a:off x="4434" y="1709"/>
                <a:ext cx="155" cy="155"/>
              </a:xfrm>
              <a:custGeom>
                <a:avLst/>
                <a:gdLst>
                  <a:gd name="T0" fmla="*/ 0 w 464"/>
                  <a:gd name="T1" fmla="*/ 465 h 465"/>
                  <a:gd name="T2" fmla="*/ 463 w 464"/>
                  <a:gd name="T3" fmla="*/ 0 h 465"/>
                  <a:gd name="T4" fmla="*/ 464 w 464"/>
                  <a:gd name="T5" fmla="*/ 0 h 465"/>
                  <a:gd name="T6" fmla="*/ 0 60000 65536"/>
                  <a:gd name="T7" fmla="*/ 0 60000 65536"/>
                  <a:gd name="T8" fmla="*/ 0 60000 65536"/>
                  <a:gd name="T9" fmla="*/ 0 w 464"/>
                  <a:gd name="T10" fmla="*/ 0 h 465"/>
                  <a:gd name="T11" fmla="*/ 464 w 464"/>
                  <a:gd name="T12" fmla="*/ 465 h 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4" h="465">
                    <a:moveTo>
                      <a:pt x="0" y="465"/>
                    </a:moveTo>
                    <a:lnTo>
                      <a:pt x="463" y="0"/>
                    </a:lnTo>
                    <a:lnTo>
                      <a:pt x="46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3" name="Freeform 225"/>
              <p:cNvSpPr/>
              <p:nvPr/>
            </p:nvSpPr>
            <p:spPr bwMode="auto">
              <a:xfrm>
                <a:off x="5156" y="1076"/>
                <a:ext cx="64" cy="64"/>
              </a:xfrm>
              <a:custGeom>
                <a:avLst/>
                <a:gdLst>
                  <a:gd name="T0" fmla="*/ 0 w 191"/>
                  <a:gd name="T1" fmla="*/ 192 h 192"/>
                  <a:gd name="T2" fmla="*/ 190 w 191"/>
                  <a:gd name="T3" fmla="*/ 0 h 192"/>
                  <a:gd name="T4" fmla="*/ 191 w 191"/>
                  <a:gd name="T5" fmla="*/ 0 h 192"/>
                  <a:gd name="T6" fmla="*/ 0 60000 65536"/>
                  <a:gd name="T7" fmla="*/ 0 60000 65536"/>
                  <a:gd name="T8" fmla="*/ 0 60000 65536"/>
                  <a:gd name="T9" fmla="*/ 0 w 191"/>
                  <a:gd name="T10" fmla="*/ 0 h 192"/>
                  <a:gd name="T11" fmla="*/ 191 w 191"/>
                  <a:gd name="T12" fmla="*/ 192 h 1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1" h="192">
                    <a:moveTo>
                      <a:pt x="0" y="192"/>
                    </a:moveTo>
                    <a:lnTo>
                      <a:pt x="190" y="0"/>
                    </a:lnTo>
                    <a:lnTo>
                      <a:pt x="19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4" name="Freeform 226"/>
              <p:cNvSpPr/>
              <p:nvPr/>
            </p:nvSpPr>
            <p:spPr bwMode="auto">
              <a:xfrm>
                <a:off x="4987" y="1295"/>
                <a:ext cx="15" cy="14"/>
              </a:xfrm>
              <a:custGeom>
                <a:avLst/>
                <a:gdLst>
                  <a:gd name="T0" fmla="*/ 0 w 45"/>
                  <a:gd name="T1" fmla="*/ 43 h 43"/>
                  <a:gd name="T2" fmla="*/ 44 w 45"/>
                  <a:gd name="T3" fmla="*/ 0 h 43"/>
                  <a:gd name="T4" fmla="*/ 45 w 45"/>
                  <a:gd name="T5" fmla="*/ 0 h 43"/>
                  <a:gd name="T6" fmla="*/ 0 60000 65536"/>
                  <a:gd name="T7" fmla="*/ 0 60000 65536"/>
                  <a:gd name="T8" fmla="*/ 0 60000 65536"/>
                  <a:gd name="T9" fmla="*/ 0 w 45"/>
                  <a:gd name="T10" fmla="*/ 0 h 43"/>
                  <a:gd name="T11" fmla="*/ 45 w 45"/>
                  <a:gd name="T12" fmla="*/ 43 h 4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5" h="43">
                    <a:moveTo>
                      <a:pt x="0" y="43"/>
                    </a:moveTo>
                    <a:lnTo>
                      <a:pt x="44" y="0"/>
                    </a:lnTo>
                    <a:lnTo>
                      <a:pt x="4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5" name="Freeform 227"/>
              <p:cNvSpPr/>
              <p:nvPr/>
            </p:nvSpPr>
            <p:spPr bwMode="auto">
              <a:xfrm>
                <a:off x="4521" y="1709"/>
                <a:ext cx="155" cy="155"/>
              </a:xfrm>
              <a:custGeom>
                <a:avLst/>
                <a:gdLst>
                  <a:gd name="T0" fmla="*/ 0 w 464"/>
                  <a:gd name="T1" fmla="*/ 465 h 465"/>
                  <a:gd name="T2" fmla="*/ 463 w 464"/>
                  <a:gd name="T3" fmla="*/ 0 h 465"/>
                  <a:gd name="T4" fmla="*/ 464 w 464"/>
                  <a:gd name="T5" fmla="*/ 0 h 465"/>
                  <a:gd name="T6" fmla="*/ 0 60000 65536"/>
                  <a:gd name="T7" fmla="*/ 0 60000 65536"/>
                  <a:gd name="T8" fmla="*/ 0 60000 65536"/>
                  <a:gd name="T9" fmla="*/ 0 w 464"/>
                  <a:gd name="T10" fmla="*/ 0 h 465"/>
                  <a:gd name="T11" fmla="*/ 464 w 464"/>
                  <a:gd name="T12" fmla="*/ 465 h 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4" h="465">
                    <a:moveTo>
                      <a:pt x="0" y="465"/>
                    </a:moveTo>
                    <a:lnTo>
                      <a:pt x="463" y="0"/>
                    </a:lnTo>
                    <a:lnTo>
                      <a:pt x="46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6" name="Freeform 228"/>
              <p:cNvSpPr/>
              <p:nvPr/>
            </p:nvSpPr>
            <p:spPr bwMode="auto">
              <a:xfrm>
                <a:off x="5156" y="1141"/>
                <a:ext cx="87" cy="87"/>
              </a:xfrm>
              <a:custGeom>
                <a:avLst/>
                <a:gdLst>
                  <a:gd name="T0" fmla="*/ 0 w 259"/>
                  <a:gd name="T1" fmla="*/ 259 h 259"/>
                  <a:gd name="T2" fmla="*/ 258 w 259"/>
                  <a:gd name="T3" fmla="*/ 0 h 259"/>
                  <a:gd name="T4" fmla="*/ 259 w 259"/>
                  <a:gd name="T5" fmla="*/ 0 h 259"/>
                  <a:gd name="T6" fmla="*/ 0 60000 65536"/>
                  <a:gd name="T7" fmla="*/ 0 60000 65536"/>
                  <a:gd name="T8" fmla="*/ 0 60000 65536"/>
                  <a:gd name="T9" fmla="*/ 0 w 259"/>
                  <a:gd name="T10" fmla="*/ 0 h 259"/>
                  <a:gd name="T11" fmla="*/ 259 w 259"/>
                  <a:gd name="T12" fmla="*/ 259 h 25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9" h="259">
                    <a:moveTo>
                      <a:pt x="0" y="259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7" name="Freeform 229"/>
              <p:cNvSpPr/>
              <p:nvPr/>
            </p:nvSpPr>
            <p:spPr bwMode="auto">
              <a:xfrm>
                <a:off x="4608" y="1709"/>
                <a:ext cx="155" cy="155"/>
              </a:xfrm>
              <a:custGeom>
                <a:avLst/>
                <a:gdLst>
                  <a:gd name="T0" fmla="*/ 0 w 465"/>
                  <a:gd name="T1" fmla="*/ 465 h 465"/>
                  <a:gd name="T2" fmla="*/ 464 w 465"/>
                  <a:gd name="T3" fmla="*/ 0 h 465"/>
                  <a:gd name="T4" fmla="*/ 465 w 465"/>
                  <a:gd name="T5" fmla="*/ 0 h 465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5"/>
                  <a:gd name="T11" fmla="*/ 465 w 465"/>
                  <a:gd name="T12" fmla="*/ 465 h 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5">
                    <a:moveTo>
                      <a:pt x="0" y="465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8" name="Freeform 230"/>
              <p:cNvSpPr/>
              <p:nvPr/>
            </p:nvSpPr>
            <p:spPr bwMode="auto">
              <a:xfrm>
                <a:off x="5162" y="1229"/>
                <a:ext cx="81" cy="80"/>
              </a:xfrm>
              <a:custGeom>
                <a:avLst/>
                <a:gdLst>
                  <a:gd name="T0" fmla="*/ 0 w 242"/>
                  <a:gd name="T1" fmla="*/ 241 h 241"/>
                  <a:gd name="T2" fmla="*/ 241 w 242"/>
                  <a:gd name="T3" fmla="*/ 0 h 241"/>
                  <a:gd name="T4" fmla="*/ 242 w 242"/>
                  <a:gd name="T5" fmla="*/ 0 h 241"/>
                  <a:gd name="T6" fmla="*/ 0 60000 65536"/>
                  <a:gd name="T7" fmla="*/ 0 60000 65536"/>
                  <a:gd name="T8" fmla="*/ 0 60000 65536"/>
                  <a:gd name="T9" fmla="*/ 0 w 242"/>
                  <a:gd name="T10" fmla="*/ 0 h 241"/>
                  <a:gd name="T11" fmla="*/ 242 w 242"/>
                  <a:gd name="T12" fmla="*/ 241 h 2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2" h="241">
                    <a:moveTo>
                      <a:pt x="0" y="241"/>
                    </a:moveTo>
                    <a:lnTo>
                      <a:pt x="241" y="0"/>
                    </a:lnTo>
                    <a:lnTo>
                      <a:pt x="24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9" name="Freeform 231"/>
              <p:cNvSpPr/>
              <p:nvPr/>
            </p:nvSpPr>
            <p:spPr bwMode="auto">
              <a:xfrm>
                <a:off x="4695" y="1709"/>
                <a:ext cx="155" cy="155"/>
              </a:xfrm>
              <a:custGeom>
                <a:avLst/>
                <a:gdLst>
                  <a:gd name="T0" fmla="*/ 0 w 465"/>
                  <a:gd name="T1" fmla="*/ 465 h 465"/>
                  <a:gd name="T2" fmla="*/ 464 w 465"/>
                  <a:gd name="T3" fmla="*/ 0 h 465"/>
                  <a:gd name="T4" fmla="*/ 465 w 465"/>
                  <a:gd name="T5" fmla="*/ 0 h 465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5"/>
                  <a:gd name="T11" fmla="*/ 465 w 465"/>
                  <a:gd name="T12" fmla="*/ 465 h 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5">
                    <a:moveTo>
                      <a:pt x="0" y="465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0" name="Freeform 232"/>
              <p:cNvSpPr/>
              <p:nvPr/>
            </p:nvSpPr>
            <p:spPr bwMode="auto">
              <a:xfrm>
                <a:off x="4782" y="1670"/>
                <a:ext cx="194" cy="194"/>
              </a:xfrm>
              <a:custGeom>
                <a:avLst/>
                <a:gdLst>
                  <a:gd name="T0" fmla="*/ 0 w 582"/>
                  <a:gd name="T1" fmla="*/ 582 h 582"/>
                  <a:gd name="T2" fmla="*/ 581 w 582"/>
                  <a:gd name="T3" fmla="*/ 0 h 582"/>
                  <a:gd name="T4" fmla="*/ 582 w 582"/>
                  <a:gd name="T5" fmla="*/ 0 h 582"/>
                  <a:gd name="T6" fmla="*/ 0 60000 65536"/>
                  <a:gd name="T7" fmla="*/ 0 60000 65536"/>
                  <a:gd name="T8" fmla="*/ 0 60000 65536"/>
                  <a:gd name="T9" fmla="*/ 0 w 582"/>
                  <a:gd name="T10" fmla="*/ 0 h 582"/>
                  <a:gd name="T11" fmla="*/ 582 w 582"/>
                  <a:gd name="T12" fmla="*/ 582 h 5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82" h="582">
                    <a:moveTo>
                      <a:pt x="0" y="582"/>
                    </a:moveTo>
                    <a:lnTo>
                      <a:pt x="581" y="0"/>
                    </a:lnTo>
                    <a:lnTo>
                      <a:pt x="58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1" name="Freeform 233"/>
              <p:cNvSpPr/>
              <p:nvPr/>
            </p:nvSpPr>
            <p:spPr bwMode="auto">
              <a:xfrm>
                <a:off x="4870" y="1731"/>
                <a:ext cx="132" cy="133"/>
              </a:xfrm>
              <a:custGeom>
                <a:avLst/>
                <a:gdLst>
                  <a:gd name="T0" fmla="*/ 0 w 398"/>
                  <a:gd name="T1" fmla="*/ 398 h 398"/>
                  <a:gd name="T2" fmla="*/ 397 w 398"/>
                  <a:gd name="T3" fmla="*/ 0 h 398"/>
                  <a:gd name="T4" fmla="*/ 398 w 398"/>
                  <a:gd name="T5" fmla="*/ 0 h 398"/>
                  <a:gd name="T6" fmla="*/ 0 60000 65536"/>
                  <a:gd name="T7" fmla="*/ 0 60000 65536"/>
                  <a:gd name="T8" fmla="*/ 0 60000 65536"/>
                  <a:gd name="T9" fmla="*/ 0 w 398"/>
                  <a:gd name="T10" fmla="*/ 0 h 398"/>
                  <a:gd name="T11" fmla="*/ 398 w 398"/>
                  <a:gd name="T12" fmla="*/ 398 h 3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8" h="398">
                    <a:moveTo>
                      <a:pt x="0" y="398"/>
                    </a:moveTo>
                    <a:lnTo>
                      <a:pt x="397" y="0"/>
                    </a:lnTo>
                    <a:lnTo>
                      <a:pt x="39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2" name="Freeform 234"/>
              <p:cNvSpPr/>
              <p:nvPr/>
            </p:nvSpPr>
            <p:spPr bwMode="auto">
              <a:xfrm>
                <a:off x="4918" y="1818"/>
                <a:ext cx="84" cy="84"/>
              </a:xfrm>
              <a:custGeom>
                <a:avLst/>
                <a:gdLst>
                  <a:gd name="T0" fmla="*/ 0 w 254"/>
                  <a:gd name="T1" fmla="*/ 252 h 252"/>
                  <a:gd name="T2" fmla="*/ 253 w 254"/>
                  <a:gd name="T3" fmla="*/ 0 h 252"/>
                  <a:gd name="T4" fmla="*/ 254 w 254"/>
                  <a:gd name="T5" fmla="*/ 0 h 252"/>
                  <a:gd name="T6" fmla="*/ 0 60000 65536"/>
                  <a:gd name="T7" fmla="*/ 0 60000 65536"/>
                  <a:gd name="T8" fmla="*/ 0 60000 65536"/>
                  <a:gd name="T9" fmla="*/ 0 w 254"/>
                  <a:gd name="T10" fmla="*/ 0 h 252"/>
                  <a:gd name="T11" fmla="*/ 254 w 254"/>
                  <a:gd name="T12" fmla="*/ 252 h 2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4" h="252">
                    <a:moveTo>
                      <a:pt x="0" y="252"/>
                    </a:moveTo>
                    <a:lnTo>
                      <a:pt x="253" y="0"/>
                    </a:lnTo>
                    <a:lnTo>
                      <a:pt x="25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3" name="Freeform 235"/>
              <p:cNvSpPr/>
              <p:nvPr/>
            </p:nvSpPr>
            <p:spPr bwMode="auto">
              <a:xfrm>
                <a:off x="5156" y="1670"/>
                <a:ext cx="82" cy="81"/>
              </a:xfrm>
              <a:custGeom>
                <a:avLst/>
                <a:gdLst>
                  <a:gd name="T0" fmla="*/ 0 w 244"/>
                  <a:gd name="T1" fmla="*/ 245 h 245"/>
                  <a:gd name="T2" fmla="*/ 243 w 244"/>
                  <a:gd name="T3" fmla="*/ 0 h 245"/>
                  <a:gd name="T4" fmla="*/ 244 w 244"/>
                  <a:gd name="T5" fmla="*/ 0 h 245"/>
                  <a:gd name="T6" fmla="*/ 0 60000 65536"/>
                  <a:gd name="T7" fmla="*/ 0 60000 65536"/>
                  <a:gd name="T8" fmla="*/ 0 60000 65536"/>
                  <a:gd name="T9" fmla="*/ 0 w 244"/>
                  <a:gd name="T10" fmla="*/ 0 h 245"/>
                  <a:gd name="T11" fmla="*/ 244 w 244"/>
                  <a:gd name="T12" fmla="*/ 245 h 24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4" h="245">
                    <a:moveTo>
                      <a:pt x="0" y="245"/>
                    </a:moveTo>
                    <a:lnTo>
                      <a:pt x="243" y="0"/>
                    </a:lnTo>
                    <a:lnTo>
                      <a:pt x="24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" name="Freeform 236"/>
              <p:cNvSpPr/>
              <p:nvPr/>
            </p:nvSpPr>
            <p:spPr bwMode="auto">
              <a:xfrm>
                <a:off x="5156" y="1752"/>
                <a:ext cx="87" cy="86"/>
              </a:xfrm>
              <a:custGeom>
                <a:avLst/>
                <a:gdLst>
                  <a:gd name="T0" fmla="*/ 0 w 259"/>
                  <a:gd name="T1" fmla="*/ 258 h 258"/>
                  <a:gd name="T2" fmla="*/ 258 w 259"/>
                  <a:gd name="T3" fmla="*/ 0 h 258"/>
                  <a:gd name="T4" fmla="*/ 259 w 259"/>
                  <a:gd name="T5" fmla="*/ 0 h 258"/>
                  <a:gd name="T6" fmla="*/ 0 60000 65536"/>
                  <a:gd name="T7" fmla="*/ 0 60000 65536"/>
                  <a:gd name="T8" fmla="*/ 0 60000 65536"/>
                  <a:gd name="T9" fmla="*/ 0 w 259"/>
                  <a:gd name="T10" fmla="*/ 0 h 258"/>
                  <a:gd name="T11" fmla="*/ 259 w 259"/>
                  <a:gd name="T12" fmla="*/ 258 h 2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9" h="258">
                    <a:moveTo>
                      <a:pt x="0" y="258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" name="Freeform 237"/>
              <p:cNvSpPr/>
              <p:nvPr/>
            </p:nvSpPr>
            <p:spPr bwMode="auto">
              <a:xfrm>
                <a:off x="5180" y="1840"/>
                <a:ext cx="63" cy="62"/>
              </a:xfrm>
              <a:custGeom>
                <a:avLst/>
                <a:gdLst>
                  <a:gd name="T0" fmla="*/ 0 w 189"/>
                  <a:gd name="T1" fmla="*/ 188 h 188"/>
                  <a:gd name="T2" fmla="*/ 188 w 189"/>
                  <a:gd name="T3" fmla="*/ 0 h 188"/>
                  <a:gd name="T4" fmla="*/ 189 w 189"/>
                  <a:gd name="T5" fmla="*/ 0 h 188"/>
                  <a:gd name="T6" fmla="*/ 0 60000 65536"/>
                  <a:gd name="T7" fmla="*/ 0 60000 65536"/>
                  <a:gd name="T8" fmla="*/ 0 60000 65536"/>
                  <a:gd name="T9" fmla="*/ 0 w 189"/>
                  <a:gd name="T10" fmla="*/ 0 h 188"/>
                  <a:gd name="T11" fmla="*/ 189 w 189"/>
                  <a:gd name="T12" fmla="*/ 188 h 1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9" h="188">
                    <a:moveTo>
                      <a:pt x="0" y="188"/>
                    </a:moveTo>
                    <a:lnTo>
                      <a:pt x="188" y="0"/>
                    </a:lnTo>
                    <a:lnTo>
                      <a:pt x="18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6" name="Rectangle 238"/>
              <p:cNvSpPr>
                <a:spLocks noChangeArrowheads="1"/>
              </p:cNvSpPr>
              <p:nvPr/>
            </p:nvSpPr>
            <p:spPr bwMode="auto">
              <a:xfrm>
                <a:off x="4092" y="756"/>
                <a:ext cx="390" cy="2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>
                  <a:defRPr/>
                </a:pPr>
                <a:r>
                  <a:rPr lang="en-US" altLang="zh-CN" i="1" kern="0">
                    <a:solidFill>
                      <a:sysClr val="windowText" lastClr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A</a:t>
                </a:r>
                <a:r>
                  <a:rPr lang="zh-CN" altLang="en-US" kern="0">
                    <a:solidFill>
                      <a:sysClr val="windowText" lastClr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i="1" kern="0">
                    <a:solidFill>
                      <a:sysClr val="windowText" lastClr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A</a:t>
                </a:r>
                <a:endParaRPr lang="en-US" altLang="zh-CN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7" name="Line 239"/>
              <p:cNvSpPr>
                <a:spLocks noChangeShapeType="1"/>
              </p:cNvSpPr>
              <p:nvPr/>
            </p:nvSpPr>
            <p:spPr bwMode="auto">
              <a:xfrm>
                <a:off x="4920" y="1076"/>
                <a:ext cx="0" cy="4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8" name="Line 240"/>
              <p:cNvSpPr>
                <a:spLocks noChangeShapeType="1"/>
              </p:cNvSpPr>
              <p:nvPr/>
            </p:nvSpPr>
            <p:spPr bwMode="auto">
              <a:xfrm>
                <a:off x="4916" y="1663"/>
                <a:ext cx="0" cy="4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9" name="Line 241"/>
              <p:cNvSpPr>
                <a:spLocks noChangeShapeType="1"/>
              </p:cNvSpPr>
              <p:nvPr/>
            </p:nvSpPr>
            <p:spPr bwMode="auto">
              <a:xfrm flipV="1">
                <a:off x="4916" y="1266"/>
                <a:ext cx="0" cy="4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0" name="Line 242"/>
              <p:cNvSpPr>
                <a:spLocks noChangeShapeType="1"/>
              </p:cNvSpPr>
              <p:nvPr/>
            </p:nvSpPr>
            <p:spPr bwMode="auto">
              <a:xfrm flipV="1">
                <a:off x="4916" y="1864"/>
                <a:ext cx="0" cy="4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1" name="Freeform 243"/>
              <p:cNvSpPr/>
              <p:nvPr/>
            </p:nvSpPr>
            <p:spPr bwMode="auto">
              <a:xfrm>
                <a:off x="4117" y="1415"/>
                <a:ext cx="155" cy="155"/>
              </a:xfrm>
              <a:custGeom>
                <a:avLst/>
                <a:gdLst>
                  <a:gd name="T0" fmla="*/ 0 w 466"/>
                  <a:gd name="T1" fmla="*/ 464 h 464"/>
                  <a:gd name="T2" fmla="*/ 465 w 466"/>
                  <a:gd name="T3" fmla="*/ 0 h 464"/>
                  <a:gd name="T4" fmla="*/ 466 w 466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6"/>
                  <a:gd name="T10" fmla="*/ 0 h 464"/>
                  <a:gd name="T11" fmla="*/ 466 w 466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2" name="Line 244"/>
              <p:cNvSpPr>
                <a:spLocks noChangeShapeType="1"/>
              </p:cNvSpPr>
              <p:nvPr/>
            </p:nvSpPr>
            <p:spPr bwMode="auto">
              <a:xfrm>
                <a:off x="4268" y="1252"/>
                <a:ext cx="0" cy="45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3" name="Line 245"/>
              <p:cNvSpPr>
                <a:spLocks noChangeShapeType="1"/>
              </p:cNvSpPr>
              <p:nvPr/>
            </p:nvSpPr>
            <p:spPr bwMode="auto">
              <a:xfrm flipV="1">
                <a:off x="4118" y="1351"/>
                <a:ext cx="129" cy="12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75" name="Group 246"/>
            <p:cNvGrpSpPr/>
            <p:nvPr/>
          </p:nvGrpSpPr>
          <p:grpSpPr bwMode="auto">
            <a:xfrm>
              <a:off x="2948" y="2216"/>
              <a:ext cx="2595" cy="1123"/>
              <a:chOff x="404" y="2216"/>
              <a:chExt cx="2595" cy="1123"/>
            </a:xfrm>
          </p:grpSpPr>
          <p:sp>
            <p:nvSpPr>
              <p:cNvPr id="476" name="Arc 247"/>
              <p:cNvSpPr/>
              <p:nvPr/>
            </p:nvSpPr>
            <p:spPr bwMode="auto">
              <a:xfrm flipV="1">
                <a:off x="2601" y="2554"/>
                <a:ext cx="134" cy="268"/>
              </a:xfrm>
              <a:custGeom>
                <a:avLst/>
                <a:gdLst>
                  <a:gd name="T0" fmla="*/ 0 w 21600"/>
                  <a:gd name="T1" fmla="*/ 0 h 43172"/>
                  <a:gd name="T2" fmla="*/ 7 w 21600"/>
                  <a:gd name="T3" fmla="*/ 268 h 43172"/>
                  <a:gd name="T4" fmla="*/ 0 w 21600"/>
                  <a:gd name="T5" fmla="*/ 134 h 4317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72"/>
                  <a:gd name="T11" fmla="*/ 21600 w 21600"/>
                  <a:gd name="T12" fmla="*/ 43172 h 4317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72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04"/>
                      <a:pt x="12583" y="42589"/>
                      <a:pt x="1094" y="43172"/>
                    </a:cubicBezTo>
                  </a:path>
                  <a:path w="21600" h="43172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04"/>
                      <a:pt x="12583" y="42589"/>
                      <a:pt x="1094" y="43172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7" name="Oval 248"/>
              <p:cNvSpPr>
                <a:spLocks noChangeArrowheads="1"/>
              </p:cNvSpPr>
              <p:nvPr/>
            </p:nvSpPr>
            <p:spPr bwMode="auto">
              <a:xfrm>
                <a:off x="2373" y="2935"/>
                <a:ext cx="322" cy="32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8" name="Oval 249"/>
              <p:cNvSpPr>
                <a:spLocks noChangeArrowheads="1"/>
              </p:cNvSpPr>
              <p:nvPr/>
            </p:nvSpPr>
            <p:spPr bwMode="auto">
              <a:xfrm>
                <a:off x="2461" y="3021"/>
                <a:ext cx="142" cy="142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9" name="Line 250"/>
              <p:cNvSpPr>
                <a:spLocks noChangeShapeType="1"/>
              </p:cNvSpPr>
              <p:nvPr/>
            </p:nvSpPr>
            <p:spPr bwMode="auto">
              <a:xfrm flipV="1">
                <a:off x="1734" y="2839"/>
                <a:ext cx="623" cy="5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0" name="Arc 251"/>
              <p:cNvSpPr/>
              <p:nvPr/>
            </p:nvSpPr>
            <p:spPr bwMode="auto">
              <a:xfrm flipV="1">
                <a:off x="1082" y="2314"/>
                <a:ext cx="719" cy="746"/>
              </a:xfrm>
              <a:custGeom>
                <a:avLst/>
                <a:gdLst>
                  <a:gd name="T0" fmla="*/ 2 w 40579"/>
                  <a:gd name="T1" fmla="*/ 191 h 43200"/>
                  <a:gd name="T2" fmla="*/ 0 w 40579"/>
                  <a:gd name="T3" fmla="*/ 551 h 43200"/>
                  <a:gd name="T4" fmla="*/ 336 w 40579"/>
                  <a:gd name="T5" fmla="*/ 373 h 43200"/>
                  <a:gd name="T6" fmla="*/ 0 60000 65536"/>
                  <a:gd name="T7" fmla="*/ 0 60000 65536"/>
                  <a:gd name="T8" fmla="*/ 0 60000 65536"/>
                  <a:gd name="T9" fmla="*/ 0 w 40579"/>
                  <a:gd name="T10" fmla="*/ 0 h 43200"/>
                  <a:gd name="T11" fmla="*/ 40579 w 40579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579" h="43200" fill="none" extrusionOk="0">
                    <a:moveTo>
                      <a:pt x="115" y="11076"/>
                    </a:moveTo>
                    <a:cubicBezTo>
                      <a:pt x="3930" y="4238"/>
                      <a:pt x="11148" y="-1"/>
                      <a:pt x="18979" y="0"/>
                    </a:cubicBezTo>
                    <a:cubicBezTo>
                      <a:pt x="30908" y="0"/>
                      <a:pt x="40579" y="9670"/>
                      <a:pt x="40579" y="21600"/>
                    </a:cubicBezTo>
                    <a:cubicBezTo>
                      <a:pt x="40579" y="33529"/>
                      <a:pt x="30908" y="43200"/>
                      <a:pt x="18979" y="43200"/>
                    </a:cubicBezTo>
                    <a:cubicBezTo>
                      <a:pt x="11062" y="43200"/>
                      <a:pt x="3779" y="38869"/>
                      <a:pt x="0" y="31912"/>
                    </a:cubicBezTo>
                  </a:path>
                  <a:path w="40579" h="43200" stroke="0" extrusionOk="0">
                    <a:moveTo>
                      <a:pt x="115" y="11076"/>
                    </a:moveTo>
                    <a:cubicBezTo>
                      <a:pt x="3930" y="4238"/>
                      <a:pt x="11148" y="-1"/>
                      <a:pt x="18979" y="0"/>
                    </a:cubicBezTo>
                    <a:cubicBezTo>
                      <a:pt x="30908" y="0"/>
                      <a:pt x="40579" y="9670"/>
                      <a:pt x="40579" y="21600"/>
                    </a:cubicBezTo>
                    <a:cubicBezTo>
                      <a:pt x="40579" y="33529"/>
                      <a:pt x="30908" y="43200"/>
                      <a:pt x="18979" y="43200"/>
                    </a:cubicBezTo>
                    <a:cubicBezTo>
                      <a:pt x="11062" y="43200"/>
                      <a:pt x="3779" y="38869"/>
                      <a:pt x="0" y="31912"/>
                    </a:cubicBezTo>
                    <a:lnTo>
                      <a:pt x="18979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1" name="Arc 252"/>
              <p:cNvSpPr/>
              <p:nvPr/>
            </p:nvSpPr>
            <p:spPr bwMode="auto">
              <a:xfrm flipV="1">
                <a:off x="1206" y="2460"/>
                <a:ext cx="435" cy="446"/>
              </a:xfrm>
              <a:custGeom>
                <a:avLst/>
                <a:gdLst>
                  <a:gd name="T0" fmla="*/ 0 w 42129"/>
                  <a:gd name="T1" fmla="*/ 153 h 43200"/>
                  <a:gd name="T2" fmla="*/ 0 w 42129"/>
                  <a:gd name="T3" fmla="*/ 292 h 43200"/>
                  <a:gd name="T4" fmla="*/ 212 w 42129"/>
                  <a:gd name="T5" fmla="*/ 223 h 43200"/>
                  <a:gd name="T6" fmla="*/ 0 60000 65536"/>
                  <a:gd name="T7" fmla="*/ 0 60000 65536"/>
                  <a:gd name="T8" fmla="*/ 0 60000 65536"/>
                  <a:gd name="T9" fmla="*/ 0 w 42129"/>
                  <a:gd name="T10" fmla="*/ 0 h 43200"/>
                  <a:gd name="T11" fmla="*/ 42129 w 42129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29" h="43200" fill="none" extrusionOk="0">
                    <a:moveTo>
                      <a:pt x="5" y="14864"/>
                    </a:moveTo>
                    <a:cubicBezTo>
                      <a:pt x="2916" y="5995"/>
                      <a:pt x="11194" y="-1"/>
                      <a:pt x="20529" y="0"/>
                    </a:cubicBezTo>
                    <a:cubicBezTo>
                      <a:pt x="32458" y="0"/>
                      <a:pt x="42129" y="9670"/>
                      <a:pt x="42129" y="21600"/>
                    </a:cubicBezTo>
                    <a:cubicBezTo>
                      <a:pt x="42129" y="33529"/>
                      <a:pt x="32458" y="43200"/>
                      <a:pt x="20529" y="43200"/>
                    </a:cubicBezTo>
                    <a:cubicBezTo>
                      <a:pt x="11187" y="43200"/>
                      <a:pt x="2904" y="37194"/>
                      <a:pt x="-1" y="28316"/>
                    </a:cubicBezTo>
                  </a:path>
                  <a:path w="42129" h="43200" stroke="0" extrusionOk="0">
                    <a:moveTo>
                      <a:pt x="5" y="14864"/>
                    </a:moveTo>
                    <a:cubicBezTo>
                      <a:pt x="2916" y="5995"/>
                      <a:pt x="11194" y="-1"/>
                      <a:pt x="20529" y="0"/>
                    </a:cubicBezTo>
                    <a:cubicBezTo>
                      <a:pt x="32458" y="0"/>
                      <a:pt x="42129" y="9670"/>
                      <a:pt x="42129" y="21600"/>
                    </a:cubicBezTo>
                    <a:cubicBezTo>
                      <a:pt x="42129" y="33529"/>
                      <a:pt x="32458" y="43200"/>
                      <a:pt x="20529" y="43200"/>
                    </a:cubicBezTo>
                    <a:cubicBezTo>
                      <a:pt x="11187" y="43200"/>
                      <a:pt x="2904" y="37194"/>
                      <a:pt x="-1" y="28316"/>
                    </a:cubicBezTo>
                    <a:lnTo>
                      <a:pt x="20529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2" name="Rectangle 253"/>
              <p:cNvSpPr>
                <a:spLocks noChangeArrowheads="1"/>
              </p:cNvSpPr>
              <p:nvPr/>
            </p:nvSpPr>
            <p:spPr bwMode="auto">
              <a:xfrm>
                <a:off x="1301" y="2470"/>
                <a:ext cx="96" cy="2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>
                  <a:defRPr/>
                </a:pPr>
                <a:r>
                  <a:rPr lang="en-US" altLang="zh-CN" kern="0">
                    <a:solidFill>
                      <a:sysClr val="windowText" lastClr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A</a:t>
                </a:r>
                <a:endParaRPr lang="en-US" altLang="zh-CN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3" name="Freeform 254"/>
              <p:cNvSpPr/>
              <p:nvPr/>
            </p:nvSpPr>
            <p:spPr bwMode="auto">
              <a:xfrm>
                <a:off x="1258" y="2687"/>
                <a:ext cx="620" cy="1"/>
              </a:xfrm>
              <a:custGeom>
                <a:avLst/>
                <a:gdLst>
                  <a:gd name="T0" fmla="*/ 0 w 620"/>
                  <a:gd name="T1" fmla="*/ 0 h 1"/>
                  <a:gd name="T2" fmla="*/ 620 w 620"/>
                  <a:gd name="T3" fmla="*/ 1 h 1"/>
                  <a:gd name="T4" fmla="*/ 0 60000 65536"/>
                  <a:gd name="T5" fmla="*/ 0 60000 65536"/>
                  <a:gd name="T6" fmla="*/ 0 w 620"/>
                  <a:gd name="T7" fmla="*/ 0 h 1"/>
                  <a:gd name="T8" fmla="*/ 620 w 620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20" h="1">
                    <a:moveTo>
                      <a:pt x="0" y="0"/>
                    </a:moveTo>
                    <a:lnTo>
                      <a:pt x="620" y="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4" name="Freeform 255"/>
              <p:cNvSpPr/>
              <p:nvPr/>
            </p:nvSpPr>
            <p:spPr bwMode="auto">
              <a:xfrm>
                <a:off x="1601" y="3016"/>
                <a:ext cx="888" cy="234"/>
              </a:xfrm>
              <a:custGeom>
                <a:avLst/>
                <a:gdLst>
                  <a:gd name="T0" fmla="*/ 0 w 2664"/>
                  <a:gd name="T1" fmla="*/ 0 h 701"/>
                  <a:gd name="T2" fmla="*/ 2663 w 2664"/>
                  <a:gd name="T3" fmla="*/ 701 h 701"/>
                  <a:gd name="T4" fmla="*/ 2664 w 2664"/>
                  <a:gd name="T5" fmla="*/ 701 h 701"/>
                  <a:gd name="T6" fmla="*/ 0 60000 65536"/>
                  <a:gd name="T7" fmla="*/ 0 60000 65536"/>
                  <a:gd name="T8" fmla="*/ 0 60000 65536"/>
                  <a:gd name="T9" fmla="*/ 0 w 2664"/>
                  <a:gd name="T10" fmla="*/ 0 h 701"/>
                  <a:gd name="T11" fmla="*/ 2664 w 2664"/>
                  <a:gd name="T12" fmla="*/ 701 h 7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64" h="701">
                    <a:moveTo>
                      <a:pt x="0" y="0"/>
                    </a:moveTo>
                    <a:lnTo>
                      <a:pt x="2663" y="701"/>
                    </a:lnTo>
                    <a:lnTo>
                      <a:pt x="2664" y="70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5" name="Freeform 256"/>
              <p:cNvSpPr/>
              <p:nvPr/>
            </p:nvSpPr>
            <p:spPr bwMode="auto">
              <a:xfrm>
                <a:off x="1734" y="2481"/>
                <a:ext cx="880" cy="73"/>
              </a:xfrm>
              <a:custGeom>
                <a:avLst/>
                <a:gdLst>
                  <a:gd name="T0" fmla="*/ 0 w 2639"/>
                  <a:gd name="T1" fmla="*/ 0 h 218"/>
                  <a:gd name="T2" fmla="*/ 2638 w 2639"/>
                  <a:gd name="T3" fmla="*/ 218 h 218"/>
                  <a:gd name="T4" fmla="*/ 2639 w 2639"/>
                  <a:gd name="T5" fmla="*/ 218 h 218"/>
                  <a:gd name="T6" fmla="*/ 0 60000 65536"/>
                  <a:gd name="T7" fmla="*/ 0 60000 65536"/>
                  <a:gd name="T8" fmla="*/ 0 60000 65536"/>
                  <a:gd name="T9" fmla="*/ 0 w 2639"/>
                  <a:gd name="T10" fmla="*/ 0 h 218"/>
                  <a:gd name="T11" fmla="*/ 2639 w 2639"/>
                  <a:gd name="T12" fmla="*/ 218 h 2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39" h="218">
                    <a:moveTo>
                      <a:pt x="0" y="0"/>
                    </a:moveTo>
                    <a:lnTo>
                      <a:pt x="2638" y="218"/>
                    </a:lnTo>
                    <a:lnTo>
                      <a:pt x="2639" y="218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6" name="Freeform 257"/>
              <p:cNvSpPr/>
              <p:nvPr/>
            </p:nvSpPr>
            <p:spPr bwMode="auto">
              <a:xfrm>
                <a:off x="729" y="2505"/>
                <a:ext cx="56" cy="55"/>
              </a:xfrm>
              <a:custGeom>
                <a:avLst/>
                <a:gdLst>
                  <a:gd name="T0" fmla="*/ 0 w 166"/>
                  <a:gd name="T1" fmla="*/ 166 h 166"/>
                  <a:gd name="T2" fmla="*/ 165 w 166"/>
                  <a:gd name="T3" fmla="*/ 0 h 166"/>
                  <a:gd name="T4" fmla="*/ 166 w 166"/>
                  <a:gd name="T5" fmla="*/ 0 h 166"/>
                  <a:gd name="T6" fmla="*/ 0 60000 65536"/>
                  <a:gd name="T7" fmla="*/ 0 60000 65536"/>
                  <a:gd name="T8" fmla="*/ 0 60000 65536"/>
                  <a:gd name="T9" fmla="*/ 0 w 166"/>
                  <a:gd name="T10" fmla="*/ 0 h 166"/>
                  <a:gd name="T11" fmla="*/ 166 w 166"/>
                  <a:gd name="T12" fmla="*/ 166 h 1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6" h="166">
                    <a:moveTo>
                      <a:pt x="0" y="166"/>
                    </a:moveTo>
                    <a:lnTo>
                      <a:pt x="165" y="0"/>
                    </a:lnTo>
                    <a:lnTo>
                      <a:pt x="16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7" name="Freeform 258"/>
              <p:cNvSpPr/>
              <p:nvPr/>
            </p:nvSpPr>
            <p:spPr bwMode="auto">
              <a:xfrm>
                <a:off x="765" y="2556"/>
                <a:ext cx="56" cy="55"/>
              </a:xfrm>
              <a:custGeom>
                <a:avLst/>
                <a:gdLst>
                  <a:gd name="T0" fmla="*/ 0 w 167"/>
                  <a:gd name="T1" fmla="*/ 165 h 165"/>
                  <a:gd name="T2" fmla="*/ 166 w 167"/>
                  <a:gd name="T3" fmla="*/ 0 h 165"/>
                  <a:gd name="T4" fmla="*/ 167 w 167"/>
                  <a:gd name="T5" fmla="*/ 0 h 165"/>
                  <a:gd name="T6" fmla="*/ 0 60000 65536"/>
                  <a:gd name="T7" fmla="*/ 0 60000 65536"/>
                  <a:gd name="T8" fmla="*/ 0 60000 65536"/>
                  <a:gd name="T9" fmla="*/ 0 w 167"/>
                  <a:gd name="T10" fmla="*/ 0 h 165"/>
                  <a:gd name="T11" fmla="*/ 167 w 167"/>
                  <a:gd name="T12" fmla="*/ 165 h 1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7" h="165">
                    <a:moveTo>
                      <a:pt x="0" y="165"/>
                    </a:moveTo>
                    <a:lnTo>
                      <a:pt x="166" y="0"/>
                    </a:lnTo>
                    <a:lnTo>
                      <a:pt x="16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8" name="Freeform 259"/>
              <p:cNvSpPr/>
              <p:nvPr/>
            </p:nvSpPr>
            <p:spPr bwMode="auto">
              <a:xfrm>
                <a:off x="729" y="2762"/>
                <a:ext cx="60" cy="59"/>
              </a:xfrm>
              <a:custGeom>
                <a:avLst/>
                <a:gdLst>
                  <a:gd name="T0" fmla="*/ 0 w 179"/>
                  <a:gd name="T1" fmla="*/ 178 h 178"/>
                  <a:gd name="T2" fmla="*/ 178 w 179"/>
                  <a:gd name="T3" fmla="*/ 0 h 178"/>
                  <a:gd name="T4" fmla="*/ 179 w 179"/>
                  <a:gd name="T5" fmla="*/ 0 h 178"/>
                  <a:gd name="T6" fmla="*/ 0 60000 65536"/>
                  <a:gd name="T7" fmla="*/ 0 60000 65536"/>
                  <a:gd name="T8" fmla="*/ 0 60000 65536"/>
                  <a:gd name="T9" fmla="*/ 0 w 179"/>
                  <a:gd name="T10" fmla="*/ 0 h 178"/>
                  <a:gd name="T11" fmla="*/ 179 w 179"/>
                  <a:gd name="T12" fmla="*/ 178 h 1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9" h="178">
                    <a:moveTo>
                      <a:pt x="0" y="178"/>
                    </a:moveTo>
                    <a:lnTo>
                      <a:pt x="178" y="0"/>
                    </a:lnTo>
                    <a:lnTo>
                      <a:pt x="17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9" name="Freeform 260"/>
              <p:cNvSpPr/>
              <p:nvPr/>
            </p:nvSpPr>
            <p:spPr bwMode="auto">
              <a:xfrm>
                <a:off x="1003" y="2505"/>
                <a:ext cx="43" cy="43"/>
              </a:xfrm>
              <a:custGeom>
                <a:avLst/>
                <a:gdLst>
                  <a:gd name="T0" fmla="*/ 0 w 130"/>
                  <a:gd name="T1" fmla="*/ 129 h 129"/>
                  <a:gd name="T2" fmla="*/ 129 w 130"/>
                  <a:gd name="T3" fmla="*/ 0 h 129"/>
                  <a:gd name="T4" fmla="*/ 130 w 130"/>
                  <a:gd name="T5" fmla="*/ 0 h 129"/>
                  <a:gd name="T6" fmla="*/ 0 60000 65536"/>
                  <a:gd name="T7" fmla="*/ 0 60000 65536"/>
                  <a:gd name="T8" fmla="*/ 0 60000 65536"/>
                  <a:gd name="T9" fmla="*/ 0 w 130"/>
                  <a:gd name="T10" fmla="*/ 0 h 129"/>
                  <a:gd name="T11" fmla="*/ 130 w 130"/>
                  <a:gd name="T12" fmla="*/ 129 h 1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0" h="129">
                    <a:moveTo>
                      <a:pt x="0" y="129"/>
                    </a:moveTo>
                    <a:lnTo>
                      <a:pt x="129" y="0"/>
                    </a:lnTo>
                    <a:lnTo>
                      <a:pt x="13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0" name="Freeform 261"/>
              <p:cNvSpPr/>
              <p:nvPr/>
            </p:nvSpPr>
            <p:spPr bwMode="auto">
              <a:xfrm>
                <a:off x="769" y="2818"/>
                <a:ext cx="52" cy="51"/>
              </a:xfrm>
              <a:custGeom>
                <a:avLst/>
                <a:gdLst>
                  <a:gd name="T0" fmla="*/ 0 w 154"/>
                  <a:gd name="T1" fmla="*/ 153 h 153"/>
                  <a:gd name="T2" fmla="*/ 153 w 154"/>
                  <a:gd name="T3" fmla="*/ 0 h 153"/>
                  <a:gd name="T4" fmla="*/ 154 w 154"/>
                  <a:gd name="T5" fmla="*/ 0 h 153"/>
                  <a:gd name="T6" fmla="*/ 0 60000 65536"/>
                  <a:gd name="T7" fmla="*/ 0 60000 65536"/>
                  <a:gd name="T8" fmla="*/ 0 60000 65536"/>
                  <a:gd name="T9" fmla="*/ 0 w 154"/>
                  <a:gd name="T10" fmla="*/ 0 h 153"/>
                  <a:gd name="T11" fmla="*/ 154 w 154"/>
                  <a:gd name="T12" fmla="*/ 153 h 1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4" h="153">
                    <a:moveTo>
                      <a:pt x="0" y="153"/>
                    </a:moveTo>
                    <a:lnTo>
                      <a:pt x="153" y="0"/>
                    </a:lnTo>
                    <a:lnTo>
                      <a:pt x="15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" name="Freeform 262"/>
              <p:cNvSpPr/>
              <p:nvPr/>
            </p:nvSpPr>
            <p:spPr bwMode="auto">
              <a:xfrm>
                <a:off x="1027" y="2436"/>
                <a:ext cx="174" cy="175"/>
              </a:xfrm>
              <a:custGeom>
                <a:avLst/>
                <a:gdLst>
                  <a:gd name="T0" fmla="*/ 0 w 524"/>
                  <a:gd name="T1" fmla="*/ 524 h 524"/>
                  <a:gd name="T2" fmla="*/ 523 w 524"/>
                  <a:gd name="T3" fmla="*/ 0 h 524"/>
                  <a:gd name="T4" fmla="*/ 524 w 524"/>
                  <a:gd name="T5" fmla="*/ 0 h 524"/>
                  <a:gd name="T6" fmla="*/ 0 60000 65536"/>
                  <a:gd name="T7" fmla="*/ 0 60000 65536"/>
                  <a:gd name="T8" fmla="*/ 0 60000 65536"/>
                  <a:gd name="T9" fmla="*/ 0 w 524"/>
                  <a:gd name="T10" fmla="*/ 0 h 524"/>
                  <a:gd name="T11" fmla="*/ 524 w 524"/>
                  <a:gd name="T12" fmla="*/ 524 h 5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24" h="524">
                    <a:moveTo>
                      <a:pt x="0" y="524"/>
                    </a:moveTo>
                    <a:lnTo>
                      <a:pt x="523" y="0"/>
                    </a:lnTo>
                    <a:lnTo>
                      <a:pt x="52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2" name="Freeform 263"/>
              <p:cNvSpPr/>
              <p:nvPr/>
            </p:nvSpPr>
            <p:spPr bwMode="auto">
              <a:xfrm>
                <a:off x="1114" y="2495"/>
                <a:ext cx="116" cy="116"/>
              </a:xfrm>
              <a:custGeom>
                <a:avLst/>
                <a:gdLst>
                  <a:gd name="T0" fmla="*/ 0 w 349"/>
                  <a:gd name="T1" fmla="*/ 347 h 347"/>
                  <a:gd name="T2" fmla="*/ 348 w 349"/>
                  <a:gd name="T3" fmla="*/ 0 h 347"/>
                  <a:gd name="T4" fmla="*/ 349 w 349"/>
                  <a:gd name="T5" fmla="*/ 0 h 347"/>
                  <a:gd name="T6" fmla="*/ 0 60000 65536"/>
                  <a:gd name="T7" fmla="*/ 0 60000 65536"/>
                  <a:gd name="T8" fmla="*/ 0 60000 65536"/>
                  <a:gd name="T9" fmla="*/ 0 w 349"/>
                  <a:gd name="T10" fmla="*/ 0 h 347"/>
                  <a:gd name="T11" fmla="*/ 349 w 349"/>
                  <a:gd name="T12" fmla="*/ 347 h 3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9" h="347">
                    <a:moveTo>
                      <a:pt x="0" y="347"/>
                    </a:moveTo>
                    <a:lnTo>
                      <a:pt x="348" y="0"/>
                    </a:lnTo>
                    <a:lnTo>
                      <a:pt x="34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3" name="Freeform 264"/>
              <p:cNvSpPr/>
              <p:nvPr/>
            </p:nvSpPr>
            <p:spPr bwMode="auto">
              <a:xfrm>
                <a:off x="1003" y="2762"/>
                <a:ext cx="48" cy="47"/>
              </a:xfrm>
              <a:custGeom>
                <a:avLst/>
                <a:gdLst>
                  <a:gd name="T0" fmla="*/ 0 w 143"/>
                  <a:gd name="T1" fmla="*/ 142 h 142"/>
                  <a:gd name="T2" fmla="*/ 142 w 143"/>
                  <a:gd name="T3" fmla="*/ 0 h 142"/>
                  <a:gd name="T4" fmla="*/ 143 w 143"/>
                  <a:gd name="T5" fmla="*/ 0 h 142"/>
                  <a:gd name="T6" fmla="*/ 0 60000 65536"/>
                  <a:gd name="T7" fmla="*/ 0 60000 65536"/>
                  <a:gd name="T8" fmla="*/ 0 60000 65536"/>
                  <a:gd name="T9" fmla="*/ 0 w 143"/>
                  <a:gd name="T10" fmla="*/ 0 h 142"/>
                  <a:gd name="T11" fmla="*/ 143 w 143"/>
                  <a:gd name="T12" fmla="*/ 142 h 14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" h="142">
                    <a:moveTo>
                      <a:pt x="0" y="142"/>
                    </a:moveTo>
                    <a:lnTo>
                      <a:pt x="142" y="0"/>
                    </a:lnTo>
                    <a:lnTo>
                      <a:pt x="14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4" name="Freeform 265"/>
              <p:cNvSpPr/>
              <p:nvPr/>
            </p:nvSpPr>
            <p:spPr bwMode="auto">
              <a:xfrm>
                <a:off x="1201" y="2602"/>
                <a:ext cx="9" cy="9"/>
              </a:xfrm>
              <a:custGeom>
                <a:avLst/>
                <a:gdLst>
                  <a:gd name="T0" fmla="*/ 0 w 28"/>
                  <a:gd name="T1" fmla="*/ 26 h 26"/>
                  <a:gd name="T2" fmla="*/ 27 w 28"/>
                  <a:gd name="T3" fmla="*/ 0 h 26"/>
                  <a:gd name="T4" fmla="*/ 28 w 28"/>
                  <a:gd name="T5" fmla="*/ 0 h 26"/>
                  <a:gd name="T6" fmla="*/ 0 60000 65536"/>
                  <a:gd name="T7" fmla="*/ 0 60000 65536"/>
                  <a:gd name="T8" fmla="*/ 0 60000 65536"/>
                  <a:gd name="T9" fmla="*/ 0 w 28"/>
                  <a:gd name="T10" fmla="*/ 0 h 26"/>
                  <a:gd name="T11" fmla="*/ 28 w 28"/>
                  <a:gd name="T12" fmla="*/ 26 h 2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" h="26">
                    <a:moveTo>
                      <a:pt x="0" y="26"/>
                    </a:moveTo>
                    <a:lnTo>
                      <a:pt x="27" y="0"/>
                    </a:lnTo>
                    <a:lnTo>
                      <a:pt x="28" y="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5" name="Freeform 266"/>
              <p:cNvSpPr/>
              <p:nvPr/>
            </p:nvSpPr>
            <p:spPr bwMode="auto">
              <a:xfrm>
                <a:off x="1031" y="2762"/>
                <a:ext cx="107" cy="107"/>
              </a:xfrm>
              <a:custGeom>
                <a:avLst/>
                <a:gdLst>
                  <a:gd name="T0" fmla="*/ 0 w 320"/>
                  <a:gd name="T1" fmla="*/ 320 h 320"/>
                  <a:gd name="T2" fmla="*/ 318 w 320"/>
                  <a:gd name="T3" fmla="*/ 0 h 320"/>
                  <a:gd name="T4" fmla="*/ 320 w 320"/>
                  <a:gd name="T5" fmla="*/ 0 h 320"/>
                  <a:gd name="T6" fmla="*/ 0 60000 65536"/>
                  <a:gd name="T7" fmla="*/ 0 60000 65536"/>
                  <a:gd name="T8" fmla="*/ 0 60000 65536"/>
                  <a:gd name="T9" fmla="*/ 0 w 320"/>
                  <a:gd name="T10" fmla="*/ 0 h 320"/>
                  <a:gd name="T11" fmla="*/ 320 w 320"/>
                  <a:gd name="T12" fmla="*/ 320 h 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20" h="320">
                    <a:moveTo>
                      <a:pt x="0" y="320"/>
                    </a:moveTo>
                    <a:lnTo>
                      <a:pt x="318" y="0"/>
                    </a:lnTo>
                    <a:lnTo>
                      <a:pt x="32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6" name="Freeform 267"/>
              <p:cNvSpPr/>
              <p:nvPr/>
            </p:nvSpPr>
            <p:spPr bwMode="auto">
              <a:xfrm>
                <a:off x="1098" y="2775"/>
                <a:ext cx="114" cy="114"/>
              </a:xfrm>
              <a:custGeom>
                <a:avLst/>
                <a:gdLst>
                  <a:gd name="T0" fmla="*/ 0 w 344"/>
                  <a:gd name="T1" fmla="*/ 343 h 343"/>
                  <a:gd name="T2" fmla="*/ 342 w 344"/>
                  <a:gd name="T3" fmla="*/ 0 h 343"/>
                  <a:gd name="T4" fmla="*/ 344 w 344"/>
                  <a:gd name="T5" fmla="*/ 0 h 343"/>
                  <a:gd name="T6" fmla="*/ 0 60000 65536"/>
                  <a:gd name="T7" fmla="*/ 0 60000 65536"/>
                  <a:gd name="T8" fmla="*/ 0 60000 65536"/>
                  <a:gd name="T9" fmla="*/ 0 w 344"/>
                  <a:gd name="T10" fmla="*/ 0 h 343"/>
                  <a:gd name="T11" fmla="*/ 344 w 344"/>
                  <a:gd name="T12" fmla="*/ 343 h 34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4" h="343">
                    <a:moveTo>
                      <a:pt x="0" y="343"/>
                    </a:moveTo>
                    <a:lnTo>
                      <a:pt x="342" y="0"/>
                    </a:lnTo>
                    <a:lnTo>
                      <a:pt x="34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7" name="Freeform 268"/>
              <p:cNvSpPr/>
              <p:nvPr/>
            </p:nvSpPr>
            <p:spPr bwMode="auto">
              <a:xfrm>
                <a:off x="1135" y="2829"/>
                <a:ext cx="110" cy="110"/>
              </a:xfrm>
              <a:custGeom>
                <a:avLst/>
                <a:gdLst>
                  <a:gd name="T0" fmla="*/ 0 w 330"/>
                  <a:gd name="T1" fmla="*/ 330 h 330"/>
                  <a:gd name="T2" fmla="*/ 329 w 330"/>
                  <a:gd name="T3" fmla="*/ 0 h 330"/>
                  <a:gd name="T4" fmla="*/ 330 w 330"/>
                  <a:gd name="T5" fmla="*/ 0 h 330"/>
                  <a:gd name="T6" fmla="*/ 0 60000 65536"/>
                  <a:gd name="T7" fmla="*/ 0 60000 65536"/>
                  <a:gd name="T8" fmla="*/ 0 60000 65536"/>
                  <a:gd name="T9" fmla="*/ 0 w 330"/>
                  <a:gd name="T10" fmla="*/ 0 h 330"/>
                  <a:gd name="T11" fmla="*/ 330 w 330"/>
                  <a:gd name="T12" fmla="*/ 330 h 33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0" h="330">
                    <a:moveTo>
                      <a:pt x="0" y="330"/>
                    </a:moveTo>
                    <a:lnTo>
                      <a:pt x="329" y="0"/>
                    </a:lnTo>
                    <a:lnTo>
                      <a:pt x="33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8" name="Freeform 269"/>
              <p:cNvSpPr/>
              <p:nvPr/>
            </p:nvSpPr>
            <p:spPr bwMode="auto">
              <a:xfrm>
                <a:off x="1180" y="2871"/>
                <a:ext cx="111" cy="110"/>
              </a:xfrm>
              <a:custGeom>
                <a:avLst/>
                <a:gdLst>
                  <a:gd name="T0" fmla="*/ 0 w 332"/>
                  <a:gd name="T1" fmla="*/ 332 h 332"/>
                  <a:gd name="T2" fmla="*/ 331 w 332"/>
                  <a:gd name="T3" fmla="*/ 0 h 332"/>
                  <a:gd name="T4" fmla="*/ 332 w 332"/>
                  <a:gd name="T5" fmla="*/ 0 h 332"/>
                  <a:gd name="T6" fmla="*/ 0 60000 65536"/>
                  <a:gd name="T7" fmla="*/ 0 60000 65536"/>
                  <a:gd name="T8" fmla="*/ 0 60000 65536"/>
                  <a:gd name="T9" fmla="*/ 0 w 332"/>
                  <a:gd name="T10" fmla="*/ 0 h 332"/>
                  <a:gd name="T11" fmla="*/ 332 w 332"/>
                  <a:gd name="T12" fmla="*/ 332 h 3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2" h="332">
                    <a:moveTo>
                      <a:pt x="0" y="332"/>
                    </a:moveTo>
                    <a:lnTo>
                      <a:pt x="331" y="0"/>
                    </a:lnTo>
                    <a:lnTo>
                      <a:pt x="33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9" name="Freeform 270"/>
              <p:cNvSpPr/>
              <p:nvPr/>
            </p:nvSpPr>
            <p:spPr bwMode="auto">
              <a:xfrm>
                <a:off x="912" y="2717"/>
                <a:ext cx="1" cy="235"/>
              </a:xfrm>
              <a:custGeom>
                <a:avLst/>
                <a:gdLst>
                  <a:gd name="T0" fmla="*/ 0 w 1"/>
                  <a:gd name="T1" fmla="*/ 0 h 705"/>
                  <a:gd name="T2" fmla="*/ 0 w 1"/>
                  <a:gd name="T3" fmla="*/ 705 h 705"/>
                  <a:gd name="T4" fmla="*/ 1 w 1"/>
                  <a:gd name="T5" fmla="*/ 705 h 70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05"/>
                  <a:gd name="T11" fmla="*/ 1 w 1"/>
                  <a:gd name="T12" fmla="*/ 705 h 70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05">
                    <a:moveTo>
                      <a:pt x="0" y="0"/>
                    </a:moveTo>
                    <a:lnTo>
                      <a:pt x="0" y="705"/>
                    </a:lnTo>
                    <a:lnTo>
                      <a:pt x="1" y="705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0" name="Freeform 271"/>
              <p:cNvSpPr/>
              <p:nvPr/>
            </p:nvSpPr>
            <p:spPr bwMode="auto">
              <a:xfrm>
                <a:off x="1417" y="2619"/>
                <a:ext cx="1" cy="350"/>
              </a:xfrm>
              <a:custGeom>
                <a:avLst/>
                <a:gdLst>
                  <a:gd name="T0" fmla="*/ 0 w 2"/>
                  <a:gd name="T1" fmla="*/ 0 h 1048"/>
                  <a:gd name="T2" fmla="*/ 0 w 2"/>
                  <a:gd name="T3" fmla="*/ 1048 h 1048"/>
                  <a:gd name="T4" fmla="*/ 2 w 2"/>
                  <a:gd name="T5" fmla="*/ 1048 h 1048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048"/>
                  <a:gd name="T11" fmla="*/ 2 w 2"/>
                  <a:gd name="T12" fmla="*/ 1048 h 10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048">
                    <a:moveTo>
                      <a:pt x="0" y="0"/>
                    </a:moveTo>
                    <a:lnTo>
                      <a:pt x="0" y="1048"/>
                    </a:lnTo>
                    <a:lnTo>
                      <a:pt x="2" y="104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1" name="Freeform 272"/>
              <p:cNvSpPr/>
              <p:nvPr/>
            </p:nvSpPr>
            <p:spPr bwMode="auto">
              <a:xfrm>
                <a:off x="723" y="2868"/>
                <a:ext cx="363" cy="1"/>
              </a:xfrm>
              <a:custGeom>
                <a:avLst/>
                <a:gdLst>
                  <a:gd name="T0" fmla="*/ 0 w 363"/>
                  <a:gd name="T1" fmla="*/ 1 h 1"/>
                  <a:gd name="T2" fmla="*/ 363 w 363"/>
                  <a:gd name="T3" fmla="*/ 0 h 1"/>
                  <a:gd name="T4" fmla="*/ 0 60000 65536"/>
                  <a:gd name="T5" fmla="*/ 0 60000 65536"/>
                  <a:gd name="T6" fmla="*/ 0 w 363"/>
                  <a:gd name="T7" fmla="*/ 0 h 1"/>
                  <a:gd name="T8" fmla="*/ 363 w 36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3" h="1">
                    <a:moveTo>
                      <a:pt x="0" y="1"/>
                    </a:moveTo>
                    <a:lnTo>
                      <a:pt x="363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2" name="Freeform 273"/>
              <p:cNvSpPr/>
              <p:nvPr/>
            </p:nvSpPr>
            <p:spPr bwMode="auto">
              <a:xfrm>
                <a:off x="729" y="2762"/>
                <a:ext cx="478" cy="1"/>
              </a:xfrm>
              <a:custGeom>
                <a:avLst/>
                <a:gdLst>
                  <a:gd name="T0" fmla="*/ 0 w 1433"/>
                  <a:gd name="T1" fmla="*/ 0 h 1"/>
                  <a:gd name="T2" fmla="*/ 1432 w 1433"/>
                  <a:gd name="T3" fmla="*/ 0 h 1"/>
                  <a:gd name="T4" fmla="*/ 1433 w 143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433"/>
                  <a:gd name="T10" fmla="*/ 0 h 1"/>
                  <a:gd name="T11" fmla="*/ 1433 w 143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3" h="1">
                    <a:moveTo>
                      <a:pt x="0" y="0"/>
                    </a:moveTo>
                    <a:lnTo>
                      <a:pt x="1432" y="0"/>
                    </a:lnTo>
                    <a:lnTo>
                      <a:pt x="1433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3" name="Freeform 274"/>
              <p:cNvSpPr/>
              <p:nvPr/>
            </p:nvSpPr>
            <p:spPr bwMode="auto">
              <a:xfrm>
                <a:off x="729" y="2762"/>
                <a:ext cx="1" cy="107"/>
              </a:xfrm>
              <a:custGeom>
                <a:avLst/>
                <a:gdLst>
                  <a:gd name="T0" fmla="*/ 0 w 1"/>
                  <a:gd name="T1" fmla="*/ 0 h 320"/>
                  <a:gd name="T2" fmla="*/ 0 w 1"/>
                  <a:gd name="T3" fmla="*/ 320 h 320"/>
                  <a:gd name="T4" fmla="*/ 1 w 1"/>
                  <a:gd name="T5" fmla="*/ 320 h 32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20"/>
                  <a:gd name="T11" fmla="*/ 1 w 1"/>
                  <a:gd name="T12" fmla="*/ 320 h 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20">
                    <a:moveTo>
                      <a:pt x="0" y="0"/>
                    </a:moveTo>
                    <a:lnTo>
                      <a:pt x="0" y="320"/>
                    </a:lnTo>
                    <a:lnTo>
                      <a:pt x="1" y="32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4" name="Freeform 275"/>
              <p:cNvSpPr/>
              <p:nvPr/>
            </p:nvSpPr>
            <p:spPr bwMode="auto">
              <a:xfrm>
                <a:off x="820" y="2762"/>
                <a:ext cx="1" cy="107"/>
              </a:xfrm>
              <a:custGeom>
                <a:avLst/>
                <a:gdLst>
                  <a:gd name="T0" fmla="*/ 0 w 1"/>
                  <a:gd name="T1" fmla="*/ 0 h 320"/>
                  <a:gd name="T2" fmla="*/ 0 w 1"/>
                  <a:gd name="T3" fmla="*/ 320 h 320"/>
                  <a:gd name="T4" fmla="*/ 1 w 1"/>
                  <a:gd name="T5" fmla="*/ 320 h 32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20"/>
                  <a:gd name="T11" fmla="*/ 1 w 1"/>
                  <a:gd name="T12" fmla="*/ 320 h 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20">
                    <a:moveTo>
                      <a:pt x="0" y="0"/>
                    </a:moveTo>
                    <a:lnTo>
                      <a:pt x="0" y="320"/>
                    </a:lnTo>
                    <a:lnTo>
                      <a:pt x="1" y="32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5" name="Freeform 276"/>
              <p:cNvSpPr/>
              <p:nvPr/>
            </p:nvSpPr>
            <p:spPr bwMode="auto">
              <a:xfrm>
                <a:off x="1199" y="2901"/>
                <a:ext cx="154" cy="95"/>
              </a:xfrm>
              <a:custGeom>
                <a:avLst/>
                <a:gdLst>
                  <a:gd name="T0" fmla="*/ 154 w 154"/>
                  <a:gd name="T1" fmla="*/ 0 h 95"/>
                  <a:gd name="T2" fmla="*/ 118 w 154"/>
                  <a:gd name="T3" fmla="*/ 24 h 95"/>
                  <a:gd name="T4" fmla="*/ 88 w 154"/>
                  <a:gd name="T5" fmla="*/ 62 h 95"/>
                  <a:gd name="T6" fmla="*/ 38 w 154"/>
                  <a:gd name="T7" fmla="*/ 69 h 95"/>
                  <a:gd name="T8" fmla="*/ 0 w 154"/>
                  <a:gd name="T9" fmla="*/ 95 h 95"/>
                  <a:gd name="T10" fmla="*/ 0 w 154"/>
                  <a:gd name="T11" fmla="*/ 95 h 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4"/>
                  <a:gd name="T19" fmla="*/ 0 h 95"/>
                  <a:gd name="T20" fmla="*/ 154 w 154"/>
                  <a:gd name="T21" fmla="*/ 95 h 9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4" h="95">
                    <a:moveTo>
                      <a:pt x="154" y="0"/>
                    </a:moveTo>
                    <a:lnTo>
                      <a:pt x="118" y="24"/>
                    </a:lnTo>
                    <a:lnTo>
                      <a:pt x="88" y="62"/>
                    </a:lnTo>
                    <a:lnTo>
                      <a:pt x="38" y="69"/>
                    </a:ln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6" name="Freeform 277"/>
              <p:cNvSpPr/>
              <p:nvPr/>
            </p:nvSpPr>
            <p:spPr bwMode="auto">
              <a:xfrm>
                <a:off x="1003" y="2762"/>
                <a:ext cx="1" cy="107"/>
              </a:xfrm>
              <a:custGeom>
                <a:avLst/>
                <a:gdLst>
                  <a:gd name="T0" fmla="*/ 0 w 1"/>
                  <a:gd name="T1" fmla="*/ 0 h 320"/>
                  <a:gd name="T2" fmla="*/ 0 w 1"/>
                  <a:gd name="T3" fmla="*/ 320 h 320"/>
                  <a:gd name="T4" fmla="*/ 1 w 1"/>
                  <a:gd name="T5" fmla="*/ 320 h 32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20"/>
                  <a:gd name="T11" fmla="*/ 1 w 1"/>
                  <a:gd name="T12" fmla="*/ 320 h 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20">
                    <a:moveTo>
                      <a:pt x="0" y="0"/>
                    </a:moveTo>
                    <a:lnTo>
                      <a:pt x="0" y="320"/>
                    </a:lnTo>
                    <a:lnTo>
                      <a:pt x="1" y="32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7" name="Freeform 278"/>
              <p:cNvSpPr/>
              <p:nvPr/>
            </p:nvSpPr>
            <p:spPr bwMode="auto">
              <a:xfrm>
                <a:off x="1417" y="3025"/>
                <a:ext cx="1" cy="131"/>
              </a:xfrm>
              <a:custGeom>
                <a:avLst/>
                <a:gdLst>
                  <a:gd name="T0" fmla="*/ 0 w 2"/>
                  <a:gd name="T1" fmla="*/ 0 h 391"/>
                  <a:gd name="T2" fmla="*/ 0 w 2"/>
                  <a:gd name="T3" fmla="*/ 391 h 391"/>
                  <a:gd name="T4" fmla="*/ 2 w 2"/>
                  <a:gd name="T5" fmla="*/ 391 h 39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391"/>
                  <a:gd name="T11" fmla="*/ 2 w 2"/>
                  <a:gd name="T12" fmla="*/ 391 h 3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391">
                    <a:moveTo>
                      <a:pt x="0" y="0"/>
                    </a:moveTo>
                    <a:lnTo>
                      <a:pt x="0" y="391"/>
                    </a:lnTo>
                    <a:lnTo>
                      <a:pt x="2" y="39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8" name="Freeform 279"/>
              <p:cNvSpPr/>
              <p:nvPr/>
            </p:nvSpPr>
            <p:spPr bwMode="auto">
              <a:xfrm>
                <a:off x="1417" y="2993"/>
                <a:ext cx="1" cy="11"/>
              </a:xfrm>
              <a:custGeom>
                <a:avLst/>
                <a:gdLst>
                  <a:gd name="T0" fmla="*/ 0 w 2"/>
                  <a:gd name="T1" fmla="*/ 0 h 33"/>
                  <a:gd name="T2" fmla="*/ 0 w 2"/>
                  <a:gd name="T3" fmla="*/ 33 h 33"/>
                  <a:gd name="T4" fmla="*/ 2 w 2"/>
                  <a:gd name="T5" fmla="*/ 33 h 33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33"/>
                  <a:gd name="T11" fmla="*/ 2 w 2"/>
                  <a:gd name="T12" fmla="*/ 33 h 3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33">
                    <a:moveTo>
                      <a:pt x="0" y="0"/>
                    </a:moveTo>
                    <a:lnTo>
                      <a:pt x="0" y="33"/>
                    </a:lnTo>
                    <a:lnTo>
                      <a:pt x="2" y="33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9" name="Freeform 280"/>
              <p:cNvSpPr/>
              <p:nvPr/>
            </p:nvSpPr>
            <p:spPr bwMode="auto">
              <a:xfrm>
                <a:off x="725" y="2687"/>
                <a:ext cx="443" cy="1"/>
              </a:xfrm>
              <a:custGeom>
                <a:avLst/>
                <a:gdLst>
                  <a:gd name="T0" fmla="*/ 0 w 1329"/>
                  <a:gd name="T1" fmla="*/ 0 h 1"/>
                  <a:gd name="T2" fmla="*/ 1328 w 1329"/>
                  <a:gd name="T3" fmla="*/ 0 h 1"/>
                  <a:gd name="T4" fmla="*/ 1329 w 132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329"/>
                  <a:gd name="T10" fmla="*/ 0 h 1"/>
                  <a:gd name="T11" fmla="*/ 1329 w 132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29" h="1">
                    <a:moveTo>
                      <a:pt x="0" y="0"/>
                    </a:moveTo>
                    <a:lnTo>
                      <a:pt x="1328" y="0"/>
                    </a:lnTo>
                    <a:lnTo>
                      <a:pt x="132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0" name="Freeform 281"/>
              <p:cNvSpPr/>
              <p:nvPr/>
            </p:nvSpPr>
            <p:spPr bwMode="auto">
              <a:xfrm>
                <a:off x="729" y="2611"/>
                <a:ext cx="478" cy="1"/>
              </a:xfrm>
              <a:custGeom>
                <a:avLst/>
                <a:gdLst>
                  <a:gd name="T0" fmla="*/ 0 w 1433"/>
                  <a:gd name="T1" fmla="*/ 0 h 1"/>
                  <a:gd name="T2" fmla="*/ 1432 w 1433"/>
                  <a:gd name="T3" fmla="*/ 0 h 1"/>
                  <a:gd name="T4" fmla="*/ 1433 w 143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433"/>
                  <a:gd name="T10" fmla="*/ 0 h 1"/>
                  <a:gd name="T11" fmla="*/ 1433 w 143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3" h="1">
                    <a:moveTo>
                      <a:pt x="0" y="0"/>
                    </a:moveTo>
                    <a:lnTo>
                      <a:pt x="1432" y="0"/>
                    </a:lnTo>
                    <a:lnTo>
                      <a:pt x="1433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1" name="Freeform 282"/>
              <p:cNvSpPr/>
              <p:nvPr/>
            </p:nvSpPr>
            <p:spPr bwMode="auto">
              <a:xfrm>
                <a:off x="729" y="2505"/>
                <a:ext cx="357" cy="1"/>
              </a:xfrm>
              <a:custGeom>
                <a:avLst/>
                <a:gdLst>
                  <a:gd name="T0" fmla="*/ 0 w 357"/>
                  <a:gd name="T1" fmla="*/ 0 h 1"/>
                  <a:gd name="T2" fmla="*/ 357 w 357"/>
                  <a:gd name="T3" fmla="*/ 0 h 1"/>
                  <a:gd name="T4" fmla="*/ 0 60000 65536"/>
                  <a:gd name="T5" fmla="*/ 0 60000 65536"/>
                  <a:gd name="T6" fmla="*/ 0 w 357"/>
                  <a:gd name="T7" fmla="*/ 0 h 1"/>
                  <a:gd name="T8" fmla="*/ 357 w 357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57" h="1">
                    <a:moveTo>
                      <a:pt x="0" y="0"/>
                    </a:moveTo>
                    <a:lnTo>
                      <a:pt x="357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2" name="Freeform 283"/>
              <p:cNvSpPr/>
              <p:nvPr/>
            </p:nvSpPr>
            <p:spPr bwMode="auto">
              <a:xfrm>
                <a:off x="820" y="2505"/>
                <a:ext cx="1" cy="106"/>
              </a:xfrm>
              <a:custGeom>
                <a:avLst/>
                <a:gdLst>
                  <a:gd name="T0" fmla="*/ 0 w 1"/>
                  <a:gd name="T1" fmla="*/ 319 h 319"/>
                  <a:gd name="T2" fmla="*/ 0 w 1"/>
                  <a:gd name="T3" fmla="*/ 0 h 319"/>
                  <a:gd name="T4" fmla="*/ 1 w 1"/>
                  <a:gd name="T5" fmla="*/ 0 h 31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19"/>
                  <a:gd name="T11" fmla="*/ 1 w 1"/>
                  <a:gd name="T12" fmla="*/ 319 h 3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19">
                    <a:moveTo>
                      <a:pt x="0" y="31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3" name="Freeform 284"/>
              <p:cNvSpPr/>
              <p:nvPr/>
            </p:nvSpPr>
            <p:spPr bwMode="auto">
              <a:xfrm>
                <a:off x="729" y="2505"/>
                <a:ext cx="1" cy="106"/>
              </a:xfrm>
              <a:custGeom>
                <a:avLst/>
                <a:gdLst>
                  <a:gd name="T0" fmla="*/ 0 w 1"/>
                  <a:gd name="T1" fmla="*/ 319 h 319"/>
                  <a:gd name="T2" fmla="*/ 0 w 1"/>
                  <a:gd name="T3" fmla="*/ 0 h 319"/>
                  <a:gd name="T4" fmla="*/ 1 w 1"/>
                  <a:gd name="T5" fmla="*/ 0 h 31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19"/>
                  <a:gd name="T11" fmla="*/ 1 w 1"/>
                  <a:gd name="T12" fmla="*/ 319 h 3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19">
                    <a:moveTo>
                      <a:pt x="0" y="31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4" name="Freeform 285"/>
              <p:cNvSpPr/>
              <p:nvPr/>
            </p:nvSpPr>
            <p:spPr bwMode="auto">
              <a:xfrm>
                <a:off x="1172" y="2398"/>
                <a:ext cx="102" cy="117"/>
              </a:xfrm>
              <a:custGeom>
                <a:avLst/>
                <a:gdLst>
                  <a:gd name="T0" fmla="*/ 0 w 102"/>
                  <a:gd name="T1" fmla="*/ 0 h 117"/>
                  <a:gd name="T2" fmla="*/ 49 w 102"/>
                  <a:gd name="T3" fmla="*/ 50 h 117"/>
                  <a:gd name="T4" fmla="*/ 63 w 102"/>
                  <a:gd name="T5" fmla="*/ 101 h 117"/>
                  <a:gd name="T6" fmla="*/ 102 w 102"/>
                  <a:gd name="T7" fmla="*/ 117 h 117"/>
                  <a:gd name="T8" fmla="*/ 102 w 102"/>
                  <a:gd name="T9" fmla="*/ 117 h 1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"/>
                  <a:gd name="T16" fmla="*/ 0 h 117"/>
                  <a:gd name="T17" fmla="*/ 102 w 102"/>
                  <a:gd name="T18" fmla="*/ 117 h 1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" h="117">
                    <a:moveTo>
                      <a:pt x="0" y="0"/>
                    </a:moveTo>
                    <a:lnTo>
                      <a:pt x="49" y="50"/>
                    </a:lnTo>
                    <a:lnTo>
                      <a:pt x="63" y="101"/>
                    </a:lnTo>
                    <a:lnTo>
                      <a:pt x="102" y="117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5" name="Freeform 286"/>
              <p:cNvSpPr/>
              <p:nvPr/>
            </p:nvSpPr>
            <p:spPr bwMode="auto">
              <a:xfrm>
                <a:off x="912" y="2443"/>
                <a:ext cx="1" cy="230"/>
              </a:xfrm>
              <a:custGeom>
                <a:avLst/>
                <a:gdLst>
                  <a:gd name="T0" fmla="*/ 0 w 1"/>
                  <a:gd name="T1" fmla="*/ 0 h 689"/>
                  <a:gd name="T2" fmla="*/ 0 w 1"/>
                  <a:gd name="T3" fmla="*/ 689 h 689"/>
                  <a:gd name="T4" fmla="*/ 1 w 1"/>
                  <a:gd name="T5" fmla="*/ 689 h 68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89"/>
                  <a:gd name="T11" fmla="*/ 1 w 1"/>
                  <a:gd name="T12" fmla="*/ 689 h 6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89">
                    <a:moveTo>
                      <a:pt x="0" y="0"/>
                    </a:moveTo>
                    <a:lnTo>
                      <a:pt x="0" y="689"/>
                    </a:lnTo>
                    <a:lnTo>
                      <a:pt x="1" y="68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6" name="Freeform 287"/>
              <p:cNvSpPr/>
              <p:nvPr/>
            </p:nvSpPr>
            <p:spPr bwMode="auto">
              <a:xfrm>
                <a:off x="1003" y="2505"/>
                <a:ext cx="1" cy="106"/>
              </a:xfrm>
              <a:custGeom>
                <a:avLst/>
                <a:gdLst>
                  <a:gd name="T0" fmla="*/ 0 w 1"/>
                  <a:gd name="T1" fmla="*/ 319 h 319"/>
                  <a:gd name="T2" fmla="*/ 0 w 1"/>
                  <a:gd name="T3" fmla="*/ 0 h 319"/>
                  <a:gd name="T4" fmla="*/ 1 w 1"/>
                  <a:gd name="T5" fmla="*/ 0 h 31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19"/>
                  <a:gd name="T11" fmla="*/ 1 w 1"/>
                  <a:gd name="T12" fmla="*/ 319 h 3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19">
                    <a:moveTo>
                      <a:pt x="0" y="31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7" name="Freeform 288"/>
              <p:cNvSpPr/>
              <p:nvPr/>
            </p:nvSpPr>
            <p:spPr bwMode="auto">
              <a:xfrm>
                <a:off x="1199" y="2687"/>
                <a:ext cx="31" cy="1"/>
              </a:xfrm>
              <a:custGeom>
                <a:avLst/>
                <a:gdLst>
                  <a:gd name="T0" fmla="*/ 0 w 94"/>
                  <a:gd name="T1" fmla="*/ 0 h 1"/>
                  <a:gd name="T2" fmla="*/ 93 w 94"/>
                  <a:gd name="T3" fmla="*/ 0 h 1"/>
                  <a:gd name="T4" fmla="*/ 94 w 9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4"/>
                  <a:gd name="T10" fmla="*/ 0 h 1"/>
                  <a:gd name="T11" fmla="*/ 94 w 9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4" h="1">
                    <a:moveTo>
                      <a:pt x="0" y="0"/>
                    </a:moveTo>
                    <a:lnTo>
                      <a:pt x="93" y="0"/>
                    </a:lnTo>
                    <a:lnTo>
                      <a:pt x="9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8" name="Freeform 289"/>
              <p:cNvSpPr/>
              <p:nvPr/>
            </p:nvSpPr>
            <p:spPr bwMode="auto">
              <a:xfrm>
                <a:off x="1417" y="2216"/>
                <a:ext cx="1" cy="322"/>
              </a:xfrm>
              <a:custGeom>
                <a:avLst/>
                <a:gdLst>
                  <a:gd name="T0" fmla="*/ 0 w 2"/>
                  <a:gd name="T1" fmla="*/ 0 h 966"/>
                  <a:gd name="T2" fmla="*/ 0 w 2"/>
                  <a:gd name="T3" fmla="*/ 966 h 966"/>
                  <a:gd name="T4" fmla="*/ 2 w 2"/>
                  <a:gd name="T5" fmla="*/ 966 h 966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966"/>
                  <a:gd name="T11" fmla="*/ 2 w 2"/>
                  <a:gd name="T12" fmla="*/ 966 h 9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966">
                    <a:moveTo>
                      <a:pt x="0" y="0"/>
                    </a:moveTo>
                    <a:lnTo>
                      <a:pt x="0" y="966"/>
                    </a:lnTo>
                    <a:lnTo>
                      <a:pt x="2" y="966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9" name="Freeform 290"/>
              <p:cNvSpPr/>
              <p:nvPr/>
            </p:nvSpPr>
            <p:spPr bwMode="auto">
              <a:xfrm>
                <a:off x="1417" y="2575"/>
                <a:ext cx="1" cy="15"/>
              </a:xfrm>
              <a:custGeom>
                <a:avLst/>
                <a:gdLst>
                  <a:gd name="T0" fmla="*/ 0 w 2"/>
                  <a:gd name="T1" fmla="*/ 0 h 44"/>
                  <a:gd name="T2" fmla="*/ 0 w 2"/>
                  <a:gd name="T3" fmla="*/ 44 h 44"/>
                  <a:gd name="T4" fmla="*/ 2 w 2"/>
                  <a:gd name="T5" fmla="*/ 44 h 44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44"/>
                  <a:gd name="T11" fmla="*/ 2 w 2"/>
                  <a:gd name="T12" fmla="*/ 44 h 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44">
                    <a:moveTo>
                      <a:pt x="0" y="0"/>
                    </a:moveTo>
                    <a:lnTo>
                      <a:pt x="0" y="44"/>
                    </a:lnTo>
                    <a:lnTo>
                      <a:pt x="2" y="44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0" name="Freeform 291"/>
              <p:cNvSpPr/>
              <p:nvPr/>
            </p:nvSpPr>
            <p:spPr bwMode="auto">
              <a:xfrm>
                <a:off x="2602" y="2497"/>
                <a:ext cx="1" cy="378"/>
              </a:xfrm>
              <a:custGeom>
                <a:avLst/>
                <a:gdLst>
                  <a:gd name="T0" fmla="*/ 0 w 1"/>
                  <a:gd name="T1" fmla="*/ 0 h 1132"/>
                  <a:gd name="T2" fmla="*/ 0 w 1"/>
                  <a:gd name="T3" fmla="*/ 1132 h 1132"/>
                  <a:gd name="T4" fmla="*/ 1 w 1"/>
                  <a:gd name="T5" fmla="*/ 1132 h 113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132"/>
                  <a:gd name="T11" fmla="*/ 1 w 1"/>
                  <a:gd name="T12" fmla="*/ 1132 h 11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132">
                    <a:moveTo>
                      <a:pt x="0" y="0"/>
                    </a:moveTo>
                    <a:lnTo>
                      <a:pt x="0" y="1132"/>
                    </a:lnTo>
                    <a:lnTo>
                      <a:pt x="1" y="1132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1" name="Freeform 292"/>
              <p:cNvSpPr/>
              <p:nvPr/>
            </p:nvSpPr>
            <p:spPr bwMode="auto">
              <a:xfrm>
                <a:off x="1770" y="2553"/>
                <a:ext cx="831" cy="392"/>
              </a:xfrm>
              <a:custGeom>
                <a:avLst/>
                <a:gdLst>
                  <a:gd name="T0" fmla="*/ 0 w 2492"/>
                  <a:gd name="T1" fmla="*/ 0 h 1176"/>
                  <a:gd name="T2" fmla="*/ 2491 w 2492"/>
                  <a:gd name="T3" fmla="*/ 1176 h 1176"/>
                  <a:gd name="T4" fmla="*/ 2492 w 2492"/>
                  <a:gd name="T5" fmla="*/ 1176 h 1176"/>
                  <a:gd name="T6" fmla="*/ 0 60000 65536"/>
                  <a:gd name="T7" fmla="*/ 0 60000 65536"/>
                  <a:gd name="T8" fmla="*/ 0 60000 65536"/>
                  <a:gd name="T9" fmla="*/ 0 w 2492"/>
                  <a:gd name="T10" fmla="*/ 0 h 1176"/>
                  <a:gd name="T11" fmla="*/ 2492 w 2492"/>
                  <a:gd name="T12" fmla="*/ 1176 h 11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92" h="1176">
                    <a:moveTo>
                      <a:pt x="0" y="0"/>
                    </a:moveTo>
                    <a:lnTo>
                      <a:pt x="2491" y="1176"/>
                    </a:lnTo>
                    <a:lnTo>
                      <a:pt x="2492" y="1176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2" name="Freeform 293"/>
              <p:cNvSpPr/>
              <p:nvPr/>
            </p:nvSpPr>
            <p:spPr bwMode="auto">
              <a:xfrm>
                <a:off x="2178" y="2964"/>
                <a:ext cx="546" cy="199"/>
              </a:xfrm>
              <a:custGeom>
                <a:avLst/>
                <a:gdLst>
                  <a:gd name="T0" fmla="*/ 0 w 1639"/>
                  <a:gd name="T1" fmla="*/ 0 h 597"/>
                  <a:gd name="T2" fmla="*/ 1638 w 1639"/>
                  <a:gd name="T3" fmla="*/ 597 h 597"/>
                  <a:gd name="T4" fmla="*/ 1639 w 1639"/>
                  <a:gd name="T5" fmla="*/ 597 h 597"/>
                  <a:gd name="T6" fmla="*/ 0 60000 65536"/>
                  <a:gd name="T7" fmla="*/ 0 60000 65536"/>
                  <a:gd name="T8" fmla="*/ 0 60000 65536"/>
                  <a:gd name="T9" fmla="*/ 0 w 1639"/>
                  <a:gd name="T10" fmla="*/ 0 h 597"/>
                  <a:gd name="T11" fmla="*/ 1639 w 1639"/>
                  <a:gd name="T12" fmla="*/ 597 h 59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39" h="597">
                    <a:moveTo>
                      <a:pt x="0" y="0"/>
                    </a:moveTo>
                    <a:lnTo>
                      <a:pt x="1638" y="597"/>
                    </a:lnTo>
                    <a:lnTo>
                      <a:pt x="1639" y="597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3" name="Freeform 294"/>
              <p:cNvSpPr/>
              <p:nvPr/>
            </p:nvSpPr>
            <p:spPr bwMode="auto">
              <a:xfrm>
                <a:off x="2123" y="2944"/>
                <a:ext cx="19" cy="7"/>
              </a:xfrm>
              <a:custGeom>
                <a:avLst/>
                <a:gdLst>
                  <a:gd name="T0" fmla="*/ 0 w 57"/>
                  <a:gd name="T1" fmla="*/ 0 h 20"/>
                  <a:gd name="T2" fmla="*/ 56 w 57"/>
                  <a:gd name="T3" fmla="*/ 20 h 20"/>
                  <a:gd name="T4" fmla="*/ 57 w 57"/>
                  <a:gd name="T5" fmla="*/ 20 h 20"/>
                  <a:gd name="T6" fmla="*/ 0 60000 65536"/>
                  <a:gd name="T7" fmla="*/ 0 60000 65536"/>
                  <a:gd name="T8" fmla="*/ 0 60000 65536"/>
                  <a:gd name="T9" fmla="*/ 0 w 57"/>
                  <a:gd name="T10" fmla="*/ 0 h 20"/>
                  <a:gd name="T11" fmla="*/ 57 w 57"/>
                  <a:gd name="T12" fmla="*/ 20 h 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" h="20">
                    <a:moveTo>
                      <a:pt x="0" y="0"/>
                    </a:moveTo>
                    <a:lnTo>
                      <a:pt x="56" y="20"/>
                    </a:lnTo>
                    <a:lnTo>
                      <a:pt x="57" y="2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4" name="Freeform 295"/>
              <p:cNvSpPr/>
              <p:nvPr/>
            </p:nvSpPr>
            <p:spPr bwMode="auto">
              <a:xfrm>
                <a:off x="2445" y="2873"/>
                <a:ext cx="165" cy="453"/>
              </a:xfrm>
              <a:custGeom>
                <a:avLst/>
                <a:gdLst>
                  <a:gd name="T0" fmla="*/ 495 w 495"/>
                  <a:gd name="T1" fmla="*/ 0 h 1361"/>
                  <a:gd name="T2" fmla="*/ 0 w 495"/>
                  <a:gd name="T3" fmla="*/ 1361 h 1361"/>
                  <a:gd name="T4" fmla="*/ 2 w 495"/>
                  <a:gd name="T5" fmla="*/ 1361 h 1361"/>
                  <a:gd name="T6" fmla="*/ 0 60000 65536"/>
                  <a:gd name="T7" fmla="*/ 0 60000 65536"/>
                  <a:gd name="T8" fmla="*/ 0 60000 65536"/>
                  <a:gd name="T9" fmla="*/ 0 w 495"/>
                  <a:gd name="T10" fmla="*/ 0 h 1361"/>
                  <a:gd name="T11" fmla="*/ 495 w 495"/>
                  <a:gd name="T12" fmla="*/ 1361 h 136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95" h="1361">
                    <a:moveTo>
                      <a:pt x="495" y="0"/>
                    </a:moveTo>
                    <a:lnTo>
                      <a:pt x="0" y="1361"/>
                    </a:lnTo>
                    <a:lnTo>
                      <a:pt x="2" y="136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5" name="Freeform 296"/>
              <p:cNvSpPr/>
              <p:nvPr/>
            </p:nvSpPr>
            <p:spPr bwMode="auto">
              <a:xfrm>
                <a:off x="2377" y="2819"/>
                <a:ext cx="237" cy="20"/>
              </a:xfrm>
              <a:custGeom>
                <a:avLst/>
                <a:gdLst>
                  <a:gd name="T0" fmla="*/ 0 w 711"/>
                  <a:gd name="T1" fmla="*/ 58 h 58"/>
                  <a:gd name="T2" fmla="*/ 710 w 711"/>
                  <a:gd name="T3" fmla="*/ 0 h 58"/>
                  <a:gd name="T4" fmla="*/ 711 w 711"/>
                  <a:gd name="T5" fmla="*/ 0 h 58"/>
                  <a:gd name="T6" fmla="*/ 0 60000 65536"/>
                  <a:gd name="T7" fmla="*/ 0 60000 65536"/>
                  <a:gd name="T8" fmla="*/ 0 60000 65536"/>
                  <a:gd name="T9" fmla="*/ 0 w 711"/>
                  <a:gd name="T10" fmla="*/ 0 h 58"/>
                  <a:gd name="T11" fmla="*/ 711 w 711"/>
                  <a:gd name="T12" fmla="*/ 58 h 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11" h="58">
                    <a:moveTo>
                      <a:pt x="0" y="58"/>
                    </a:moveTo>
                    <a:lnTo>
                      <a:pt x="710" y="0"/>
                    </a:lnTo>
                    <a:lnTo>
                      <a:pt x="71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6" name="Freeform 297"/>
              <p:cNvSpPr/>
              <p:nvPr/>
            </p:nvSpPr>
            <p:spPr bwMode="auto">
              <a:xfrm>
                <a:off x="2484" y="2687"/>
                <a:ext cx="292" cy="1"/>
              </a:xfrm>
              <a:custGeom>
                <a:avLst/>
                <a:gdLst>
                  <a:gd name="T0" fmla="*/ 0 w 878"/>
                  <a:gd name="T1" fmla="*/ 0 h 1"/>
                  <a:gd name="T2" fmla="*/ 877 w 878"/>
                  <a:gd name="T3" fmla="*/ 0 h 1"/>
                  <a:gd name="T4" fmla="*/ 878 w 87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878"/>
                  <a:gd name="T10" fmla="*/ 0 h 1"/>
                  <a:gd name="T11" fmla="*/ 878 w 87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78" h="1">
                    <a:moveTo>
                      <a:pt x="0" y="0"/>
                    </a:moveTo>
                    <a:lnTo>
                      <a:pt x="877" y="0"/>
                    </a:lnTo>
                    <a:lnTo>
                      <a:pt x="87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7" name="Freeform 298"/>
              <p:cNvSpPr/>
              <p:nvPr/>
            </p:nvSpPr>
            <p:spPr bwMode="auto">
              <a:xfrm>
                <a:off x="1967" y="2687"/>
                <a:ext cx="429" cy="1"/>
              </a:xfrm>
              <a:custGeom>
                <a:avLst/>
                <a:gdLst>
                  <a:gd name="T0" fmla="*/ 0 w 1288"/>
                  <a:gd name="T1" fmla="*/ 0 h 1"/>
                  <a:gd name="T2" fmla="*/ 1287 w 1288"/>
                  <a:gd name="T3" fmla="*/ 0 h 1"/>
                  <a:gd name="T4" fmla="*/ 1288 w 128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288"/>
                  <a:gd name="T10" fmla="*/ 0 h 1"/>
                  <a:gd name="T11" fmla="*/ 1288 w 128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88" h="1">
                    <a:moveTo>
                      <a:pt x="0" y="0"/>
                    </a:moveTo>
                    <a:lnTo>
                      <a:pt x="1287" y="0"/>
                    </a:lnTo>
                    <a:lnTo>
                      <a:pt x="128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8" name="Freeform 299"/>
              <p:cNvSpPr/>
              <p:nvPr/>
            </p:nvSpPr>
            <p:spPr bwMode="auto">
              <a:xfrm>
                <a:off x="1907" y="2687"/>
                <a:ext cx="24" cy="1"/>
              </a:xfrm>
              <a:custGeom>
                <a:avLst/>
                <a:gdLst>
                  <a:gd name="T0" fmla="*/ 0 w 71"/>
                  <a:gd name="T1" fmla="*/ 0 h 1"/>
                  <a:gd name="T2" fmla="*/ 70 w 71"/>
                  <a:gd name="T3" fmla="*/ 0 h 1"/>
                  <a:gd name="T4" fmla="*/ 71 w 7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1"/>
                  <a:gd name="T10" fmla="*/ 0 h 1"/>
                  <a:gd name="T11" fmla="*/ 71 w 7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1" h="1">
                    <a:moveTo>
                      <a:pt x="0" y="0"/>
                    </a:moveTo>
                    <a:lnTo>
                      <a:pt x="70" y="0"/>
                    </a:lnTo>
                    <a:lnTo>
                      <a:pt x="7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9" name="Freeform 300"/>
              <p:cNvSpPr/>
              <p:nvPr/>
            </p:nvSpPr>
            <p:spPr bwMode="auto">
              <a:xfrm>
                <a:off x="2434" y="2687"/>
                <a:ext cx="17" cy="1"/>
              </a:xfrm>
              <a:custGeom>
                <a:avLst/>
                <a:gdLst>
                  <a:gd name="T0" fmla="*/ 0 w 49"/>
                  <a:gd name="T1" fmla="*/ 0 h 1"/>
                  <a:gd name="T2" fmla="*/ 47 w 49"/>
                  <a:gd name="T3" fmla="*/ 0 h 1"/>
                  <a:gd name="T4" fmla="*/ 49 w 4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9"/>
                  <a:gd name="T10" fmla="*/ 0 h 1"/>
                  <a:gd name="T11" fmla="*/ 49 w 4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9" h="1">
                    <a:moveTo>
                      <a:pt x="0" y="0"/>
                    </a:moveTo>
                    <a:lnTo>
                      <a:pt x="47" y="0"/>
                    </a:lnTo>
                    <a:lnTo>
                      <a:pt x="4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0" name="Freeform 301"/>
              <p:cNvSpPr/>
              <p:nvPr/>
            </p:nvSpPr>
            <p:spPr bwMode="auto">
              <a:xfrm>
                <a:off x="579" y="2687"/>
                <a:ext cx="117" cy="1"/>
              </a:xfrm>
              <a:custGeom>
                <a:avLst/>
                <a:gdLst>
                  <a:gd name="T0" fmla="*/ 349 w 349"/>
                  <a:gd name="T1" fmla="*/ 0 h 1"/>
                  <a:gd name="T2" fmla="*/ 0 w 349"/>
                  <a:gd name="T3" fmla="*/ 0 h 1"/>
                  <a:gd name="T4" fmla="*/ 1 w 34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49"/>
                  <a:gd name="T10" fmla="*/ 0 h 1"/>
                  <a:gd name="T11" fmla="*/ 349 w 34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9" h="1">
                    <a:moveTo>
                      <a:pt x="34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1" name="Freeform 302"/>
              <p:cNvSpPr/>
              <p:nvPr/>
            </p:nvSpPr>
            <p:spPr bwMode="auto">
              <a:xfrm>
                <a:off x="1417" y="2687"/>
                <a:ext cx="110" cy="39"/>
              </a:xfrm>
              <a:custGeom>
                <a:avLst/>
                <a:gdLst>
                  <a:gd name="T0" fmla="*/ 0 w 330"/>
                  <a:gd name="T1" fmla="*/ 0 h 119"/>
                  <a:gd name="T2" fmla="*/ 329 w 330"/>
                  <a:gd name="T3" fmla="*/ 119 h 119"/>
                  <a:gd name="T4" fmla="*/ 330 w 330"/>
                  <a:gd name="T5" fmla="*/ 119 h 119"/>
                  <a:gd name="T6" fmla="*/ 0 60000 65536"/>
                  <a:gd name="T7" fmla="*/ 0 60000 65536"/>
                  <a:gd name="T8" fmla="*/ 0 60000 65536"/>
                  <a:gd name="T9" fmla="*/ 0 w 330"/>
                  <a:gd name="T10" fmla="*/ 0 h 119"/>
                  <a:gd name="T11" fmla="*/ 330 w 330"/>
                  <a:gd name="T12" fmla="*/ 119 h 1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0" h="119">
                    <a:moveTo>
                      <a:pt x="0" y="0"/>
                    </a:moveTo>
                    <a:lnTo>
                      <a:pt x="329" y="119"/>
                    </a:lnTo>
                    <a:lnTo>
                      <a:pt x="330" y="119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2" name="Freeform 303"/>
              <p:cNvSpPr/>
              <p:nvPr/>
            </p:nvSpPr>
            <p:spPr bwMode="auto">
              <a:xfrm>
                <a:off x="1300" y="2687"/>
                <a:ext cx="117" cy="1"/>
              </a:xfrm>
              <a:custGeom>
                <a:avLst/>
                <a:gdLst>
                  <a:gd name="T0" fmla="*/ 350 w 350"/>
                  <a:gd name="T1" fmla="*/ 0 h 1"/>
                  <a:gd name="T2" fmla="*/ 0 w 350"/>
                  <a:gd name="T3" fmla="*/ 0 h 1"/>
                  <a:gd name="T4" fmla="*/ 2 w 35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50"/>
                  <a:gd name="T10" fmla="*/ 0 h 1"/>
                  <a:gd name="T11" fmla="*/ 350 w 35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50" h="1">
                    <a:moveTo>
                      <a:pt x="350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3" name="Freeform 304"/>
              <p:cNvSpPr/>
              <p:nvPr/>
            </p:nvSpPr>
            <p:spPr bwMode="auto">
              <a:xfrm>
                <a:off x="2752" y="3173"/>
                <a:ext cx="110" cy="40"/>
              </a:xfrm>
              <a:custGeom>
                <a:avLst/>
                <a:gdLst>
                  <a:gd name="T0" fmla="*/ 0 w 330"/>
                  <a:gd name="T1" fmla="*/ 0 h 119"/>
                  <a:gd name="T2" fmla="*/ 329 w 330"/>
                  <a:gd name="T3" fmla="*/ 119 h 119"/>
                  <a:gd name="T4" fmla="*/ 330 w 330"/>
                  <a:gd name="T5" fmla="*/ 119 h 119"/>
                  <a:gd name="T6" fmla="*/ 0 60000 65536"/>
                  <a:gd name="T7" fmla="*/ 0 60000 65536"/>
                  <a:gd name="T8" fmla="*/ 0 60000 65536"/>
                  <a:gd name="T9" fmla="*/ 0 w 330"/>
                  <a:gd name="T10" fmla="*/ 0 h 119"/>
                  <a:gd name="T11" fmla="*/ 330 w 330"/>
                  <a:gd name="T12" fmla="*/ 119 h 1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0" h="119">
                    <a:moveTo>
                      <a:pt x="0" y="0"/>
                    </a:moveTo>
                    <a:lnTo>
                      <a:pt x="329" y="119"/>
                    </a:lnTo>
                    <a:lnTo>
                      <a:pt x="330" y="119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4" name="Rectangle 305"/>
              <p:cNvSpPr>
                <a:spLocks noChangeArrowheads="1"/>
              </p:cNvSpPr>
              <p:nvPr/>
            </p:nvSpPr>
            <p:spPr bwMode="auto">
              <a:xfrm>
                <a:off x="2901" y="3109"/>
                <a:ext cx="98" cy="2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>
                  <a:defRPr/>
                </a:pPr>
                <a:r>
                  <a:rPr lang="en-US" altLang="zh-CN" i="1" kern="0">
                    <a:solidFill>
                      <a:sysClr val="windowText" lastClr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A</a:t>
                </a:r>
                <a:endParaRPr lang="en-US" altLang="zh-CN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5" name="Rectangle 306"/>
              <p:cNvSpPr>
                <a:spLocks noChangeArrowheads="1"/>
              </p:cNvSpPr>
              <p:nvPr/>
            </p:nvSpPr>
            <p:spPr bwMode="auto">
              <a:xfrm>
                <a:off x="404" y="2514"/>
                <a:ext cx="98" cy="2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>
                  <a:defRPr/>
                </a:pPr>
                <a:r>
                  <a:rPr lang="en-US" altLang="zh-CN" i="1" kern="0">
                    <a:solidFill>
                      <a:sysClr val="windowText" lastClr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A</a:t>
                </a:r>
                <a:endParaRPr lang="en-US" altLang="zh-CN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6" name="Freeform 307"/>
              <p:cNvSpPr/>
              <p:nvPr/>
            </p:nvSpPr>
            <p:spPr bwMode="auto">
              <a:xfrm>
                <a:off x="578" y="2492"/>
                <a:ext cx="1" cy="195"/>
              </a:xfrm>
              <a:custGeom>
                <a:avLst/>
                <a:gdLst>
                  <a:gd name="T0" fmla="*/ 0 w 1"/>
                  <a:gd name="T1" fmla="*/ 583 h 583"/>
                  <a:gd name="T2" fmla="*/ 0 w 1"/>
                  <a:gd name="T3" fmla="*/ 0 h 583"/>
                  <a:gd name="T4" fmla="*/ 1 w 1"/>
                  <a:gd name="T5" fmla="*/ 0 h 58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83"/>
                  <a:gd name="T11" fmla="*/ 1 w 1"/>
                  <a:gd name="T12" fmla="*/ 583 h 58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83">
                    <a:moveTo>
                      <a:pt x="0" y="58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tailEnd type="triangle" w="sm" len="lg"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7" name="Freeform 308"/>
              <p:cNvSpPr/>
              <p:nvPr/>
            </p:nvSpPr>
            <p:spPr bwMode="auto">
              <a:xfrm>
                <a:off x="1526" y="2726"/>
                <a:ext cx="139" cy="55"/>
              </a:xfrm>
              <a:custGeom>
                <a:avLst/>
                <a:gdLst>
                  <a:gd name="T0" fmla="*/ 139 w 139"/>
                  <a:gd name="T1" fmla="*/ 55 h 55"/>
                  <a:gd name="T2" fmla="*/ 0 w 139"/>
                  <a:gd name="T3" fmla="*/ 0 h 55"/>
                  <a:gd name="T4" fmla="*/ 0 w 139"/>
                  <a:gd name="T5" fmla="*/ 0 h 55"/>
                  <a:gd name="T6" fmla="*/ 0 60000 65536"/>
                  <a:gd name="T7" fmla="*/ 0 60000 65536"/>
                  <a:gd name="T8" fmla="*/ 0 60000 65536"/>
                  <a:gd name="T9" fmla="*/ 0 w 139"/>
                  <a:gd name="T10" fmla="*/ 0 h 55"/>
                  <a:gd name="T11" fmla="*/ 139 w 139"/>
                  <a:gd name="T12" fmla="*/ 55 h 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9" h="55">
                    <a:moveTo>
                      <a:pt x="139" y="5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8" name="Freeform 309"/>
              <p:cNvSpPr/>
              <p:nvPr/>
            </p:nvSpPr>
            <p:spPr bwMode="auto">
              <a:xfrm>
                <a:off x="1683" y="2783"/>
                <a:ext cx="14" cy="5"/>
              </a:xfrm>
              <a:custGeom>
                <a:avLst/>
                <a:gdLst>
                  <a:gd name="T0" fmla="*/ 0 w 43"/>
                  <a:gd name="T1" fmla="*/ 0 h 15"/>
                  <a:gd name="T2" fmla="*/ 42 w 43"/>
                  <a:gd name="T3" fmla="*/ 15 h 15"/>
                  <a:gd name="T4" fmla="*/ 43 w 43"/>
                  <a:gd name="T5" fmla="*/ 15 h 15"/>
                  <a:gd name="T6" fmla="*/ 0 60000 65536"/>
                  <a:gd name="T7" fmla="*/ 0 60000 65536"/>
                  <a:gd name="T8" fmla="*/ 0 60000 65536"/>
                  <a:gd name="T9" fmla="*/ 0 w 43"/>
                  <a:gd name="T10" fmla="*/ 0 h 15"/>
                  <a:gd name="T11" fmla="*/ 43 w 43"/>
                  <a:gd name="T12" fmla="*/ 15 h 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" h="15">
                    <a:moveTo>
                      <a:pt x="0" y="0"/>
                    </a:moveTo>
                    <a:lnTo>
                      <a:pt x="42" y="15"/>
                    </a:lnTo>
                    <a:lnTo>
                      <a:pt x="43" y="15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9" name="Freeform 310"/>
              <p:cNvSpPr/>
              <p:nvPr/>
            </p:nvSpPr>
            <p:spPr bwMode="auto">
              <a:xfrm>
                <a:off x="1724" y="2799"/>
                <a:ext cx="375" cy="136"/>
              </a:xfrm>
              <a:custGeom>
                <a:avLst/>
                <a:gdLst>
                  <a:gd name="T0" fmla="*/ 0 w 1125"/>
                  <a:gd name="T1" fmla="*/ 0 h 409"/>
                  <a:gd name="T2" fmla="*/ 1124 w 1125"/>
                  <a:gd name="T3" fmla="*/ 409 h 409"/>
                  <a:gd name="T4" fmla="*/ 1125 w 1125"/>
                  <a:gd name="T5" fmla="*/ 409 h 409"/>
                  <a:gd name="T6" fmla="*/ 0 60000 65536"/>
                  <a:gd name="T7" fmla="*/ 0 60000 65536"/>
                  <a:gd name="T8" fmla="*/ 0 60000 65536"/>
                  <a:gd name="T9" fmla="*/ 0 w 1125"/>
                  <a:gd name="T10" fmla="*/ 0 h 409"/>
                  <a:gd name="T11" fmla="*/ 1125 w 1125"/>
                  <a:gd name="T12" fmla="*/ 409 h 40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25" h="409">
                    <a:moveTo>
                      <a:pt x="0" y="0"/>
                    </a:moveTo>
                    <a:lnTo>
                      <a:pt x="1124" y="409"/>
                    </a:lnTo>
                    <a:lnTo>
                      <a:pt x="1125" y="40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0" name="Freeform 311"/>
              <p:cNvSpPr/>
              <p:nvPr/>
            </p:nvSpPr>
            <p:spPr bwMode="auto">
              <a:xfrm>
                <a:off x="2861" y="3030"/>
                <a:ext cx="67" cy="183"/>
              </a:xfrm>
              <a:custGeom>
                <a:avLst/>
                <a:gdLst>
                  <a:gd name="T0" fmla="*/ 0 w 200"/>
                  <a:gd name="T1" fmla="*/ 548 h 548"/>
                  <a:gd name="T2" fmla="*/ 199 w 200"/>
                  <a:gd name="T3" fmla="*/ 0 h 548"/>
                  <a:gd name="T4" fmla="*/ 200 w 200"/>
                  <a:gd name="T5" fmla="*/ 0 h 548"/>
                  <a:gd name="T6" fmla="*/ 0 60000 65536"/>
                  <a:gd name="T7" fmla="*/ 0 60000 65536"/>
                  <a:gd name="T8" fmla="*/ 0 60000 65536"/>
                  <a:gd name="T9" fmla="*/ 0 w 200"/>
                  <a:gd name="T10" fmla="*/ 0 h 548"/>
                  <a:gd name="T11" fmla="*/ 200 w 200"/>
                  <a:gd name="T12" fmla="*/ 548 h 5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0" h="548">
                    <a:moveTo>
                      <a:pt x="0" y="548"/>
                    </a:moveTo>
                    <a:lnTo>
                      <a:pt x="199" y="0"/>
                    </a:lnTo>
                    <a:lnTo>
                      <a:pt x="20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tailEnd type="triangle" w="sm" len="lg"/>
              </a:ln>
            </p:spPr>
            <p:txBody>
              <a:bodyPr/>
              <a:lstStyle/>
              <a:p>
                <a:pPr algn="ctr" eaLnBrk="0" hangingPunct="0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624" name="AutoShape 312"/>
          <p:cNvSpPr>
            <a:spLocks noChangeArrowheads="1"/>
          </p:cNvSpPr>
          <p:nvPr/>
        </p:nvSpPr>
        <p:spPr bwMode="auto">
          <a:xfrm rot="19020765">
            <a:off x="6389437" y="3218119"/>
            <a:ext cx="206375" cy="577850"/>
          </a:xfrm>
          <a:prstGeom prst="upArrow">
            <a:avLst>
              <a:gd name="adj1" fmla="val 50000"/>
              <a:gd name="adj2" fmla="val 69808"/>
            </a:avLst>
          </a:prstGeom>
          <a:solidFill>
            <a:srgbClr val="FF0000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zh-CN" altLang="en-US" kern="0">
              <a:solidFill>
                <a:sysClr val="windowText" lastClr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5" name="AutoShape 313"/>
          <p:cNvSpPr>
            <a:spLocks noChangeArrowheads="1"/>
          </p:cNvSpPr>
          <p:nvPr/>
        </p:nvSpPr>
        <p:spPr bwMode="auto">
          <a:xfrm rot="19020765">
            <a:off x="10368611" y="3246694"/>
            <a:ext cx="206375" cy="574675"/>
          </a:xfrm>
          <a:prstGeom prst="upArrow">
            <a:avLst>
              <a:gd name="adj1" fmla="val 50000"/>
              <a:gd name="adj2" fmla="val 69808"/>
            </a:avLst>
          </a:prstGeom>
          <a:solidFill>
            <a:srgbClr val="FF0000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zh-CN" altLang="en-US" kern="0">
              <a:solidFill>
                <a:sysClr val="windowText" lastClr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7" name="Text Box 4"/>
          <p:cNvSpPr txBox="1">
            <a:spLocks noChangeArrowheads="1"/>
          </p:cNvSpPr>
          <p:nvPr/>
        </p:nvSpPr>
        <p:spPr bwMode="auto">
          <a:xfrm>
            <a:off x="479376" y="3025899"/>
            <a:ext cx="2880320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剖切后产生不完整要素时，该部分按不剖绘制。</a:t>
            </a:r>
            <a:endParaRPr kumimoji="1" lang="zh-CN" altLang="en-US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8" name="Text Box 47"/>
          <p:cNvSpPr txBox="1">
            <a:spLocks noChangeArrowheads="1"/>
          </p:cNvSpPr>
          <p:nvPr/>
        </p:nvSpPr>
        <p:spPr bwMode="auto">
          <a:xfrm>
            <a:off x="479376" y="1831614"/>
            <a:ext cx="4663456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几个相交的剖切平面：旋转剖</a:t>
            </a:r>
            <a:endParaRPr lang="zh-CN" altLang="en-US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9" name="文本框 628"/>
          <p:cNvSpPr txBox="1"/>
          <p:nvPr/>
        </p:nvSpPr>
        <p:spPr>
          <a:xfrm>
            <a:off x="764241" y="2424484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应注意的问题</a:t>
            </a:r>
            <a:endParaRPr lang="zh-HK" altLang="en-US" sz="2400" dirty="0">
              <a:solidFill>
                <a:srgbClr val="7E529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" grpId="0"/>
      <p:bldP spid="316" grpId="0" autoUpdateAnimBg="0" build="p"/>
      <p:bldP spid="624" grpId="0" animBg="1"/>
      <p:bldP spid="625" grpId="0" animBg="1"/>
      <p:bldP spid="62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4374221" y="2727903"/>
            <a:ext cx="3443571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10.3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</a:t>
            </a:r>
            <a:endParaRPr lang="zh-CN" altLang="en-US" sz="4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2697871" y="1136817"/>
            <a:ext cx="5902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A5002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5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35189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断面图的基本概念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AutoShape 2" descr="蓝色砂纸"/>
          <p:cNvSpPr>
            <a:spLocks noChangeArrowheads="1"/>
          </p:cNvSpPr>
          <p:nvPr/>
        </p:nvSpPr>
        <p:spPr bwMode="auto">
          <a:xfrm>
            <a:off x="598070" y="2477713"/>
            <a:ext cx="3055861" cy="2524251"/>
          </a:xfrm>
          <a:prstGeom prst="snip2Diag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假想用剖切面将物体的某处切断，仅画出该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剖切面与物体接触部分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的图形称为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断面图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（简称断面）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Group 5"/>
          <p:cNvGrpSpPr/>
          <p:nvPr/>
        </p:nvGrpSpPr>
        <p:grpSpPr bwMode="auto">
          <a:xfrm>
            <a:off x="8693969" y="2713740"/>
            <a:ext cx="2881312" cy="1279525"/>
            <a:chOff x="3392" y="2450"/>
            <a:chExt cx="1947" cy="864"/>
          </a:xfrm>
        </p:grpSpPr>
        <p:sp>
          <p:nvSpPr>
            <p:cNvPr id="4" name="AutoShape 6"/>
            <p:cNvSpPr>
              <a:spLocks noChangeArrowheads="1"/>
            </p:cNvSpPr>
            <p:nvPr/>
          </p:nvSpPr>
          <p:spPr bwMode="auto">
            <a:xfrm rot="-5696241">
              <a:off x="4619" y="2417"/>
              <a:ext cx="624" cy="816"/>
            </a:xfrm>
            <a:prstGeom prst="can">
              <a:avLst>
                <a:gd name="adj" fmla="val 58168"/>
              </a:avLst>
            </a:prstGeom>
            <a:gradFill rotWithShape="0">
              <a:gsLst>
                <a:gs pos="0">
                  <a:srgbClr val="00CC99">
                    <a:gamma/>
                    <a:shade val="46275"/>
                    <a:invGamma/>
                  </a:srgbClr>
                </a:gs>
                <a:gs pos="50000">
                  <a:srgbClr val="00CC99"/>
                </a:gs>
                <a:gs pos="100000">
                  <a:srgbClr val="00CC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AutoShape 7"/>
            <p:cNvSpPr>
              <a:spLocks noChangeArrowheads="1"/>
            </p:cNvSpPr>
            <p:nvPr/>
          </p:nvSpPr>
          <p:spPr bwMode="auto">
            <a:xfrm rot="-5694767">
              <a:off x="3944" y="2330"/>
              <a:ext cx="864" cy="1104"/>
            </a:xfrm>
            <a:prstGeom prst="can">
              <a:avLst>
                <a:gd name="adj" fmla="val 56837"/>
              </a:avLst>
            </a:prstGeom>
            <a:gradFill rotWithShape="0">
              <a:gsLst>
                <a:gs pos="0">
                  <a:srgbClr val="00CC99">
                    <a:gamma/>
                    <a:shade val="46275"/>
                    <a:invGamma/>
                  </a:srgbClr>
                </a:gs>
                <a:gs pos="50000">
                  <a:srgbClr val="00CC99"/>
                </a:gs>
                <a:gs pos="100000">
                  <a:srgbClr val="00CC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AutoShape 8"/>
            <p:cNvSpPr>
              <a:spLocks noChangeArrowheads="1"/>
            </p:cNvSpPr>
            <p:nvPr/>
          </p:nvSpPr>
          <p:spPr bwMode="auto">
            <a:xfrm rot="-5696241">
              <a:off x="3490" y="2526"/>
              <a:ext cx="625" cy="815"/>
            </a:xfrm>
            <a:prstGeom prst="can">
              <a:avLst>
                <a:gd name="adj" fmla="val 58168"/>
              </a:avLst>
            </a:prstGeom>
            <a:gradFill rotWithShape="0">
              <a:gsLst>
                <a:gs pos="0">
                  <a:srgbClr val="00CC99">
                    <a:gamma/>
                    <a:shade val="46275"/>
                    <a:invGamma/>
                  </a:srgbClr>
                </a:gs>
                <a:gs pos="50000">
                  <a:srgbClr val="00CC99"/>
                </a:gs>
                <a:gs pos="100000">
                  <a:srgbClr val="00CC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Freeform 9"/>
            <p:cNvSpPr/>
            <p:nvPr/>
          </p:nvSpPr>
          <p:spPr bwMode="auto">
            <a:xfrm>
              <a:off x="4367" y="2869"/>
              <a:ext cx="507" cy="218"/>
            </a:xfrm>
            <a:custGeom>
              <a:avLst/>
              <a:gdLst/>
              <a:ahLst/>
              <a:cxnLst>
                <a:cxn ang="0">
                  <a:pos x="442" y="0"/>
                </a:cxn>
                <a:cxn ang="0">
                  <a:pos x="475" y="7"/>
                </a:cxn>
                <a:cxn ang="0">
                  <a:pos x="499" y="33"/>
                </a:cxn>
                <a:cxn ang="0">
                  <a:pos x="507" y="65"/>
                </a:cxn>
                <a:cxn ang="0">
                  <a:pos x="507" y="96"/>
                </a:cxn>
                <a:cxn ang="0">
                  <a:pos x="499" y="115"/>
                </a:cxn>
                <a:cxn ang="0">
                  <a:pos x="492" y="144"/>
                </a:cxn>
                <a:cxn ang="0">
                  <a:pos x="475" y="163"/>
                </a:cxn>
                <a:cxn ang="0">
                  <a:pos x="447" y="182"/>
                </a:cxn>
                <a:cxn ang="0">
                  <a:pos x="46" y="218"/>
                </a:cxn>
                <a:cxn ang="0">
                  <a:pos x="17" y="204"/>
                </a:cxn>
                <a:cxn ang="0">
                  <a:pos x="0" y="175"/>
                </a:cxn>
                <a:cxn ang="0">
                  <a:pos x="435" y="132"/>
                </a:cxn>
                <a:cxn ang="0">
                  <a:pos x="451" y="108"/>
                </a:cxn>
                <a:cxn ang="0">
                  <a:pos x="461" y="86"/>
                </a:cxn>
                <a:cxn ang="0">
                  <a:pos x="463" y="60"/>
                </a:cxn>
                <a:cxn ang="0">
                  <a:pos x="461" y="24"/>
                </a:cxn>
                <a:cxn ang="0">
                  <a:pos x="442" y="0"/>
                </a:cxn>
              </a:cxnLst>
              <a:rect l="0" t="0" r="r" b="b"/>
              <a:pathLst>
                <a:path w="507" h="218">
                  <a:moveTo>
                    <a:pt x="442" y="0"/>
                  </a:moveTo>
                  <a:lnTo>
                    <a:pt x="475" y="7"/>
                  </a:lnTo>
                  <a:lnTo>
                    <a:pt x="499" y="33"/>
                  </a:lnTo>
                  <a:lnTo>
                    <a:pt x="507" y="65"/>
                  </a:lnTo>
                  <a:lnTo>
                    <a:pt x="507" y="96"/>
                  </a:lnTo>
                  <a:lnTo>
                    <a:pt x="499" y="115"/>
                  </a:lnTo>
                  <a:lnTo>
                    <a:pt x="492" y="144"/>
                  </a:lnTo>
                  <a:lnTo>
                    <a:pt x="475" y="163"/>
                  </a:lnTo>
                  <a:lnTo>
                    <a:pt x="447" y="182"/>
                  </a:lnTo>
                  <a:cubicBezTo>
                    <a:pt x="320" y="192"/>
                    <a:pt x="118" y="214"/>
                    <a:pt x="46" y="218"/>
                  </a:cubicBezTo>
                  <a:lnTo>
                    <a:pt x="17" y="204"/>
                  </a:lnTo>
                  <a:lnTo>
                    <a:pt x="0" y="175"/>
                  </a:lnTo>
                  <a:lnTo>
                    <a:pt x="435" y="132"/>
                  </a:lnTo>
                  <a:lnTo>
                    <a:pt x="451" y="108"/>
                  </a:lnTo>
                  <a:lnTo>
                    <a:pt x="461" y="86"/>
                  </a:lnTo>
                  <a:lnTo>
                    <a:pt x="463" y="60"/>
                  </a:lnTo>
                  <a:lnTo>
                    <a:pt x="461" y="24"/>
                  </a:lnTo>
                  <a:lnTo>
                    <a:pt x="442" y="0"/>
                  </a:lnTo>
                  <a:close/>
                </a:path>
              </a:pathLst>
            </a:custGeom>
            <a:gradFill rotWithShape="0">
              <a:gsLst>
                <a:gs pos="0">
                  <a:srgbClr val="00CC99">
                    <a:gamma/>
                    <a:shade val="46275"/>
                    <a:invGamma/>
                  </a:srgbClr>
                </a:gs>
                <a:gs pos="100000">
                  <a:srgbClr val="00CC99"/>
                </a:gs>
              </a:gsLst>
              <a:lin ang="18900000" scaled="1"/>
            </a:gradFill>
            <a:ln w="38100" cmpd="sng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10"/>
            <p:cNvSpPr/>
            <p:nvPr/>
          </p:nvSpPr>
          <p:spPr bwMode="auto">
            <a:xfrm rot="386614">
              <a:off x="4371" y="2842"/>
              <a:ext cx="458" cy="224"/>
            </a:xfrm>
            <a:custGeom>
              <a:avLst/>
              <a:gdLst/>
              <a:ahLst/>
              <a:cxnLst>
                <a:cxn ang="0">
                  <a:pos x="429" y="0"/>
                </a:cxn>
                <a:cxn ang="0">
                  <a:pos x="445" y="13"/>
                </a:cxn>
                <a:cxn ang="0">
                  <a:pos x="455" y="32"/>
                </a:cxn>
                <a:cxn ang="0">
                  <a:pos x="458" y="52"/>
                </a:cxn>
                <a:cxn ang="0">
                  <a:pos x="458" y="74"/>
                </a:cxn>
                <a:cxn ang="0">
                  <a:pos x="455" y="96"/>
                </a:cxn>
                <a:cxn ang="0">
                  <a:pos x="448" y="116"/>
                </a:cxn>
                <a:cxn ang="0">
                  <a:pos x="429" y="135"/>
                </a:cxn>
                <a:cxn ang="0">
                  <a:pos x="16" y="224"/>
                </a:cxn>
                <a:cxn ang="0">
                  <a:pos x="7" y="205"/>
                </a:cxn>
                <a:cxn ang="0">
                  <a:pos x="0" y="186"/>
                </a:cxn>
                <a:cxn ang="0">
                  <a:pos x="3" y="151"/>
                </a:cxn>
                <a:cxn ang="0">
                  <a:pos x="7" y="128"/>
                </a:cxn>
                <a:cxn ang="0">
                  <a:pos x="26" y="103"/>
                </a:cxn>
                <a:cxn ang="0">
                  <a:pos x="48" y="84"/>
                </a:cxn>
                <a:cxn ang="0">
                  <a:pos x="429" y="0"/>
                </a:cxn>
              </a:cxnLst>
              <a:rect l="0" t="0" r="r" b="b"/>
              <a:pathLst>
                <a:path w="458" h="224">
                  <a:moveTo>
                    <a:pt x="429" y="0"/>
                  </a:moveTo>
                  <a:lnTo>
                    <a:pt x="445" y="13"/>
                  </a:lnTo>
                  <a:lnTo>
                    <a:pt x="455" y="32"/>
                  </a:lnTo>
                  <a:lnTo>
                    <a:pt x="458" y="52"/>
                  </a:lnTo>
                  <a:lnTo>
                    <a:pt x="458" y="74"/>
                  </a:lnTo>
                  <a:lnTo>
                    <a:pt x="455" y="96"/>
                  </a:lnTo>
                  <a:lnTo>
                    <a:pt x="448" y="116"/>
                  </a:lnTo>
                  <a:lnTo>
                    <a:pt x="429" y="135"/>
                  </a:lnTo>
                  <a:lnTo>
                    <a:pt x="16" y="224"/>
                  </a:lnTo>
                  <a:lnTo>
                    <a:pt x="7" y="205"/>
                  </a:lnTo>
                  <a:lnTo>
                    <a:pt x="0" y="186"/>
                  </a:lnTo>
                  <a:lnTo>
                    <a:pt x="3" y="151"/>
                  </a:lnTo>
                  <a:lnTo>
                    <a:pt x="7" y="128"/>
                  </a:lnTo>
                  <a:lnTo>
                    <a:pt x="26" y="103"/>
                  </a:lnTo>
                  <a:lnTo>
                    <a:pt x="48" y="84"/>
                  </a:lnTo>
                  <a:lnTo>
                    <a:pt x="429" y="0"/>
                  </a:lnTo>
                  <a:close/>
                </a:path>
              </a:pathLst>
            </a:custGeom>
            <a:gradFill rotWithShape="0">
              <a:gsLst>
                <a:gs pos="0">
                  <a:srgbClr val="00CC99"/>
                </a:gs>
                <a:gs pos="100000">
                  <a:srgbClr val="00CC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 cmpd="sng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Freeform 11"/>
          <p:cNvSpPr/>
          <p:nvPr/>
        </p:nvSpPr>
        <p:spPr bwMode="auto">
          <a:xfrm>
            <a:off x="8959081" y="1723140"/>
            <a:ext cx="2273300" cy="2917825"/>
          </a:xfrm>
          <a:custGeom>
            <a:avLst/>
            <a:gdLst>
              <a:gd name="T0" fmla="*/ 0 w 1536"/>
              <a:gd name="T1" fmla="*/ 0 h 1971"/>
              <a:gd name="T2" fmla="*/ 2147483647 w 1536"/>
              <a:gd name="T3" fmla="*/ 2147483647 h 1971"/>
              <a:gd name="T4" fmla="*/ 2147483647 w 1536"/>
              <a:gd name="T5" fmla="*/ 2147483647 h 1971"/>
              <a:gd name="T6" fmla="*/ 2147483647 w 1536"/>
              <a:gd name="T7" fmla="*/ 2147483647 h 1971"/>
              <a:gd name="T8" fmla="*/ 2147483647 w 1536"/>
              <a:gd name="T9" fmla="*/ 2147483647 h 1971"/>
              <a:gd name="T10" fmla="*/ 2147483647 w 1536"/>
              <a:gd name="T11" fmla="*/ 2147483647 h 1971"/>
              <a:gd name="T12" fmla="*/ 2147483647 w 1536"/>
              <a:gd name="T13" fmla="*/ 2147483647 h 1971"/>
              <a:gd name="T14" fmla="*/ 2147483647 w 1536"/>
              <a:gd name="T15" fmla="*/ 2147483647 h 1971"/>
              <a:gd name="T16" fmla="*/ 2147483647 w 1536"/>
              <a:gd name="T17" fmla="*/ 2147483647 h 1971"/>
              <a:gd name="T18" fmla="*/ 2147483647 w 1536"/>
              <a:gd name="T19" fmla="*/ 2147483647 h 1971"/>
              <a:gd name="T20" fmla="*/ 2147483647 w 1536"/>
              <a:gd name="T21" fmla="*/ 2147483647 h 1971"/>
              <a:gd name="T22" fmla="*/ 2147483647 w 1536"/>
              <a:gd name="T23" fmla="*/ 2147483647 h 1971"/>
              <a:gd name="T24" fmla="*/ 2147483647 w 1536"/>
              <a:gd name="T25" fmla="*/ 2147483647 h 1971"/>
              <a:gd name="T26" fmla="*/ 2147483647 w 1536"/>
              <a:gd name="T27" fmla="*/ 2147483647 h 1971"/>
              <a:gd name="T28" fmla="*/ 2147483647 w 1536"/>
              <a:gd name="T29" fmla="*/ 2147483647 h 1971"/>
              <a:gd name="T30" fmla="*/ 2147483647 w 1536"/>
              <a:gd name="T31" fmla="*/ 2147483647 h 1971"/>
              <a:gd name="T32" fmla="*/ 2147483647 w 1536"/>
              <a:gd name="T33" fmla="*/ 2147483647 h 1971"/>
              <a:gd name="T34" fmla="*/ 2147483647 w 1536"/>
              <a:gd name="T35" fmla="*/ 2147483647 h 1971"/>
              <a:gd name="T36" fmla="*/ 2147483647 w 1536"/>
              <a:gd name="T37" fmla="*/ 2147483647 h 1971"/>
              <a:gd name="T38" fmla="*/ 2147483647 w 1536"/>
              <a:gd name="T39" fmla="*/ 2147483647 h 1971"/>
              <a:gd name="T40" fmla="*/ 2147483647 w 1536"/>
              <a:gd name="T41" fmla="*/ 2147483647 h 1971"/>
              <a:gd name="T42" fmla="*/ 2147483647 w 1536"/>
              <a:gd name="T43" fmla="*/ 2147483647 h 1971"/>
              <a:gd name="T44" fmla="*/ 2147483647 w 1536"/>
              <a:gd name="T45" fmla="*/ 2147483647 h 1971"/>
              <a:gd name="T46" fmla="*/ 2147483647 w 1536"/>
              <a:gd name="T47" fmla="*/ 2147483647 h 1971"/>
              <a:gd name="T48" fmla="*/ 2147483647 w 1536"/>
              <a:gd name="T49" fmla="*/ 2147483647 h 1971"/>
              <a:gd name="T50" fmla="*/ 2147483647 w 1536"/>
              <a:gd name="T51" fmla="*/ 2147483647 h 1971"/>
              <a:gd name="T52" fmla="*/ 2147483647 w 1536"/>
              <a:gd name="T53" fmla="*/ 2147483647 h 1971"/>
              <a:gd name="T54" fmla="*/ 2147483647 w 1536"/>
              <a:gd name="T55" fmla="*/ 2147483647 h 1971"/>
              <a:gd name="T56" fmla="*/ 2147483647 w 1536"/>
              <a:gd name="T57" fmla="*/ 2147483647 h 1971"/>
              <a:gd name="T58" fmla="*/ 2147483647 w 1536"/>
              <a:gd name="T59" fmla="*/ 2147483647 h 1971"/>
              <a:gd name="T60" fmla="*/ 2147483647 w 1536"/>
              <a:gd name="T61" fmla="*/ 2147483647 h 1971"/>
              <a:gd name="T62" fmla="*/ 2147483647 w 1536"/>
              <a:gd name="T63" fmla="*/ 2147483647 h 1971"/>
              <a:gd name="T64" fmla="*/ 2147483647 w 1536"/>
              <a:gd name="T65" fmla="*/ 2147483647 h 1971"/>
              <a:gd name="T66" fmla="*/ 2147483647 w 1536"/>
              <a:gd name="T67" fmla="*/ 2147483647 h 1971"/>
              <a:gd name="T68" fmla="*/ 2147483647 w 1536"/>
              <a:gd name="T69" fmla="*/ 2147483647 h 1971"/>
              <a:gd name="T70" fmla="*/ 2147483647 w 1536"/>
              <a:gd name="T71" fmla="*/ 2147483647 h 1971"/>
              <a:gd name="T72" fmla="*/ 2147483647 w 1536"/>
              <a:gd name="T73" fmla="*/ 2147483647 h 1971"/>
              <a:gd name="T74" fmla="*/ 2147483647 w 1536"/>
              <a:gd name="T75" fmla="*/ 2147483647 h 1971"/>
              <a:gd name="T76" fmla="*/ 2147483647 w 1536"/>
              <a:gd name="T77" fmla="*/ 2147483647 h 1971"/>
              <a:gd name="T78" fmla="*/ 0 w 1536"/>
              <a:gd name="T79" fmla="*/ 0 h 1971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1536"/>
              <a:gd name="T121" fmla="*/ 0 h 1971"/>
              <a:gd name="T122" fmla="*/ 1536 w 1536"/>
              <a:gd name="T123" fmla="*/ 1971 h 1971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1536" h="1971">
                <a:moveTo>
                  <a:pt x="0" y="0"/>
                </a:moveTo>
                <a:lnTo>
                  <a:pt x="1" y="836"/>
                </a:lnTo>
                <a:lnTo>
                  <a:pt x="1" y="841"/>
                </a:lnTo>
                <a:lnTo>
                  <a:pt x="319" y="812"/>
                </a:lnTo>
                <a:lnTo>
                  <a:pt x="332" y="764"/>
                </a:lnTo>
                <a:lnTo>
                  <a:pt x="361" y="730"/>
                </a:lnTo>
                <a:lnTo>
                  <a:pt x="395" y="701"/>
                </a:lnTo>
                <a:lnTo>
                  <a:pt x="471" y="673"/>
                </a:lnTo>
                <a:lnTo>
                  <a:pt x="831" y="649"/>
                </a:lnTo>
                <a:lnTo>
                  <a:pt x="879" y="677"/>
                </a:lnTo>
                <a:lnTo>
                  <a:pt x="915" y="704"/>
                </a:lnTo>
                <a:lnTo>
                  <a:pt x="947" y="740"/>
                </a:lnTo>
                <a:lnTo>
                  <a:pt x="975" y="783"/>
                </a:lnTo>
                <a:lnTo>
                  <a:pt x="999" y="826"/>
                </a:lnTo>
                <a:lnTo>
                  <a:pt x="1023" y="865"/>
                </a:lnTo>
                <a:lnTo>
                  <a:pt x="1043" y="908"/>
                </a:lnTo>
                <a:lnTo>
                  <a:pt x="1057" y="965"/>
                </a:lnTo>
                <a:lnTo>
                  <a:pt x="1067" y="1009"/>
                </a:lnTo>
                <a:lnTo>
                  <a:pt x="1071" y="1052"/>
                </a:lnTo>
                <a:lnTo>
                  <a:pt x="1071" y="1100"/>
                </a:lnTo>
                <a:lnTo>
                  <a:pt x="1011" y="1107"/>
                </a:lnTo>
                <a:lnTo>
                  <a:pt x="1009" y="1244"/>
                </a:lnTo>
                <a:lnTo>
                  <a:pt x="1071" y="1273"/>
                </a:lnTo>
                <a:lnTo>
                  <a:pt x="1067" y="1321"/>
                </a:lnTo>
                <a:lnTo>
                  <a:pt x="1052" y="1364"/>
                </a:lnTo>
                <a:lnTo>
                  <a:pt x="1043" y="1393"/>
                </a:lnTo>
                <a:cubicBezTo>
                  <a:pt x="1043" y="1388"/>
                  <a:pt x="1038" y="1402"/>
                  <a:pt x="1023" y="1426"/>
                </a:cubicBezTo>
                <a:cubicBezTo>
                  <a:pt x="1018" y="1430"/>
                  <a:pt x="1008" y="1455"/>
                  <a:pt x="999" y="1465"/>
                </a:cubicBezTo>
                <a:lnTo>
                  <a:pt x="971" y="1484"/>
                </a:lnTo>
                <a:lnTo>
                  <a:pt x="940" y="1511"/>
                </a:lnTo>
                <a:lnTo>
                  <a:pt x="889" y="1546"/>
                </a:lnTo>
                <a:lnTo>
                  <a:pt x="577" y="1570"/>
                </a:lnTo>
                <a:lnTo>
                  <a:pt x="515" y="1570"/>
                </a:lnTo>
                <a:lnTo>
                  <a:pt x="452" y="1551"/>
                </a:lnTo>
                <a:lnTo>
                  <a:pt x="399" y="1513"/>
                </a:lnTo>
                <a:lnTo>
                  <a:pt x="366" y="1474"/>
                </a:lnTo>
                <a:lnTo>
                  <a:pt x="107" y="1493"/>
                </a:lnTo>
                <a:lnTo>
                  <a:pt x="1536" y="1971"/>
                </a:lnTo>
                <a:lnTo>
                  <a:pt x="1536" y="531"/>
                </a:lnTo>
                <a:lnTo>
                  <a:pt x="0" y="0"/>
                </a:lnTo>
                <a:close/>
              </a:path>
            </a:pathLst>
          </a:custGeom>
          <a:solidFill>
            <a:srgbClr val="FFC000">
              <a:lumMod val="75000"/>
              <a:alpha val="50195"/>
            </a:srgbClr>
          </a:solidFill>
          <a:ln w="38100">
            <a:solidFill>
              <a:srgbClr val="FFFFCC"/>
            </a:solidFill>
            <a:rou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9108333" y="1915227"/>
            <a:ext cx="453971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WordArt 13"/>
          <p:cNvSpPr>
            <a:spLocks noChangeArrowheads="1" noChangeShapeType="1" noTextEdit="1"/>
          </p:cNvSpPr>
          <p:nvPr/>
        </p:nvSpPr>
        <p:spPr bwMode="auto">
          <a:xfrm>
            <a:off x="7601818" y="4760990"/>
            <a:ext cx="1284405" cy="384992"/>
          </a:xfrm>
          <a:prstGeom prst="rect">
            <a:avLst/>
          </a:prstGeom>
          <a:effectLst/>
        </p:spPr>
        <p:txBody>
          <a:bodyPr wrap="none" fromWordArt="1">
            <a:prstTxWarp prst="textCascadeUp">
              <a:avLst>
                <a:gd name="adj" fmla="val 10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kern="1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pitchFamily="2" charset="-122"/>
              </a:rPr>
              <a:t>断面图</a:t>
            </a:r>
            <a:endParaRPr kumimoji="1" lang="zh-CN" altLang="en-US" sz="3200" kern="1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黑体" panose="02010609060101010101" pitchFamily="2" charset="-122"/>
            </a:endParaRPr>
          </a:p>
        </p:txBody>
      </p:sp>
      <p:sp>
        <p:nvSpPr>
          <p:cNvPr id="12" name="Line 16"/>
          <p:cNvSpPr>
            <a:spLocks noChangeShapeType="1"/>
          </p:cNvSpPr>
          <p:nvPr/>
        </p:nvSpPr>
        <p:spPr bwMode="auto">
          <a:xfrm>
            <a:off x="5974581" y="2310515"/>
            <a:ext cx="0" cy="21590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ne 17"/>
          <p:cNvSpPr>
            <a:spLocks noChangeShapeType="1"/>
          </p:cNvSpPr>
          <p:nvPr/>
        </p:nvSpPr>
        <p:spPr bwMode="auto">
          <a:xfrm>
            <a:off x="5974581" y="3899602"/>
            <a:ext cx="0" cy="21590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Line 18"/>
          <p:cNvSpPr>
            <a:spLocks noChangeShapeType="1"/>
          </p:cNvSpPr>
          <p:nvPr/>
        </p:nvSpPr>
        <p:spPr bwMode="auto">
          <a:xfrm>
            <a:off x="5946006" y="2310515"/>
            <a:ext cx="334963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Line 19"/>
          <p:cNvSpPr>
            <a:spLocks noChangeShapeType="1"/>
          </p:cNvSpPr>
          <p:nvPr/>
        </p:nvSpPr>
        <p:spPr bwMode="auto">
          <a:xfrm>
            <a:off x="5960294" y="4109152"/>
            <a:ext cx="336550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Line 20"/>
          <p:cNvSpPr>
            <a:spLocks noChangeShapeType="1"/>
          </p:cNvSpPr>
          <p:nvPr/>
        </p:nvSpPr>
        <p:spPr bwMode="auto">
          <a:xfrm flipV="1">
            <a:off x="5455469" y="4348865"/>
            <a:ext cx="639762" cy="3698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Line 21"/>
          <p:cNvSpPr>
            <a:spLocks noChangeShapeType="1"/>
          </p:cNvSpPr>
          <p:nvPr/>
        </p:nvSpPr>
        <p:spPr bwMode="auto">
          <a:xfrm flipV="1">
            <a:off x="5426894" y="4423477"/>
            <a:ext cx="850900" cy="4905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Line 22"/>
          <p:cNvSpPr>
            <a:spLocks noChangeShapeType="1"/>
          </p:cNvSpPr>
          <p:nvPr/>
        </p:nvSpPr>
        <p:spPr bwMode="auto">
          <a:xfrm flipV="1">
            <a:off x="5428481" y="4526665"/>
            <a:ext cx="990600" cy="5699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Line 23"/>
          <p:cNvSpPr>
            <a:spLocks noChangeShapeType="1"/>
          </p:cNvSpPr>
          <p:nvPr/>
        </p:nvSpPr>
        <p:spPr bwMode="auto">
          <a:xfrm flipV="1">
            <a:off x="5515794" y="4667952"/>
            <a:ext cx="993775" cy="574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Line 24"/>
          <p:cNvSpPr>
            <a:spLocks noChangeShapeType="1"/>
          </p:cNvSpPr>
          <p:nvPr/>
        </p:nvSpPr>
        <p:spPr bwMode="auto">
          <a:xfrm flipV="1">
            <a:off x="5607869" y="4891790"/>
            <a:ext cx="849312" cy="4905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Line 25"/>
          <p:cNvSpPr>
            <a:spLocks noChangeShapeType="1"/>
          </p:cNvSpPr>
          <p:nvPr/>
        </p:nvSpPr>
        <p:spPr bwMode="auto">
          <a:xfrm flipV="1">
            <a:off x="5761856" y="5080702"/>
            <a:ext cx="703263" cy="406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Line 26"/>
          <p:cNvSpPr>
            <a:spLocks noChangeShapeType="1"/>
          </p:cNvSpPr>
          <p:nvPr/>
        </p:nvSpPr>
        <p:spPr bwMode="auto">
          <a:xfrm flipV="1">
            <a:off x="6012681" y="5226752"/>
            <a:ext cx="496888" cy="2873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308158" y="2605790"/>
            <a:ext cx="3359150" cy="1185862"/>
            <a:chOff x="2406650" y="2033132"/>
            <a:chExt cx="3359150" cy="1185862"/>
          </a:xfrm>
        </p:grpSpPr>
        <p:grpSp>
          <p:nvGrpSpPr>
            <p:cNvPr id="26" name="Group 27"/>
            <p:cNvGrpSpPr/>
            <p:nvPr/>
          </p:nvGrpSpPr>
          <p:grpSpPr bwMode="auto">
            <a:xfrm>
              <a:off x="2561984" y="2033132"/>
              <a:ext cx="3055634" cy="1185862"/>
              <a:chOff x="412" y="1353"/>
              <a:chExt cx="2099" cy="815"/>
            </a:xfrm>
          </p:grpSpPr>
          <p:sp>
            <p:nvSpPr>
              <p:cNvPr id="30" name="Rectangle 28"/>
              <p:cNvSpPr>
                <a:spLocks noChangeArrowheads="1"/>
              </p:cNvSpPr>
              <p:nvPr/>
            </p:nvSpPr>
            <p:spPr bwMode="auto">
              <a:xfrm>
                <a:off x="1978" y="1490"/>
                <a:ext cx="533" cy="534"/>
              </a:xfrm>
              <a:prstGeom prst="rect">
                <a:avLst/>
              </a:prstGeom>
              <a:solidFill>
                <a:srgbClr val="99CCFF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Rectangle 29"/>
              <p:cNvSpPr>
                <a:spLocks noChangeArrowheads="1"/>
              </p:cNvSpPr>
              <p:nvPr/>
            </p:nvSpPr>
            <p:spPr bwMode="auto">
              <a:xfrm>
                <a:off x="946" y="1353"/>
                <a:ext cx="1040" cy="815"/>
              </a:xfrm>
              <a:prstGeom prst="rect">
                <a:avLst/>
              </a:prstGeom>
              <a:solidFill>
                <a:srgbClr val="99CCFF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Rectangle 30"/>
              <p:cNvSpPr>
                <a:spLocks noChangeArrowheads="1"/>
              </p:cNvSpPr>
              <p:nvPr/>
            </p:nvSpPr>
            <p:spPr bwMode="auto">
              <a:xfrm>
                <a:off x="412" y="1496"/>
                <a:ext cx="533" cy="535"/>
              </a:xfrm>
              <a:prstGeom prst="rect">
                <a:avLst/>
              </a:prstGeom>
              <a:solidFill>
                <a:srgbClr val="99CCFF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Oval 31"/>
              <p:cNvSpPr>
                <a:spLocks noChangeArrowheads="1"/>
              </p:cNvSpPr>
              <p:nvPr/>
            </p:nvSpPr>
            <p:spPr bwMode="auto">
              <a:xfrm>
                <a:off x="1118" y="1658"/>
                <a:ext cx="205" cy="204"/>
              </a:xfrm>
              <a:prstGeom prst="ellipse">
                <a:avLst/>
              </a:prstGeom>
              <a:solidFill>
                <a:srgbClr val="99CCFF"/>
              </a:soli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Oval 32"/>
              <p:cNvSpPr>
                <a:spLocks noChangeArrowheads="1"/>
              </p:cNvSpPr>
              <p:nvPr/>
            </p:nvSpPr>
            <p:spPr bwMode="auto">
              <a:xfrm>
                <a:off x="1590" y="1658"/>
                <a:ext cx="205" cy="204"/>
              </a:xfrm>
              <a:prstGeom prst="ellipse">
                <a:avLst/>
              </a:prstGeom>
              <a:solidFill>
                <a:srgbClr val="99CCFF"/>
              </a:soli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Rectangle 33"/>
              <p:cNvSpPr>
                <a:spLocks noChangeArrowheads="1"/>
              </p:cNvSpPr>
              <p:nvPr/>
            </p:nvSpPr>
            <p:spPr bwMode="auto">
              <a:xfrm>
                <a:off x="1218" y="1651"/>
                <a:ext cx="487" cy="216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rgbClr val="99CCFF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Line 34"/>
              <p:cNvSpPr>
                <a:spLocks noChangeShapeType="1"/>
              </p:cNvSpPr>
              <p:nvPr/>
            </p:nvSpPr>
            <p:spPr bwMode="auto">
              <a:xfrm>
                <a:off x="1219" y="1656"/>
                <a:ext cx="48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Line 35"/>
              <p:cNvSpPr>
                <a:spLocks noChangeShapeType="1"/>
              </p:cNvSpPr>
              <p:nvPr/>
            </p:nvSpPr>
            <p:spPr bwMode="auto">
              <a:xfrm>
                <a:off x="1224" y="1863"/>
                <a:ext cx="48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27" name="图片 26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11" t="8622" r="39892" b="-7353"/>
            <a:stretch>
              <a:fillRect/>
            </a:stretch>
          </p:blipFill>
          <p:spPr>
            <a:xfrm>
              <a:off x="2406650" y="2470150"/>
              <a:ext cx="3359150" cy="333816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07" t="36724" r="64998" b="27217"/>
            <a:stretch>
              <a:fillRect/>
            </a:stretch>
          </p:blipFill>
          <p:spPr>
            <a:xfrm rot="5400000">
              <a:off x="3516789" y="2555087"/>
              <a:ext cx="441639" cy="121919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07" t="36724" r="64998" b="27217"/>
            <a:stretch>
              <a:fillRect/>
            </a:stretch>
          </p:blipFill>
          <p:spPr>
            <a:xfrm rot="5400000">
              <a:off x="4230831" y="2555087"/>
              <a:ext cx="441639" cy="121919"/>
            </a:xfrm>
            <a:prstGeom prst="rect">
              <a:avLst/>
            </a:prstGeom>
          </p:spPr>
        </p:pic>
      </p:grpSp>
      <p:grpSp>
        <p:nvGrpSpPr>
          <p:cNvPr id="39" name="组合 38"/>
          <p:cNvGrpSpPr/>
          <p:nvPr/>
        </p:nvGrpSpPr>
        <p:grpSpPr>
          <a:xfrm>
            <a:off x="5322041" y="4230258"/>
            <a:ext cx="1323526" cy="1401234"/>
            <a:chOff x="3420533" y="3657600"/>
            <a:chExt cx="1323526" cy="1401234"/>
          </a:xfrm>
        </p:grpSpPr>
        <p:grpSp>
          <p:nvGrpSpPr>
            <p:cNvPr id="40" name="Group 39"/>
            <p:cNvGrpSpPr/>
            <p:nvPr/>
          </p:nvGrpSpPr>
          <p:grpSpPr bwMode="auto">
            <a:xfrm>
              <a:off x="3519380" y="3768911"/>
              <a:ext cx="1157662" cy="1184311"/>
              <a:chOff x="1052" y="2545"/>
              <a:chExt cx="795" cy="814"/>
            </a:xfrm>
          </p:grpSpPr>
          <p:sp>
            <p:nvSpPr>
              <p:cNvPr id="43" name="Line 42"/>
              <p:cNvSpPr>
                <a:spLocks noChangeShapeType="1"/>
              </p:cNvSpPr>
              <p:nvPr/>
            </p:nvSpPr>
            <p:spPr bwMode="auto">
              <a:xfrm>
                <a:off x="1749" y="3054"/>
                <a:ext cx="8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Arc 43"/>
              <p:cNvSpPr/>
              <p:nvPr/>
            </p:nvSpPr>
            <p:spPr bwMode="auto">
              <a:xfrm flipV="1">
                <a:off x="1052" y="2545"/>
                <a:ext cx="795" cy="814"/>
              </a:xfrm>
              <a:custGeom>
                <a:avLst/>
                <a:gdLst>
                  <a:gd name="T0" fmla="*/ 0 w 42686"/>
                  <a:gd name="T1" fmla="*/ 0 h 43200"/>
                  <a:gd name="T2" fmla="*/ 0 w 42686"/>
                  <a:gd name="T3" fmla="*/ 0 h 43200"/>
                  <a:gd name="T4" fmla="*/ 0 w 42686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2686"/>
                  <a:gd name="T10" fmla="*/ 0 h 43200"/>
                  <a:gd name="T11" fmla="*/ 42686 w 42686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686" h="43200" fill="none" extrusionOk="0">
                    <a:moveTo>
                      <a:pt x="42686" y="26283"/>
                    </a:moveTo>
                    <a:cubicBezTo>
                      <a:pt x="40491" y="36167"/>
                      <a:pt x="31724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595" y="-1"/>
                      <a:pt x="40285" y="6858"/>
                      <a:pt x="42608" y="16579"/>
                    </a:cubicBezTo>
                  </a:path>
                  <a:path w="42686" h="43200" stroke="0" extrusionOk="0">
                    <a:moveTo>
                      <a:pt x="42686" y="26283"/>
                    </a:moveTo>
                    <a:cubicBezTo>
                      <a:pt x="40491" y="36167"/>
                      <a:pt x="31724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595" y="-1"/>
                      <a:pt x="40285" y="6858"/>
                      <a:pt x="42608" y="1657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Line 44"/>
              <p:cNvSpPr>
                <a:spLocks noChangeShapeType="1"/>
              </p:cNvSpPr>
              <p:nvPr/>
            </p:nvSpPr>
            <p:spPr bwMode="auto">
              <a:xfrm>
                <a:off x="1760" y="2854"/>
                <a:ext cx="0" cy="2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Line 45"/>
              <p:cNvSpPr>
                <a:spLocks noChangeShapeType="1"/>
              </p:cNvSpPr>
              <p:nvPr/>
            </p:nvSpPr>
            <p:spPr bwMode="auto">
              <a:xfrm>
                <a:off x="1749" y="2852"/>
                <a:ext cx="8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41" name="图片 40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704" t="28232" r="48861" b="16675"/>
            <a:stretch>
              <a:fillRect/>
            </a:stretch>
          </p:blipFill>
          <p:spPr>
            <a:xfrm rot="5400000">
              <a:off x="3401482" y="4265084"/>
              <a:ext cx="1401234" cy="186266"/>
            </a:xfrm>
            <a:prstGeom prst="rect">
              <a:avLst/>
            </a:prstGeom>
          </p:spPr>
        </p:pic>
        <p:pic>
          <p:nvPicPr>
            <p:cNvPr id="42" name="图片 41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671" t="33665" r="48861" b="16674"/>
            <a:stretch>
              <a:fillRect/>
            </a:stretch>
          </p:blipFill>
          <p:spPr>
            <a:xfrm>
              <a:off x="3420533" y="4288366"/>
              <a:ext cx="1323526" cy="167899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0" grpId="0" autoUpdateAnimBg="0"/>
      <p:bldP spid="1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5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38779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断面图的画法及标注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47"/>
          <p:cNvSpPr txBox="1">
            <a:spLocks noChangeArrowheads="1"/>
          </p:cNvSpPr>
          <p:nvPr/>
        </p:nvSpPr>
        <p:spPr bwMode="auto">
          <a:xfrm>
            <a:off x="479376" y="1831614"/>
            <a:ext cx="2201244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移出断面图</a:t>
            </a:r>
            <a:endParaRPr lang="zh-CN" altLang="en-US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Line 18"/>
          <p:cNvSpPr>
            <a:spLocks noChangeShapeType="1"/>
          </p:cNvSpPr>
          <p:nvPr/>
        </p:nvSpPr>
        <p:spPr bwMode="auto">
          <a:xfrm>
            <a:off x="5860134" y="1720116"/>
            <a:ext cx="0" cy="23495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Line 19"/>
          <p:cNvSpPr>
            <a:spLocks noChangeShapeType="1"/>
          </p:cNvSpPr>
          <p:nvPr/>
        </p:nvSpPr>
        <p:spPr bwMode="auto">
          <a:xfrm>
            <a:off x="5847434" y="1721703"/>
            <a:ext cx="366713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Line 20"/>
          <p:cNvSpPr>
            <a:spLocks noChangeShapeType="1"/>
          </p:cNvSpPr>
          <p:nvPr/>
        </p:nvSpPr>
        <p:spPr bwMode="auto">
          <a:xfrm>
            <a:off x="5850609" y="3642578"/>
            <a:ext cx="366713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Line 21"/>
          <p:cNvSpPr>
            <a:spLocks noChangeShapeType="1"/>
          </p:cNvSpPr>
          <p:nvPr/>
        </p:nvSpPr>
        <p:spPr bwMode="auto">
          <a:xfrm>
            <a:off x="5871247" y="3418741"/>
            <a:ext cx="0" cy="23495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Line 59"/>
          <p:cNvSpPr>
            <a:spLocks noChangeShapeType="1"/>
          </p:cNvSpPr>
          <p:nvPr/>
        </p:nvSpPr>
        <p:spPr bwMode="auto">
          <a:xfrm>
            <a:off x="9087522" y="1875691"/>
            <a:ext cx="0" cy="295275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Box 60"/>
          <p:cNvSpPr txBox="1">
            <a:spLocks noChangeArrowheads="1"/>
          </p:cNvSpPr>
          <p:nvPr/>
        </p:nvSpPr>
        <p:spPr bwMode="auto">
          <a:xfrm>
            <a:off x="1734721" y="2637023"/>
            <a:ext cx="1008609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 法</a:t>
            </a:r>
            <a:endParaRPr kumimoji="1"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 Box 61"/>
          <p:cNvSpPr txBox="1">
            <a:spLocks noChangeArrowheads="1"/>
          </p:cNvSpPr>
          <p:nvPr/>
        </p:nvSpPr>
        <p:spPr bwMode="auto">
          <a:xfrm>
            <a:off x="710617" y="3689821"/>
            <a:ext cx="2685351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轮廓线为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粗实线</a:t>
            </a:r>
            <a:endParaRPr kumimoji="1"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 Box 62"/>
          <p:cNvSpPr txBox="1">
            <a:spLocks noChangeArrowheads="1"/>
          </p:cNvSpPr>
          <p:nvPr/>
        </p:nvSpPr>
        <p:spPr bwMode="auto">
          <a:xfrm>
            <a:off x="710617" y="4088283"/>
            <a:ext cx="4224233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尽量画在剖切面的延长线上</a:t>
            </a:r>
            <a:endParaRPr kumimoji="1" lang="zh-CN" altLang="en-US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 Box 78"/>
          <p:cNvSpPr txBox="1">
            <a:spLocks noChangeArrowheads="1"/>
          </p:cNvSpPr>
          <p:nvPr/>
        </p:nvSpPr>
        <p:spPr bwMode="auto">
          <a:xfrm>
            <a:off x="8630349" y="1631216"/>
            <a:ext cx="453971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 Box 79"/>
          <p:cNvSpPr txBox="1">
            <a:spLocks noChangeArrowheads="1"/>
          </p:cNvSpPr>
          <p:nvPr/>
        </p:nvSpPr>
        <p:spPr bwMode="auto">
          <a:xfrm>
            <a:off x="8650986" y="3156803"/>
            <a:ext cx="453971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 Box 80"/>
          <p:cNvSpPr txBox="1">
            <a:spLocks noChangeArrowheads="1"/>
          </p:cNvSpPr>
          <p:nvPr/>
        </p:nvSpPr>
        <p:spPr bwMode="auto">
          <a:xfrm>
            <a:off x="9806683" y="1697891"/>
            <a:ext cx="111120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A—A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Line 81"/>
          <p:cNvSpPr>
            <a:spLocks noChangeShapeType="1"/>
          </p:cNvSpPr>
          <p:nvPr/>
        </p:nvSpPr>
        <p:spPr bwMode="auto">
          <a:xfrm>
            <a:off x="9097047" y="3199666"/>
            <a:ext cx="0" cy="295275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 Box 82" descr="蓝色砂纸"/>
          <p:cNvSpPr txBox="1">
            <a:spLocks noChangeArrowheads="1"/>
          </p:cNvSpPr>
          <p:nvPr/>
        </p:nvSpPr>
        <p:spPr bwMode="auto">
          <a:xfrm>
            <a:off x="8256240" y="4155425"/>
            <a:ext cx="3566727" cy="1873270"/>
          </a:xfrm>
          <a:prstGeom prst="snip2Diag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注 意</a:t>
            </a:r>
            <a:endParaRPr kumimoji="1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当剖切平面通过回转面形成的孔、凹坑的轴线时，该结构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按剖视绘制 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kumimoji="1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AutoShape 87"/>
          <p:cNvSpPr>
            <a:spLocks noChangeArrowheads="1"/>
          </p:cNvSpPr>
          <p:nvPr/>
        </p:nvSpPr>
        <p:spPr bwMode="auto">
          <a:xfrm rot="19948487">
            <a:off x="6303047" y="3733066"/>
            <a:ext cx="381000" cy="381000"/>
          </a:xfrm>
          <a:prstGeom prst="rightArrow">
            <a:avLst>
              <a:gd name="adj1" fmla="val 40944"/>
              <a:gd name="adj2" fmla="val 3698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88"/>
          <p:cNvSpPr>
            <a:spLocks noChangeArrowheads="1"/>
          </p:cNvSpPr>
          <p:nvPr/>
        </p:nvSpPr>
        <p:spPr bwMode="auto">
          <a:xfrm rot="13531944">
            <a:off x="7634165" y="3775135"/>
            <a:ext cx="325437" cy="381000"/>
          </a:xfrm>
          <a:prstGeom prst="rightArrow">
            <a:avLst>
              <a:gd name="adj1" fmla="val 38306"/>
              <a:gd name="adj2" fmla="val 44532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Rectangle 89"/>
          <p:cNvSpPr>
            <a:spLocks noChangeArrowheads="1"/>
          </p:cNvSpPr>
          <p:nvPr/>
        </p:nvSpPr>
        <p:spPr bwMode="auto">
          <a:xfrm>
            <a:off x="710617" y="4496271"/>
            <a:ext cx="360868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亦可画在其它适当位置</a:t>
            </a:r>
            <a:endParaRPr kumimoji="1" lang="zh-CN" altLang="en-US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arlett" pitchFamily="2" charset="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6685634" y="3294843"/>
            <a:ext cx="968375" cy="973134"/>
            <a:chOff x="5569517" y="2982284"/>
            <a:chExt cx="968375" cy="973134"/>
          </a:xfrm>
        </p:grpSpPr>
        <p:grpSp>
          <p:nvGrpSpPr>
            <p:cNvPr id="43" name="组合 101"/>
            <p:cNvGrpSpPr/>
            <p:nvPr/>
          </p:nvGrpSpPr>
          <p:grpSpPr bwMode="auto">
            <a:xfrm>
              <a:off x="5569517" y="3049032"/>
              <a:ext cx="968375" cy="849312"/>
              <a:chOff x="3851275" y="2830513"/>
              <a:chExt cx="968375" cy="849312"/>
            </a:xfrm>
          </p:grpSpPr>
          <p:sp>
            <p:nvSpPr>
              <p:cNvPr id="46" name="Line 37"/>
              <p:cNvSpPr>
                <a:spLocks noChangeShapeType="1"/>
              </p:cNvSpPr>
              <p:nvPr/>
            </p:nvSpPr>
            <p:spPr bwMode="auto">
              <a:xfrm flipV="1">
                <a:off x="3979863" y="2865438"/>
                <a:ext cx="450850" cy="2603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Line 38"/>
              <p:cNvSpPr>
                <a:spLocks noChangeShapeType="1"/>
              </p:cNvSpPr>
              <p:nvPr/>
            </p:nvSpPr>
            <p:spPr bwMode="auto">
              <a:xfrm flipV="1">
                <a:off x="4295775" y="2955925"/>
                <a:ext cx="327025" cy="1889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Line 39"/>
              <p:cNvSpPr>
                <a:spLocks noChangeShapeType="1"/>
              </p:cNvSpPr>
              <p:nvPr/>
            </p:nvSpPr>
            <p:spPr bwMode="auto">
              <a:xfrm flipV="1">
                <a:off x="3981450" y="3371850"/>
                <a:ext cx="269875" cy="1555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" name="Line 40"/>
              <p:cNvSpPr>
                <a:spLocks noChangeShapeType="1"/>
              </p:cNvSpPr>
              <p:nvPr/>
            </p:nvSpPr>
            <p:spPr bwMode="auto">
              <a:xfrm flipV="1">
                <a:off x="4148138" y="3387725"/>
                <a:ext cx="431800" cy="2492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Arc 43"/>
              <p:cNvSpPr/>
              <p:nvPr/>
            </p:nvSpPr>
            <p:spPr bwMode="auto">
              <a:xfrm flipV="1">
                <a:off x="3910013" y="2830513"/>
                <a:ext cx="844550" cy="849312"/>
              </a:xfrm>
              <a:custGeom>
                <a:avLst/>
                <a:gdLst>
                  <a:gd name="T0" fmla="*/ 2147483647 w 43200"/>
                  <a:gd name="T1" fmla="*/ 2147483647 h 43200"/>
                  <a:gd name="T2" fmla="*/ 2147483647 w 43200"/>
                  <a:gd name="T3" fmla="*/ 2147483647 h 43200"/>
                  <a:gd name="T4" fmla="*/ 2147483647 w 43200"/>
                  <a:gd name="T5" fmla="*/ 2147483647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42686" y="26283"/>
                    </a:moveTo>
                    <a:cubicBezTo>
                      <a:pt x="40491" y="36167"/>
                      <a:pt x="31724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874"/>
                      <a:pt x="43087" y="24145"/>
                      <a:pt x="42863" y="25400"/>
                    </a:cubicBezTo>
                  </a:path>
                  <a:path w="43200" h="43200" stroke="0" extrusionOk="0">
                    <a:moveTo>
                      <a:pt x="42686" y="26283"/>
                    </a:moveTo>
                    <a:cubicBezTo>
                      <a:pt x="40491" y="36167"/>
                      <a:pt x="31724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874"/>
                      <a:pt x="43087" y="24145"/>
                      <a:pt x="42863" y="2540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Line 44"/>
              <p:cNvSpPr>
                <a:spLocks noChangeShapeType="1"/>
              </p:cNvSpPr>
              <p:nvPr/>
            </p:nvSpPr>
            <p:spPr bwMode="auto">
              <a:xfrm>
                <a:off x="3930650" y="3136900"/>
                <a:ext cx="80327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Line 45"/>
              <p:cNvSpPr>
                <a:spLocks noChangeShapeType="1"/>
              </p:cNvSpPr>
              <p:nvPr/>
            </p:nvSpPr>
            <p:spPr bwMode="auto">
              <a:xfrm>
                <a:off x="3940175" y="3379788"/>
                <a:ext cx="80327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矩形 89"/>
              <p:cNvSpPr>
                <a:spLocks noChangeArrowheads="1"/>
              </p:cNvSpPr>
              <p:nvPr/>
            </p:nvSpPr>
            <p:spPr bwMode="auto">
              <a:xfrm>
                <a:off x="3851275" y="3154363"/>
                <a:ext cx="968375" cy="209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44" name="图片 43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219" t="32567" r="49642" b="16675"/>
            <a:stretch>
              <a:fillRect/>
            </a:stretch>
          </p:blipFill>
          <p:spPr>
            <a:xfrm rot="5400000">
              <a:off x="5568077" y="3383045"/>
              <a:ext cx="973134" cy="171611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120" t="37781" r="48861" b="16674"/>
            <a:stretch>
              <a:fillRect/>
            </a:stretch>
          </p:blipFill>
          <p:spPr>
            <a:xfrm>
              <a:off x="5569517" y="3420072"/>
              <a:ext cx="968375" cy="153984"/>
            </a:xfrm>
            <a:prstGeom prst="rect">
              <a:avLst/>
            </a:prstGeom>
          </p:spPr>
        </p:pic>
      </p:grpSp>
      <p:grpSp>
        <p:nvGrpSpPr>
          <p:cNvPr id="54" name="组合 53"/>
          <p:cNvGrpSpPr/>
          <p:nvPr/>
        </p:nvGrpSpPr>
        <p:grpSpPr>
          <a:xfrm>
            <a:off x="5007397" y="2028091"/>
            <a:ext cx="2727960" cy="1293812"/>
            <a:chOff x="3891280" y="1715532"/>
            <a:chExt cx="2727960" cy="1293812"/>
          </a:xfrm>
        </p:grpSpPr>
        <p:grpSp>
          <p:nvGrpSpPr>
            <p:cNvPr id="55" name="Group 5"/>
            <p:cNvGrpSpPr/>
            <p:nvPr/>
          </p:nvGrpSpPr>
          <p:grpSpPr bwMode="auto">
            <a:xfrm>
              <a:off x="3985193" y="1715532"/>
              <a:ext cx="2501900" cy="1293812"/>
              <a:chOff x="968" y="1235"/>
              <a:chExt cx="1576" cy="815"/>
            </a:xfrm>
          </p:grpSpPr>
          <p:sp>
            <p:nvSpPr>
              <p:cNvPr id="60" name="Rectangle 6"/>
              <p:cNvSpPr>
                <a:spLocks noChangeArrowheads="1"/>
              </p:cNvSpPr>
              <p:nvPr/>
            </p:nvSpPr>
            <p:spPr bwMode="auto">
              <a:xfrm>
                <a:off x="968" y="1235"/>
                <a:ext cx="1040" cy="815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Oval 7"/>
              <p:cNvSpPr>
                <a:spLocks noChangeArrowheads="1"/>
              </p:cNvSpPr>
              <p:nvPr/>
            </p:nvSpPr>
            <p:spPr bwMode="auto">
              <a:xfrm>
                <a:off x="1141" y="1540"/>
                <a:ext cx="205" cy="205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Oval 8"/>
              <p:cNvSpPr>
                <a:spLocks noChangeArrowheads="1"/>
              </p:cNvSpPr>
              <p:nvPr/>
            </p:nvSpPr>
            <p:spPr bwMode="auto">
              <a:xfrm>
                <a:off x="1612" y="1540"/>
                <a:ext cx="205" cy="205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Rectangle 9"/>
              <p:cNvSpPr>
                <a:spLocks noChangeArrowheads="1"/>
              </p:cNvSpPr>
              <p:nvPr/>
            </p:nvSpPr>
            <p:spPr bwMode="auto">
              <a:xfrm>
                <a:off x="1240" y="1533"/>
                <a:ext cx="487" cy="21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Line 10"/>
              <p:cNvSpPr>
                <a:spLocks noChangeShapeType="1"/>
              </p:cNvSpPr>
              <p:nvPr/>
            </p:nvSpPr>
            <p:spPr bwMode="auto">
              <a:xfrm>
                <a:off x="1241" y="1538"/>
                <a:ext cx="48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Line 11"/>
              <p:cNvSpPr>
                <a:spLocks noChangeShapeType="1"/>
              </p:cNvSpPr>
              <p:nvPr/>
            </p:nvSpPr>
            <p:spPr bwMode="auto">
              <a:xfrm>
                <a:off x="1246" y="1745"/>
                <a:ext cx="48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Rectangle 14"/>
              <p:cNvSpPr>
                <a:spLocks noChangeArrowheads="1"/>
              </p:cNvSpPr>
              <p:nvPr/>
            </p:nvSpPr>
            <p:spPr bwMode="auto">
              <a:xfrm>
                <a:off x="2011" y="1381"/>
                <a:ext cx="533" cy="533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Oval 15"/>
              <p:cNvSpPr>
                <a:spLocks noChangeArrowheads="1"/>
              </p:cNvSpPr>
              <p:nvPr/>
            </p:nvSpPr>
            <p:spPr bwMode="auto">
              <a:xfrm>
                <a:off x="2205" y="1570"/>
                <a:ext cx="141" cy="141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56" name="图片 55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80" t="32025" r="40345" b="22900"/>
            <a:stretch>
              <a:fillRect/>
            </a:stretch>
          </p:blipFill>
          <p:spPr>
            <a:xfrm>
              <a:off x="3891280" y="2286000"/>
              <a:ext cx="2727960" cy="152400"/>
            </a:xfrm>
            <a:prstGeom prst="rect">
              <a:avLst/>
            </a:prstGeom>
          </p:spPr>
        </p:pic>
        <p:pic>
          <p:nvPicPr>
            <p:cNvPr id="57" name="图片 56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07" t="36724" r="64998" b="27217"/>
            <a:stretch>
              <a:fillRect/>
            </a:stretch>
          </p:blipFill>
          <p:spPr>
            <a:xfrm rot="5400000">
              <a:off x="4200936" y="2298159"/>
              <a:ext cx="441639" cy="121919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07" t="36724" r="64998" b="27217"/>
            <a:stretch>
              <a:fillRect/>
            </a:stretch>
          </p:blipFill>
          <p:spPr>
            <a:xfrm rot="5400000">
              <a:off x="4976730" y="2298159"/>
              <a:ext cx="441639" cy="121919"/>
            </a:xfrm>
            <a:prstGeom prst="rect">
              <a:avLst/>
            </a:prstGeom>
          </p:spPr>
        </p:pic>
        <p:pic>
          <p:nvPicPr>
            <p:cNvPr id="59" name="图片 58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52" t="30018" r="63164" b="8942"/>
            <a:stretch>
              <a:fillRect/>
            </a:stretch>
          </p:blipFill>
          <p:spPr>
            <a:xfrm rot="5400000">
              <a:off x="5840411" y="2250719"/>
              <a:ext cx="412752" cy="206375"/>
            </a:xfrm>
            <a:prstGeom prst="rect">
              <a:avLst/>
            </a:prstGeom>
          </p:spPr>
        </p:pic>
      </p:grpSp>
      <p:grpSp>
        <p:nvGrpSpPr>
          <p:cNvPr id="68" name="组合 67"/>
          <p:cNvGrpSpPr/>
          <p:nvPr/>
        </p:nvGrpSpPr>
        <p:grpSpPr>
          <a:xfrm>
            <a:off x="5144557" y="4130121"/>
            <a:ext cx="1367815" cy="1401234"/>
            <a:chOff x="4028440" y="3708879"/>
            <a:chExt cx="1367815" cy="1401234"/>
          </a:xfrm>
        </p:grpSpPr>
        <p:grpSp>
          <p:nvGrpSpPr>
            <p:cNvPr id="69" name="Group 22"/>
            <p:cNvGrpSpPr/>
            <p:nvPr/>
          </p:nvGrpSpPr>
          <p:grpSpPr bwMode="auto">
            <a:xfrm>
              <a:off x="4112191" y="3760232"/>
              <a:ext cx="1260475" cy="1282700"/>
              <a:chOff x="1048" y="2548"/>
              <a:chExt cx="794" cy="808"/>
            </a:xfrm>
          </p:grpSpPr>
          <p:sp>
            <p:nvSpPr>
              <p:cNvPr id="73" name="Line 23"/>
              <p:cNvSpPr>
                <a:spLocks noChangeShapeType="1"/>
              </p:cNvSpPr>
              <p:nvPr/>
            </p:nvSpPr>
            <p:spPr bwMode="auto">
              <a:xfrm flipV="1">
                <a:off x="1071" y="2553"/>
                <a:ext cx="440" cy="25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" name="Line 24"/>
              <p:cNvSpPr>
                <a:spLocks noChangeShapeType="1"/>
              </p:cNvSpPr>
              <p:nvPr/>
            </p:nvSpPr>
            <p:spPr bwMode="auto">
              <a:xfrm flipV="1">
                <a:off x="1052" y="2605"/>
                <a:ext cx="584" cy="3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Line 25"/>
              <p:cNvSpPr>
                <a:spLocks noChangeShapeType="1"/>
              </p:cNvSpPr>
              <p:nvPr/>
            </p:nvSpPr>
            <p:spPr bwMode="auto">
              <a:xfrm flipV="1">
                <a:off x="1053" y="2675"/>
                <a:ext cx="680" cy="3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Line 26"/>
              <p:cNvSpPr>
                <a:spLocks noChangeShapeType="1"/>
              </p:cNvSpPr>
              <p:nvPr/>
            </p:nvSpPr>
            <p:spPr bwMode="auto">
              <a:xfrm flipV="1">
                <a:off x="1113" y="2773"/>
                <a:ext cx="683" cy="39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Line 27"/>
              <p:cNvSpPr>
                <a:spLocks noChangeShapeType="1"/>
              </p:cNvSpPr>
              <p:nvPr/>
            </p:nvSpPr>
            <p:spPr bwMode="auto">
              <a:xfrm flipV="1">
                <a:off x="1176" y="2926"/>
                <a:ext cx="584" cy="3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Line 28"/>
              <p:cNvSpPr>
                <a:spLocks noChangeShapeType="1"/>
              </p:cNvSpPr>
              <p:nvPr/>
            </p:nvSpPr>
            <p:spPr bwMode="auto">
              <a:xfrm flipV="1">
                <a:off x="1282" y="3056"/>
                <a:ext cx="483" cy="2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Line 29"/>
              <p:cNvSpPr>
                <a:spLocks noChangeShapeType="1"/>
              </p:cNvSpPr>
              <p:nvPr/>
            </p:nvSpPr>
            <p:spPr bwMode="auto">
              <a:xfrm flipV="1">
                <a:off x="1454" y="3157"/>
                <a:ext cx="341" cy="19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Line 32"/>
              <p:cNvSpPr>
                <a:spLocks noChangeShapeType="1"/>
              </p:cNvSpPr>
              <p:nvPr/>
            </p:nvSpPr>
            <p:spPr bwMode="auto">
              <a:xfrm>
                <a:off x="1745" y="3057"/>
                <a:ext cx="8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" name="Arc 33"/>
              <p:cNvSpPr/>
              <p:nvPr/>
            </p:nvSpPr>
            <p:spPr bwMode="auto">
              <a:xfrm flipV="1">
                <a:off x="1048" y="2548"/>
                <a:ext cx="794" cy="808"/>
              </a:xfrm>
              <a:custGeom>
                <a:avLst/>
                <a:gdLst>
                  <a:gd name="T0" fmla="*/ 0 w 42686"/>
                  <a:gd name="T1" fmla="*/ 0 h 43200"/>
                  <a:gd name="T2" fmla="*/ 0 w 42686"/>
                  <a:gd name="T3" fmla="*/ 0 h 43200"/>
                  <a:gd name="T4" fmla="*/ 0 w 42686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2686"/>
                  <a:gd name="T10" fmla="*/ 0 h 43200"/>
                  <a:gd name="T11" fmla="*/ 42686 w 42686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686" h="43200" fill="none" extrusionOk="0">
                    <a:moveTo>
                      <a:pt x="42686" y="26283"/>
                    </a:moveTo>
                    <a:cubicBezTo>
                      <a:pt x="40491" y="36167"/>
                      <a:pt x="31724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595" y="-1"/>
                      <a:pt x="40285" y="6858"/>
                      <a:pt x="42608" y="16579"/>
                    </a:cubicBezTo>
                  </a:path>
                  <a:path w="42686" h="43200" stroke="0" extrusionOk="0">
                    <a:moveTo>
                      <a:pt x="42686" y="26283"/>
                    </a:moveTo>
                    <a:cubicBezTo>
                      <a:pt x="40491" y="36167"/>
                      <a:pt x="31724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595" y="-1"/>
                      <a:pt x="40285" y="6858"/>
                      <a:pt x="42608" y="1657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Line 34"/>
              <p:cNvSpPr>
                <a:spLocks noChangeShapeType="1"/>
              </p:cNvSpPr>
              <p:nvPr/>
            </p:nvSpPr>
            <p:spPr bwMode="auto">
              <a:xfrm>
                <a:off x="1756" y="2857"/>
                <a:ext cx="0" cy="20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Line 35"/>
              <p:cNvSpPr>
                <a:spLocks noChangeShapeType="1"/>
              </p:cNvSpPr>
              <p:nvPr/>
            </p:nvSpPr>
            <p:spPr bwMode="auto">
              <a:xfrm>
                <a:off x="1745" y="2855"/>
                <a:ext cx="8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0" name="组合 69"/>
            <p:cNvGrpSpPr/>
            <p:nvPr/>
          </p:nvGrpSpPr>
          <p:grpSpPr>
            <a:xfrm>
              <a:off x="4028440" y="3708879"/>
              <a:ext cx="1367815" cy="1401234"/>
              <a:chOff x="3376244" y="3657600"/>
              <a:chExt cx="1367815" cy="1401234"/>
            </a:xfrm>
          </p:grpSpPr>
          <p:pic>
            <p:nvPicPr>
              <p:cNvPr id="71" name="图片 70"/>
              <p:cNvPicPr>
                <a:picLocks noChangeAspect="1"/>
              </p:cNvPicPr>
              <p:nvPr/>
            </p:nvPicPr>
            <p:blipFill rotWithShape="1">
              <a:blip r:embed="rId1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704" t="28232" r="48861" b="16675"/>
              <a:stretch>
                <a:fillRect/>
              </a:stretch>
            </p:blipFill>
            <p:spPr>
              <a:xfrm rot="5400000">
                <a:off x="3401482" y="4265084"/>
                <a:ext cx="1401234" cy="186266"/>
              </a:xfrm>
              <a:prstGeom prst="rect">
                <a:avLst/>
              </a:prstGeom>
            </p:spPr>
          </p:pic>
          <p:pic>
            <p:nvPicPr>
              <p:cNvPr id="72" name="图片 71"/>
              <p:cNvPicPr>
                <a:picLocks noChangeAspect="1"/>
              </p:cNvPicPr>
              <p:nvPr/>
            </p:nvPicPr>
            <p:blipFill rotWithShape="1">
              <a:blip r:embed="rId1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120" t="37781" r="48861" b="16674"/>
              <a:stretch>
                <a:fillRect/>
              </a:stretch>
            </p:blipFill>
            <p:spPr>
              <a:xfrm>
                <a:off x="3376244" y="4302281"/>
                <a:ext cx="1367815" cy="153984"/>
              </a:xfrm>
              <a:prstGeom prst="rect">
                <a:avLst/>
              </a:prstGeom>
            </p:spPr>
          </p:pic>
        </p:grpSp>
      </p:grpSp>
      <p:pic>
        <p:nvPicPr>
          <p:cNvPr id="84" name="图片 83"/>
          <p:cNvPicPr>
            <a:picLocks noChangeAspect="1"/>
          </p:cNvPicPr>
          <p:nvPr/>
        </p:nvPicPr>
        <p:blipFill rotWithShape="1">
          <a:blip r:embed="rId1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97" t="17980" r="56121" b="8941"/>
          <a:stretch>
            <a:fillRect/>
          </a:stretch>
        </p:blipFill>
        <p:spPr>
          <a:xfrm rot="5400000">
            <a:off x="6675296" y="2555983"/>
            <a:ext cx="1012825" cy="247081"/>
          </a:xfrm>
          <a:prstGeom prst="rect">
            <a:avLst/>
          </a:prstGeom>
        </p:spPr>
      </p:pic>
      <p:grpSp>
        <p:nvGrpSpPr>
          <p:cNvPr id="85" name="组合 84"/>
          <p:cNvGrpSpPr/>
          <p:nvPr/>
        </p:nvGrpSpPr>
        <p:grpSpPr>
          <a:xfrm>
            <a:off x="6685634" y="3295476"/>
            <a:ext cx="968375" cy="973134"/>
            <a:chOff x="5569517" y="2982917"/>
            <a:chExt cx="968375" cy="973134"/>
          </a:xfrm>
        </p:grpSpPr>
        <p:grpSp>
          <p:nvGrpSpPr>
            <p:cNvPr id="86" name="组合 99"/>
            <p:cNvGrpSpPr/>
            <p:nvPr/>
          </p:nvGrpSpPr>
          <p:grpSpPr bwMode="auto">
            <a:xfrm>
              <a:off x="5628255" y="3047444"/>
              <a:ext cx="844550" cy="849313"/>
              <a:chOff x="4062413" y="3943033"/>
              <a:chExt cx="844550" cy="849313"/>
            </a:xfrm>
          </p:grpSpPr>
          <p:sp>
            <p:nvSpPr>
              <p:cNvPr id="89" name="Line 37"/>
              <p:cNvSpPr>
                <a:spLocks noChangeShapeType="1"/>
              </p:cNvSpPr>
              <p:nvPr/>
            </p:nvSpPr>
            <p:spPr bwMode="auto">
              <a:xfrm flipV="1">
                <a:off x="4132263" y="3977958"/>
                <a:ext cx="450850" cy="2603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Line 38"/>
              <p:cNvSpPr>
                <a:spLocks noChangeShapeType="1"/>
              </p:cNvSpPr>
              <p:nvPr/>
            </p:nvSpPr>
            <p:spPr bwMode="auto">
              <a:xfrm flipV="1">
                <a:off x="4448175" y="4068446"/>
                <a:ext cx="327025" cy="1889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Line 39"/>
              <p:cNvSpPr>
                <a:spLocks noChangeShapeType="1"/>
              </p:cNvSpPr>
              <p:nvPr/>
            </p:nvSpPr>
            <p:spPr bwMode="auto">
              <a:xfrm flipV="1">
                <a:off x="4133850" y="4484371"/>
                <a:ext cx="269875" cy="1555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Line 40"/>
              <p:cNvSpPr>
                <a:spLocks noChangeShapeType="1"/>
              </p:cNvSpPr>
              <p:nvPr/>
            </p:nvSpPr>
            <p:spPr bwMode="auto">
              <a:xfrm flipV="1">
                <a:off x="4300538" y="4500246"/>
                <a:ext cx="431800" cy="2492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Arc 43"/>
              <p:cNvSpPr/>
              <p:nvPr/>
            </p:nvSpPr>
            <p:spPr bwMode="auto">
              <a:xfrm flipV="1">
                <a:off x="4062413" y="3943033"/>
                <a:ext cx="844550" cy="849313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Line 44"/>
              <p:cNvSpPr>
                <a:spLocks noChangeShapeType="1"/>
              </p:cNvSpPr>
              <p:nvPr/>
            </p:nvSpPr>
            <p:spPr bwMode="auto">
              <a:xfrm>
                <a:off x="4083050" y="4257358"/>
                <a:ext cx="80327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Line 45"/>
              <p:cNvSpPr>
                <a:spLocks noChangeShapeType="1"/>
              </p:cNvSpPr>
              <p:nvPr/>
            </p:nvSpPr>
            <p:spPr bwMode="auto">
              <a:xfrm>
                <a:off x="4092575" y="4492308"/>
                <a:ext cx="80327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87" name="图片 86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219" t="32567" r="49642" b="16675"/>
            <a:stretch>
              <a:fillRect/>
            </a:stretch>
          </p:blipFill>
          <p:spPr>
            <a:xfrm rot="5400000">
              <a:off x="5568077" y="3383678"/>
              <a:ext cx="973134" cy="171611"/>
            </a:xfrm>
            <a:prstGeom prst="rect">
              <a:avLst/>
            </a:prstGeom>
          </p:spPr>
        </p:pic>
        <p:pic>
          <p:nvPicPr>
            <p:cNvPr id="88" name="图片 87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120" t="37781" r="48861" b="16674"/>
            <a:stretch>
              <a:fillRect/>
            </a:stretch>
          </p:blipFill>
          <p:spPr>
            <a:xfrm>
              <a:off x="5569517" y="3420705"/>
              <a:ext cx="968375" cy="153984"/>
            </a:xfrm>
            <a:prstGeom prst="rect">
              <a:avLst/>
            </a:prstGeom>
          </p:spPr>
        </p:pic>
      </p:grpSp>
      <p:grpSp>
        <p:nvGrpSpPr>
          <p:cNvPr id="96" name="组合 95"/>
          <p:cNvGrpSpPr/>
          <p:nvPr/>
        </p:nvGrpSpPr>
        <p:grpSpPr>
          <a:xfrm>
            <a:off x="8323367" y="2114001"/>
            <a:ext cx="1257300" cy="1158875"/>
            <a:chOff x="7207250" y="1801442"/>
            <a:chExt cx="1257300" cy="1158875"/>
          </a:xfrm>
        </p:grpSpPr>
        <p:grpSp>
          <p:nvGrpSpPr>
            <p:cNvPr id="97" name="Group 63"/>
            <p:cNvGrpSpPr/>
            <p:nvPr/>
          </p:nvGrpSpPr>
          <p:grpSpPr bwMode="auto">
            <a:xfrm>
              <a:off x="7228455" y="1801442"/>
              <a:ext cx="1143000" cy="1158875"/>
              <a:chOff x="3691" y="974"/>
              <a:chExt cx="720" cy="730"/>
            </a:xfrm>
            <a:solidFill>
              <a:srgbClr val="FFFFFF"/>
            </a:solidFill>
          </p:grpSpPr>
          <p:sp>
            <p:nvSpPr>
              <p:cNvPr id="101" name="Line 64"/>
              <p:cNvSpPr>
                <a:spLocks noChangeShapeType="1"/>
              </p:cNvSpPr>
              <p:nvPr/>
            </p:nvSpPr>
            <p:spPr bwMode="auto">
              <a:xfrm flipV="1">
                <a:off x="3879" y="974"/>
                <a:ext cx="2" cy="96"/>
              </a:xfrm>
              <a:prstGeom prst="line">
                <a:avLst/>
              </a:prstGeom>
              <a:grp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Line 65"/>
              <p:cNvSpPr>
                <a:spLocks noChangeShapeType="1"/>
              </p:cNvSpPr>
              <p:nvPr/>
            </p:nvSpPr>
            <p:spPr bwMode="auto">
              <a:xfrm flipH="1">
                <a:off x="3749" y="980"/>
                <a:ext cx="140" cy="0"/>
              </a:xfrm>
              <a:prstGeom prst="line">
                <a:avLst/>
              </a:prstGeom>
              <a:grp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Line 66"/>
              <p:cNvSpPr>
                <a:spLocks noChangeShapeType="1"/>
              </p:cNvSpPr>
              <p:nvPr/>
            </p:nvSpPr>
            <p:spPr bwMode="auto">
              <a:xfrm flipH="1">
                <a:off x="3696" y="1697"/>
                <a:ext cx="198" cy="0"/>
              </a:xfrm>
              <a:prstGeom prst="line">
                <a:avLst/>
              </a:prstGeom>
              <a:grp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Freeform 67"/>
              <p:cNvSpPr/>
              <p:nvPr/>
            </p:nvSpPr>
            <p:spPr bwMode="auto">
              <a:xfrm>
                <a:off x="3691" y="974"/>
                <a:ext cx="77" cy="717"/>
              </a:xfrm>
              <a:custGeom>
                <a:avLst/>
                <a:gdLst>
                  <a:gd name="T0" fmla="*/ 58 w 77"/>
                  <a:gd name="T1" fmla="*/ 0 h 717"/>
                  <a:gd name="T2" fmla="*/ 77 w 77"/>
                  <a:gd name="T3" fmla="*/ 109 h 717"/>
                  <a:gd name="T4" fmla="*/ 58 w 77"/>
                  <a:gd name="T5" fmla="*/ 230 h 717"/>
                  <a:gd name="T6" fmla="*/ 20 w 77"/>
                  <a:gd name="T7" fmla="*/ 339 h 717"/>
                  <a:gd name="T8" fmla="*/ 20 w 77"/>
                  <a:gd name="T9" fmla="*/ 461 h 717"/>
                  <a:gd name="T10" fmla="*/ 45 w 77"/>
                  <a:gd name="T11" fmla="*/ 602 h 717"/>
                  <a:gd name="T12" fmla="*/ 32 w 77"/>
                  <a:gd name="T13" fmla="*/ 672 h 717"/>
                  <a:gd name="T14" fmla="*/ 0 w 77"/>
                  <a:gd name="T15" fmla="*/ 717 h 7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7"/>
                  <a:gd name="T25" fmla="*/ 0 h 717"/>
                  <a:gd name="T26" fmla="*/ 77 w 77"/>
                  <a:gd name="T27" fmla="*/ 717 h 7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7" h="717">
                    <a:moveTo>
                      <a:pt x="58" y="0"/>
                    </a:moveTo>
                    <a:cubicBezTo>
                      <a:pt x="67" y="35"/>
                      <a:pt x="77" y="71"/>
                      <a:pt x="77" y="109"/>
                    </a:cubicBezTo>
                    <a:cubicBezTo>
                      <a:pt x="77" y="147"/>
                      <a:pt x="67" y="192"/>
                      <a:pt x="58" y="230"/>
                    </a:cubicBezTo>
                    <a:cubicBezTo>
                      <a:pt x="49" y="268"/>
                      <a:pt x="26" y="301"/>
                      <a:pt x="20" y="339"/>
                    </a:cubicBezTo>
                    <a:cubicBezTo>
                      <a:pt x="14" y="377"/>
                      <a:pt x="16" y="417"/>
                      <a:pt x="20" y="461"/>
                    </a:cubicBezTo>
                    <a:cubicBezTo>
                      <a:pt x="24" y="505"/>
                      <a:pt x="43" y="567"/>
                      <a:pt x="45" y="602"/>
                    </a:cubicBezTo>
                    <a:cubicBezTo>
                      <a:pt x="47" y="637"/>
                      <a:pt x="40" y="653"/>
                      <a:pt x="32" y="672"/>
                    </a:cubicBezTo>
                    <a:cubicBezTo>
                      <a:pt x="24" y="691"/>
                      <a:pt x="4" y="710"/>
                      <a:pt x="0" y="717"/>
                    </a:cubicBezTo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Rectangle 68"/>
              <p:cNvSpPr>
                <a:spLocks noChangeArrowheads="1"/>
              </p:cNvSpPr>
              <p:nvPr/>
            </p:nvSpPr>
            <p:spPr bwMode="auto">
              <a:xfrm>
                <a:off x="3878" y="1063"/>
                <a:ext cx="533" cy="533"/>
              </a:xfrm>
              <a:prstGeom prst="rect">
                <a:avLst/>
              </a:prstGeom>
              <a:grpFill/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Oval 69"/>
              <p:cNvSpPr>
                <a:spLocks noChangeArrowheads="1"/>
              </p:cNvSpPr>
              <p:nvPr/>
            </p:nvSpPr>
            <p:spPr bwMode="auto">
              <a:xfrm>
                <a:off x="3981" y="1256"/>
                <a:ext cx="141" cy="149"/>
              </a:xfrm>
              <a:prstGeom prst="ellipse">
                <a:avLst/>
              </a:prstGeom>
              <a:grp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" name="Oval 70"/>
              <p:cNvSpPr>
                <a:spLocks noChangeArrowheads="1"/>
              </p:cNvSpPr>
              <p:nvPr/>
            </p:nvSpPr>
            <p:spPr bwMode="auto">
              <a:xfrm>
                <a:off x="4210" y="1256"/>
                <a:ext cx="141" cy="146"/>
              </a:xfrm>
              <a:prstGeom prst="ellipse">
                <a:avLst/>
              </a:prstGeom>
              <a:grp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Rectangle 71"/>
              <p:cNvSpPr>
                <a:spLocks noChangeArrowheads="1"/>
              </p:cNvSpPr>
              <p:nvPr/>
            </p:nvSpPr>
            <p:spPr bwMode="auto">
              <a:xfrm>
                <a:off x="4045" y="1262"/>
                <a:ext cx="240" cy="134"/>
              </a:xfrm>
              <a:prstGeom prst="rect">
                <a:avLst/>
              </a:prstGeom>
              <a:grpFill/>
              <a:ln w="9525">
                <a:solidFill>
                  <a:srgbClr val="FFFFFF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Line 72"/>
              <p:cNvSpPr>
                <a:spLocks noChangeShapeType="1"/>
              </p:cNvSpPr>
              <p:nvPr/>
            </p:nvSpPr>
            <p:spPr bwMode="auto">
              <a:xfrm>
                <a:off x="4047" y="1257"/>
                <a:ext cx="238" cy="0"/>
              </a:xfrm>
              <a:prstGeom prst="line">
                <a:avLst/>
              </a:prstGeom>
              <a:grp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Line 73"/>
              <p:cNvSpPr>
                <a:spLocks noChangeShapeType="1"/>
              </p:cNvSpPr>
              <p:nvPr/>
            </p:nvSpPr>
            <p:spPr bwMode="auto">
              <a:xfrm>
                <a:off x="4045" y="1407"/>
                <a:ext cx="245" cy="0"/>
              </a:xfrm>
              <a:prstGeom prst="line">
                <a:avLst/>
              </a:prstGeom>
              <a:grp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Line 77"/>
              <p:cNvSpPr>
                <a:spLocks noChangeShapeType="1"/>
              </p:cNvSpPr>
              <p:nvPr/>
            </p:nvSpPr>
            <p:spPr bwMode="auto">
              <a:xfrm flipV="1">
                <a:off x="3880" y="1580"/>
                <a:ext cx="0" cy="124"/>
              </a:xfrm>
              <a:prstGeom prst="line">
                <a:avLst/>
              </a:prstGeom>
              <a:grp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98" name="图片 97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429" t="36250" r="53621" b="25248"/>
            <a:stretch>
              <a:fillRect/>
            </a:stretch>
          </p:blipFill>
          <p:spPr>
            <a:xfrm>
              <a:off x="7207250" y="2305050"/>
              <a:ext cx="1257300" cy="130175"/>
            </a:xfrm>
            <a:prstGeom prst="rect">
              <a:avLst/>
            </a:prstGeom>
          </p:spPr>
        </p:pic>
        <p:pic>
          <p:nvPicPr>
            <p:cNvPr id="99" name="图片 98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16" t="40066" r="64178" b="27215"/>
            <a:stretch>
              <a:fillRect/>
            </a:stretch>
          </p:blipFill>
          <p:spPr>
            <a:xfrm rot="5400000">
              <a:off x="7995441" y="2310067"/>
              <a:ext cx="358775" cy="110623"/>
            </a:xfrm>
            <a:prstGeom prst="rect">
              <a:avLst/>
            </a:prstGeom>
          </p:spPr>
        </p:pic>
        <p:pic>
          <p:nvPicPr>
            <p:cNvPr id="100" name="图片 99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16" t="40066" r="64178" b="27215"/>
            <a:stretch>
              <a:fillRect/>
            </a:stretch>
          </p:blipFill>
          <p:spPr>
            <a:xfrm rot="5400000">
              <a:off x="7608303" y="2310067"/>
              <a:ext cx="358775" cy="110623"/>
            </a:xfrm>
            <a:prstGeom prst="rect">
              <a:avLst/>
            </a:prstGeom>
          </p:spPr>
        </p:pic>
      </p:grpSp>
      <p:grpSp>
        <p:nvGrpSpPr>
          <p:cNvPr id="112" name="组合 111"/>
          <p:cNvGrpSpPr/>
          <p:nvPr/>
        </p:nvGrpSpPr>
        <p:grpSpPr>
          <a:xfrm>
            <a:off x="9857182" y="2181826"/>
            <a:ext cx="947034" cy="969278"/>
            <a:chOff x="8741065" y="1869267"/>
            <a:chExt cx="947034" cy="969278"/>
          </a:xfrm>
        </p:grpSpPr>
        <p:grpSp>
          <p:nvGrpSpPr>
            <p:cNvPr id="113" name="Group 47"/>
            <p:cNvGrpSpPr/>
            <p:nvPr/>
          </p:nvGrpSpPr>
          <p:grpSpPr bwMode="auto">
            <a:xfrm>
              <a:off x="8822308" y="1939370"/>
              <a:ext cx="836613" cy="849313"/>
              <a:chOff x="3663" y="1493"/>
              <a:chExt cx="527" cy="535"/>
            </a:xfrm>
          </p:grpSpPr>
          <p:sp>
            <p:nvSpPr>
              <p:cNvPr id="116" name="Line 48"/>
              <p:cNvSpPr>
                <a:spLocks noChangeShapeType="1"/>
              </p:cNvSpPr>
              <p:nvPr/>
            </p:nvSpPr>
            <p:spPr bwMode="auto">
              <a:xfrm flipV="1">
                <a:off x="3683" y="1509"/>
                <a:ext cx="312" cy="1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Line 49"/>
              <p:cNvSpPr>
                <a:spLocks noChangeShapeType="1"/>
              </p:cNvSpPr>
              <p:nvPr/>
            </p:nvSpPr>
            <p:spPr bwMode="auto">
              <a:xfrm flipV="1">
                <a:off x="3666" y="1562"/>
                <a:ext cx="446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Line 50"/>
              <p:cNvSpPr>
                <a:spLocks noChangeShapeType="1"/>
              </p:cNvSpPr>
              <p:nvPr/>
            </p:nvSpPr>
            <p:spPr bwMode="auto">
              <a:xfrm flipV="1">
                <a:off x="3708" y="1657"/>
                <a:ext cx="469" cy="27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Line 51"/>
              <p:cNvSpPr>
                <a:spLocks noChangeShapeType="1"/>
              </p:cNvSpPr>
              <p:nvPr/>
            </p:nvSpPr>
            <p:spPr bwMode="auto">
              <a:xfrm flipV="1">
                <a:off x="3813" y="1810"/>
                <a:ext cx="322" cy="18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0" name="Line 53"/>
              <p:cNvSpPr>
                <a:spLocks noChangeShapeType="1"/>
              </p:cNvSpPr>
              <p:nvPr/>
            </p:nvSpPr>
            <p:spPr bwMode="auto">
              <a:xfrm flipV="1">
                <a:off x="3948" y="1911"/>
                <a:ext cx="195" cy="1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1" name="Arc 55"/>
              <p:cNvSpPr/>
              <p:nvPr/>
            </p:nvSpPr>
            <p:spPr bwMode="auto">
              <a:xfrm flipV="1">
                <a:off x="3663" y="1493"/>
                <a:ext cx="526" cy="535"/>
              </a:xfrm>
              <a:custGeom>
                <a:avLst/>
                <a:gdLst>
                  <a:gd name="T0" fmla="*/ 0 w 42735"/>
                  <a:gd name="T1" fmla="*/ 0 h 43200"/>
                  <a:gd name="T2" fmla="*/ 0 w 42735"/>
                  <a:gd name="T3" fmla="*/ 0 h 43200"/>
                  <a:gd name="T4" fmla="*/ 0 w 42735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2735"/>
                  <a:gd name="T10" fmla="*/ 0 h 43200"/>
                  <a:gd name="T11" fmla="*/ 42735 w 42735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735" h="43200" fill="none" extrusionOk="0">
                    <a:moveTo>
                      <a:pt x="42693" y="26251"/>
                    </a:moveTo>
                    <a:cubicBezTo>
                      <a:pt x="40510" y="36150"/>
                      <a:pt x="31737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811" y="-1"/>
                      <a:pt x="40628" y="7151"/>
                      <a:pt x="42735" y="17142"/>
                    </a:cubicBezTo>
                  </a:path>
                  <a:path w="42735" h="43200" stroke="0" extrusionOk="0">
                    <a:moveTo>
                      <a:pt x="42693" y="26251"/>
                    </a:moveTo>
                    <a:cubicBezTo>
                      <a:pt x="40510" y="36150"/>
                      <a:pt x="31737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811" y="-1"/>
                      <a:pt x="40628" y="7151"/>
                      <a:pt x="42735" y="1714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2" name="Line 56"/>
              <p:cNvSpPr>
                <a:spLocks noChangeShapeType="1"/>
              </p:cNvSpPr>
              <p:nvPr/>
            </p:nvSpPr>
            <p:spPr bwMode="auto">
              <a:xfrm flipH="1">
                <a:off x="4133" y="1697"/>
                <a:ext cx="5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Line 57"/>
              <p:cNvSpPr>
                <a:spLocks noChangeShapeType="1"/>
              </p:cNvSpPr>
              <p:nvPr/>
            </p:nvSpPr>
            <p:spPr bwMode="auto">
              <a:xfrm>
                <a:off x="4133" y="1692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Line 58"/>
              <p:cNvSpPr>
                <a:spLocks noChangeShapeType="1"/>
              </p:cNvSpPr>
              <p:nvPr/>
            </p:nvSpPr>
            <p:spPr bwMode="auto">
              <a:xfrm>
                <a:off x="4123" y="1831"/>
                <a:ext cx="6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14" name="图片 113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704" t="28232" r="48861" b="16675"/>
            <a:stretch>
              <a:fillRect/>
            </a:stretch>
          </p:blipFill>
          <p:spPr>
            <a:xfrm rot="5400000">
              <a:off x="8763390" y="2260773"/>
              <a:ext cx="969278" cy="186266"/>
            </a:xfrm>
            <a:prstGeom prst="rect">
              <a:avLst/>
            </a:prstGeom>
          </p:spPr>
        </p:pic>
        <p:pic>
          <p:nvPicPr>
            <p:cNvPr id="115" name="图片 114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120" t="37781" r="48861" b="16674"/>
            <a:stretch>
              <a:fillRect/>
            </a:stretch>
          </p:blipFill>
          <p:spPr>
            <a:xfrm>
              <a:off x="8741065" y="2311400"/>
              <a:ext cx="947034" cy="153984"/>
            </a:xfrm>
            <a:prstGeom prst="rect">
              <a:avLst/>
            </a:prstGeom>
          </p:spPr>
        </p:pic>
      </p:grpSp>
      <p:sp>
        <p:nvSpPr>
          <p:cNvPr id="2" name="文本框 1"/>
          <p:cNvSpPr txBox="1"/>
          <p:nvPr/>
        </p:nvSpPr>
        <p:spPr>
          <a:xfrm>
            <a:off x="7073900" y="5079365"/>
            <a:ext cx="12109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我觉得就是不能让图像不完整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75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5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75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75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utoUpdateAnimBg="0"/>
      <p:bldP spid="31" grpId="0" autoUpdateAnimBg="0"/>
      <p:bldP spid="32" grpId="0" autoUpdateAnimBg="0" build="p"/>
      <p:bldP spid="33" grpId="0" autoUpdateAnimBg="0"/>
      <p:bldP spid="34" grpId="0" autoUpdateAnimBg="0"/>
      <p:bldP spid="35" grpId="0" autoUpdateAnimBg="0"/>
      <p:bldP spid="38" grpId="0" bldLvl="0" animBg="1" autoUpdateAnimBg="0"/>
      <p:bldP spid="39" grpId="0" animBg="1"/>
      <p:bldP spid="39" grpId="1" animBg="1"/>
      <p:bldP spid="40" grpId="0" animBg="1"/>
      <p:bldP spid="40" grpId="1" animBg="1"/>
      <p:bldP spid="41" grpId="0" autoUpdateAnimBg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5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38779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断面图的画法及标注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Box 47"/>
          <p:cNvSpPr txBox="1">
            <a:spLocks noChangeArrowheads="1"/>
          </p:cNvSpPr>
          <p:nvPr/>
        </p:nvSpPr>
        <p:spPr bwMode="auto">
          <a:xfrm>
            <a:off x="479376" y="1831614"/>
            <a:ext cx="2201244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移出断面图</a:t>
            </a:r>
            <a:endParaRPr lang="zh-CN" altLang="en-US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60"/>
          <p:cNvSpPr txBox="1">
            <a:spLocks noChangeArrowheads="1"/>
          </p:cNvSpPr>
          <p:nvPr/>
        </p:nvSpPr>
        <p:spPr bwMode="auto">
          <a:xfrm>
            <a:off x="1734721" y="2637023"/>
            <a:ext cx="1008609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 注</a:t>
            </a:r>
            <a:endParaRPr kumimoji="1"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Line 18"/>
          <p:cNvSpPr>
            <a:spLocks noChangeShapeType="1"/>
          </p:cNvSpPr>
          <p:nvPr/>
        </p:nvSpPr>
        <p:spPr bwMode="auto">
          <a:xfrm>
            <a:off x="5796609" y="1445241"/>
            <a:ext cx="0" cy="23495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Line 19"/>
          <p:cNvSpPr>
            <a:spLocks noChangeShapeType="1"/>
          </p:cNvSpPr>
          <p:nvPr/>
        </p:nvSpPr>
        <p:spPr bwMode="auto">
          <a:xfrm>
            <a:off x="5783909" y="1446828"/>
            <a:ext cx="366713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Line 20"/>
          <p:cNvSpPr>
            <a:spLocks noChangeShapeType="1"/>
          </p:cNvSpPr>
          <p:nvPr/>
        </p:nvSpPr>
        <p:spPr bwMode="auto">
          <a:xfrm>
            <a:off x="5787084" y="3367703"/>
            <a:ext cx="366713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Line 21"/>
          <p:cNvSpPr>
            <a:spLocks noChangeShapeType="1"/>
          </p:cNvSpPr>
          <p:nvPr/>
        </p:nvSpPr>
        <p:spPr bwMode="auto">
          <a:xfrm>
            <a:off x="5807722" y="3143866"/>
            <a:ext cx="0" cy="23495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59"/>
          <p:cNvSpPr>
            <a:spLocks noChangeShapeType="1"/>
          </p:cNvSpPr>
          <p:nvPr/>
        </p:nvSpPr>
        <p:spPr bwMode="auto">
          <a:xfrm>
            <a:off x="9023997" y="1600816"/>
            <a:ext cx="0" cy="295275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78"/>
          <p:cNvSpPr txBox="1">
            <a:spLocks noChangeArrowheads="1"/>
          </p:cNvSpPr>
          <p:nvPr/>
        </p:nvSpPr>
        <p:spPr bwMode="auto">
          <a:xfrm>
            <a:off x="8566824" y="1356341"/>
            <a:ext cx="453971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79"/>
          <p:cNvSpPr txBox="1">
            <a:spLocks noChangeArrowheads="1"/>
          </p:cNvSpPr>
          <p:nvPr/>
        </p:nvSpPr>
        <p:spPr bwMode="auto">
          <a:xfrm>
            <a:off x="8587461" y="2881928"/>
            <a:ext cx="453971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80"/>
          <p:cNvSpPr txBox="1">
            <a:spLocks noChangeArrowheads="1"/>
          </p:cNvSpPr>
          <p:nvPr/>
        </p:nvSpPr>
        <p:spPr bwMode="auto">
          <a:xfrm>
            <a:off x="9743158" y="1423016"/>
            <a:ext cx="111120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A—A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Line 81"/>
          <p:cNvSpPr>
            <a:spLocks noChangeShapeType="1"/>
          </p:cNvSpPr>
          <p:nvPr/>
        </p:nvSpPr>
        <p:spPr bwMode="auto">
          <a:xfrm>
            <a:off x="9033522" y="2924791"/>
            <a:ext cx="0" cy="295275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943872" y="1753216"/>
            <a:ext cx="2727960" cy="1293812"/>
            <a:chOff x="3891280" y="1715532"/>
            <a:chExt cx="2727960" cy="1293812"/>
          </a:xfrm>
        </p:grpSpPr>
        <p:grpSp>
          <p:nvGrpSpPr>
            <p:cNvPr id="14" name="Group 5"/>
            <p:cNvGrpSpPr/>
            <p:nvPr/>
          </p:nvGrpSpPr>
          <p:grpSpPr bwMode="auto">
            <a:xfrm>
              <a:off x="3985193" y="1715532"/>
              <a:ext cx="2501900" cy="1293812"/>
              <a:chOff x="968" y="1235"/>
              <a:chExt cx="1576" cy="815"/>
            </a:xfrm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968" y="1235"/>
                <a:ext cx="1040" cy="815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Oval 7"/>
              <p:cNvSpPr>
                <a:spLocks noChangeArrowheads="1"/>
              </p:cNvSpPr>
              <p:nvPr/>
            </p:nvSpPr>
            <p:spPr bwMode="auto">
              <a:xfrm>
                <a:off x="1141" y="1540"/>
                <a:ext cx="205" cy="205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Oval 8"/>
              <p:cNvSpPr>
                <a:spLocks noChangeArrowheads="1"/>
              </p:cNvSpPr>
              <p:nvPr/>
            </p:nvSpPr>
            <p:spPr bwMode="auto">
              <a:xfrm>
                <a:off x="1612" y="1540"/>
                <a:ext cx="205" cy="205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Rectangle 9"/>
              <p:cNvSpPr>
                <a:spLocks noChangeArrowheads="1"/>
              </p:cNvSpPr>
              <p:nvPr/>
            </p:nvSpPr>
            <p:spPr bwMode="auto">
              <a:xfrm>
                <a:off x="1240" y="1533"/>
                <a:ext cx="487" cy="21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Line 10"/>
              <p:cNvSpPr>
                <a:spLocks noChangeShapeType="1"/>
              </p:cNvSpPr>
              <p:nvPr/>
            </p:nvSpPr>
            <p:spPr bwMode="auto">
              <a:xfrm>
                <a:off x="1241" y="1538"/>
                <a:ext cx="48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Line 11"/>
              <p:cNvSpPr>
                <a:spLocks noChangeShapeType="1"/>
              </p:cNvSpPr>
              <p:nvPr/>
            </p:nvSpPr>
            <p:spPr bwMode="auto">
              <a:xfrm>
                <a:off x="1246" y="1745"/>
                <a:ext cx="48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Rectangle 14"/>
              <p:cNvSpPr>
                <a:spLocks noChangeArrowheads="1"/>
              </p:cNvSpPr>
              <p:nvPr/>
            </p:nvSpPr>
            <p:spPr bwMode="auto">
              <a:xfrm>
                <a:off x="2011" y="1381"/>
                <a:ext cx="533" cy="533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Oval 15"/>
              <p:cNvSpPr>
                <a:spLocks noChangeArrowheads="1"/>
              </p:cNvSpPr>
              <p:nvPr/>
            </p:nvSpPr>
            <p:spPr bwMode="auto">
              <a:xfrm>
                <a:off x="2205" y="1570"/>
                <a:ext cx="141" cy="141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80" t="32025" r="40345" b="22900"/>
            <a:stretch>
              <a:fillRect/>
            </a:stretch>
          </p:blipFill>
          <p:spPr>
            <a:xfrm>
              <a:off x="3891280" y="2286000"/>
              <a:ext cx="2727960" cy="152400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07" t="36724" r="64998" b="27217"/>
            <a:stretch>
              <a:fillRect/>
            </a:stretch>
          </p:blipFill>
          <p:spPr>
            <a:xfrm rot="5400000">
              <a:off x="4200936" y="2298159"/>
              <a:ext cx="441639" cy="121919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07" t="36724" r="64998" b="27217"/>
            <a:stretch>
              <a:fillRect/>
            </a:stretch>
          </p:blipFill>
          <p:spPr>
            <a:xfrm rot="5400000">
              <a:off x="4976730" y="2298159"/>
              <a:ext cx="441639" cy="121919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52" t="30018" r="63164" b="8942"/>
            <a:stretch>
              <a:fillRect/>
            </a:stretch>
          </p:blipFill>
          <p:spPr>
            <a:xfrm rot="5400000">
              <a:off x="5840411" y="2250719"/>
              <a:ext cx="412752" cy="206375"/>
            </a:xfrm>
            <a:prstGeom prst="rect">
              <a:avLst/>
            </a:prstGeom>
          </p:spPr>
        </p:pic>
      </p:grpSp>
      <p:grpSp>
        <p:nvGrpSpPr>
          <p:cNvPr id="29" name="组合 28"/>
          <p:cNvGrpSpPr/>
          <p:nvPr/>
        </p:nvGrpSpPr>
        <p:grpSpPr>
          <a:xfrm>
            <a:off x="5081032" y="3746563"/>
            <a:ext cx="1367815" cy="1401234"/>
            <a:chOff x="4028440" y="3708879"/>
            <a:chExt cx="1367815" cy="1401234"/>
          </a:xfrm>
        </p:grpSpPr>
        <p:grpSp>
          <p:nvGrpSpPr>
            <p:cNvPr id="30" name="Group 22"/>
            <p:cNvGrpSpPr/>
            <p:nvPr/>
          </p:nvGrpSpPr>
          <p:grpSpPr bwMode="auto">
            <a:xfrm>
              <a:off x="4112191" y="3760232"/>
              <a:ext cx="1260475" cy="1282700"/>
              <a:chOff x="1048" y="2548"/>
              <a:chExt cx="794" cy="808"/>
            </a:xfrm>
          </p:grpSpPr>
          <p:sp>
            <p:nvSpPr>
              <p:cNvPr id="34" name="Line 23"/>
              <p:cNvSpPr>
                <a:spLocks noChangeShapeType="1"/>
              </p:cNvSpPr>
              <p:nvPr/>
            </p:nvSpPr>
            <p:spPr bwMode="auto">
              <a:xfrm flipV="1">
                <a:off x="1071" y="2553"/>
                <a:ext cx="440" cy="25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Line 24"/>
              <p:cNvSpPr>
                <a:spLocks noChangeShapeType="1"/>
              </p:cNvSpPr>
              <p:nvPr/>
            </p:nvSpPr>
            <p:spPr bwMode="auto">
              <a:xfrm flipV="1">
                <a:off x="1052" y="2605"/>
                <a:ext cx="584" cy="3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Line 25"/>
              <p:cNvSpPr>
                <a:spLocks noChangeShapeType="1"/>
              </p:cNvSpPr>
              <p:nvPr/>
            </p:nvSpPr>
            <p:spPr bwMode="auto">
              <a:xfrm flipV="1">
                <a:off x="1053" y="2675"/>
                <a:ext cx="680" cy="3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Line 26"/>
              <p:cNvSpPr>
                <a:spLocks noChangeShapeType="1"/>
              </p:cNvSpPr>
              <p:nvPr/>
            </p:nvSpPr>
            <p:spPr bwMode="auto">
              <a:xfrm flipV="1">
                <a:off x="1113" y="2773"/>
                <a:ext cx="683" cy="39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Line 27"/>
              <p:cNvSpPr>
                <a:spLocks noChangeShapeType="1"/>
              </p:cNvSpPr>
              <p:nvPr/>
            </p:nvSpPr>
            <p:spPr bwMode="auto">
              <a:xfrm flipV="1">
                <a:off x="1176" y="2926"/>
                <a:ext cx="584" cy="3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Line 28"/>
              <p:cNvSpPr>
                <a:spLocks noChangeShapeType="1"/>
              </p:cNvSpPr>
              <p:nvPr/>
            </p:nvSpPr>
            <p:spPr bwMode="auto">
              <a:xfrm flipV="1">
                <a:off x="1282" y="3056"/>
                <a:ext cx="483" cy="2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Line 29"/>
              <p:cNvSpPr>
                <a:spLocks noChangeShapeType="1"/>
              </p:cNvSpPr>
              <p:nvPr/>
            </p:nvSpPr>
            <p:spPr bwMode="auto">
              <a:xfrm flipV="1">
                <a:off x="1454" y="3157"/>
                <a:ext cx="341" cy="19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Line 32"/>
              <p:cNvSpPr>
                <a:spLocks noChangeShapeType="1"/>
              </p:cNvSpPr>
              <p:nvPr/>
            </p:nvSpPr>
            <p:spPr bwMode="auto">
              <a:xfrm>
                <a:off x="1745" y="3057"/>
                <a:ext cx="8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Arc 33"/>
              <p:cNvSpPr/>
              <p:nvPr/>
            </p:nvSpPr>
            <p:spPr bwMode="auto">
              <a:xfrm flipV="1">
                <a:off x="1048" y="2548"/>
                <a:ext cx="794" cy="808"/>
              </a:xfrm>
              <a:custGeom>
                <a:avLst/>
                <a:gdLst>
                  <a:gd name="T0" fmla="*/ 0 w 42686"/>
                  <a:gd name="T1" fmla="*/ 0 h 43200"/>
                  <a:gd name="T2" fmla="*/ 0 w 42686"/>
                  <a:gd name="T3" fmla="*/ 0 h 43200"/>
                  <a:gd name="T4" fmla="*/ 0 w 42686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2686"/>
                  <a:gd name="T10" fmla="*/ 0 h 43200"/>
                  <a:gd name="T11" fmla="*/ 42686 w 42686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686" h="43200" fill="none" extrusionOk="0">
                    <a:moveTo>
                      <a:pt x="42686" y="26283"/>
                    </a:moveTo>
                    <a:cubicBezTo>
                      <a:pt x="40491" y="36167"/>
                      <a:pt x="31724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595" y="-1"/>
                      <a:pt x="40285" y="6858"/>
                      <a:pt x="42608" y="16579"/>
                    </a:cubicBezTo>
                  </a:path>
                  <a:path w="42686" h="43200" stroke="0" extrusionOk="0">
                    <a:moveTo>
                      <a:pt x="42686" y="26283"/>
                    </a:moveTo>
                    <a:cubicBezTo>
                      <a:pt x="40491" y="36167"/>
                      <a:pt x="31724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595" y="-1"/>
                      <a:pt x="40285" y="6858"/>
                      <a:pt x="42608" y="1657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Line 34"/>
              <p:cNvSpPr>
                <a:spLocks noChangeShapeType="1"/>
              </p:cNvSpPr>
              <p:nvPr/>
            </p:nvSpPr>
            <p:spPr bwMode="auto">
              <a:xfrm>
                <a:off x="1756" y="2857"/>
                <a:ext cx="0" cy="20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Line 35"/>
              <p:cNvSpPr>
                <a:spLocks noChangeShapeType="1"/>
              </p:cNvSpPr>
              <p:nvPr/>
            </p:nvSpPr>
            <p:spPr bwMode="auto">
              <a:xfrm>
                <a:off x="1745" y="2855"/>
                <a:ext cx="8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4028440" y="3708879"/>
              <a:ext cx="1367815" cy="1401234"/>
              <a:chOff x="3376244" y="3657600"/>
              <a:chExt cx="1367815" cy="1401234"/>
            </a:xfrm>
          </p:grpSpPr>
          <p:pic>
            <p:nvPicPr>
              <p:cNvPr id="32" name="图片 31"/>
              <p:cNvPicPr>
                <a:picLocks noChangeAspect="1"/>
              </p:cNvPicPr>
              <p:nvPr/>
            </p:nvPicPr>
            <p:blipFill rotWithShape="1">
              <a:blip r:embed="rId1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704" t="28232" r="48861" b="16675"/>
              <a:stretch>
                <a:fillRect/>
              </a:stretch>
            </p:blipFill>
            <p:spPr>
              <a:xfrm rot="5400000">
                <a:off x="3401482" y="4265084"/>
                <a:ext cx="1401234" cy="186266"/>
              </a:xfrm>
              <a:prstGeom prst="rect">
                <a:avLst/>
              </a:prstGeom>
            </p:spPr>
          </p:pic>
          <p:pic>
            <p:nvPicPr>
              <p:cNvPr id="33" name="图片 32"/>
              <p:cNvPicPr>
                <a:picLocks noChangeAspect="1"/>
              </p:cNvPicPr>
              <p:nvPr/>
            </p:nvPicPr>
            <p:blipFill rotWithShape="1">
              <a:blip r:embed="rId1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120" t="37781" r="48861" b="16674"/>
              <a:stretch>
                <a:fillRect/>
              </a:stretch>
            </p:blipFill>
            <p:spPr>
              <a:xfrm>
                <a:off x="3376244" y="4302281"/>
                <a:ext cx="1367815" cy="153984"/>
              </a:xfrm>
              <a:prstGeom prst="rect">
                <a:avLst/>
              </a:prstGeom>
            </p:spPr>
          </p:pic>
        </p:grpSp>
      </p:grpSp>
      <p:pic>
        <p:nvPicPr>
          <p:cNvPr id="46" name="图片 45"/>
          <p:cNvPicPr>
            <a:picLocks noChangeAspect="1"/>
          </p:cNvPicPr>
          <p:nvPr/>
        </p:nvPicPr>
        <p:blipFill rotWithShape="1">
          <a:blip r:embed="rId1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97" t="17980" r="56121" b="8941"/>
          <a:stretch>
            <a:fillRect/>
          </a:stretch>
        </p:blipFill>
        <p:spPr>
          <a:xfrm rot="5400000">
            <a:off x="6611771" y="2281108"/>
            <a:ext cx="1012825" cy="247081"/>
          </a:xfrm>
          <a:prstGeom prst="rect">
            <a:avLst/>
          </a:prstGeom>
        </p:spPr>
      </p:pic>
      <p:grpSp>
        <p:nvGrpSpPr>
          <p:cNvPr id="47" name="组合 46"/>
          <p:cNvGrpSpPr/>
          <p:nvPr/>
        </p:nvGrpSpPr>
        <p:grpSpPr>
          <a:xfrm>
            <a:off x="6622109" y="3020601"/>
            <a:ext cx="968375" cy="973134"/>
            <a:chOff x="5569517" y="2982917"/>
            <a:chExt cx="968375" cy="973134"/>
          </a:xfrm>
        </p:grpSpPr>
        <p:grpSp>
          <p:nvGrpSpPr>
            <p:cNvPr id="48" name="组合 99"/>
            <p:cNvGrpSpPr/>
            <p:nvPr/>
          </p:nvGrpSpPr>
          <p:grpSpPr bwMode="auto">
            <a:xfrm>
              <a:off x="5628255" y="3047444"/>
              <a:ext cx="844550" cy="849313"/>
              <a:chOff x="4062413" y="3943033"/>
              <a:chExt cx="844550" cy="849313"/>
            </a:xfrm>
          </p:grpSpPr>
          <p:sp>
            <p:nvSpPr>
              <p:cNvPr id="51" name="Line 37"/>
              <p:cNvSpPr>
                <a:spLocks noChangeShapeType="1"/>
              </p:cNvSpPr>
              <p:nvPr/>
            </p:nvSpPr>
            <p:spPr bwMode="auto">
              <a:xfrm flipV="1">
                <a:off x="4132263" y="3977958"/>
                <a:ext cx="450850" cy="2603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Line 38"/>
              <p:cNvSpPr>
                <a:spLocks noChangeShapeType="1"/>
              </p:cNvSpPr>
              <p:nvPr/>
            </p:nvSpPr>
            <p:spPr bwMode="auto">
              <a:xfrm flipV="1">
                <a:off x="4448175" y="4068446"/>
                <a:ext cx="327025" cy="1889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Line 39"/>
              <p:cNvSpPr>
                <a:spLocks noChangeShapeType="1"/>
              </p:cNvSpPr>
              <p:nvPr/>
            </p:nvSpPr>
            <p:spPr bwMode="auto">
              <a:xfrm flipV="1">
                <a:off x="4133850" y="4484371"/>
                <a:ext cx="269875" cy="1555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Line 40"/>
              <p:cNvSpPr>
                <a:spLocks noChangeShapeType="1"/>
              </p:cNvSpPr>
              <p:nvPr/>
            </p:nvSpPr>
            <p:spPr bwMode="auto">
              <a:xfrm flipV="1">
                <a:off x="4300538" y="4500246"/>
                <a:ext cx="431800" cy="2492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Arc 43"/>
              <p:cNvSpPr/>
              <p:nvPr/>
            </p:nvSpPr>
            <p:spPr bwMode="auto">
              <a:xfrm flipV="1">
                <a:off x="4062413" y="3943033"/>
                <a:ext cx="844550" cy="849313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Line 44"/>
              <p:cNvSpPr>
                <a:spLocks noChangeShapeType="1"/>
              </p:cNvSpPr>
              <p:nvPr/>
            </p:nvSpPr>
            <p:spPr bwMode="auto">
              <a:xfrm>
                <a:off x="4083050" y="4257358"/>
                <a:ext cx="80327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Line 45"/>
              <p:cNvSpPr>
                <a:spLocks noChangeShapeType="1"/>
              </p:cNvSpPr>
              <p:nvPr/>
            </p:nvSpPr>
            <p:spPr bwMode="auto">
              <a:xfrm>
                <a:off x="4092575" y="4492308"/>
                <a:ext cx="80327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49" name="图片 48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219" t="32567" r="49642" b="16675"/>
            <a:stretch>
              <a:fillRect/>
            </a:stretch>
          </p:blipFill>
          <p:spPr>
            <a:xfrm rot="5400000">
              <a:off x="5568077" y="3383678"/>
              <a:ext cx="973134" cy="171611"/>
            </a:xfrm>
            <a:prstGeom prst="rect">
              <a:avLst/>
            </a:prstGeom>
          </p:spPr>
        </p:pic>
        <p:pic>
          <p:nvPicPr>
            <p:cNvPr id="50" name="图片 49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120" t="37781" r="48861" b="16674"/>
            <a:stretch>
              <a:fillRect/>
            </a:stretch>
          </p:blipFill>
          <p:spPr>
            <a:xfrm>
              <a:off x="5569517" y="3420705"/>
              <a:ext cx="968375" cy="153984"/>
            </a:xfrm>
            <a:prstGeom prst="rect">
              <a:avLst/>
            </a:prstGeom>
          </p:spPr>
        </p:pic>
      </p:grpSp>
      <p:grpSp>
        <p:nvGrpSpPr>
          <p:cNvPr id="58" name="组合 57"/>
          <p:cNvGrpSpPr/>
          <p:nvPr/>
        </p:nvGrpSpPr>
        <p:grpSpPr>
          <a:xfrm>
            <a:off x="8259842" y="1839126"/>
            <a:ext cx="1257300" cy="1158875"/>
            <a:chOff x="7207250" y="1801442"/>
            <a:chExt cx="1257300" cy="1158875"/>
          </a:xfrm>
        </p:grpSpPr>
        <p:grpSp>
          <p:nvGrpSpPr>
            <p:cNvPr id="59" name="Group 63"/>
            <p:cNvGrpSpPr/>
            <p:nvPr/>
          </p:nvGrpSpPr>
          <p:grpSpPr bwMode="auto">
            <a:xfrm>
              <a:off x="7228455" y="1801442"/>
              <a:ext cx="1143000" cy="1158875"/>
              <a:chOff x="3691" y="974"/>
              <a:chExt cx="720" cy="730"/>
            </a:xfrm>
            <a:solidFill>
              <a:srgbClr val="FFFFFF"/>
            </a:solidFill>
          </p:grpSpPr>
          <p:sp>
            <p:nvSpPr>
              <p:cNvPr id="63" name="Line 64"/>
              <p:cNvSpPr>
                <a:spLocks noChangeShapeType="1"/>
              </p:cNvSpPr>
              <p:nvPr/>
            </p:nvSpPr>
            <p:spPr bwMode="auto">
              <a:xfrm flipV="1">
                <a:off x="3879" y="974"/>
                <a:ext cx="2" cy="96"/>
              </a:xfrm>
              <a:prstGeom prst="line">
                <a:avLst/>
              </a:prstGeom>
              <a:grp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Line 65"/>
              <p:cNvSpPr>
                <a:spLocks noChangeShapeType="1"/>
              </p:cNvSpPr>
              <p:nvPr/>
            </p:nvSpPr>
            <p:spPr bwMode="auto">
              <a:xfrm flipH="1">
                <a:off x="3749" y="980"/>
                <a:ext cx="140" cy="0"/>
              </a:xfrm>
              <a:prstGeom prst="line">
                <a:avLst/>
              </a:prstGeom>
              <a:grp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Line 66"/>
              <p:cNvSpPr>
                <a:spLocks noChangeShapeType="1"/>
              </p:cNvSpPr>
              <p:nvPr/>
            </p:nvSpPr>
            <p:spPr bwMode="auto">
              <a:xfrm flipH="1">
                <a:off x="3696" y="1697"/>
                <a:ext cx="198" cy="0"/>
              </a:xfrm>
              <a:prstGeom prst="line">
                <a:avLst/>
              </a:prstGeom>
              <a:grp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Freeform 67"/>
              <p:cNvSpPr/>
              <p:nvPr/>
            </p:nvSpPr>
            <p:spPr bwMode="auto">
              <a:xfrm>
                <a:off x="3691" y="974"/>
                <a:ext cx="77" cy="717"/>
              </a:xfrm>
              <a:custGeom>
                <a:avLst/>
                <a:gdLst>
                  <a:gd name="T0" fmla="*/ 58 w 77"/>
                  <a:gd name="T1" fmla="*/ 0 h 717"/>
                  <a:gd name="T2" fmla="*/ 77 w 77"/>
                  <a:gd name="T3" fmla="*/ 109 h 717"/>
                  <a:gd name="T4" fmla="*/ 58 w 77"/>
                  <a:gd name="T5" fmla="*/ 230 h 717"/>
                  <a:gd name="T6" fmla="*/ 20 w 77"/>
                  <a:gd name="T7" fmla="*/ 339 h 717"/>
                  <a:gd name="T8" fmla="*/ 20 w 77"/>
                  <a:gd name="T9" fmla="*/ 461 h 717"/>
                  <a:gd name="T10" fmla="*/ 45 w 77"/>
                  <a:gd name="T11" fmla="*/ 602 h 717"/>
                  <a:gd name="T12" fmla="*/ 32 w 77"/>
                  <a:gd name="T13" fmla="*/ 672 h 717"/>
                  <a:gd name="T14" fmla="*/ 0 w 77"/>
                  <a:gd name="T15" fmla="*/ 717 h 7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7"/>
                  <a:gd name="T25" fmla="*/ 0 h 717"/>
                  <a:gd name="T26" fmla="*/ 77 w 77"/>
                  <a:gd name="T27" fmla="*/ 717 h 7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7" h="717">
                    <a:moveTo>
                      <a:pt x="58" y="0"/>
                    </a:moveTo>
                    <a:cubicBezTo>
                      <a:pt x="67" y="35"/>
                      <a:pt x="77" y="71"/>
                      <a:pt x="77" y="109"/>
                    </a:cubicBezTo>
                    <a:cubicBezTo>
                      <a:pt x="77" y="147"/>
                      <a:pt x="67" y="192"/>
                      <a:pt x="58" y="230"/>
                    </a:cubicBezTo>
                    <a:cubicBezTo>
                      <a:pt x="49" y="268"/>
                      <a:pt x="26" y="301"/>
                      <a:pt x="20" y="339"/>
                    </a:cubicBezTo>
                    <a:cubicBezTo>
                      <a:pt x="14" y="377"/>
                      <a:pt x="16" y="417"/>
                      <a:pt x="20" y="461"/>
                    </a:cubicBezTo>
                    <a:cubicBezTo>
                      <a:pt x="24" y="505"/>
                      <a:pt x="43" y="567"/>
                      <a:pt x="45" y="602"/>
                    </a:cubicBezTo>
                    <a:cubicBezTo>
                      <a:pt x="47" y="637"/>
                      <a:pt x="40" y="653"/>
                      <a:pt x="32" y="672"/>
                    </a:cubicBezTo>
                    <a:cubicBezTo>
                      <a:pt x="24" y="691"/>
                      <a:pt x="4" y="710"/>
                      <a:pt x="0" y="717"/>
                    </a:cubicBezTo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Rectangle 68"/>
              <p:cNvSpPr>
                <a:spLocks noChangeArrowheads="1"/>
              </p:cNvSpPr>
              <p:nvPr/>
            </p:nvSpPr>
            <p:spPr bwMode="auto">
              <a:xfrm>
                <a:off x="3878" y="1063"/>
                <a:ext cx="533" cy="533"/>
              </a:xfrm>
              <a:prstGeom prst="rect">
                <a:avLst/>
              </a:prstGeom>
              <a:grpFill/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Oval 69"/>
              <p:cNvSpPr>
                <a:spLocks noChangeArrowheads="1"/>
              </p:cNvSpPr>
              <p:nvPr/>
            </p:nvSpPr>
            <p:spPr bwMode="auto">
              <a:xfrm>
                <a:off x="3981" y="1256"/>
                <a:ext cx="141" cy="149"/>
              </a:xfrm>
              <a:prstGeom prst="ellipse">
                <a:avLst/>
              </a:prstGeom>
              <a:grp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" name="Oval 70"/>
              <p:cNvSpPr>
                <a:spLocks noChangeArrowheads="1"/>
              </p:cNvSpPr>
              <p:nvPr/>
            </p:nvSpPr>
            <p:spPr bwMode="auto">
              <a:xfrm>
                <a:off x="4210" y="1256"/>
                <a:ext cx="141" cy="146"/>
              </a:xfrm>
              <a:prstGeom prst="ellipse">
                <a:avLst/>
              </a:prstGeom>
              <a:grp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Rectangle 71"/>
              <p:cNvSpPr>
                <a:spLocks noChangeArrowheads="1"/>
              </p:cNvSpPr>
              <p:nvPr/>
            </p:nvSpPr>
            <p:spPr bwMode="auto">
              <a:xfrm>
                <a:off x="4045" y="1262"/>
                <a:ext cx="240" cy="134"/>
              </a:xfrm>
              <a:prstGeom prst="rect">
                <a:avLst/>
              </a:prstGeom>
              <a:grpFill/>
              <a:ln w="9525">
                <a:solidFill>
                  <a:srgbClr val="FFFFFF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Line 72"/>
              <p:cNvSpPr>
                <a:spLocks noChangeShapeType="1"/>
              </p:cNvSpPr>
              <p:nvPr/>
            </p:nvSpPr>
            <p:spPr bwMode="auto">
              <a:xfrm>
                <a:off x="4047" y="1257"/>
                <a:ext cx="238" cy="0"/>
              </a:xfrm>
              <a:prstGeom prst="line">
                <a:avLst/>
              </a:prstGeom>
              <a:grp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Line 73"/>
              <p:cNvSpPr>
                <a:spLocks noChangeShapeType="1"/>
              </p:cNvSpPr>
              <p:nvPr/>
            </p:nvSpPr>
            <p:spPr bwMode="auto">
              <a:xfrm>
                <a:off x="4045" y="1407"/>
                <a:ext cx="245" cy="0"/>
              </a:xfrm>
              <a:prstGeom prst="line">
                <a:avLst/>
              </a:prstGeom>
              <a:grp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Line 77"/>
              <p:cNvSpPr>
                <a:spLocks noChangeShapeType="1"/>
              </p:cNvSpPr>
              <p:nvPr/>
            </p:nvSpPr>
            <p:spPr bwMode="auto">
              <a:xfrm flipV="1">
                <a:off x="3880" y="1580"/>
                <a:ext cx="0" cy="124"/>
              </a:xfrm>
              <a:prstGeom prst="line">
                <a:avLst/>
              </a:prstGeom>
              <a:grp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60" name="图片 59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429" t="36250" r="53621" b="25248"/>
            <a:stretch>
              <a:fillRect/>
            </a:stretch>
          </p:blipFill>
          <p:spPr>
            <a:xfrm>
              <a:off x="7207250" y="2305050"/>
              <a:ext cx="1257300" cy="130175"/>
            </a:xfrm>
            <a:prstGeom prst="rect">
              <a:avLst/>
            </a:prstGeom>
          </p:spPr>
        </p:pic>
        <p:pic>
          <p:nvPicPr>
            <p:cNvPr id="61" name="图片 60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16" t="40066" r="64178" b="27215"/>
            <a:stretch>
              <a:fillRect/>
            </a:stretch>
          </p:blipFill>
          <p:spPr>
            <a:xfrm rot="5400000">
              <a:off x="7995441" y="2310067"/>
              <a:ext cx="358775" cy="110623"/>
            </a:xfrm>
            <a:prstGeom prst="rect">
              <a:avLst/>
            </a:prstGeom>
          </p:spPr>
        </p:pic>
        <p:pic>
          <p:nvPicPr>
            <p:cNvPr id="62" name="图片 61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16" t="40066" r="64178" b="27215"/>
            <a:stretch>
              <a:fillRect/>
            </a:stretch>
          </p:blipFill>
          <p:spPr>
            <a:xfrm rot="5400000">
              <a:off x="7608303" y="2310067"/>
              <a:ext cx="358775" cy="110623"/>
            </a:xfrm>
            <a:prstGeom prst="rect">
              <a:avLst/>
            </a:prstGeom>
          </p:spPr>
        </p:pic>
      </p:grpSp>
      <p:grpSp>
        <p:nvGrpSpPr>
          <p:cNvPr id="74" name="组合 73"/>
          <p:cNvGrpSpPr/>
          <p:nvPr/>
        </p:nvGrpSpPr>
        <p:grpSpPr>
          <a:xfrm>
            <a:off x="9793657" y="1906951"/>
            <a:ext cx="947034" cy="969278"/>
            <a:chOff x="8741065" y="1869267"/>
            <a:chExt cx="947034" cy="969278"/>
          </a:xfrm>
        </p:grpSpPr>
        <p:grpSp>
          <p:nvGrpSpPr>
            <p:cNvPr id="75" name="Group 47"/>
            <p:cNvGrpSpPr/>
            <p:nvPr/>
          </p:nvGrpSpPr>
          <p:grpSpPr bwMode="auto">
            <a:xfrm>
              <a:off x="8822308" y="1939370"/>
              <a:ext cx="836613" cy="849313"/>
              <a:chOff x="3663" y="1493"/>
              <a:chExt cx="527" cy="535"/>
            </a:xfrm>
          </p:grpSpPr>
          <p:sp>
            <p:nvSpPr>
              <p:cNvPr id="78" name="Line 48"/>
              <p:cNvSpPr>
                <a:spLocks noChangeShapeType="1"/>
              </p:cNvSpPr>
              <p:nvPr/>
            </p:nvSpPr>
            <p:spPr bwMode="auto">
              <a:xfrm flipV="1">
                <a:off x="3683" y="1509"/>
                <a:ext cx="312" cy="1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Line 49"/>
              <p:cNvSpPr>
                <a:spLocks noChangeShapeType="1"/>
              </p:cNvSpPr>
              <p:nvPr/>
            </p:nvSpPr>
            <p:spPr bwMode="auto">
              <a:xfrm flipV="1">
                <a:off x="3666" y="1562"/>
                <a:ext cx="446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Line 50"/>
              <p:cNvSpPr>
                <a:spLocks noChangeShapeType="1"/>
              </p:cNvSpPr>
              <p:nvPr/>
            </p:nvSpPr>
            <p:spPr bwMode="auto">
              <a:xfrm flipV="1">
                <a:off x="3708" y="1657"/>
                <a:ext cx="469" cy="27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" name="Line 51"/>
              <p:cNvSpPr>
                <a:spLocks noChangeShapeType="1"/>
              </p:cNvSpPr>
              <p:nvPr/>
            </p:nvSpPr>
            <p:spPr bwMode="auto">
              <a:xfrm flipV="1">
                <a:off x="3813" y="1810"/>
                <a:ext cx="322" cy="18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Line 53"/>
              <p:cNvSpPr>
                <a:spLocks noChangeShapeType="1"/>
              </p:cNvSpPr>
              <p:nvPr/>
            </p:nvSpPr>
            <p:spPr bwMode="auto">
              <a:xfrm flipV="1">
                <a:off x="3948" y="1911"/>
                <a:ext cx="195" cy="1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Arc 55"/>
              <p:cNvSpPr/>
              <p:nvPr/>
            </p:nvSpPr>
            <p:spPr bwMode="auto">
              <a:xfrm flipV="1">
                <a:off x="3663" y="1493"/>
                <a:ext cx="526" cy="535"/>
              </a:xfrm>
              <a:custGeom>
                <a:avLst/>
                <a:gdLst>
                  <a:gd name="T0" fmla="*/ 0 w 42735"/>
                  <a:gd name="T1" fmla="*/ 0 h 43200"/>
                  <a:gd name="T2" fmla="*/ 0 w 42735"/>
                  <a:gd name="T3" fmla="*/ 0 h 43200"/>
                  <a:gd name="T4" fmla="*/ 0 w 42735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2735"/>
                  <a:gd name="T10" fmla="*/ 0 h 43200"/>
                  <a:gd name="T11" fmla="*/ 42735 w 42735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735" h="43200" fill="none" extrusionOk="0">
                    <a:moveTo>
                      <a:pt x="42693" y="26251"/>
                    </a:moveTo>
                    <a:cubicBezTo>
                      <a:pt x="40510" y="36150"/>
                      <a:pt x="31737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811" y="-1"/>
                      <a:pt x="40628" y="7151"/>
                      <a:pt x="42735" y="17142"/>
                    </a:cubicBezTo>
                  </a:path>
                  <a:path w="42735" h="43200" stroke="0" extrusionOk="0">
                    <a:moveTo>
                      <a:pt x="42693" y="26251"/>
                    </a:moveTo>
                    <a:cubicBezTo>
                      <a:pt x="40510" y="36150"/>
                      <a:pt x="31737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811" y="-1"/>
                      <a:pt x="40628" y="7151"/>
                      <a:pt x="42735" y="1714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Line 56"/>
              <p:cNvSpPr>
                <a:spLocks noChangeShapeType="1"/>
              </p:cNvSpPr>
              <p:nvPr/>
            </p:nvSpPr>
            <p:spPr bwMode="auto">
              <a:xfrm flipH="1">
                <a:off x="4133" y="1697"/>
                <a:ext cx="5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Line 57"/>
              <p:cNvSpPr>
                <a:spLocks noChangeShapeType="1"/>
              </p:cNvSpPr>
              <p:nvPr/>
            </p:nvSpPr>
            <p:spPr bwMode="auto">
              <a:xfrm>
                <a:off x="4133" y="1692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Line 58"/>
              <p:cNvSpPr>
                <a:spLocks noChangeShapeType="1"/>
              </p:cNvSpPr>
              <p:nvPr/>
            </p:nvSpPr>
            <p:spPr bwMode="auto">
              <a:xfrm>
                <a:off x="4123" y="1831"/>
                <a:ext cx="6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76" name="图片 75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704" t="28232" r="48861" b="16675"/>
            <a:stretch>
              <a:fillRect/>
            </a:stretch>
          </p:blipFill>
          <p:spPr>
            <a:xfrm rot="5400000">
              <a:off x="8763390" y="2260773"/>
              <a:ext cx="969278" cy="186266"/>
            </a:xfrm>
            <a:prstGeom prst="rect">
              <a:avLst/>
            </a:prstGeom>
          </p:spPr>
        </p:pic>
        <p:pic>
          <p:nvPicPr>
            <p:cNvPr id="77" name="图片 76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120" t="37781" r="48861" b="16674"/>
            <a:stretch>
              <a:fillRect/>
            </a:stretch>
          </p:blipFill>
          <p:spPr>
            <a:xfrm>
              <a:off x="8741065" y="2311400"/>
              <a:ext cx="947034" cy="153984"/>
            </a:xfrm>
            <a:prstGeom prst="rect">
              <a:avLst/>
            </a:prstGeom>
          </p:spPr>
        </p:pic>
      </p:grpSp>
      <p:sp>
        <p:nvSpPr>
          <p:cNvPr id="87" name="Text Box 5"/>
          <p:cNvSpPr txBox="1">
            <a:spLocks noChangeArrowheads="1"/>
          </p:cNvSpPr>
          <p:nvPr/>
        </p:nvSpPr>
        <p:spPr bwMode="auto">
          <a:xfrm>
            <a:off x="479376" y="4296059"/>
            <a:ext cx="4839786" cy="13843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剖切线</a:t>
            </a: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表示剖切位置</a:t>
            </a:r>
            <a:endParaRPr kumimoji="1" lang="zh-CN" altLang="en-US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arlett" pitchFamily="2" charset="2"/>
            </a:endParaRPr>
          </a:p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箭头</a:t>
            </a: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表示投射方向，并注上字母</a:t>
            </a:r>
            <a:endParaRPr kumimoji="1" lang="zh-CN" altLang="en-US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arlett" pitchFamily="2" charset="2"/>
            </a:endParaRPr>
          </a:p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断面图名称</a:t>
            </a: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：“</a:t>
            </a:r>
            <a:r>
              <a:rPr kumimoji="1"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X-X”</a:t>
            </a:r>
            <a:endParaRPr kumimoji="1" lang="en-US" altLang="zh-CN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arlett" pitchFamily="2" charset="2"/>
            </a:endParaRPr>
          </a:p>
        </p:txBody>
      </p:sp>
      <p:sp>
        <p:nvSpPr>
          <p:cNvPr id="88" name="Line 2"/>
          <p:cNvSpPr>
            <a:spLocks noChangeShapeType="1"/>
          </p:cNvSpPr>
          <p:nvPr/>
        </p:nvSpPr>
        <p:spPr bwMode="auto">
          <a:xfrm flipH="1" flipV="1">
            <a:off x="7453165" y="3858013"/>
            <a:ext cx="881063" cy="847725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Line 6"/>
          <p:cNvSpPr>
            <a:spLocks noChangeShapeType="1"/>
          </p:cNvSpPr>
          <p:nvPr/>
        </p:nvSpPr>
        <p:spPr bwMode="auto">
          <a:xfrm flipH="1">
            <a:off x="4597533" y="3596973"/>
            <a:ext cx="720000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Text Box 7" descr="绿色大理石"/>
          <p:cNvSpPr txBox="1">
            <a:spLocks noChangeArrowheads="1"/>
          </p:cNvSpPr>
          <p:nvPr/>
        </p:nvSpPr>
        <p:spPr bwMode="auto">
          <a:xfrm>
            <a:off x="3130465" y="3132367"/>
            <a:ext cx="1467068" cy="10156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画在剖切面</a:t>
            </a:r>
            <a:endParaRPr kumimoji="1"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Marlett" pitchFamily="2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延长线上，</a:t>
            </a:r>
            <a:endParaRPr kumimoji="1"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Marlett" pitchFamily="2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字母省略</a:t>
            </a:r>
            <a:endParaRPr kumimoji="1"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Marlett" pitchFamily="2" charset="2"/>
            </a:endParaRPr>
          </a:p>
        </p:txBody>
      </p:sp>
      <p:sp>
        <p:nvSpPr>
          <p:cNvPr id="91" name="Text Box 8" descr="棕色大理石"/>
          <p:cNvSpPr txBox="1">
            <a:spLocks noChangeArrowheads="1"/>
          </p:cNvSpPr>
          <p:nvPr/>
        </p:nvSpPr>
        <p:spPr bwMode="auto">
          <a:xfrm>
            <a:off x="7335690" y="4707325"/>
            <a:ext cx="2487613" cy="10156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对称断面，箭头省略</a:t>
            </a:r>
            <a:endParaRPr kumimoji="1"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又画在剖切面延长线</a:t>
            </a:r>
            <a:endParaRPr kumimoji="1"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上，剖切线省略</a:t>
            </a:r>
            <a:endParaRPr kumimoji="1"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Text Box 9"/>
          <p:cNvSpPr txBox="1">
            <a:spLocks noChangeArrowheads="1"/>
          </p:cNvSpPr>
          <p:nvPr/>
        </p:nvSpPr>
        <p:spPr bwMode="auto">
          <a:xfrm>
            <a:off x="5393171" y="1213467"/>
            <a:ext cx="429926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Text Box 10"/>
          <p:cNvSpPr txBox="1">
            <a:spLocks noChangeArrowheads="1"/>
          </p:cNvSpPr>
          <p:nvPr/>
        </p:nvSpPr>
        <p:spPr bwMode="auto">
          <a:xfrm>
            <a:off x="5414391" y="3020600"/>
            <a:ext cx="429926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Text Box 12" descr="紫色网格"/>
          <p:cNvSpPr txBox="1">
            <a:spLocks noChangeArrowheads="1"/>
          </p:cNvSpPr>
          <p:nvPr/>
        </p:nvSpPr>
        <p:spPr bwMode="auto">
          <a:xfrm>
            <a:off x="9775126" y="3568836"/>
            <a:ext cx="1723549" cy="707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按投影关系配</a:t>
            </a:r>
            <a:endParaRPr kumimoji="1"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置，箭头省略</a:t>
            </a:r>
            <a:endParaRPr kumimoji="1"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Line 13"/>
          <p:cNvSpPr>
            <a:spLocks noChangeShapeType="1"/>
          </p:cNvSpPr>
          <p:nvPr/>
        </p:nvSpPr>
        <p:spPr bwMode="auto">
          <a:xfrm flipH="1" flipV="1">
            <a:off x="9567942" y="3230950"/>
            <a:ext cx="639546" cy="329163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Line 14"/>
          <p:cNvSpPr>
            <a:spLocks noChangeShapeType="1"/>
          </p:cNvSpPr>
          <p:nvPr/>
        </p:nvSpPr>
        <p:spPr bwMode="auto">
          <a:xfrm>
            <a:off x="8985103" y="1605879"/>
            <a:ext cx="401637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Line 15"/>
          <p:cNvSpPr>
            <a:spLocks noChangeShapeType="1"/>
          </p:cNvSpPr>
          <p:nvPr/>
        </p:nvSpPr>
        <p:spPr bwMode="auto">
          <a:xfrm>
            <a:off x="9002565" y="3230950"/>
            <a:ext cx="401638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Text Box 11"/>
          <p:cNvSpPr txBox="1">
            <a:spLocks noChangeArrowheads="1"/>
          </p:cNvSpPr>
          <p:nvPr/>
        </p:nvSpPr>
        <p:spPr bwMode="auto">
          <a:xfrm>
            <a:off x="5265052" y="3335363"/>
            <a:ext cx="106311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B—B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87" grpId="0" autoUpdateAnimBg="0"/>
      <p:bldP spid="90" grpId="0" animBg="1" autoUpdateAnimBg="0"/>
      <p:bldP spid="91" grpId="0" animBg="1" autoUpdateAnimBg="0"/>
      <p:bldP spid="92" grpId="0" autoUpdateAnimBg="0"/>
      <p:bldP spid="92" grpId="1"/>
      <p:bldP spid="93" grpId="0" autoUpdateAnimBg="0"/>
      <p:bldP spid="93" grpId="1"/>
      <p:bldP spid="94" grpId="0" animBg="1" autoUpdateAnimBg="0"/>
      <p:bldP spid="96" grpId="0" animBg="1"/>
      <p:bldP spid="97" grpId="0" animBg="1"/>
      <p:bldP spid="98" grpId="0" autoUpdateAnimBg="0"/>
      <p:bldP spid="98" grpId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38779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断面图的画法及标注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47"/>
          <p:cNvSpPr txBox="1">
            <a:spLocks noChangeArrowheads="1"/>
          </p:cNvSpPr>
          <p:nvPr/>
        </p:nvSpPr>
        <p:spPr bwMode="auto">
          <a:xfrm>
            <a:off x="479376" y="1831614"/>
            <a:ext cx="2201244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移出断面图</a:t>
            </a:r>
            <a:endParaRPr lang="zh-CN" altLang="en-US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6957528" y="1872203"/>
            <a:ext cx="2510671" cy="1330003"/>
          </a:xfrm>
          <a:prstGeom prst="line">
            <a:avLst/>
          </a:prstGeom>
          <a:noFill/>
          <a:ln w="19050">
            <a:solidFill>
              <a:srgbClr val="A50021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6750511" y="1889666"/>
            <a:ext cx="1507852" cy="1884040"/>
          </a:xfrm>
          <a:prstGeom prst="line">
            <a:avLst/>
          </a:prstGeom>
          <a:noFill/>
          <a:ln w="19050">
            <a:solidFill>
              <a:srgbClr val="A50021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Group 4"/>
          <p:cNvGrpSpPr/>
          <p:nvPr/>
        </p:nvGrpSpPr>
        <p:grpSpPr bwMode="auto">
          <a:xfrm>
            <a:off x="7431436" y="2038567"/>
            <a:ext cx="2633663" cy="2471738"/>
            <a:chOff x="1306" y="691"/>
            <a:chExt cx="2379" cy="2232"/>
          </a:xfrm>
        </p:grpSpPr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1306" y="692"/>
              <a:ext cx="236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1306" y="933"/>
              <a:ext cx="237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1320" y="692"/>
              <a:ext cx="0" cy="25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1613" y="935"/>
              <a:ext cx="962" cy="19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1930" y="1127"/>
              <a:ext cx="832" cy="170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3124" y="1035"/>
              <a:ext cx="274" cy="166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3322" y="1082"/>
              <a:ext cx="248" cy="155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12"/>
            <p:cNvSpPr/>
            <p:nvPr/>
          </p:nvSpPr>
          <p:spPr bwMode="auto">
            <a:xfrm>
              <a:off x="3645" y="691"/>
              <a:ext cx="36" cy="237"/>
            </a:xfrm>
            <a:custGeom>
              <a:avLst/>
              <a:gdLst>
                <a:gd name="T0" fmla="*/ 16 w 35"/>
                <a:gd name="T1" fmla="*/ 0 h 237"/>
                <a:gd name="T2" fmla="*/ 9 w 35"/>
                <a:gd name="T3" fmla="*/ 39 h 237"/>
                <a:gd name="T4" fmla="*/ 3 w 35"/>
                <a:gd name="T5" fmla="*/ 128 h 237"/>
                <a:gd name="T6" fmla="*/ 28 w 35"/>
                <a:gd name="T7" fmla="*/ 173 h 237"/>
                <a:gd name="T8" fmla="*/ 35 w 35"/>
                <a:gd name="T9" fmla="*/ 237 h 2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237"/>
                <a:gd name="T17" fmla="*/ 35 w 35"/>
                <a:gd name="T18" fmla="*/ 237 h 23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237">
                  <a:moveTo>
                    <a:pt x="16" y="0"/>
                  </a:moveTo>
                  <a:cubicBezTo>
                    <a:pt x="13" y="9"/>
                    <a:pt x="11" y="18"/>
                    <a:pt x="9" y="39"/>
                  </a:cubicBezTo>
                  <a:cubicBezTo>
                    <a:pt x="7" y="60"/>
                    <a:pt x="0" y="106"/>
                    <a:pt x="3" y="128"/>
                  </a:cubicBezTo>
                  <a:cubicBezTo>
                    <a:pt x="6" y="150"/>
                    <a:pt x="23" y="155"/>
                    <a:pt x="28" y="173"/>
                  </a:cubicBezTo>
                  <a:cubicBezTo>
                    <a:pt x="33" y="191"/>
                    <a:pt x="35" y="225"/>
                    <a:pt x="35" y="237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Arc 13"/>
            <p:cNvSpPr/>
            <p:nvPr/>
          </p:nvSpPr>
          <p:spPr bwMode="auto">
            <a:xfrm flipV="1">
              <a:off x="1913" y="932"/>
              <a:ext cx="133" cy="218"/>
            </a:xfrm>
            <a:custGeom>
              <a:avLst/>
              <a:gdLst>
                <a:gd name="T0" fmla="*/ 0 w 21600"/>
                <a:gd name="T1" fmla="*/ 0 h 35355"/>
                <a:gd name="T2" fmla="*/ 0 w 21600"/>
                <a:gd name="T3" fmla="*/ 0 h 35355"/>
                <a:gd name="T4" fmla="*/ 0 w 21600"/>
                <a:gd name="T5" fmla="*/ 0 h 353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35355"/>
                <a:gd name="T11" fmla="*/ 21600 w 21600"/>
                <a:gd name="T12" fmla="*/ 35355 h 353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5355" fill="none" extrusionOk="0">
                  <a:moveTo>
                    <a:pt x="21135" y="35354"/>
                  </a:moveTo>
                  <a:cubicBezTo>
                    <a:pt x="9389" y="35102"/>
                    <a:pt x="0" y="25508"/>
                    <a:pt x="0" y="13760"/>
                  </a:cubicBezTo>
                  <a:cubicBezTo>
                    <a:pt x="-1" y="8737"/>
                    <a:pt x="1750" y="3871"/>
                    <a:pt x="4950" y="0"/>
                  </a:cubicBezTo>
                </a:path>
                <a:path w="21600" h="35355" stroke="0" extrusionOk="0">
                  <a:moveTo>
                    <a:pt x="21135" y="35354"/>
                  </a:moveTo>
                  <a:cubicBezTo>
                    <a:pt x="9389" y="35102"/>
                    <a:pt x="0" y="25508"/>
                    <a:pt x="0" y="13760"/>
                  </a:cubicBezTo>
                  <a:cubicBezTo>
                    <a:pt x="-1" y="8737"/>
                    <a:pt x="1750" y="3871"/>
                    <a:pt x="4950" y="0"/>
                  </a:cubicBezTo>
                  <a:lnTo>
                    <a:pt x="21600" y="1376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Arc 14"/>
            <p:cNvSpPr/>
            <p:nvPr/>
          </p:nvSpPr>
          <p:spPr bwMode="auto">
            <a:xfrm flipV="1">
              <a:off x="2992" y="935"/>
              <a:ext cx="132" cy="135"/>
            </a:xfrm>
            <a:custGeom>
              <a:avLst/>
              <a:gdLst>
                <a:gd name="T0" fmla="*/ 0 w 24788"/>
                <a:gd name="T1" fmla="*/ 0 h 25343"/>
                <a:gd name="T2" fmla="*/ 0 w 24788"/>
                <a:gd name="T3" fmla="*/ 0 h 25343"/>
                <a:gd name="T4" fmla="*/ 0 w 24788"/>
                <a:gd name="T5" fmla="*/ 0 h 25343"/>
                <a:gd name="T6" fmla="*/ 0 60000 65536"/>
                <a:gd name="T7" fmla="*/ 0 60000 65536"/>
                <a:gd name="T8" fmla="*/ 0 60000 65536"/>
                <a:gd name="T9" fmla="*/ 0 w 24788"/>
                <a:gd name="T10" fmla="*/ 0 h 25343"/>
                <a:gd name="T11" fmla="*/ 24788 w 24788"/>
                <a:gd name="T12" fmla="*/ 25343 h 253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788" h="25343" fill="none" extrusionOk="0">
                  <a:moveTo>
                    <a:pt x="24461" y="-1"/>
                  </a:moveTo>
                  <a:cubicBezTo>
                    <a:pt x="24678" y="1235"/>
                    <a:pt x="24788" y="2488"/>
                    <a:pt x="24788" y="3743"/>
                  </a:cubicBezTo>
                  <a:cubicBezTo>
                    <a:pt x="24788" y="15672"/>
                    <a:pt x="15117" y="25343"/>
                    <a:pt x="3188" y="25343"/>
                  </a:cubicBezTo>
                  <a:cubicBezTo>
                    <a:pt x="2120" y="25343"/>
                    <a:pt x="1055" y="25263"/>
                    <a:pt x="-1" y="25106"/>
                  </a:cubicBezTo>
                </a:path>
                <a:path w="24788" h="25343" stroke="0" extrusionOk="0">
                  <a:moveTo>
                    <a:pt x="24461" y="-1"/>
                  </a:moveTo>
                  <a:cubicBezTo>
                    <a:pt x="24678" y="1235"/>
                    <a:pt x="24788" y="2488"/>
                    <a:pt x="24788" y="3743"/>
                  </a:cubicBezTo>
                  <a:cubicBezTo>
                    <a:pt x="24788" y="15672"/>
                    <a:pt x="15117" y="25343"/>
                    <a:pt x="3188" y="25343"/>
                  </a:cubicBezTo>
                  <a:cubicBezTo>
                    <a:pt x="2120" y="25343"/>
                    <a:pt x="1055" y="25263"/>
                    <a:pt x="-1" y="25106"/>
                  </a:cubicBezTo>
                  <a:lnTo>
                    <a:pt x="3188" y="3743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Arc 15"/>
            <p:cNvSpPr/>
            <p:nvPr/>
          </p:nvSpPr>
          <p:spPr bwMode="auto">
            <a:xfrm flipV="1">
              <a:off x="3316" y="930"/>
              <a:ext cx="122" cy="159"/>
            </a:xfrm>
            <a:custGeom>
              <a:avLst/>
              <a:gdLst>
                <a:gd name="T0" fmla="*/ 0 w 21600"/>
                <a:gd name="T1" fmla="*/ 0 h 26592"/>
                <a:gd name="T2" fmla="*/ 0 w 21600"/>
                <a:gd name="T3" fmla="*/ 0 h 26592"/>
                <a:gd name="T4" fmla="*/ 0 w 21600"/>
                <a:gd name="T5" fmla="*/ 0 h 2659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6592"/>
                <a:gd name="T11" fmla="*/ 21600 w 21600"/>
                <a:gd name="T12" fmla="*/ 26592 h 265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6592" fill="none" extrusionOk="0">
                  <a:moveTo>
                    <a:pt x="19953" y="26592"/>
                  </a:moveTo>
                  <a:cubicBezTo>
                    <a:pt x="8695" y="25731"/>
                    <a:pt x="0" y="16345"/>
                    <a:pt x="0" y="5055"/>
                  </a:cubicBezTo>
                  <a:cubicBezTo>
                    <a:pt x="-1" y="3352"/>
                    <a:pt x="201" y="1655"/>
                    <a:pt x="599" y="-1"/>
                  </a:cubicBezTo>
                </a:path>
                <a:path w="21600" h="26592" stroke="0" extrusionOk="0">
                  <a:moveTo>
                    <a:pt x="19953" y="26592"/>
                  </a:moveTo>
                  <a:cubicBezTo>
                    <a:pt x="8695" y="25731"/>
                    <a:pt x="0" y="16345"/>
                    <a:pt x="0" y="5055"/>
                  </a:cubicBezTo>
                  <a:cubicBezTo>
                    <a:pt x="-1" y="3352"/>
                    <a:pt x="201" y="1655"/>
                    <a:pt x="599" y="-1"/>
                  </a:cubicBezTo>
                  <a:lnTo>
                    <a:pt x="21600" y="5055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Freeform 16"/>
            <p:cNvSpPr/>
            <p:nvPr/>
          </p:nvSpPr>
          <p:spPr bwMode="auto">
            <a:xfrm>
              <a:off x="2579" y="2631"/>
              <a:ext cx="992" cy="288"/>
            </a:xfrm>
            <a:custGeom>
              <a:avLst/>
              <a:gdLst>
                <a:gd name="T0" fmla="*/ 0 w 992"/>
                <a:gd name="T1" fmla="*/ 287 h 287"/>
                <a:gd name="T2" fmla="*/ 26 w 992"/>
                <a:gd name="T3" fmla="*/ 262 h 287"/>
                <a:gd name="T4" fmla="*/ 77 w 992"/>
                <a:gd name="T5" fmla="*/ 217 h 287"/>
                <a:gd name="T6" fmla="*/ 218 w 992"/>
                <a:gd name="T7" fmla="*/ 191 h 287"/>
                <a:gd name="T8" fmla="*/ 410 w 992"/>
                <a:gd name="T9" fmla="*/ 185 h 287"/>
                <a:gd name="T10" fmla="*/ 570 w 992"/>
                <a:gd name="T11" fmla="*/ 134 h 287"/>
                <a:gd name="T12" fmla="*/ 691 w 992"/>
                <a:gd name="T13" fmla="*/ 95 h 287"/>
                <a:gd name="T14" fmla="*/ 871 w 992"/>
                <a:gd name="T15" fmla="*/ 57 h 287"/>
                <a:gd name="T16" fmla="*/ 992 w 992"/>
                <a:gd name="T17" fmla="*/ 12 h 2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92"/>
                <a:gd name="T28" fmla="*/ 0 h 287"/>
                <a:gd name="T29" fmla="*/ 992 w 992"/>
                <a:gd name="T30" fmla="*/ 287 h 28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92" h="287">
                  <a:moveTo>
                    <a:pt x="0" y="287"/>
                  </a:moveTo>
                  <a:cubicBezTo>
                    <a:pt x="6" y="280"/>
                    <a:pt x="13" y="274"/>
                    <a:pt x="26" y="262"/>
                  </a:cubicBezTo>
                  <a:cubicBezTo>
                    <a:pt x="39" y="250"/>
                    <a:pt x="45" y="229"/>
                    <a:pt x="77" y="217"/>
                  </a:cubicBezTo>
                  <a:cubicBezTo>
                    <a:pt x="109" y="205"/>
                    <a:pt x="163" y="196"/>
                    <a:pt x="218" y="191"/>
                  </a:cubicBezTo>
                  <a:cubicBezTo>
                    <a:pt x="273" y="186"/>
                    <a:pt x="351" y="195"/>
                    <a:pt x="410" y="185"/>
                  </a:cubicBezTo>
                  <a:cubicBezTo>
                    <a:pt x="469" y="175"/>
                    <a:pt x="523" y="149"/>
                    <a:pt x="570" y="134"/>
                  </a:cubicBezTo>
                  <a:cubicBezTo>
                    <a:pt x="617" y="119"/>
                    <a:pt x="641" y="108"/>
                    <a:pt x="691" y="95"/>
                  </a:cubicBezTo>
                  <a:cubicBezTo>
                    <a:pt x="741" y="82"/>
                    <a:pt x="821" y="71"/>
                    <a:pt x="871" y="57"/>
                  </a:cubicBezTo>
                  <a:cubicBezTo>
                    <a:pt x="921" y="43"/>
                    <a:pt x="970" y="0"/>
                    <a:pt x="992" y="1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Group 19"/>
          <p:cNvGrpSpPr/>
          <p:nvPr/>
        </p:nvGrpSpPr>
        <p:grpSpPr bwMode="auto">
          <a:xfrm>
            <a:off x="2865786" y="3218080"/>
            <a:ext cx="2627313" cy="1717675"/>
            <a:chOff x="632" y="1658"/>
            <a:chExt cx="1655" cy="1082"/>
          </a:xfrm>
        </p:grpSpPr>
        <p:sp>
          <p:nvSpPr>
            <p:cNvPr id="21" name="Line 20"/>
            <p:cNvSpPr>
              <a:spLocks noChangeShapeType="1"/>
            </p:cNvSpPr>
            <p:nvPr/>
          </p:nvSpPr>
          <p:spPr bwMode="auto">
            <a:xfrm flipV="1">
              <a:off x="2274" y="1658"/>
              <a:ext cx="0" cy="108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 flipH="1">
              <a:off x="2163" y="1658"/>
              <a:ext cx="1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2066" y="1741"/>
              <a:ext cx="0" cy="68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 flipH="1">
              <a:off x="728" y="2519"/>
              <a:ext cx="125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>
              <a:off x="643" y="2622"/>
              <a:ext cx="0" cy="11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 flipV="1">
              <a:off x="692" y="1875"/>
              <a:ext cx="1304" cy="65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>
              <a:off x="632" y="2737"/>
              <a:ext cx="165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Arc 27"/>
            <p:cNvSpPr/>
            <p:nvPr/>
          </p:nvSpPr>
          <p:spPr bwMode="auto">
            <a:xfrm flipV="1">
              <a:off x="1961" y="2417"/>
              <a:ext cx="102" cy="10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Arc 28"/>
            <p:cNvSpPr/>
            <p:nvPr/>
          </p:nvSpPr>
          <p:spPr bwMode="auto">
            <a:xfrm flipH="1">
              <a:off x="2069" y="1658"/>
              <a:ext cx="96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Arc 29"/>
            <p:cNvSpPr/>
            <p:nvPr/>
          </p:nvSpPr>
          <p:spPr bwMode="auto">
            <a:xfrm>
              <a:off x="642" y="2518"/>
              <a:ext cx="94" cy="137"/>
            </a:xfrm>
            <a:custGeom>
              <a:avLst/>
              <a:gdLst>
                <a:gd name="T0" fmla="*/ 0 w 21189"/>
                <a:gd name="T1" fmla="*/ 0 h 20960"/>
                <a:gd name="T2" fmla="*/ 0 w 21189"/>
                <a:gd name="T3" fmla="*/ 0 h 20960"/>
                <a:gd name="T4" fmla="*/ 0 w 21189"/>
                <a:gd name="T5" fmla="*/ 0 h 20960"/>
                <a:gd name="T6" fmla="*/ 0 60000 65536"/>
                <a:gd name="T7" fmla="*/ 0 60000 65536"/>
                <a:gd name="T8" fmla="*/ 0 60000 65536"/>
                <a:gd name="T9" fmla="*/ 0 w 21189"/>
                <a:gd name="T10" fmla="*/ 0 h 20960"/>
                <a:gd name="T11" fmla="*/ 21189 w 21189"/>
                <a:gd name="T12" fmla="*/ 20960 h 209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89" h="20960" fill="none" extrusionOk="0">
                  <a:moveTo>
                    <a:pt x="0" y="16766"/>
                  </a:moveTo>
                  <a:cubicBezTo>
                    <a:pt x="1625" y="8555"/>
                    <a:pt x="7847" y="2022"/>
                    <a:pt x="15969" y="0"/>
                  </a:cubicBezTo>
                </a:path>
                <a:path w="21189" h="20960" stroke="0" extrusionOk="0">
                  <a:moveTo>
                    <a:pt x="0" y="16766"/>
                  </a:moveTo>
                  <a:cubicBezTo>
                    <a:pt x="1625" y="8555"/>
                    <a:pt x="7847" y="2022"/>
                    <a:pt x="15969" y="0"/>
                  </a:cubicBezTo>
                  <a:lnTo>
                    <a:pt x="21189" y="2096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Arc 30"/>
            <p:cNvSpPr/>
            <p:nvPr/>
          </p:nvSpPr>
          <p:spPr bwMode="auto">
            <a:xfrm flipV="1">
              <a:off x="1961" y="1776"/>
              <a:ext cx="102" cy="99"/>
            </a:xfrm>
            <a:custGeom>
              <a:avLst/>
              <a:gdLst>
                <a:gd name="T0" fmla="*/ 0 w 21600"/>
                <a:gd name="T1" fmla="*/ 0 h 21046"/>
                <a:gd name="T2" fmla="*/ 0 w 21600"/>
                <a:gd name="T3" fmla="*/ 0 h 21046"/>
                <a:gd name="T4" fmla="*/ 0 w 21600"/>
                <a:gd name="T5" fmla="*/ 0 h 21046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046"/>
                <a:gd name="T11" fmla="*/ 21600 w 21600"/>
                <a:gd name="T12" fmla="*/ 21046 h 210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046" fill="none" extrusionOk="0">
                  <a:moveTo>
                    <a:pt x="4862" y="0"/>
                  </a:moveTo>
                  <a:cubicBezTo>
                    <a:pt x="14660" y="2264"/>
                    <a:pt x="21600" y="10990"/>
                    <a:pt x="21600" y="21046"/>
                  </a:cubicBezTo>
                </a:path>
                <a:path w="21600" h="21046" stroke="0" extrusionOk="0">
                  <a:moveTo>
                    <a:pt x="4862" y="0"/>
                  </a:moveTo>
                  <a:cubicBezTo>
                    <a:pt x="14660" y="2264"/>
                    <a:pt x="21600" y="10990"/>
                    <a:pt x="21600" y="21046"/>
                  </a:cubicBezTo>
                  <a:lnTo>
                    <a:pt x="0" y="21046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Text Box 33" descr="紫色网格"/>
          <p:cNvSpPr txBox="1">
            <a:spLocks noChangeArrowheads="1"/>
          </p:cNvSpPr>
          <p:nvPr/>
        </p:nvSpPr>
        <p:spPr bwMode="auto">
          <a:xfrm>
            <a:off x="5781984" y="1071641"/>
            <a:ext cx="2351087" cy="8318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点画线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剖切面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defRPr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必须垂直轮廓线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Line 34"/>
          <p:cNvSpPr>
            <a:spLocks noChangeShapeType="1"/>
          </p:cNvSpPr>
          <p:nvPr/>
        </p:nvSpPr>
        <p:spPr bwMode="auto">
          <a:xfrm>
            <a:off x="3870674" y="3451442"/>
            <a:ext cx="161925" cy="3651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Line 35"/>
          <p:cNvSpPr>
            <a:spLocks noChangeShapeType="1"/>
          </p:cNvSpPr>
          <p:nvPr/>
        </p:nvSpPr>
        <p:spPr bwMode="auto">
          <a:xfrm>
            <a:off x="4162774" y="3253005"/>
            <a:ext cx="192087" cy="4254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Freeform 36"/>
          <p:cNvSpPr/>
          <p:nvPr/>
        </p:nvSpPr>
        <p:spPr bwMode="auto">
          <a:xfrm>
            <a:off x="3851624" y="3227605"/>
            <a:ext cx="323850" cy="222250"/>
          </a:xfrm>
          <a:custGeom>
            <a:avLst/>
            <a:gdLst>
              <a:gd name="T0" fmla="*/ 2147483647 w 200"/>
              <a:gd name="T1" fmla="*/ 2147483647 h 135"/>
              <a:gd name="T2" fmla="*/ 2147483647 w 200"/>
              <a:gd name="T3" fmla="*/ 2147483647 h 135"/>
              <a:gd name="T4" fmla="*/ 2147483647 w 200"/>
              <a:gd name="T5" fmla="*/ 2147483647 h 135"/>
              <a:gd name="T6" fmla="*/ 2147483647 w 200"/>
              <a:gd name="T7" fmla="*/ 2147483647 h 135"/>
              <a:gd name="T8" fmla="*/ 2147483647 w 200"/>
              <a:gd name="T9" fmla="*/ 2147483647 h 1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0"/>
              <a:gd name="T16" fmla="*/ 0 h 135"/>
              <a:gd name="T17" fmla="*/ 200 w 200"/>
              <a:gd name="T18" fmla="*/ 135 h 1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0" h="135">
                <a:moveTo>
                  <a:pt x="200" y="33"/>
                </a:moveTo>
                <a:cubicBezTo>
                  <a:pt x="194" y="28"/>
                  <a:pt x="183" y="0"/>
                  <a:pt x="161" y="1"/>
                </a:cubicBezTo>
                <a:cubicBezTo>
                  <a:pt x="139" y="2"/>
                  <a:pt x="90" y="24"/>
                  <a:pt x="65" y="39"/>
                </a:cubicBezTo>
                <a:cubicBezTo>
                  <a:pt x="40" y="54"/>
                  <a:pt x="16" y="74"/>
                  <a:pt x="8" y="90"/>
                </a:cubicBezTo>
                <a:cubicBezTo>
                  <a:pt x="0" y="106"/>
                  <a:pt x="13" y="126"/>
                  <a:pt x="14" y="135"/>
                </a:cubicBez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Freeform 37"/>
          <p:cNvSpPr/>
          <p:nvPr/>
        </p:nvSpPr>
        <p:spPr bwMode="auto">
          <a:xfrm>
            <a:off x="4046886" y="3662580"/>
            <a:ext cx="274638" cy="142875"/>
          </a:xfrm>
          <a:custGeom>
            <a:avLst/>
            <a:gdLst>
              <a:gd name="T0" fmla="*/ 0 w 173"/>
              <a:gd name="T1" fmla="*/ 2147483647 h 90"/>
              <a:gd name="T2" fmla="*/ 2147483647 w 173"/>
              <a:gd name="T3" fmla="*/ 2147483647 h 90"/>
              <a:gd name="T4" fmla="*/ 2147483647 w 173"/>
              <a:gd name="T5" fmla="*/ 2147483647 h 90"/>
              <a:gd name="T6" fmla="*/ 2147483647 w 173"/>
              <a:gd name="T7" fmla="*/ 2147483647 h 90"/>
              <a:gd name="T8" fmla="*/ 2147483647 w 173"/>
              <a:gd name="T9" fmla="*/ 0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73"/>
              <a:gd name="T16" fmla="*/ 0 h 90"/>
              <a:gd name="T17" fmla="*/ 173 w 173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73" h="90">
                <a:moveTo>
                  <a:pt x="0" y="90"/>
                </a:moveTo>
                <a:cubicBezTo>
                  <a:pt x="21" y="77"/>
                  <a:pt x="43" y="64"/>
                  <a:pt x="57" y="52"/>
                </a:cubicBezTo>
                <a:cubicBezTo>
                  <a:pt x="71" y="40"/>
                  <a:pt x="71" y="26"/>
                  <a:pt x="83" y="20"/>
                </a:cubicBezTo>
                <a:cubicBezTo>
                  <a:pt x="95" y="14"/>
                  <a:pt x="113" y="16"/>
                  <a:pt x="128" y="13"/>
                </a:cubicBezTo>
                <a:cubicBezTo>
                  <a:pt x="143" y="10"/>
                  <a:pt x="166" y="3"/>
                  <a:pt x="173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Line 38"/>
          <p:cNvSpPr>
            <a:spLocks noChangeShapeType="1"/>
          </p:cNvSpPr>
          <p:nvPr/>
        </p:nvSpPr>
        <p:spPr bwMode="auto">
          <a:xfrm flipV="1">
            <a:off x="3919886" y="3246655"/>
            <a:ext cx="142875" cy="3143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Line 39"/>
          <p:cNvSpPr>
            <a:spLocks noChangeShapeType="1"/>
          </p:cNvSpPr>
          <p:nvPr/>
        </p:nvSpPr>
        <p:spPr bwMode="auto">
          <a:xfrm flipV="1">
            <a:off x="3978624" y="3300630"/>
            <a:ext cx="206375" cy="4286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Line 40"/>
          <p:cNvSpPr>
            <a:spLocks noChangeShapeType="1"/>
          </p:cNvSpPr>
          <p:nvPr/>
        </p:nvSpPr>
        <p:spPr bwMode="auto">
          <a:xfrm flipV="1">
            <a:off x="4111974" y="3478430"/>
            <a:ext cx="144462" cy="2841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Line 41"/>
          <p:cNvSpPr>
            <a:spLocks noChangeShapeType="1"/>
          </p:cNvSpPr>
          <p:nvPr/>
        </p:nvSpPr>
        <p:spPr bwMode="auto">
          <a:xfrm>
            <a:off x="7769574" y="3651467"/>
            <a:ext cx="396875" cy="711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Line 42"/>
          <p:cNvSpPr>
            <a:spLocks noChangeShapeType="1"/>
          </p:cNvSpPr>
          <p:nvPr/>
        </p:nvSpPr>
        <p:spPr bwMode="auto">
          <a:xfrm>
            <a:off x="7826724" y="4356317"/>
            <a:ext cx="103187" cy="15716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Line 44"/>
          <p:cNvSpPr>
            <a:spLocks noChangeShapeType="1"/>
          </p:cNvSpPr>
          <p:nvPr/>
        </p:nvSpPr>
        <p:spPr bwMode="auto">
          <a:xfrm>
            <a:off x="6597999" y="4330917"/>
            <a:ext cx="396875" cy="7048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Arc 46"/>
          <p:cNvSpPr/>
          <p:nvPr/>
        </p:nvSpPr>
        <p:spPr bwMode="auto">
          <a:xfrm rot="21294260" flipH="1" flipV="1">
            <a:off x="6986936" y="4892892"/>
            <a:ext cx="280988" cy="225425"/>
          </a:xfrm>
          <a:custGeom>
            <a:avLst/>
            <a:gdLst>
              <a:gd name="T0" fmla="*/ 1847637300 w 42885"/>
              <a:gd name="T1" fmla="*/ 2147483647 h 33486"/>
              <a:gd name="T2" fmla="*/ 2147483647 w 42885"/>
              <a:gd name="T3" fmla="*/ 2147483647 h 33486"/>
              <a:gd name="T4" fmla="*/ 2147483647 w 42885"/>
              <a:gd name="T5" fmla="*/ 2147483647 h 33486"/>
              <a:gd name="T6" fmla="*/ 0 60000 65536"/>
              <a:gd name="T7" fmla="*/ 0 60000 65536"/>
              <a:gd name="T8" fmla="*/ 0 60000 65536"/>
              <a:gd name="T9" fmla="*/ 0 w 42885"/>
              <a:gd name="T10" fmla="*/ 0 h 33486"/>
              <a:gd name="T11" fmla="*/ 42885 w 42885"/>
              <a:gd name="T12" fmla="*/ 33486 h 334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885" h="33486" fill="none" extrusionOk="0">
                <a:moveTo>
                  <a:pt x="3564" y="33485"/>
                </a:moveTo>
                <a:cubicBezTo>
                  <a:pt x="1239" y="29957"/>
                  <a:pt x="0" y="25825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112" y="-1"/>
                  <a:pt x="41097" y="7567"/>
                  <a:pt x="42885" y="17926"/>
                </a:cubicBezTo>
              </a:path>
              <a:path w="42885" h="33486" stroke="0" extrusionOk="0">
                <a:moveTo>
                  <a:pt x="3564" y="33485"/>
                </a:moveTo>
                <a:cubicBezTo>
                  <a:pt x="1239" y="29957"/>
                  <a:pt x="0" y="25825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112" y="-1"/>
                  <a:pt x="41097" y="7567"/>
                  <a:pt x="42885" y="17926"/>
                </a:cubicBezTo>
                <a:lnTo>
                  <a:pt x="21600" y="21600"/>
                </a:lnTo>
                <a:close/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Arc 47"/>
          <p:cNvSpPr/>
          <p:nvPr/>
        </p:nvSpPr>
        <p:spPr bwMode="auto">
          <a:xfrm rot="21058726" flipH="1" flipV="1">
            <a:off x="7917211" y="4365842"/>
            <a:ext cx="280988" cy="219075"/>
          </a:xfrm>
          <a:custGeom>
            <a:avLst/>
            <a:gdLst>
              <a:gd name="T0" fmla="*/ 1847637300 w 42885"/>
              <a:gd name="T1" fmla="*/ 2147483647 h 33486"/>
              <a:gd name="T2" fmla="*/ 2147483647 w 42885"/>
              <a:gd name="T3" fmla="*/ 2147483647 h 33486"/>
              <a:gd name="T4" fmla="*/ 2147483647 w 42885"/>
              <a:gd name="T5" fmla="*/ 2147483647 h 33486"/>
              <a:gd name="T6" fmla="*/ 0 60000 65536"/>
              <a:gd name="T7" fmla="*/ 0 60000 65536"/>
              <a:gd name="T8" fmla="*/ 0 60000 65536"/>
              <a:gd name="T9" fmla="*/ 0 w 42885"/>
              <a:gd name="T10" fmla="*/ 0 h 33486"/>
              <a:gd name="T11" fmla="*/ 42885 w 42885"/>
              <a:gd name="T12" fmla="*/ 33486 h 334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885" h="33486" fill="none" extrusionOk="0">
                <a:moveTo>
                  <a:pt x="3564" y="33485"/>
                </a:moveTo>
                <a:cubicBezTo>
                  <a:pt x="1239" y="29957"/>
                  <a:pt x="0" y="25825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112" y="-1"/>
                  <a:pt x="41097" y="7567"/>
                  <a:pt x="42885" y="17926"/>
                </a:cubicBezTo>
              </a:path>
              <a:path w="42885" h="33486" stroke="0" extrusionOk="0">
                <a:moveTo>
                  <a:pt x="3564" y="33485"/>
                </a:moveTo>
                <a:cubicBezTo>
                  <a:pt x="1239" y="29957"/>
                  <a:pt x="0" y="25825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112" y="-1"/>
                  <a:pt x="41097" y="7567"/>
                  <a:pt x="42885" y="17926"/>
                </a:cubicBezTo>
                <a:lnTo>
                  <a:pt x="21600" y="21600"/>
                </a:lnTo>
                <a:close/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Arc 48"/>
          <p:cNvSpPr/>
          <p:nvPr/>
        </p:nvSpPr>
        <p:spPr bwMode="auto">
          <a:xfrm flipH="1" flipV="1">
            <a:off x="6588474" y="4129305"/>
            <a:ext cx="274637" cy="238125"/>
          </a:xfrm>
          <a:custGeom>
            <a:avLst/>
            <a:gdLst>
              <a:gd name="T0" fmla="*/ 2147483647 w 41948"/>
              <a:gd name="T1" fmla="*/ 0 h 35374"/>
              <a:gd name="T2" fmla="*/ 0 w 41948"/>
              <a:gd name="T3" fmla="*/ 2147483647 h 35374"/>
              <a:gd name="T4" fmla="*/ 2147483647 w 41948"/>
              <a:gd name="T5" fmla="*/ 2147483647 h 35374"/>
              <a:gd name="T6" fmla="*/ 0 60000 65536"/>
              <a:gd name="T7" fmla="*/ 0 60000 65536"/>
              <a:gd name="T8" fmla="*/ 0 60000 65536"/>
              <a:gd name="T9" fmla="*/ 0 w 41948"/>
              <a:gd name="T10" fmla="*/ 0 h 35374"/>
              <a:gd name="T11" fmla="*/ 41948 w 41948"/>
              <a:gd name="T12" fmla="*/ 35374 h 353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948" h="35374" fill="none" extrusionOk="0">
                <a:moveTo>
                  <a:pt x="36986" y="0"/>
                </a:moveTo>
                <a:cubicBezTo>
                  <a:pt x="40193" y="3874"/>
                  <a:pt x="41948" y="8745"/>
                  <a:pt x="41948" y="13774"/>
                </a:cubicBezTo>
                <a:cubicBezTo>
                  <a:pt x="41948" y="25703"/>
                  <a:pt x="32277" y="35374"/>
                  <a:pt x="20348" y="35374"/>
                </a:cubicBezTo>
                <a:cubicBezTo>
                  <a:pt x="11212" y="35374"/>
                  <a:pt x="3065" y="29626"/>
                  <a:pt x="0" y="21020"/>
                </a:cubicBezTo>
              </a:path>
              <a:path w="41948" h="35374" stroke="0" extrusionOk="0">
                <a:moveTo>
                  <a:pt x="36986" y="0"/>
                </a:moveTo>
                <a:cubicBezTo>
                  <a:pt x="40193" y="3874"/>
                  <a:pt x="41948" y="8745"/>
                  <a:pt x="41948" y="13774"/>
                </a:cubicBezTo>
                <a:cubicBezTo>
                  <a:pt x="41948" y="25703"/>
                  <a:pt x="32277" y="35374"/>
                  <a:pt x="20348" y="35374"/>
                </a:cubicBezTo>
                <a:cubicBezTo>
                  <a:pt x="11212" y="35374"/>
                  <a:pt x="3065" y="29626"/>
                  <a:pt x="0" y="21020"/>
                </a:cubicBezTo>
                <a:lnTo>
                  <a:pt x="20348" y="13774"/>
                </a:lnTo>
                <a:close/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Arc 49"/>
          <p:cNvSpPr/>
          <p:nvPr/>
        </p:nvSpPr>
        <p:spPr bwMode="auto">
          <a:xfrm rot="199466" flipH="1" flipV="1">
            <a:off x="7498111" y="3557805"/>
            <a:ext cx="274638" cy="238125"/>
          </a:xfrm>
          <a:custGeom>
            <a:avLst/>
            <a:gdLst>
              <a:gd name="T0" fmla="*/ 2147483647 w 41948"/>
              <a:gd name="T1" fmla="*/ 0 h 35374"/>
              <a:gd name="T2" fmla="*/ 0 w 41948"/>
              <a:gd name="T3" fmla="*/ 2147483647 h 35374"/>
              <a:gd name="T4" fmla="*/ 2147483647 w 41948"/>
              <a:gd name="T5" fmla="*/ 2147483647 h 35374"/>
              <a:gd name="T6" fmla="*/ 0 60000 65536"/>
              <a:gd name="T7" fmla="*/ 0 60000 65536"/>
              <a:gd name="T8" fmla="*/ 0 60000 65536"/>
              <a:gd name="T9" fmla="*/ 0 w 41948"/>
              <a:gd name="T10" fmla="*/ 0 h 35374"/>
              <a:gd name="T11" fmla="*/ 41948 w 41948"/>
              <a:gd name="T12" fmla="*/ 35374 h 353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948" h="35374" fill="none" extrusionOk="0">
                <a:moveTo>
                  <a:pt x="36986" y="0"/>
                </a:moveTo>
                <a:cubicBezTo>
                  <a:pt x="40193" y="3874"/>
                  <a:pt x="41948" y="8745"/>
                  <a:pt x="41948" y="13774"/>
                </a:cubicBezTo>
                <a:cubicBezTo>
                  <a:pt x="41948" y="25703"/>
                  <a:pt x="32277" y="35374"/>
                  <a:pt x="20348" y="35374"/>
                </a:cubicBezTo>
                <a:cubicBezTo>
                  <a:pt x="11212" y="35374"/>
                  <a:pt x="3065" y="29626"/>
                  <a:pt x="0" y="21020"/>
                </a:cubicBezTo>
              </a:path>
              <a:path w="41948" h="35374" stroke="0" extrusionOk="0">
                <a:moveTo>
                  <a:pt x="36986" y="0"/>
                </a:moveTo>
                <a:cubicBezTo>
                  <a:pt x="40193" y="3874"/>
                  <a:pt x="41948" y="8745"/>
                  <a:pt x="41948" y="13774"/>
                </a:cubicBezTo>
                <a:cubicBezTo>
                  <a:pt x="41948" y="25703"/>
                  <a:pt x="32277" y="35374"/>
                  <a:pt x="20348" y="35374"/>
                </a:cubicBezTo>
                <a:cubicBezTo>
                  <a:pt x="11212" y="35374"/>
                  <a:pt x="3065" y="29626"/>
                  <a:pt x="0" y="21020"/>
                </a:cubicBezTo>
                <a:lnTo>
                  <a:pt x="20348" y="13774"/>
                </a:lnTo>
                <a:close/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Line 50"/>
          <p:cNvSpPr>
            <a:spLocks noChangeShapeType="1"/>
          </p:cNvSpPr>
          <p:nvPr/>
        </p:nvSpPr>
        <p:spPr bwMode="auto">
          <a:xfrm>
            <a:off x="7523511" y="3786405"/>
            <a:ext cx="85725" cy="1460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Freeform 54"/>
          <p:cNvSpPr/>
          <p:nvPr/>
        </p:nvSpPr>
        <p:spPr bwMode="auto">
          <a:xfrm>
            <a:off x="7410799" y="3916580"/>
            <a:ext cx="201612" cy="212725"/>
          </a:xfrm>
          <a:custGeom>
            <a:avLst/>
            <a:gdLst>
              <a:gd name="T0" fmla="*/ 2147483647 w 127"/>
              <a:gd name="T1" fmla="*/ 0 h 134"/>
              <a:gd name="T2" fmla="*/ 2147483647 w 127"/>
              <a:gd name="T3" fmla="*/ 2147483647 h 134"/>
              <a:gd name="T4" fmla="*/ 2147483647 w 127"/>
              <a:gd name="T5" fmla="*/ 2147483647 h 134"/>
              <a:gd name="T6" fmla="*/ 0 w 127"/>
              <a:gd name="T7" fmla="*/ 2147483647 h 134"/>
              <a:gd name="T8" fmla="*/ 0 60000 65536"/>
              <a:gd name="T9" fmla="*/ 0 60000 65536"/>
              <a:gd name="T10" fmla="*/ 0 60000 65536"/>
              <a:gd name="T11" fmla="*/ 0 60000 65536"/>
              <a:gd name="T12" fmla="*/ 0 w 127"/>
              <a:gd name="T13" fmla="*/ 0 h 134"/>
              <a:gd name="T14" fmla="*/ 127 w 127"/>
              <a:gd name="T15" fmla="*/ 134 h 1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7" h="134">
                <a:moveTo>
                  <a:pt x="120" y="0"/>
                </a:moveTo>
                <a:cubicBezTo>
                  <a:pt x="123" y="9"/>
                  <a:pt x="127" y="18"/>
                  <a:pt x="125" y="29"/>
                </a:cubicBezTo>
                <a:cubicBezTo>
                  <a:pt x="123" y="40"/>
                  <a:pt x="127" y="49"/>
                  <a:pt x="106" y="67"/>
                </a:cubicBezTo>
                <a:cubicBezTo>
                  <a:pt x="85" y="85"/>
                  <a:pt x="15" y="122"/>
                  <a:pt x="0" y="134"/>
                </a:cubicBez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Freeform 55"/>
          <p:cNvSpPr/>
          <p:nvPr/>
        </p:nvSpPr>
        <p:spPr bwMode="auto">
          <a:xfrm>
            <a:off x="7588599" y="4310280"/>
            <a:ext cx="244475" cy="80962"/>
          </a:xfrm>
          <a:custGeom>
            <a:avLst/>
            <a:gdLst>
              <a:gd name="T0" fmla="*/ 2147483647 w 178"/>
              <a:gd name="T1" fmla="*/ 2147483647 h 78"/>
              <a:gd name="T2" fmla="*/ 2147483647 w 178"/>
              <a:gd name="T3" fmla="*/ 2147483647 h 78"/>
              <a:gd name="T4" fmla="*/ 2147483647 w 178"/>
              <a:gd name="T5" fmla="*/ 2147483647 h 78"/>
              <a:gd name="T6" fmla="*/ 0 w 178"/>
              <a:gd name="T7" fmla="*/ 2147483647 h 78"/>
              <a:gd name="T8" fmla="*/ 0 60000 65536"/>
              <a:gd name="T9" fmla="*/ 0 60000 65536"/>
              <a:gd name="T10" fmla="*/ 0 60000 65536"/>
              <a:gd name="T11" fmla="*/ 0 60000 65536"/>
              <a:gd name="T12" fmla="*/ 0 w 178"/>
              <a:gd name="T13" fmla="*/ 0 h 78"/>
              <a:gd name="T14" fmla="*/ 178 w 178"/>
              <a:gd name="T15" fmla="*/ 78 h 7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8" h="78">
                <a:moveTo>
                  <a:pt x="178" y="54"/>
                </a:moveTo>
                <a:cubicBezTo>
                  <a:pt x="172" y="48"/>
                  <a:pt x="156" y="22"/>
                  <a:pt x="144" y="15"/>
                </a:cubicBezTo>
                <a:cubicBezTo>
                  <a:pt x="132" y="8"/>
                  <a:pt x="130" y="0"/>
                  <a:pt x="106" y="10"/>
                </a:cubicBezTo>
                <a:cubicBezTo>
                  <a:pt x="82" y="20"/>
                  <a:pt x="22" y="64"/>
                  <a:pt x="0" y="78"/>
                </a:cubicBezTo>
              </a:path>
            </a:pathLst>
          </a:custGeom>
          <a:noFill/>
          <a:ln w="38100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Freeform 56"/>
          <p:cNvSpPr/>
          <p:nvPr/>
        </p:nvSpPr>
        <p:spPr bwMode="auto">
          <a:xfrm>
            <a:off x="7182199" y="4251542"/>
            <a:ext cx="174625" cy="327025"/>
          </a:xfrm>
          <a:custGeom>
            <a:avLst/>
            <a:gdLst>
              <a:gd name="T0" fmla="*/ 0 w 116"/>
              <a:gd name="T1" fmla="*/ 0 h 173"/>
              <a:gd name="T2" fmla="*/ 2147483647 w 116"/>
              <a:gd name="T3" fmla="*/ 2147483647 h 173"/>
              <a:gd name="T4" fmla="*/ 2147483647 w 116"/>
              <a:gd name="T5" fmla="*/ 2147483647 h 173"/>
              <a:gd name="T6" fmla="*/ 2147483647 w 116"/>
              <a:gd name="T7" fmla="*/ 2147483647 h 173"/>
              <a:gd name="T8" fmla="*/ 2147483647 w 116"/>
              <a:gd name="T9" fmla="*/ 2147483647 h 1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6"/>
              <a:gd name="T16" fmla="*/ 0 h 173"/>
              <a:gd name="T17" fmla="*/ 116 w 116"/>
              <a:gd name="T18" fmla="*/ 173 h 1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6" h="173">
                <a:moveTo>
                  <a:pt x="0" y="0"/>
                </a:moveTo>
                <a:cubicBezTo>
                  <a:pt x="3" y="23"/>
                  <a:pt x="6" y="46"/>
                  <a:pt x="15" y="58"/>
                </a:cubicBezTo>
                <a:cubicBezTo>
                  <a:pt x="24" y="70"/>
                  <a:pt x="42" y="64"/>
                  <a:pt x="53" y="72"/>
                </a:cubicBezTo>
                <a:cubicBezTo>
                  <a:pt x="64" y="80"/>
                  <a:pt x="69" y="88"/>
                  <a:pt x="79" y="105"/>
                </a:cubicBezTo>
                <a:cubicBezTo>
                  <a:pt x="89" y="122"/>
                  <a:pt x="108" y="159"/>
                  <a:pt x="116" y="173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Freeform 57"/>
          <p:cNvSpPr/>
          <p:nvPr/>
        </p:nvSpPr>
        <p:spPr bwMode="auto">
          <a:xfrm>
            <a:off x="7410799" y="4121367"/>
            <a:ext cx="198437" cy="282575"/>
          </a:xfrm>
          <a:custGeom>
            <a:avLst/>
            <a:gdLst>
              <a:gd name="T0" fmla="*/ 0 w 125"/>
              <a:gd name="T1" fmla="*/ 0 h 178"/>
              <a:gd name="T2" fmla="*/ 2147483647 w 125"/>
              <a:gd name="T3" fmla="*/ 2147483647 h 178"/>
              <a:gd name="T4" fmla="*/ 2147483647 w 125"/>
              <a:gd name="T5" fmla="*/ 2147483647 h 178"/>
              <a:gd name="T6" fmla="*/ 2147483647 w 125"/>
              <a:gd name="T7" fmla="*/ 2147483647 h 178"/>
              <a:gd name="T8" fmla="*/ 2147483647 w 125"/>
              <a:gd name="T9" fmla="*/ 2147483647 h 1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5"/>
              <a:gd name="T16" fmla="*/ 0 h 178"/>
              <a:gd name="T17" fmla="*/ 125 w 125"/>
              <a:gd name="T18" fmla="*/ 178 h 1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5" h="178">
                <a:moveTo>
                  <a:pt x="0" y="0"/>
                </a:moveTo>
                <a:cubicBezTo>
                  <a:pt x="8" y="15"/>
                  <a:pt x="16" y="31"/>
                  <a:pt x="29" y="44"/>
                </a:cubicBezTo>
                <a:cubicBezTo>
                  <a:pt x="42" y="57"/>
                  <a:pt x="66" y="62"/>
                  <a:pt x="77" y="77"/>
                </a:cubicBezTo>
                <a:cubicBezTo>
                  <a:pt x="88" y="92"/>
                  <a:pt x="84" y="118"/>
                  <a:pt x="92" y="135"/>
                </a:cubicBezTo>
                <a:cubicBezTo>
                  <a:pt x="100" y="152"/>
                  <a:pt x="120" y="169"/>
                  <a:pt x="125" y="178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Line 58"/>
          <p:cNvSpPr>
            <a:spLocks noChangeShapeType="1"/>
          </p:cNvSpPr>
          <p:nvPr/>
        </p:nvSpPr>
        <p:spPr bwMode="auto">
          <a:xfrm flipV="1">
            <a:off x="6644036" y="4119780"/>
            <a:ext cx="133350" cy="3000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Line 59"/>
          <p:cNvSpPr>
            <a:spLocks noChangeShapeType="1"/>
          </p:cNvSpPr>
          <p:nvPr/>
        </p:nvSpPr>
        <p:spPr bwMode="auto">
          <a:xfrm flipV="1">
            <a:off x="6732936" y="4227730"/>
            <a:ext cx="144463" cy="3413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Line 60"/>
          <p:cNvSpPr>
            <a:spLocks noChangeShapeType="1"/>
          </p:cNvSpPr>
          <p:nvPr/>
        </p:nvSpPr>
        <p:spPr bwMode="auto">
          <a:xfrm flipV="1">
            <a:off x="6815486" y="4353142"/>
            <a:ext cx="157163" cy="3667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Line 61"/>
          <p:cNvSpPr>
            <a:spLocks noChangeShapeType="1"/>
          </p:cNvSpPr>
          <p:nvPr/>
        </p:nvSpPr>
        <p:spPr bwMode="auto">
          <a:xfrm flipV="1">
            <a:off x="6898036" y="4275355"/>
            <a:ext cx="249238" cy="592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Line 62"/>
          <p:cNvSpPr>
            <a:spLocks noChangeShapeType="1"/>
          </p:cNvSpPr>
          <p:nvPr/>
        </p:nvSpPr>
        <p:spPr bwMode="auto">
          <a:xfrm flipV="1">
            <a:off x="6978999" y="4369017"/>
            <a:ext cx="268287" cy="6492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Line 63"/>
          <p:cNvSpPr>
            <a:spLocks noChangeShapeType="1"/>
          </p:cNvSpPr>
          <p:nvPr/>
        </p:nvSpPr>
        <p:spPr bwMode="auto">
          <a:xfrm flipV="1">
            <a:off x="7082186" y="4826217"/>
            <a:ext cx="114300" cy="2714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Line 65"/>
          <p:cNvSpPr>
            <a:spLocks noChangeShapeType="1"/>
          </p:cNvSpPr>
          <p:nvPr/>
        </p:nvSpPr>
        <p:spPr bwMode="auto">
          <a:xfrm flipV="1">
            <a:off x="7552086" y="3581617"/>
            <a:ext cx="109538" cy="255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Line 66"/>
          <p:cNvSpPr>
            <a:spLocks noChangeShapeType="1"/>
          </p:cNvSpPr>
          <p:nvPr/>
        </p:nvSpPr>
        <p:spPr bwMode="auto">
          <a:xfrm flipV="1">
            <a:off x="7515574" y="3654642"/>
            <a:ext cx="246062" cy="5762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Line 67"/>
          <p:cNvSpPr>
            <a:spLocks noChangeShapeType="1"/>
          </p:cNvSpPr>
          <p:nvPr/>
        </p:nvSpPr>
        <p:spPr bwMode="auto">
          <a:xfrm flipV="1">
            <a:off x="7593361" y="3794342"/>
            <a:ext cx="249238" cy="5794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Line 68"/>
          <p:cNvSpPr>
            <a:spLocks noChangeShapeType="1"/>
          </p:cNvSpPr>
          <p:nvPr/>
        </p:nvSpPr>
        <p:spPr bwMode="auto">
          <a:xfrm flipV="1">
            <a:off x="7756874" y="3924517"/>
            <a:ext cx="174625" cy="4095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Line 69"/>
          <p:cNvSpPr>
            <a:spLocks noChangeShapeType="1"/>
          </p:cNvSpPr>
          <p:nvPr/>
        </p:nvSpPr>
        <p:spPr bwMode="auto">
          <a:xfrm flipV="1">
            <a:off x="7861649" y="4080092"/>
            <a:ext cx="141287" cy="338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Line 70"/>
          <p:cNvSpPr>
            <a:spLocks noChangeShapeType="1"/>
          </p:cNvSpPr>
          <p:nvPr/>
        </p:nvSpPr>
        <p:spPr bwMode="auto">
          <a:xfrm flipV="1">
            <a:off x="7950549" y="4230905"/>
            <a:ext cx="123825" cy="3079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Line 71"/>
          <p:cNvSpPr>
            <a:spLocks noChangeShapeType="1"/>
          </p:cNvSpPr>
          <p:nvPr/>
        </p:nvSpPr>
        <p:spPr bwMode="auto">
          <a:xfrm flipV="1">
            <a:off x="8075961" y="4357905"/>
            <a:ext cx="74613" cy="2143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Line 72"/>
          <p:cNvSpPr>
            <a:spLocks noChangeShapeType="1"/>
          </p:cNvSpPr>
          <p:nvPr/>
        </p:nvSpPr>
        <p:spPr bwMode="auto">
          <a:xfrm flipH="1">
            <a:off x="3935760" y="1905540"/>
            <a:ext cx="2413999" cy="1266502"/>
          </a:xfrm>
          <a:prstGeom prst="line">
            <a:avLst/>
          </a:prstGeom>
          <a:noFill/>
          <a:ln w="19050">
            <a:solidFill>
              <a:srgbClr val="A50021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Text Box 73" descr="紫色网格"/>
          <p:cNvSpPr txBox="1">
            <a:spLocks noChangeArrowheads="1"/>
          </p:cNvSpPr>
          <p:nvPr/>
        </p:nvSpPr>
        <p:spPr bwMode="auto">
          <a:xfrm>
            <a:off x="4550936" y="5366650"/>
            <a:ext cx="3589338" cy="8318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由两个相交的剖切面剖切</a:t>
            </a:r>
            <a:endParaRPr lang="zh-CN" altLang="en-US" kern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defRPr/>
            </a:pPr>
            <a:r>
              <a:rPr lang="zh-CN" altLang="en-US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得出的断面，</a:t>
            </a:r>
            <a:r>
              <a:rPr lang="zh-CN" altLang="en-US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中间应断开</a:t>
            </a:r>
            <a:endParaRPr lang="zh-CN" altLang="en-US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Line 74"/>
          <p:cNvSpPr>
            <a:spLocks noChangeShapeType="1"/>
          </p:cNvSpPr>
          <p:nvPr/>
        </p:nvSpPr>
        <p:spPr bwMode="auto">
          <a:xfrm flipV="1">
            <a:off x="7461599" y="4443630"/>
            <a:ext cx="92075" cy="931862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Line 76"/>
          <p:cNvSpPr>
            <a:spLocks noChangeShapeType="1"/>
          </p:cNvSpPr>
          <p:nvPr/>
        </p:nvSpPr>
        <p:spPr bwMode="auto">
          <a:xfrm flipV="1">
            <a:off x="7266336" y="4488080"/>
            <a:ext cx="55563" cy="134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1" name="图片 70" descr="PPT14.png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17028" y="3167588"/>
            <a:ext cx="2196495" cy="1976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2" name="图片 71" descr="PPT15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123549" y="4138065"/>
            <a:ext cx="2819401" cy="22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任意多边形 73"/>
          <p:cNvSpPr>
            <a:spLocks noChangeArrowheads="1"/>
          </p:cNvSpPr>
          <p:nvPr/>
        </p:nvSpPr>
        <p:spPr bwMode="auto">
          <a:xfrm>
            <a:off x="6853586" y="4207092"/>
            <a:ext cx="341313" cy="150813"/>
          </a:xfrm>
          <a:custGeom>
            <a:avLst/>
            <a:gdLst>
              <a:gd name="T0" fmla="*/ 4417 w 332016"/>
              <a:gd name="T1" fmla="*/ 12307 h 159066"/>
              <a:gd name="T2" fmla="*/ 10751 w 332016"/>
              <a:gd name="T3" fmla="*/ 12933 h 159066"/>
              <a:gd name="T4" fmla="*/ 68915 w 332016"/>
              <a:gd name="T5" fmla="*/ 89901 h 159066"/>
              <a:gd name="T6" fmla="*/ 114065 w 332016"/>
              <a:gd name="T7" fmla="*/ 111456 h 159066"/>
              <a:gd name="T8" fmla="*/ 181789 w 332016"/>
              <a:gd name="T9" fmla="*/ 109299 h 159066"/>
              <a:gd name="T10" fmla="*/ 381733 w 332016"/>
              <a:gd name="T11" fmla="*/ 33861 h 15906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32016"/>
              <a:gd name="T19" fmla="*/ 0 h 159066"/>
              <a:gd name="T20" fmla="*/ 332016 w 332016"/>
              <a:gd name="T21" fmla="*/ 159066 h 15906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32016" h="159066">
                <a:moveTo>
                  <a:pt x="3842" y="16015"/>
                </a:moveTo>
                <a:cubicBezTo>
                  <a:pt x="4760" y="16151"/>
                  <a:pt x="0" y="0"/>
                  <a:pt x="9350" y="16829"/>
                </a:cubicBezTo>
                <a:cubicBezTo>
                  <a:pt x="18700" y="33658"/>
                  <a:pt x="44964" y="95623"/>
                  <a:pt x="59940" y="116992"/>
                </a:cubicBezTo>
                <a:cubicBezTo>
                  <a:pt x="74916" y="138361"/>
                  <a:pt x="82847" y="140834"/>
                  <a:pt x="99209" y="145041"/>
                </a:cubicBezTo>
                <a:cubicBezTo>
                  <a:pt x="115571" y="149248"/>
                  <a:pt x="119311" y="159066"/>
                  <a:pt x="158112" y="142236"/>
                </a:cubicBezTo>
                <a:cubicBezTo>
                  <a:pt x="196913" y="125407"/>
                  <a:pt x="299760" y="66036"/>
                  <a:pt x="332016" y="44064"/>
                </a:cubicBezTo>
              </a:path>
            </a:pathLst>
          </a:custGeom>
          <a:noFill/>
          <a:ln w="38100" algn="ctr">
            <a:solidFill>
              <a:srgbClr val="000000"/>
            </a:solidFill>
            <a:round/>
          </a:ln>
        </p:spPr>
        <p:txBody>
          <a:bodyPr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任意多边形 74"/>
          <p:cNvSpPr>
            <a:spLocks noChangeArrowheads="1"/>
          </p:cNvSpPr>
          <p:nvPr/>
        </p:nvSpPr>
        <p:spPr bwMode="auto">
          <a:xfrm rot="17840388" flipV="1">
            <a:off x="7070280" y="4607936"/>
            <a:ext cx="357187" cy="180975"/>
          </a:xfrm>
          <a:custGeom>
            <a:avLst/>
            <a:gdLst>
              <a:gd name="T0" fmla="*/ 0 w 351716"/>
              <a:gd name="T1" fmla="*/ 0 h 174430"/>
              <a:gd name="T2" fmla="*/ 85832 w 351716"/>
              <a:gd name="T3" fmla="*/ 159904 h 174430"/>
              <a:gd name="T4" fmla="*/ 128152 w 351716"/>
              <a:gd name="T5" fmla="*/ 193790 h 174430"/>
              <a:gd name="T6" fmla="*/ 191633 w 351716"/>
              <a:gd name="T7" fmla="*/ 190403 h 174430"/>
              <a:gd name="T8" fmla="*/ 379056 w 351716"/>
              <a:gd name="T9" fmla="*/ 71798 h 1744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1716"/>
              <a:gd name="T16" fmla="*/ 0 h 174430"/>
              <a:gd name="T17" fmla="*/ 351716 w 351716"/>
              <a:gd name="T18" fmla="*/ 174430 h 1744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1716" h="174430">
                <a:moveTo>
                  <a:pt x="0" y="0"/>
                </a:moveTo>
                <a:cubicBezTo>
                  <a:pt x="20102" y="39736"/>
                  <a:pt x="59822" y="105622"/>
                  <a:pt x="79640" y="132356"/>
                </a:cubicBezTo>
                <a:cubicBezTo>
                  <a:pt x="99458" y="159090"/>
                  <a:pt x="102547" y="156198"/>
                  <a:pt x="118909" y="160405"/>
                </a:cubicBezTo>
                <a:cubicBezTo>
                  <a:pt x="135271" y="164612"/>
                  <a:pt x="139011" y="174430"/>
                  <a:pt x="177812" y="157600"/>
                </a:cubicBezTo>
                <a:cubicBezTo>
                  <a:pt x="216613" y="140771"/>
                  <a:pt x="319460" y="81400"/>
                  <a:pt x="351716" y="59428"/>
                </a:cubicBezTo>
              </a:path>
            </a:pathLst>
          </a:custGeom>
          <a:noFill/>
          <a:ln w="38100" algn="ctr">
            <a:solidFill>
              <a:srgbClr val="000000"/>
            </a:solidFill>
            <a:round/>
          </a:ln>
        </p:spPr>
        <p:txBody>
          <a:bodyPr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30" t="34501" r="55073" b="14568"/>
          <a:stretch>
            <a:fillRect/>
          </a:stretch>
        </p:blipFill>
        <p:spPr>
          <a:xfrm rot="3900000">
            <a:off x="3461982" y="3661407"/>
            <a:ext cx="1461123" cy="172197"/>
          </a:xfrm>
          <a:prstGeom prst="rect">
            <a:avLst/>
          </a:prstGeom>
        </p:spPr>
      </p:pic>
      <p:pic>
        <p:nvPicPr>
          <p:cNvPr id="76" name="图片 75"/>
          <p:cNvPicPr>
            <a:picLocks noChangeAspect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22" t="33570" r="48490" b="9523"/>
          <a:stretch>
            <a:fillRect/>
          </a:stretch>
        </p:blipFill>
        <p:spPr>
          <a:xfrm rot="8940000">
            <a:off x="6442727" y="3924355"/>
            <a:ext cx="2884681" cy="192402"/>
          </a:xfrm>
          <a:prstGeom prst="rect">
            <a:avLst/>
          </a:prstGeom>
        </p:spPr>
      </p:pic>
      <p:pic>
        <p:nvPicPr>
          <p:cNvPr id="77" name="图片 76"/>
          <p:cNvPicPr>
            <a:picLocks noChangeAspect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71" t="33571" r="48490" b="-4043"/>
          <a:stretch>
            <a:fillRect/>
          </a:stretch>
        </p:blipFill>
        <p:spPr>
          <a:xfrm rot="10200000">
            <a:off x="9106120" y="3034265"/>
            <a:ext cx="1167529" cy="2382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125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000"/>
                            </p:stCondLst>
                            <p:childTnLst>
                              <p:par>
                                <p:cTn id="1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500"/>
                            </p:stCondLst>
                            <p:childTnLst>
                              <p:par>
                                <p:cTn id="1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3000"/>
                            </p:stCondLst>
                            <p:childTnLst>
                              <p:par>
                                <p:cTn id="1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000"/>
                            </p:stCondLst>
                            <p:childTnLst>
                              <p:par>
                                <p:cTn id="1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500"/>
                            </p:stCondLst>
                            <p:childTnLst>
                              <p:par>
                                <p:cTn id="1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2000"/>
                            </p:stCondLst>
                            <p:childTnLst>
                              <p:par>
                                <p:cTn id="1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500"/>
                            </p:stCondLst>
                            <p:childTnLst>
                              <p:par>
                                <p:cTn id="1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3000"/>
                            </p:stCondLst>
                            <p:childTnLst>
                              <p:par>
                                <p:cTn id="1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3500"/>
                            </p:stCondLst>
                            <p:childTnLst>
                              <p:par>
                                <p:cTn id="1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4000"/>
                            </p:stCondLst>
                            <p:childTnLst>
                              <p:par>
                                <p:cTn id="1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4500"/>
                            </p:stCondLst>
                            <p:childTnLst>
                              <p:par>
                                <p:cTn id="1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0"/>
                            </p:stCondLst>
                            <p:childTnLst>
                              <p:par>
                                <p:cTn id="18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5500"/>
                            </p:stCondLst>
                            <p:childTnLst>
                              <p:par>
                                <p:cTn id="18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6000"/>
                            </p:stCondLst>
                            <p:childTnLst>
                              <p:par>
                                <p:cTn id="19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6500"/>
                            </p:stCondLst>
                            <p:childTnLst>
                              <p:par>
                                <p:cTn id="19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75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650"/>
                            </p:stCondLst>
                            <p:childTnLst>
                              <p:par>
                                <p:cTn id="20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 autoUpdateAnimBg="0"/>
      <p:bldP spid="68" grpId="0" animBg="1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38779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断面图的画法及标注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47"/>
          <p:cNvSpPr txBox="1">
            <a:spLocks noChangeArrowheads="1"/>
          </p:cNvSpPr>
          <p:nvPr/>
        </p:nvSpPr>
        <p:spPr bwMode="auto">
          <a:xfrm>
            <a:off x="479376" y="1831614"/>
            <a:ext cx="2201244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重合断面图</a:t>
            </a:r>
            <a:endParaRPr lang="zh-CN" altLang="en-US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841948" y="4498123"/>
            <a:ext cx="3030537" cy="1542736"/>
            <a:chOff x="5154659" y="3778564"/>
            <a:chExt cx="3030537" cy="1542736"/>
          </a:xfrm>
        </p:grpSpPr>
        <p:grpSp>
          <p:nvGrpSpPr>
            <p:cNvPr id="6" name="Group 30"/>
            <p:cNvGrpSpPr/>
            <p:nvPr/>
          </p:nvGrpSpPr>
          <p:grpSpPr bwMode="auto">
            <a:xfrm>
              <a:off x="5154659" y="3917205"/>
              <a:ext cx="3030537" cy="1271588"/>
              <a:chOff x="531" y="2761"/>
              <a:chExt cx="1909" cy="801"/>
            </a:xfrm>
          </p:grpSpPr>
          <p:sp>
            <p:nvSpPr>
              <p:cNvPr id="8" name="Line 31"/>
              <p:cNvSpPr>
                <a:spLocks noChangeShapeType="1"/>
              </p:cNvSpPr>
              <p:nvPr/>
            </p:nvSpPr>
            <p:spPr bwMode="auto">
              <a:xfrm>
                <a:off x="541" y="3401"/>
                <a:ext cx="184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" name="Line 32"/>
              <p:cNvSpPr>
                <a:spLocks noChangeShapeType="1"/>
              </p:cNvSpPr>
              <p:nvPr/>
            </p:nvSpPr>
            <p:spPr bwMode="auto">
              <a:xfrm>
                <a:off x="533" y="3561"/>
                <a:ext cx="190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Line 33"/>
              <p:cNvSpPr>
                <a:spLocks noChangeShapeType="1"/>
              </p:cNvSpPr>
              <p:nvPr/>
            </p:nvSpPr>
            <p:spPr bwMode="auto">
              <a:xfrm>
                <a:off x="580" y="2765"/>
                <a:ext cx="176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Line 35"/>
              <p:cNvSpPr>
                <a:spLocks noChangeShapeType="1"/>
              </p:cNvSpPr>
              <p:nvPr/>
            </p:nvSpPr>
            <p:spPr bwMode="auto">
              <a:xfrm>
                <a:off x="1405" y="2797"/>
                <a:ext cx="0" cy="5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Freeform 36"/>
              <p:cNvSpPr/>
              <p:nvPr/>
            </p:nvSpPr>
            <p:spPr bwMode="auto">
              <a:xfrm>
                <a:off x="1405" y="2766"/>
                <a:ext cx="169" cy="36"/>
              </a:xfrm>
              <a:custGeom>
                <a:avLst/>
                <a:gdLst>
                  <a:gd name="T0" fmla="*/ 0 w 169"/>
                  <a:gd name="T1" fmla="*/ 34 h 36"/>
                  <a:gd name="T2" fmla="*/ 29 w 169"/>
                  <a:gd name="T3" fmla="*/ 5 h 36"/>
                  <a:gd name="T4" fmla="*/ 146 w 169"/>
                  <a:gd name="T5" fmla="*/ 6 h 36"/>
                  <a:gd name="T6" fmla="*/ 169 w 169"/>
                  <a:gd name="T7" fmla="*/ 36 h 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9"/>
                  <a:gd name="T13" fmla="*/ 0 h 36"/>
                  <a:gd name="T14" fmla="*/ 169 w 169"/>
                  <a:gd name="T15" fmla="*/ 36 h 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9" h="36">
                    <a:moveTo>
                      <a:pt x="0" y="34"/>
                    </a:moveTo>
                    <a:cubicBezTo>
                      <a:pt x="2" y="22"/>
                      <a:pt x="5" y="10"/>
                      <a:pt x="29" y="5"/>
                    </a:cubicBezTo>
                    <a:cubicBezTo>
                      <a:pt x="53" y="0"/>
                      <a:pt x="123" y="1"/>
                      <a:pt x="146" y="6"/>
                    </a:cubicBezTo>
                    <a:cubicBezTo>
                      <a:pt x="169" y="11"/>
                      <a:pt x="164" y="30"/>
                      <a:pt x="169" y="36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Line 37"/>
              <p:cNvSpPr>
                <a:spLocks noChangeShapeType="1"/>
              </p:cNvSpPr>
              <p:nvPr/>
            </p:nvSpPr>
            <p:spPr bwMode="auto">
              <a:xfrm>
                <a:off x="1573" y="2801"/>
                <a:ext cx="0" cy="5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Freeform 38"/>
              <p:cNvSpPr/>
              <p:nvPr/>
            </p:nvSpPr>
            <p:spPr bwMode="auto">
              <a:xfrm>
                <a:off x="1574" y="3340"/>
                <a:ext cx="76" cy="60"/>
              </a:xfrm>
              <a:custGeom>
                <a:avLst/>
                <a:gdLst>
                  <a:gd name="T0" fmla="*/ 0 w 76"/>
                  <a:gd name="T1" fmla="*/ 0 h 60"/>
                  <a:gd name="T2" fmla="*/ 5 w 76"/>
                  <a:gd name="T3" fmla="*/ 20 h 60"/>
                  <a:gd name="T4" fmla="*/ 12 w 76"/>
                  <a:gd name="T5" fmla="*/ 33 h 60"/>
                  <a:gd name="T6" fmla="*/ 25 w 76"/>
                  <a:gd name="T7" fmla="*/ 46 h 60"/>
                  <a:gd name="T8" fmla="*/ 41 w 76"/>
                  <a:gd name="T9" fmla="*/ 54 h 60"/>
                  <a:gd name="T10" fmla="*/ 58 w 76"/>
                  <a:gd name="T11" fmla="*/ 59 h 60"/>
                  <a:gd name="T12" fmla="*/ 76 w 76"/>
                  <a:gd name="T13" fmla="*/ 60 h 6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6"/>
                  <a:gd name="T22" fmla="*/ 0 h 60"/>
                  <a:gd name="T23" fmla="*/ 76 w 76"/>
                  <a:gd name="T24" fmla="*/ 60 h 6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6" h="60">
                    <a:moveTo>
                      <a:pt x="0" y="0"/>
                    </a:moveTo>
                    <a:cubicBezTo>
                      <a:pt x="1" y="3"/>
                      <a:pt x="3" y="15"/>
                      <a:pt x="5" y="20"/>
                    </a:cubicBezTo>
                    <a:cubicBezTo>
                      <a:pt x="7" y="25"/>
                      <a:pt x="9" y="29"/>
                      <a:pt x="12" y="33"/>
                    </a:cubicBezTo>
                    <a:cubicBezTo>
                      <a:pt x="15" y="37"/>
                      <a:pt x="20" y="43"/>
                      <a:pt x="25" y="46"/>
                    </a:cubicBezTo>
                    <a:cubicBezTo>
                      <a:pt x="30" y="49"/>
                      <a:pt x="36" y="52"/>
                      <a:pt x="41" y="54"/>
                    </a:cubicBezTo>
                    <a:cubicBezTo>
                      <a:pt x="46" y="56"/>
                      <a:pt x="52" y="58"/>
                      <a:pt x="58" y="59"/>
                    </a:cubicBezTo>
                    <a:cubicBezTo>
                      <a:pt x="64" y="60"/>
                      <a:pt x="72" y="60"/>
                      <a:pt x="76" y="6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Freeform 39"/>
              <p:cNvSpPr/>
              <p:nvPr/>
            </p:nvSpPr>
            <p:spPr bwMode="auto">
              <a:xfrm>
                <a:off x="1333" y="3332"/>
                <a:ext cx="72" cy="70"/>
              </a:xfrm>
              <a:custGeom>
                <a:avLst/>
                <a:gdLst>
                  <a:gd name="T0" fmla="*/ 72 w 72"/>
                  <a:gd name="T1" fmla="*/ 0 h 70"/>
                  <a:gd name="T2" fmla="*/ 68 w 72"/>
                  <a:gd name="T3" fmla="*/ 17 h 70"/>
                  <a:gd name="T4" fmla="*/ 62 w 72"/>
                  <a:gd name="T5" fmla="*/ 30 h 70"/>
                  <a:gd name="T6" fmla="*/ 54 w 72"/>
                  <a:gd name="T7" fmla="*/ 42 h 70"/>
                  <a:gd name="T8" fmla="*/ 42 w 72"/>
                  <a:gd name="T9" fmla="*/ 53 h 70"/>
                  <a:gd name="T10" fmla="*/ 31 w 72"/>
                  <a:gd name="T11" fmla="*/ 60 h 70"/>
                  <a:gd name="T12" fmla="*/ 14 w 72"/>
                  <a:gd name="T13" fmla="*/ 66 h 70"/>
                  <a:gd name="T14" fmla="*/ 0 w 72"/>
                  <a:gd name="T15" fmla="*/ 70 h 7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2"/>
                  <a:gd name="T25" fmla="*/ 0 h 70"/>
                  <a:gd name="T26" fmla="*/ 72 w 72"/>
                  <a:gd name="T27" fmla="*/ 70 h 7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2" h="70">
                    <a:moveTo>
                      <a:pt x="72" y="0"/>
                    </a:moveTo>
                    <a:cubicBezTo>
                      <a:pt x="71" y="6"/>
                      <a:pt x="70" y="12"/>
                      <a:pt x="68" y="17"/>
                    </a:cubicBezTo>
                    <a:cubicBezTo>
                      <a:pt x="66" y="22"/>
                      <a:pt x="64" y="26"/>
                      <a:pt x="62" y="30"/>
                    </a:cubicBezTo>
                    <a:cubicBezTo>
                      <a:pt x="60" y="34"/>
                      <a:pt x="57" y="38"/>
                      <a:pt x="54" y="42"/>
                    </a:cubicBezTo>
                    <a:cubicBezTo>
                      <a:pt x="51" y="46"/>
                      <a:pt x="46" y="50"/>
                      <a:pt x="42" y="53"/>
                    </a:cubicBezTo>
                    <a:cubicBezTo>
                      <a:pt x="38" y="56"/>
                      <a:pt x="35" y="58"/>
                      <a:pt x="31" y="60"/>
                    </a:cubicBezTo>
                    <a:cubicBezTo>
                      <a:pt x="27" y="62"/>
                      <a:pt x="19" y="64"/>
                      <a:pt x="14" y="66"/>
                    </a:cubicBezTo>
                    <a:cubicBezTo>
                      <a:pt x="9" y="68"/>
                      <a:pt x="3" y="69"/>
                      <a:pt x="0" y="7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Freeform 40"/>
              <p:cNvSpPr/>
              <p:nvPr/>
            </p:nvSpPr>
            <p:spPr bwMode="auto">
              <a:xfrm>
                <a:off x="1862" y="3400"/>
                <a:ext cx="79" cy="162"/>
              </a:xfrm>
              <a:custGeom>
                <a:avLst/>
                <a:gdLst>
                  <a:gd name="T0" fmla="*/ 0 w 79"/>
                  <a:gd name="T1" fmla="*/ 0 h 162"/>
                  <a:gd name="T2" fmla="*/ 23 w 79"/>
                  <a:gd name="T3" fmla="*/ 8 h 162"/>
                  <a:gd name="T4" fmla="*/ 41 w 79"/>
                  <a:gd name="T5" fmla="*/ 22 h 162"/>
                  <a:gd name="T6" fmla="*/ 53 w 79"/>
                  <a:gd name="T7" fmla="*/ 40 h 162"/>
                  <a:gd name="T8" fmla="*/ 62 w 79"/>
                  <a:gd name="T9" fmla="*/ 57 h 162"/>
                  <a:gd name="T10" fmla="*/ 68 w 79"/>
                  <a:gd name="T11" fmla="*/ 78 h 162"/>
                  <a:gd name="T12" fmla="*/ 71 w 79"/>
                  <a:gd name="T13" fmla="*/ 92 h 162"/>
                  <a:gd name="T14" fmla="*/ 76 w 79"/>
                  <a:gd name="T15" fmla="*/ 125 h 162"/>
                  <a:gd name="T16" fmla="*/ 77 w 79"/>
                  <a:gd name="T17" fmla="*/ 134 h 162"/>
                  <a:gd name="T18" fmla="*/ 79 w 79"/>
                  <a:gd name="T19" fmla="*/ 162 h 16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9"/>
                  <a:gd name="T31" fmla="*/ 0 h 162"/>
                  <a:gd name="T32" fmla="*/ 79 w 79"/>
                  <a:gd name="T33" fmla="*/ 162 h 16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9" h="162">
                    <a:moveTo>
                      <a:pt x="0" y="0"/>
                    </a:moveTo>
                    <a:cubicBezTo>
                      <a:pt x="8" y="2"/>
                      <a:pt x="16" y="4"/>
                      <a:pt x="23" y="8"/>
                    </a:cubicBezTo>
                    <a:cubicBezTo>
                      <a:pt x="30" y="12"/>
                      <a:pt x="36" y="17"/>
                      <a:pt x="41" y="22"/>
                    </a:cubicBezTo>
                    <a:cubicBezTo>
                      <a:pt x="46" y="27"/>
                      <a:pt x="50" y="34"/>
                      <a:pt x="53" y="40"/>
                    </a:cubicBezTo>
                    <a:cubicBezTo>
                      <a:pt x="56" y="46"/>
                      <a:pt x="60" y="51"/>
                      <a:pt x="62" y="57"/>
                    </a:cubicBezTo>
                    <a:cubicBezTo>
                      <a:pt x="64" y="63"/>
                      <a:pt x="67" y="72"/>
                      <a:pt x="68" y="78"/>
                    </a:cubicBezTo>
                    <a:cubicBezTo>
                      <a:pt x="69" y="84"/>
                      <a:pt x="70" y="84"/>
                      <a:pt x="71" y="92"/>
                    </a:cubicBezTo>
                    <a:cubicBezTo>
                      <a:pt x="72" y="100"/>
                      <a:pt x="75" y="118"/>
                      <a:pt x="76" y="125"/>
                    </a:cubicBezTo>
                    <a:cubicBezTo>
                      <a:pt x="77" y="132"/>
                      <a:pt x="77" y="128"/>
                      <a:pt x="77" y="134"/>
                    </a:cubicBezTo>
                    <a:cubicBezTo>
                      <a:pt x="77" y="140"/>
                      <a:pt x="78" y="151"/>
                      <a:pt x="79" y="162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Freeform 41"/>
              <p:cNvSpPr/>
              <p:nvPr/>
            </p:nvSpPr>
            <p:spPr bwMode="auto">
              <a:xfrm>
                <a:off x="1041" y="3403"/>
                <a:ext cx="86" cy="153"/>
              </a:xfrm>
              <a:custGeom>
                <a:avLst/>
                <a:gdLst>
                  <a:gd name="T0" fmla="*/ 86 w 86"/>
                  <a:gd name="T1" fmla="*/ 0 h 153"/>
                  <a:gd name="T2" fmla="*/ 68 w 86"/>
                  <a:gd name="T3" fmla="*/ 6 h 153"/>
                  <a:gd name="T4" fmla="*/ 57 w 86"/>
                  <a:gd name="T5" fmla="*/ 13 h 153"/>
                  <a:gd name="T6" fmla="*/ 47 w 86"/>
                  <a:gd name="T7" fmla="*/ 19 h 153"/>
                  <a:gd name="T8" fmla="*/ 29 w 86"/>
                  <a:gd name="T9" fmla="*/ 40 h 153"/>
                  <a:gd name="T10" fmla="*/ 28 w 86"/>
                  <a:gd name="T11" fmla="*/ 40 h 153"/>
                  <a:gd name="T12" fmla="*/ 26 w 86"/>
                  <a:gd name="T13" fmla="*/ 46 h 153"/>
                  <a:gd name="T14" fmla="*/ 21 w 86"/>
                  <a:gd name="T15" fmla="*/ 54 h 153"/>
                  <a:gd name="T16" fmla="*/ 16 w 86"/>
                  <a:gd name="T17" fmla="*/ 66 h 153"/>
                  <a:gd name="T18" fmla="*/ 11 w 86"/>
                  <a:gd name="T19" fmla="*/ 78 h 153"/>
                  <a:gd name="T20" fmla="*/ 10 w 86"/>
                  <a:gd name="T21" fmla="*/ 86 h 153"/>
                  <a:gd name="T22" fmla="*/ 7 w 86"/>
                  <a:gd name="T23" fmla="*/ 91 h 153"/>
                  <a:gd name="T24" fmla="*/ 5 w 86"/>
                  <a:gd name="T25" fmla="*/ 99 h 153"/>
                  <a:gd name="T26" fmla="*/ 4 w 86"/>
                  <a:gd name="T27" fmla="*/ 107 h 153"/>
                  <a:gd name="T28" fmla="*/ 1 w 86"/>
                  <a:gd name="T29" fmla="*/ 133 h 153"/>
                  <a:gd name="T30" fmla="*/ 0 w 86"/>
                  <a:gd name="T31" fmla="*/ 129 h 153"/>
                  <a:gd name="T32" fmla="*/ 1 w 86"/>
                  <a:gd name="T33" fmla="*/ 145 h 153"/>
                  <a:gd name="T34" fmla="*/ 2 w 86"/>
                  <a:gd name="T35" fmla="*/ 153 h 15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6"/>
                  <a:gd name="T55" fmla="*/ 0 h 153"/>
                  <a:gd name="T56" fmla="*/ 86 w 86"/>
                  <a:gd name="T57" fmla="*/ 153 h 15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6" h="153">
                    <a:moveTo>
                      <a:pt x="86" y="0"/>
                    </a:moveTo>
                    <a:cubicBezTo>
                      <a:pt x="83" y="1"/>
                      <a:pt x="73" y="4"/>
                      <a:pt x="68" y="6"/>
                    </a:cubicBezTo>
                    <a:cubicBezTo>
                      <a:pt x="63" y="8"/>
                      <a:pt x="60" y="11"/>
                      <a:pt x="57" y="13"/>
                    </a:cubicBezTo>
                    <a:cubicBezTo>
                      <a:pt x="54" y="15"/>
                      <a:pt x="52" y="15"/>
                      <a:pt x="47" y="19"/>
                    </a:cubicBezTo>
                    <a:cubicBezTo>
                      <a:pt x="42" y="23"/>
                      <a:pt x="32" y="37"/>
                      <a:pt x="29" y="40"/>
                    </a:cubicBezTo>
                    <a:cubicBezTo>
                      <a:pt x="26" y="43"/>
                      <a:pt x="28" y="39"/>
                      <a:pt x="28" y="40"/>
                    </a:cubicBezTo>
                    <a:cubicBezTo>
                      <a:pt x="28" y="41"/>
                      <a:pt x="27" y="44"/>
                      <a:pt x="26" y="46"/>
                    </a:cubicBezTo>
                    <a:cubicBezTo>
                      <a:pt x="25" y="48"/>
                      <a:pt x="23" y="51"/>
                      <a:pt x="21" y="54"/>
                    </a:cubicBezTo>
                    <a:cubicBezTo>
                      <a:pt x="19" y="57"/>
                      <a:pt x="18" y="62"/>
                      <a:pt x="16" y="66"/>
                    </a:cubicBezTo>
                    <a:cubicBezTo>
                      <a:pt x="14" y="70"/>
                      <a:pt x="12" y="75"/>
                      <a:pt x="11" y="78"/>
                    </a:cubicBezTo>
                    <a:cubicBezTo>
                      <a:pt x="10" y="81"/>
                      <a:pt x="11" y="84"/>
                      <a:pt x="10" y="86"/>
                    </a:cubicBezTo>
                    <a:cubicBezTo>
                      <a:pt x="9" y="88"/>
                      <a:pt x="8" y="89"/>
                      <a:pt x="7" y="91"/>
                    </a:cubicBezTo>
                    <a:cubicBezTo>
                      <a:pt x="6" y="93"/>
                      <a:pt x="5" y="96"/>
                      <a:pt x="5" y="99"/>
                    </a:cubicBezTo>
                    <a:cubicBezTo>
                      <a:pt x="5" y="102"/>
                      <a:pt x="5" y="101"/>
                      <a:pt x="4" y="107"/>
                    </a:cubicBezTo>
                    <a:cubicBezTo>
                      <a:pt x="3" y="113"/>
                      <a:pt x="2" y="129"/>
                      <a:pt x="1" y="133"/>
                    </a:cubicBezTo>
                    <a:cubicBezTo>
                      <a:pt x="0" y="137"/>
                      <a:pt x="0" y="127"/>
                      <a:pt x="0" y="129"/>
                    </a:cubicBezTo>
                    <a:cubicBezTo>
                      <a:pt x="0" y="131"/>
                      <a:pt x="1" y="141"/>
                      <a:pt x="1" y="145"/>
                    </a:cubicBezTo>
                    <a:cubicBezTo>
                      <a:pt x="1" y="149"/>
                      <a:pt x="2" y="151"/>
                      <a:pt x="2" y="153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Freeform 42"/>
              <p:cNvSpPr/>
              <p:nvPr/>
            </p:nvSpPr>
            <p:spPr bwMode="auto">
              <a:xfrm>
                <a:off x="531" y="2771"/>
                <a:ext cx="75" cy="774"/>
              </a:xfrm>
              <a:custGeom>
                <a:avLst/>
                <a:gdLst>
                  <a:gd name="T0" fmla="*/ 50 w 75"/>
                  <a:gd name="T1" fmla="*/ 0 h 774"/>
                  <a:gd name="T2" fmla="*/ 63 w 75"/>
                  <a:gd name="T3" fmla="*/ 160 h 774"/>
                  <a:gd name="T4" fmla="*/ 69 w 75"/>
                  <a:gd name="T5" fmla="*/ 307 h 774"/>
                  <a:gd name="T6" fmla="*/ 29 w 75"/>
                  <a:gd name="T7" fmla="*/ 417 h 774"/>
                  <a:gd name="T8" fmla="*/ 2 w 75"/>
                  <a:gd name="T9" fmla="*/ 563 h 774"/>
                  <a:gd name="T10" fmla="*/ 42 w 75"/>
                  <a:gd name="T11" fmla="*/ 683 h 774"/>
                  <a:gd name="T12" fmla="*/ 11 w 75"/>
                  <a:gd name="T13" fmla="*/ 774 h 77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5"/>
                  <a:gd name="T22" fmla="*/ 0 h 774"/>
                  <a:gd name="T23" fmla="*/ 75 w 75"/>
                  <a:gd name="T24" fmla="*/ 774 h 77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5" h="774">
                    <a:moveTo>
                      <a:pt x="50" y="0"/>
                    </a:moveTo>
                    <a:cubicBezTo>
                      <a:pt x="50" y="27"/>
                      <a:pt x="60" y="109"/>
                      <a:pt x="63" y="160"/>
                    </a:cubicBezTo>
                    <a:cubicBezTo>
                      <a:pt x="66" y="211"/>
                      <a:pt x="75" y="264"/>
                      <a:pt x="69" y="307"/>
                    </a:cubicBezTo>
                    <a:cubicBezTo>
                      <a:pt x="63" y="350"/>
                      <a:pt x="40" y="375"/>
                      <a:pt x="29" y="417"/>
                    </a:cubicBezTo>
                    <a:cubicBezTo>
                      <a:pt x="18" y="459"/>
                      <a:pt x="0" y="519"/>
                      <a:pt x="2" y="563"/>
                    </a:cubicBezTo>
                    <a:cubicBezTo>
                      <a:pt x="4" y="607"/>
                      <a:pt x="41" y="648"/>
                      <a:pt x="42" y="683"/>
                    </a:cubicBezTo>
                    <a:cubicBezTo>
                      <a:pt x="43" y="718"/>
                      <a:pt x="17" y="755"/>
                      <a:pt x="11" y="774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Freeform 43"/>
              <p:cNvSpPr/>
              <p:nvPr/>
            </p:nvSpPr>
            <p:spPr bwMode="auto">
              <a:xfrm>
                <a:off x="2331" y="2761"/>
                <a:ext cx="95" cy="787"/>
              </a:xfrm>
              <a:custGeom>
                <a:avLst/>
                <a:gdLst>
                  <a:gd name="T0" fmla="*/ 15 w 95"/>
                  <a:gd name="T1" fmla="*/ 0 h 787"/>
                  <a:gd name="T2" fmla="*/ 2 w 95"/>
                  <a:gd name="T3" fmla="*/ 80 h 787"/>
                  <a:gd name="T4" fmla="*/ 2 w 95"/>
                  <a:gd name="T5" fmla="*/ 187 h 787"/>
                  <a:gd name="T6" fmla="*/ 15 w 95"/>
                  <a:gd name="T7" fmla="*/ 293 h 787"/>
                  <a:gd name="T8" fmla="*/ 29 w 95"/>
                  <a:gd name="T9" fmla="*/ 413 h 787"/>
                  <a:gd name="T10" fmla="*/ 15 w 95"/>
                  <a:gd name="T11" fmla="*/ 560 h 787"/>
                  <a:gd name="T12" fmla="*/ 55 w 95"/>
                  <a:gd name="T13" fmla="*/ 680 h 787"/>
                  <a:gd name="T14" fmla="*/ 95 w 95"/>
                  <a:gd name="T15" fmla="*/ 787 h 7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5"/>
                  <a:gd name="T25" fmla="*/ 0 h 787"/>
                  <a:gd name="T26" fmla="*/ 95 w 95"/>
                  <a:gd name="T27" fmla="*/ 787 h 78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5" h="787">
                    <a:moveTo>
                      <a:pt x="15" y="0"/>
                    </a:moveTo>
                    <a:cubicBezTo>
                      <a:pt x="9" y="24"/>
                      <a:pt x="4" y="49"/>
                      <a:pt x="2" y="80"/>
                    </a:cubicBezTo>
                    <a:cubicBezTo>
                      <a:pt x="0" y="111"/>
                      <a:pt x="0" y="152"/>
                      <a:pt x="2" y="187"/>
                    </a:cubicBezTo>
                    <a:cubicBezTo>
                      <a:pt x="4" y="222"/>
                      <a:pt x="11" y="255"/>
                      <a:pt x="15" y="293"/>
                    </a:cubicBezTo>
                    <a:cubicBezTo>
                      <a:pt x="19" y="331"/>
                      <a:pt x="29" y="369"/>
                      <a:pt x="29" y="413"/>
                    </a:cubicBezTo>
                    <a:cubicBezTo>
                      <a:pt x="29" y="457"/>
                      <a:pt x="11" y="516"/>
                      <a:pt x="15" y="560"/>
                    </a:cubicBezTo>
                    <a:cubicBezTo>
                      <a:pt x="19" y="604"/>
                      <a:pt x="42" y="642"/>
                      <a:pt x="55" y="680"/>
                    </a:cubicBezTo>
                    <a:cubicBezTo>
                      <a:pt x="68" y="718"/>
                      <a:pt x="88" y="767"/>
                      <a:pt x="95" y="787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Line 44"/>
              <p:cNvSpPr>
                <a:spLocks noChangeShapeType="1"/>
              </p:cNvSpPr>
              <p:nvPr/>
            </p:nvSpPr>
            <p:spPr bwMode="auto">
              <a:xfrm flipV="1">
                <a:off x="1413" y="2803"/>
                <a:ext cx="153" cy="15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Line 45"/>
              <p:cNvSpPr>
                <a:spLocks noChangeShapeType="1"/>
              </p:cNvSpPr>
              <p:nvPr/>
            </p:nvSpPr>
            <p:spPr bwMode="auto">
              <a:xfrm flipV="1">
                <a:off x="1400" y="2956"/>
                <a:ext cx="179" cy="1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Line 46"/>
              <p:cNvSpPr>
                <a:spLocks noChangeShapeType="1"/>
              </p:cNvSpPr>
              <p:nvPr/>
            </p:nvSpPr>
            <p:spPr bwMode="auto">
              <a:xfrm flipV="1">
                <a:off x="1413" y="3136"/>
                <a:ext cx="159" cy="1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Line 47"/>
              <p:cNvSpPr>
                <a:spLocks noChangeShapeType="1"/>
              </p:cNvSpPr>
              <p:nvPr/>
            </p:nvSpPr>
            <p:spPr bwMode="auto">
              <a:xfrm flipV="1">
                <a:off x="1336" y="3303"/>
                <a:ext cx="242" cy="24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Line 48"/>
              <p:cNvSpPr>
                <a:spLocks noChangeShapeType="1"/>
              </p:cNvSpPr>
              <p:nvPr/>
            </p:nvSpPr>
            <p:spPr bwMode="auto">
              <a:xfrm flipV="1">
                <a:off x="1509" y="3392"/>
                <a:ext cx="153" cy="15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Line 49"/>
              <p:cNvSpPr>
                <a:spLocks noChangeShapeType="1"/>
              </p:cNvSpPr>
              <p:nvPr/>
            </p:nvSpPr>
            <p:spPr bwMode="auto">
              <a:xfrm flipV="1">
                <a:off x="1663" y="3385"/>
                <a:ext cx="153" cy="15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Line 50"/>
              <p:cNvSpPr>
                <a:spLocks noChangeShapeType="1"/>
              </p:cNvSpPr>
              <p:nvPr/>
            </p:nvSpPr>
            <p:spPr bwMode="auto">
              <a:xfrm flipV="1">
                <a:off x="1803" y="3442"/>
                <a:ext cx="109" cy="10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Line 51"/>
              <p:cNvSpPr>
                <a:spLocks noChangeShapeType="1"/>
              </p:cNvSpPr>
              <p:nvPr/>
            </p:nvSpPr>
            <p:spPr bwMode="auto">
              <a:xfrm flipV="1">
                <a:off x="1182" y="3385"/>
                <a:ext cx="153" cy="15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Line 52"/>
              <p:cNvSpPr>
                <a:spLocks noChangeShapeType="1"/>
              </p:cNvSpPr>
              <p:nvPr/>
            </p:nvSpPr>
            <p:spPr bwMode="auto">
              <a:xfrm flipV="1">
                <a:off x="1036" y="3386"/>
                <a:ext cx="140" cy="1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30" t="28457" r="53973" b="14568"/>
            <a:stretch>
              <a:fillRect/>
            </a:stretch>
          </p:blipFill>
          <p:spPr>
            <a:xfrm rot="5400000">
              <a:off x="5905648" y="4453615"/>
              <a:ext cx="1542736" cy="192633"/>
            </a:xfrm>
            <a:prstGeom prst="rect">
              <a:avLst/>
            </a:prstGeom>
          </p:spPr>
        </p:pic>
      </p:grpSp>
      <p:grpSp>
        <p:nvGrpSpPr>
          <p:cNvPr id="31" name="Group 3"/>
          <p:cNvGrpSpPr/>
          <p:nvPr/>
        </p:nvGrpSpPr>
        <p:grpSpPr bwMode="auto">
          <a:xfrm>
            <a:off x="4926085" y="1869751"/>
            <a:ext cx="2771775" cy="2152650"/>
            <a:chOff x="619" y="637"/>
            <a:chExt cx="1746" cy="1356"/>
          </a:xfrm>
        </p:grpSpPr>
        <p:grpSp>
          <p:nvGrpSpPr>
            <p:cNvPr id="32" name="Group 4"/>
            <p:cNvGrpSpPr/>
            <p:nvPr/>
          </p:nvGrpSpPr>
          <p:grpSpPr bwMode="auto">
            <a:xfrm>
              <a:off x="619" y="893"/>
              <a:ext cx="1746" cy="832"/>
              <a:chOff x="3040" y="1560"/>
              <a:chExt cx="1746" cy="832"/>
            </a:xfrm>
          </p:grpSpPr>
          <p:sp>
            <p:nvSpPr>
              <p:cNvPr id="38" name="Line 5"/>
              <p:cNvSpPr>
                <a:spLocks noChangeShapeType="1"/>
              </p:cNvSpPr>
              <p:nvPr/>
            </p:nvSpPr>
            <p:spPr bwMode="auto">
              <a:xfrm>
                <a:off x="3075" y="1561"/>
                <a:ext cx="169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9" name="Group 6"/>
              <p:cNvGrpSpPr/>
              <p:nvPr/>
            </p:nvGrpSpPr>
            <p:grpSpPr bwMode="auto">
              <a:xfrm>
                <a:off x="3040" y="1560"/>
                <a:ext cx="1746" cy="832"/>
                <a:chOff x="3160" y="813"/>
                <a:chExt cx="1746" cy="832"/>
              </a:xfrm>
            </p:grpSpPr>
            <p:sp>
              <p:nvSpPr>
                <p:cNvPr id="40" name="Line 7"/>
                <p:cNvSpPr>
                  <a:spLocks noChangeShapeType="1"/>
                </p:cNvSpPr>
                <p:nvPr/>
              </p:nvSpPr>
              <p:spPr bwMode="auto">
                <a:xfrm>
                  <a:off x="3173" y="1516"/>
                  <a:ext cx="1706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1" name="Line 8"/>
                <p:cNvSpPr>
                  <a:spLocks noChangeShapeType="1"/>
                </p:cNvSpPr>
                <p:nvPr/>
              </p:nvSpPr>
              <p:spPr bwMode="auto">
                <a:xfrm>
                  <a:off x="3186" y="1640"/>
                  <a:ext cx="1720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2" name="Freeform 9"/>
                <p:cNvSpPr/>
                <p:nvPr/>
              </p:nvSpPr>
              <p:spPr bwMode="auto">
                <a:xfrm>
                  <a:off x="3160" y="813"/>
                  <a:ext cx="49" cy="832"/>
                </a:xfrm>
                <a:custGeom>
                  <a:avLst/>
                  <a:gdLst>
                    <a:gd name="T0" fmla="*/ 27 w 49"/>
                    <a:gd name="T1" fmla="*/ 0 h 832"/>
                    <a:gd name="T2" fmla="*/ 46 w 49"/>
                    <a:gd name="T3" fmla="*/ 96 h 832"/>
                    <a:gd name="T4" fmla="*/ 46 w 49"/>
                    <a:gd name="T5" fmla="*/ 198 h 832"/>
                    <a:gd name="T6" fmla="*/ 27 w 49"/>
                    <a:gd name="T7" fmla="*/ 288 h 832"/>
                    <a:gd name="T8" fmla="*/ 2 w 49"/>
                    <a:gd name="T9" fmla="*/ 390 h 832"/>
                    <a:gd name="T10" fmla="*/ 14 w 49"/>
                    <a:gd name="T11" fmla="*/ 454 h 832"/>
                    <a:gd name="T12" fmla="*/ 27 w 49"/>
                    <a:gd name="T13" fmla="*/ 569 h 832"/>
                    <a:gd name="T14" fmla="*/ 14 w 49"/>
                    <a:gd name="T15" fmla="*/ 697 h 832"/>
                    <a:gd name="T16" fmla="*/ 14 w 49"/>
                    <a:gd name="T17" fmla="*/ 781 h 832"/>
                    <a:gd name="T18" fmla="*/ 27 w 49"/>
                    <a:gd name="T19" fmla="*/ 825 h 83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49"/>
                    <a:gd name="T31" fmla="*/ 0 h 832"/>
                    <a:gd name="T32" fmla="*/ 49 w 49"/>
                    <a:gd name="T33" fmla="*/ 832 h 83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49" h="832">
                      <a:moveTo>
                        <a:pt x="27" y="0"/>
                      </a:moveTo>
                      <a:cubicBezTo>
                        <a:pt x="35" y="31"/>
                        <a:pt x="43" y="63"/>
                        <a:pt x="46" y="96"/>
                      </a:cubicBezTo>
                      <a:cubicBezTo>
                        <a:pt x="49" y="129"/>
                        <a:pt x="49" y="166"/>
                        <a:pt x="46" y="198"/>
                      </a:cubicBezTo>
                      <a:cubicBezTo>
                        <a:pt x="43" y="230"/>
                        <a:pt x="34" y="256"/>
                        <a:pt x="27" y="288"/>
                      </a:cubicBezTo>
                      <a:cubicBezTo>
                        <a:pt x="20" y="320"/>
                        <a:pt x="4" y="362"/>
                        <a:pt x="2" y="390"/>
                      </a:cubicBezTo>
                      <a:cubicBezTo>
                        <a:pt x="0" y="418"/>
                        <a:pt x="10" y="424"/>
                        <a:pt x="14" y="454"/>
                      </a:cubicBezTo>
                      <a:cubicBezTo>
                        <a:pt x="18" y="484"/>
                        <a:pt x="27" y="529"/>
                        <a:pt x="27" y="569"/>
                      </a:cubicBezTo>
                      <a:cubicBezTo>
                        <a:pt x="27" y="609"/>
                        <a:pt x="16" y="662"/>
                        <a:pt x="14" y="697"/>
                      </a:cubicBezTo>
                      <a:cubicBezTo>
                        <a:pt x="12" y="732"/>
                        <a:pt x="12" y="760"/>
                        <a:pt x="14" y="781"/>
                      </a:cubicBezTo>
                      <a:cubicBezTo>
                        <a:pt x="16" y="802"/>
                        <a:pt x="39" y="832"/>
                        <a:pt x="27" y="82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3" name="Freeform 10"/>
                <p:cNvSpPr/>
                <p:nvPr/>
              </p:nvSpPr>
              <p:spPr bwMode="auto">
                <a:xfrm>
                  <a:off x="4855" y="813"/>
                  <a:ext cx="46" cy="824"/>
                </a:xfrm>
                <a:custGeom>
                  <a:avLst/>
                  <a:gdLst>
                    <a:gd name="T0" fmla="*/ 22 w 46"/>
                    <a:gd name="T1" fmla="*/ 0 h 824"/>
                    <a:gd name="T2" fmla="*/ 3 w 46"/>
                    <a:gd name="T3" fmla="*/ 77 h 824"/>
                    <a:gd name="T4" fmla="*/ 9 w 46"/>
                    <a:gd name="T5" fmla="*/ 147 h 824"/>
                    <a:gd name="T6" fmla="*/ 15 w 46"/>
                    <a:gd name="T7" fmla="*/ 217 h 824"/>
                    <a:gd name="T8" fmla="*/ 28 w 46"/>
                    <a:gd name="T9" fmla="*/ 288 h 824"/>
                    <a:gd name="T10" fmla="*/ 22 w 46"/>
                    <a:gd name="T11" fmla="*/ 345 h 824"/>
                    <a:gd name="T12" fmla="*/ 9 w 46"/>
                    <a:gd name="T13" fmla="*/ 416 h 824"/>
                    <a:gd name="T14" fmla="*/ 3 w 46"/>
                    <a:gd name="T15" fmla="*/ 512 h 824"/>
                    <a:gd name="T16" fmla="*/ 28 w 46"/>
                    <a:gd name="T17" fmla="*/ 608 h 824"/>
                    <a:gd name="T18" fmla="*/ 28 w 46"/>
                    <a:gd name="T19" fmla="*/ 659 h 824"/>
                    <a:gd name="T20" fmla="*/ 15 w 46"/>
                    <a:gd name="T21" fmla="*/ 704 h 824"/>
                    <a:gd name="T22" fmla="*/ 28 w 46"/>
                    <a:gd name="T23" fmla="*/ 755 h 824"/>
                    <a:gd name="T24" fmla="*/ 46 w 46"/>
                    <a:gd name="T25" fmla="*/ 824 h 82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46"/>
                    <a:gd name="T40" fmla="*/ 0 h 824"/>
                    <a:gd name="T41" fmla="*/ 46 w 46"/>
                    <a:gd name="T42" fmla="*/ 824 h 824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46" h="824">
                      <a:moveTo>
                        <a:pt x="22" y="0"/>
                      </a:moveTo>
                      <a:cubicBezTo>
                        <a:pt x="13" y="26"/>
                        <a:pt x="5" y="53"/>
                        <a:pt x="3" y="77"/>
                      </a:cubicBezTo>
                      <a:cubicBezTo>
                        <a:pt x="1" y="101"/>
                        <a:pt x="7" y="124"/>
                        <a:pt x="9" y="147"/>
                      </a:cubicBezTo>
                      <a:cubicBezTo>
                        <a:pt x="11" y="170"/>
                        <a:pt x="12" y="194"/>
                        <a:pt x="15" y="217"/>
                      </a:cubicBezTo>
                      <a:cubicBezTo>
                        <a:pt x="18" y="240"/>
                        <a:pt x="27" y="267"/>
                        <a:pt x="28" y="288"/>
                      </a:cubicBezTo>
                      <a:cubicBezTo>
                        <a:pt x="29" y="309"/>
                        <a:pt x="25" y="324"/>
                        <a:pt x="22" y="345"/>
                      </a:cubicBezTo>
                      <a:cubicBezTo>
                        <a:pt x="19" y="366"/>
                        <a:pt x="12" y="388"/>
                        <a:pt x="9" y="416"/>
                      </a:cubicBezTo>
                      <a:cubicBezTo>
                        <a:pt x="6" y="444"/>
                        <a:pt x="0" y="480"/>
                        <a:pt x="3" y="512"/>
                      </a:cubicBezTo>
                      <a:cubicBezTo>
                        <a:pt x="6" y="544"/>
                        <a:pt x="24" y="584"/>
                        <a:pt x="28" y="608"/>
                      </a:cubicBezTo>
                      <a:cubicBezTo>
                        <a:pt x="32" y="632"/>
                        <a:pt x="30" y="643"/>
                        <a:pt x="28" y="659"/>
                      </a:cubicBezTo>
                      <a:cubicBezTo>
                        <a:pt x="26" y="675"/>
                        <a:pt x="15" y="688"/>
                        <a:pt x="15" y="704"/>
                      </a:cubicBezTo>
                      <a:cubicBezTo>
                        <a:pt x="15" y="720"/>
                        <a:pt x="23" y="735"/>
                        <a:pt x="28" y="755"/>
                      </a:cubicBezTo>
                      <a:cubicBezTo>
                        <a:pt x="33" y="775"/>
                        <a:pt x="42" y="810"/>
                        <a:pt x="46" y="824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" name="Line 11"/>
                <p:cNvSpPr>
                  <a:spLocks noChangeShapeType="1"/>
                </p:cNvSpPr>
                <p:nvPr/>
              </p:nvSpPr>
              <p:spPr bwMode="auto">
                <a:xfrm>
                  <a:off x="3763" y="813"/>
                  <a:ext cx="0" cy="82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" name="Arc 12"/>
                <p:cNvSpPr/>
                <p:nvPr/>
              </p:nvSpPr>
              <p:spPr bwMode="auto">
                <a:xfrm flipV="1">
                  <a:off x="3754" y="818"/>
                  <a:ext cx="129" cy="116"/>
                </a:xfrm>
                <a:custGeom>
                  <a:avLst/>
                  <a:gdLst>
                    <a:gd name="T0" fmla="*/ 0 w 23948"/>
                    <a:gd name="T1" fmla="*/ 0 h 21600"/>
                    <a:gd name="T2" fmla="*/ 0 w 23948"/>
                    <a:gd name="T3" fmla="*/ 0 h 21600"/>
                    <a:gd name="T4" fmla="*/ 0 w 23948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3948"/>
                    <a:gd name="T10" fmla="*/ 0 h 21600"/>
                    <a:gd name="T11" fmla="*/ 23948 w 23948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3948" h="21600" fill="none" extrusionOk="0">
                      <a:moveTo>
                        <a:pt x="23948" y="161"/>
                      </a:moveTo>
                      <a:cubicBezTo>
                        <a:pt x="23859" y="12027"/>
                        <a:pt x="14215" y="21599"/>
                        <a:pt x="2349" y="21600"/>
                      </a:cubicBezTo>
                      <a:cubicBezTo>
                        <a:pt x="1564" y="21600"/>
                        <a:pt x="780" y="21557"/>
                        <a:pt x="0" y="21471"/>
                      </a:cubicBezTo>
                    </a:path>
                    <a:path w="23948" h="21600" stroke="0" extrusionOk="0">
                      <a:moveTo>
                        <a:pt x="23948" y="161"/>
                      </a:moveTo>
                      <a:cubicBezTo>
                        <a:pt x="23859" y="12027"/>
                        <a:pt x="14215" y="21599"/>
                        <a:pt x="2349" y="21600"/>
                      </a:cubicBezTo>
                      <a:cubicBezTo>
                        <a:pt x="1564" y="21600"/>
                        <a:pt x="780" y="21557"/>
                        <a:pt x="0" y="21471"/>
                      </a:cubicBezTo>
                      <a:lnTo>
                        <a:pt x="2349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" name="Arc 13"/>
                <p:cNvSpPr/>
                <p:nvPr/>
              </p:nvSpPr>
              <p:spPr bwMode="auto">
                <a:xfrm flipV="1">
                  <a:off x="4270" y="1517"/>
                  <a:ext cx="121" cy="120"/>
                </a:xfrm>
                <a:custGeom>
                  <a:avLst/>
                  <a:gdLst>
                    <a:gd name="T0" fmla="*/ 0 w 21582"/>
                    <a:gd name="T1" fmla="*/ 0 h 21426"/>
                    <a:gd name="T2" fmla="*/ 0 w 21582"/>
                    <a:gd name="T3" fmla="*/ 0 h 21426"/>
                    <a:gd name="T4" fmla="*/ 0 w 21582"/>
                    <a:gd name="T5" fmla="*/ 0 h 21426"/>
                    <a:gd name="T6" fmla="*/ 0 60000 65536"/>
                    <a:gd name="T7" fmla="*/ 0 60000 65536"/>
                    <a:gd name="T8" fmla="*/ 0 60000 65536"/>
                    <a:gd name="T9" fmla="*/ 0 w 21582"/>
                    <a:gd name="T10" fmla="*/ 0 h 21426"/>
                    <a:gd name="T11" fmla="*/ 21582 w 21582"/>
                    <a:gd name="T12" fmla="*/ 21426 h 2142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582" h="21426" fill="none" extrusionOk="0">
                      <a:moveTo>
                        <a:pt x="21582" y="872"/>
                      </a:moveTo>
                      <a:cubicBezTo>
                        <a:pt x="21156" y="11404"/>
                        <a:pt x="13191" y="20091"/>
                        <a:pt x="2735" y="21426"/>
                      </a:cubicBezTo>
                    </a:path>
                    <a:path w="21582" h="21426" stroke="0" extrusionOk="0">
                      <a:moveTo>
                        <a:pt x="21582" y="872"/>
                      </a:moveTo>
                      <a:cubicBezTo>
                        <a:pt x="21156" y="11404"/>
                        <a:pt x="13191" y="20091"/>
                        <a:pt x="2735" y="21426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7" name="Line 14"/>
                <p:cNvSpPr>
                  <a:spLocks noChangeShapeType="1"/>
                </p:cNvSpPr>
                <p:nvPr/>
              </p:nvSpPr>
              <p:spPr bwMode="auto">
                <a:xfrm>
                  <a:off x="3885" y="928"/>
                  <a:ext cx="0" cy="4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8" name="Arc 15"/>
                <p:cNvSpPr/>
                <p:nvPr/>
              </p:nvSpPr>
              <p:spPr bwMode="auto">
                <a:xfrm flipV="1">
                  <a:off x="3883" y="1379"/>
                  <a:ext cx="134" cy="143"/>
                </a:xfrm>
                <a:custGeom>
                  <a:avLst/>
                  <a:gdLst>
                    <a:gd name="T0" fmla="*/ 0 w 21600"/>
                    <a:gd name="T1" fmla="*/ 0 h 25058"/>
                    <a:gd name="T2" fmla="*/ 0 w 21600"/>
                    <a:gd name="T3" fmla="*/ 0 h 25058"/>
                    <a:gd name="T4" fmla="*/ 0 w 21600"/>
                    <a:gd name="T5" fmla="*/ 0 h 25058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5058"/>
                    <a:gd name="T11" fmla="*/ 21600 w 21600"/>
                    <a:gd name="T12" fmla="*/ 25058 h 2505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5058" fill="none" extrusionOk="0">
                      <a:moveTo>
                        <a:pt x="288" y="25058"/>
                      </a:moveTo>
                      <a:cubicBezTo>
                        <a:pt x="96" y="23894"/>
                        <a:pt x="0" y="22717"/>
                        <a:pt x="0" y="21538"/>
                      </a:cubicBezTo>
                      <a:cubicBezTo>
                        <a:pt x="-1" y="10241"/>
                        <a:pt x="8704" y="852"/>
                        <a:pt x="19968" y="-1"/>
                      </a:cubicBezTo>
                    </a:path>
                    <a:path w="21600" h="25058" stroke="0" extrusionOk="0">
                      <a:moveTo>
                        <a:pt x="288" y="25058"/>
                      </a:moveTo>
                      <a:cubicBezTo>
                        <a:pt x="96" y="23894"/>
                        <a:pt x="0" y="22717"/>
                        <a:pt x="0" y="21538"/>
                      </a:cubicBezTo>
                      <a:cubicBezTo>
                        <a:pt x="-1" y="10241"/>
                        <a:pt x="8704" y="852"/>
                        <a:pt x="19968" y="-1"/>
                      </a:cubicBezTo>
                      <a:lnTo>
                        <a:pt x="21600" y="21538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9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3763" y="869"/>
                  <a:ext cx="110" cy="11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3768" y="999"/>
                  <a:ext cx="114" cy="11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3763" y="1124"/>
                  <a:ext cx="120" cy="11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2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3763" y="1243"/>
                  <a:ext cx="124" cy="12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3768" y="1368"/>
                  <a:ext cx="120" cy="1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4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3768" y="1474"/>
                  <a:ext cx="154" cy="15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5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3903" y="1526"/>
                  <a:ext cx="110" cy="11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6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4032" y="1517"/>
                  <a:ext cx="119" cy="11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7" name="Line 24"/>
                <p:cNvSpPr>
                  <a:spLocks noChangeShapeType="1"/>
                </p:cNvSpPr>
                <p:nvPr/>
              </p:nvSpPr>
              <p:spPr bwMode="auto">
                <a:xfrm flipV="1">
                  <a:off x="4166" y="1522"/>
                  <a:ext cx="115" cy="11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8" name="Line 25"/>
                <p:cNvSpPr>
                  <a:spLocks noChangeShapeType="1"/>
                </p:cNvSpPr>
                <p:nvPr/>
              </p:nvSpPr>
              <p:spPr bwMode="auto">
                <a:xfrm flipV="1">
                  <a:off x="4291" y="1565"/>
                  <a:ext cx="76" cy="7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33" name="Line 26"/>
            <p:cNvSpPr>
              <a:spLocks noChangeShapeType="1"/>
            </p:cNvSpPr>
            <p:nvPr/>
          </p:nvSpPr>
          <p:spPr bwMode="auto">
            <a:xfrm>
              <a:off x="1227" y="637"/>
              <a:ext cx="0" cy="170"/>
            </a:xfrm>
            <a:prstGeom prst="line">
              <a:avLst/>
            </a:prstGeom>
            <a:noFill/>
            <a:ln w="57150">
              <a:solidFill>
                <a:srgbClr val="A50021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27"/>
            <p:cNvSpPr>
              <a:spLocks noChangeShapeType="1"/>
            </p:cNvSpPr>
            <p:nvPr/>
          </p:nvSpPr>
          <p:spPr bwMode="auto">
            <a:xfrm>
              <a:off x="1240" y="1823"/>
              <a:ext cx="0" cy="170"/>
            </a:xfrm>
            <a:prstGeom prst="line">
              <a:avLst/>
            </a:prstGeom>
            <a:noFill/>
            <a:ln w="57150">
              <a:solidFill>
                <a:srgbClr val="A50021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28"/>
            <p:cNvSpPr>
              <a:spLocks noChangeShapeType="1"/>
            </p:cNvSpPr>
            <p:nvPr/>
          </p:nvSpPr>
          <p:spPr bwMode="auto">
            <a:xfrm>
              <a:off x="1206" y="639"/>
              <a:ext cx="230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Line 29"/>
            <p:cNvSpPr>
              <a:spLocks noChangeShapeType="1"/>
            </p:cNvSpPr>
            <p:nvPr/>
          </p:nvSpPr>
          <p:spPr bwMode="auto">
            <a:xfrm>
              <a:off x="1226" y="1985"/>
              <a:ext cx="230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9" name="Text Box 53"/>
          <p:cNvSpPr txBox="1">
            <a:spLocks noChangeArrowheads="1"/>
          </p:cNvSpPr>
          <p:nvPr/>
        </p:nvSpPr>
        <p:spPr bwMode="auto">
          <a:xfrm>
            <a:off x="1512351" y="2468239"/>
            <a:ext cx="1008609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 法</a:t>
            </a:r>
            <a:endParaRPr kumimoji="1"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Text Box 54"/>
          <p:cNvSpPr txBox="1">
            <a:spLocks noChangeArrowheads="1"/>
          </p:cNvSpPr>
          <p:nvPr/>
        </p:nvSpPr>
        <p:spPr bwMode="auto">
          <a:xfrm>
            <a:off x="684288" y="3244905"/>
            <a:ext cx="4548187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断面</a:t>
            </a: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轮廓线为细实线</a:t>
            </a:r>
            <a:endParaRPr kumimoji="1" lang="zh-CN" altLang="en-US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 Box 55"/>
          <p:cNvSpPr txBox="1">
            <a:spLocks noChangeArrowheads="1"/>
          </p:cNvSpPr>
          <p:nvPr/>
        </p:nvSpPr>
        <p:spPr bwMode="auto">
          <a:xfrm>
            <a:off x="9225036" y="2139626"/>
            <a:ext cx="1008609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FF0000"/>
                </a:solidFill>
                <a:latin typeface="+mn-ea"/>
              </a:defRPr>
            </a:lvl1pPr>
          </a:lstStyle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 注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 Box 56" descr="棕色大理石"/>
          <p:cNvSpPr txBox="1">
            <a:spLocks noChangeArrowheads="1"/>
          </p:cNvSpPr>
          <p:nvPr/>
        </p:nvSpPr>
        <p:spPr bwMode="auto">
          <a:xfrm>
            <a:off x="8391598" y="2784113"/>
            <a:ext cx="3046663" cy="8302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不对称</a:t>
            </a:r>
            <a:r>
              <a:rPr lang="zh-CN" altLang="en-US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重合断面图</a:t>
            </a:r>
            <a:endParaRPr lang="zh-CN" altLang="en-US" kern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arlett" pitchFamily="2" charset="2"/>
            </a:endParaRPr>
          </a:p>
          <a:p>
            <a:pPr eaLnBrk="1" hangingPunct="1">
              <a:defRPr/>
            </a:pPr>
            <a:r>
              <a:rPr lang="zh-CN" altLang="en-US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须标注剖切线及箭头</a:t>
            </a:r>
            <a:endParaRPr lang="zh-CN" altLang="en-US" kern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arlett" pitchFamily="2" charset="2"/>
            </a:endParaRPr>
          </a:p>
        </p:txBody>
      </p:sp>
      <p:sp>
        <p:nvSpPr>
          <p:cNvPr id="63" name="Line 57"/>
          <p:cNvSpPr>
            <a:spLocks noChangeShapeType="1"/>
          </p:cNvSpPr>
          <p:nvPr/>
        </p:nvSpPr>
        <p:spPr bwMode="auto">
          <a:xfrm flipH="1">
            <a:off x="6261173" y="3665213"/>
            <a:ext cx="2028204" cy="238125"/>
          </a:xfrm>
          <a:prstGeom prst="line">
            <a:avLst/>
          </a:prstGeom>
          <a:noFill/>
          <a:ln w="19050">
            <a:solidFill>
              <a:srgbClr val="A50021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Line 58"/>
          <p:cNvSpPr>
            <a:spLocks noChangeShapeType="1"/>
          </p:cNvSpPr>
          <p:nvPr/>
        </p:nvSpPr>
        <p:spPr bwMode="auto">
          <a:xfrm flipH="1">
            <a:off x="6799335" y="4790752"/>
            <a:ext cx="1457326" cy="141287"/>
          </a:xfrm>
          <a:prstGeom prst="line">
            <a:avLst/>
          </a:prstGeom>
          <a:noFill/>
          <a:ln w="19050">
            <a:solidFill>
              <a:srgbClr val="A50021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Rectangle 59" descr="棕色大理石"/>
          <p:cNvSpPr>
            <a:spLocks noChangeArrowheads="1"/>
          </p:cNvSpPr>
          <p:nvPr/>
        </p:nvSpPr>
        <p:spPr bwMode="auto">
          <a:xfrm>
            <a:off x="8391598" y="4302370"/>
            <a:ext cx="3048250" cy="8302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对称的</a:t>
            </a:r>
            <a:r>
              <a:rPr lang="zh-CN" altLang="en-US" sz="24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重合断面图不标注</a:t>
            </a:r>
            <a:endParaRPr lang="zh-CN" altLang="en-US" sz="2400" kern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arlett" pitchFamily="2" charset="2"/>
            </a:endParaRPr>
          </a:p>
        </p:txBody>
      </p:sp>
      <p:sp>
        <p:nvSpPr>
          <p:cNvPr id="66" name="Line 60"/>
          <p:cNvSpPr>
            <a:spLocks noChangeShapeType="1"/>
          </p:cNvSpPr>
          <p:nvPr/>
        </p:nvSpPr>
        <p:spPr bwMode="auto">
          <a:xfrm>
            <a:off x="4940373" y="3392164"/>
            <a:ext cx="2692400" cy="0"/>
          </a:xfrm>
          <a:prstGeom prst="line">
            <a:avLst/>
          </a:prstGeom>
          <a:noFill/>
          <a:ln w="76200">
            <a:solidFill>
              <a:srgbClr val="A50021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Line 62"/>
          <p:cNvSpPr>
            <a:spLocks noChangeShapeType="1"/>
          </p:cNvSpPr>
          <p:nvPr/>
        </p:nvSpPr>
        <p:spPr bwMode="auto">
          <a:xfrm>
            <a:off x="4884810" y="5644826"/>
            <a:ext cx="2873375" cy="0"/>
          </a:xfrm>
          <a:prstGeom prst="line">
            <a:avLst/>
          </a:prstGeom>
          <a:noFill/>
          <a:ln w="76200">
            <a:solidFill>
              <a:srgbClr val="A50021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Text Box 64"/>
          <p:cNvSpPr txBox="1">
            <a:spLocks noChangeArrowheads="1"/>
          </p:cNvSpPr>
          <p:nvPr/>
        </p:nvSpPr>
        <p:spPr bwMode="auto">
          <a:xfrm>
            <a:off x="695400" y="3779892"/>
            <a:ext cx="3595107" cy="15696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当</a:t>
            </a: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视图中轮廓线与重合断面图的图形重叠时，视图中的轮廓线仍应连续画出，不可间断 </a:t>
            </a:r>
            <a:endParaRPr kumimoji="1" lang="zh-CN" altLang="en-US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arlett" pitchFamily="2" charset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utoUpdateAnimBg="0"/>
      <p:bldP spid="60" grpId="0" autoUpdateAnimBg="0" build="p"/>
      <p:bldP spid="61" grpId="0" autoUpdateAnimBg="0"/>
      <p:bldP spid="62" grpId="0" animBg="1" autoUpdateAnimBg="0"/>
      <p:bldP spid="65" grpId="0" animBg="1" autoUpdateAnimBg="0"/>
      <p:bldP spid="66" grpId="0" animBg="1"/>
      <p:bldP spid="67" grpId="0" animBg="1"/>
      <p:bldP spid="67" grpId="1" animBg="1"/>
      <p:bldP spid="68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050852" y="3267312"/>
            <a:ext cx="4702283" cy="16890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当视图中的轮廓线与断面图的图线重合时，视图中的轮廓线仍应连续画出。</a:t>
            </a:r>
            <a:endParaRPr kumimoji="1" lang="zh-CN" altLang="en-US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Group 6"/>
          <p:cNvGrpSpPr>
            <a:grpSpLocks noChangeAspect="1"/>
          </p:cNvGrpSpPr>
          <p:nvPr/>
        </p:nvGrpSpPr>
        <p:grpSpPr bwMode="auto">
          <a:xfrm>
            <a:off x="6755719" y="1410164"/>
            <a:ext cx="3048000" cy="4614863"/>
            <a:chOff x="648" y="1309"/>
            <a:chExt cx="1746" cy="2642"/>
          </a:xfrm>
        </p:grpSpPr>
        <p:grpSp>
          <p:nvGrpSpPr>
            <p:cNvPr id="4" name="Group 7"/>
            <p:cNvGrpSpPr/>
            <p:nvPr/>
          </p:nvGrpSpPr>
          <p:grpSpPr bwMode="auto">
            <a:xfrm>
              <a:off x="769" y="2806"/>
              <a:ext cx="447" cy="452"/>
              <a:chOff x="769" y="2806"/>
              <a:chExt cx="447" cy="452"/>
            </a:xfrm>
          </p:grpSpPr>
          <p:sp>
            <p:nvSpPr>
              <p:cNvPr id="86" name="Freeform 8"/>
              <p:cNvSpPr/>
              <p:nvPr/>
            </p:nvSpPr>
            <p:spPr bwMode="auto">
              <a:xfrm>
                <a:off x="770" y="2809"/>
                <a:ext cx="194" cy="193"/>
              </a:xfrm>
              <a:custGeom>
                <a:avLst/>
                <a:gdLst>
                  <a:gd name="T0" fmla="*/ 0 w 578"/>
                  <a:gd name="T1" fmla="*/ 577 h 577"/>
                  <a:gd name="T2" fmla="*/ 577 w 578"/>
                  <a:gd name="T3" fmla="*/ 0 h 577"/>
                  <a:gd name="T4" fmla="*/ 578 w 578"/>
                  <a:gd name="T5" fmla="*/ 0 h 577"/>
                  <a:gd name="T6" fmla="*/ 0 60000 65536"/>
                  <a:gd name="T7" fmla="*/ 0 60000 65536"/>
                  <a:gd name="T8" fmla="*/ 0 60000 65536"/>
                  <a:gd name="T9" fmla="*/ 0 w 578"/>
                  <a:gd name="T10" fmla="*/ 0 h 577"/>
                  <a:gd name="T11" fmla="*/ 578 w 578"/>
                  <a:gd name="T12" fmla="*/ 577 h 5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8" h="577">
                    <a:moveTo>
                      <a:pt x="0" y="577"/>
                    </a:moveTo>
                    <a:lnTo>
                      <a:pt x="577" y="0"/>
                    </a:lnTo>
                    <a:lnTo>
                      <a:pt x="578" y="0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7" name="Freeform 9"/>
              <p:cNvSpPr/>
              <p:nvPr/>
            </p:nvSpPr>
            <p:spPr bwMode="auto">
              <a:xfrm>
                <a:off x="788" y="2827"/>
                <a:ext cx="299" cy="300"/>
              </a:xfrm>
              <a:custGeom>
                <a:avLst/>
                <a:gdLst>
                  <a:gd name="T0" fmla="*/ 0 w 898"/>
                  <a:gd name="T1" fmla="*/ 898 h 898"/>
                  <a:gd name="T2" fmla="*/ 897 w 898"/>
                  <a:gd name="T3" fmla="*/ 0 h 898"/>
                  <a:gd name="T4" fmla="*/ 898 w 898"/>
                  <a:gd name="T5" fmla="*/ 0 h 898"/>
                  <a:gd name="T6" fmla="*/ 0 60000 65536"/>
                  <a:gd name="T7" fmla="*/ 0 60000 65536"/>
                  <a:gd name="T8" fmla="*/ 0 60000 65536"/>
                  <a:gd name="T9" fmla="*/ 0 w 898"/>
                  <a:gd name="T10" fmla="*/ 0 h 898"/>
                  <a:gd name="T11" fmla="*/ 898 w 898"/>
                  <a:gd name="T12" fmla="*/ 898 h 8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98" h="898">
                    <a:moveTo>
                      <a:pt x="0" y="898"/>
                    </a:moveTo>
                    <a:lnTo>
                      <a:pt x="897" y="0"/>
                    </a:lnTo>
                    <a:lnTo>
                      <a:pt x="898" y="0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8" name="Freeform 10"/>
              <p:cNvSpPr/>
              <p:nvPr/>
            </p:nvSpPr>
            <p:spPr bwMode="auto">
              <a:xfrm>
                <a:off x="849" y="2889"/>
                <a:ext cx="319" cy="318"/>
              </a:xfrm>
              <a:custGeom>
                <a:avLst/>
                <a:gdLst>
                  <a:gd name="T0" fmla="*/ 0 w 956"/>
                  <a:gd name="T1" fmla="*/ 956 h 956"/>
                  <a:gd name="T2" fmla="*/ 955 w 956"/>
                  <a:gd name="T3" fmla="*/ 0 h 956"/>
                  <a:gd name="T4" fmla="*/ 956 w 956"/>
                  <a:gd name="T5" fmla="*/ 0 h 956"/>
                  <a:gd name="T6" fmla="*/ 0 60000 65536"/>
                  <a:gd name="T7" fmla="*/ 0 60000 65536"/>
                  <a:gd name="T8" fmla="*/ 0 60000 65536"/>
                  <a:gd name="T9" fmla="*/ 0 w 956"/>
                  <a:gd name="T10" fmla="*/ 0 h 956"/>
                  <a:gd name="T11" fmla="*/ 956 w 956"/>
                  <a:gd name="T12" fmla="*/ 956 h 95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56" h="956">
                    <a:moveTo>
                      <a:pt x="0" y="956"/>
                    </a:moveTo>
                    <a:lnTo>
                      <a:pt x="955" y="0"/>
                    </a:lnTo>
                    <a:lnTo>
                      <a:pt x="956" y="0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9" name="Freeform 11"/>
              <p:cNvSpPr/>
              <p:nvPr/>
            </p:nvSpPr>
            <p:spPr bwMode="auto">
              <a:xfrm>
                <a:off x="944" y="2984"/>
                <a:ext cx="271" cy="270"/>
              </a:xfrm>
              <a:custGeom>
                <a:avLst/>
                <a:gdLst>
                  <a:gd name="T0" fmla="*/ 0 w 812"/>
                  <a:gd name="T1" fmla="*/ 812 h 812"/>
                  <a:gd name="T2" fmla="*/ 811 w 812"/>
                  <a:gd name="T3" fmla="*/ 0 h 812"/>
                  <a:gd name="T4" fmla="*/ 812 w 812"/>
                  <a:gd name="T5" fmla="*/ 0 h 812"/>
                  <a:gd name="T6" fmla="*/ 0 60000 65536"/>
                  <a:gd name="T7" fmla="*/ 0 60000 65536"/>
                  <a:gd name="T8" fmla="*/ 0 60000 65536"/>
                  <a:gd name="T9" fmla="*/ 0 w 812"/>
                  <a:gd name="T10" fmla="*/ 0 h 812"/>
                  <a:gd name="T11" fmla="*/ 812 w 812"/>
                  <a:gd name="T12" fmla="*/ 812 h 8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12" h="812">
                    <a:moveTo>
                      <a:pt x="0" y="812"/>
                    </a:moveTo>
                    <a:lnTo>
                      <a:pt x="811" y="0"/>
                    </a:lnTo>
                    <a:lnTo>
                      <a:pt x="812" y="0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0" name="Oval 12"/>
              <p:cNvSpPr>
                <a:spLocks noChangeArrowheads="1"/>
              </p:cNvSpPr>
              <p:nvPr/>
            </p:nvSpPr>
            <p:spPr bwMode="auto">
              <a:xfrm>
                <a:off x="769" y="2806"/>
                <a:ext cx="447" cy="452"/>
              </a:xfrm>
              <a:prstGeom prst="ellips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" name="Group 13"/>
            <p:cNvGrpSpPr/>
            <p:nvPr/>
          </p:nvGrpSpPr>
          <p:grpSpPr bwMode="auto">
            <a:xfrm>
              <a:off x="1355" y="2140"/>
              <a:ext cx="461" cy="457"/>
              <a:chOff x="1355" y="2140"/>
              <a:chExt cx="461" cy="457"/>
            </a:xfrm>
          </p:grpSpPr>
          <p:sp>
            <p:nvSpPr>
              <p:cNvPr id="81" name="Freeform 14"/>
              <p:cNvSpPr/>
              <p:nvPr/>
            </p:nvSpPr>
            <p:spPr bwMode="auto">
              <a:xfrm>
                <a:off x="1363" y="2147"/>
                <a:ext cx="258" cy="257"/>
              </a:xfrm>
              <a:custGeom>
                <a:avLst/>
                <a:gdLst>
                  <a:gd name="T0" fmla="*/ 0 w 772"/>
                  <a:gd name="T1" fmla="*/ 772 h 772"/>
                  <a:gd name="T2" fmla="*/ 771 w 772"/>
                  <a:gd name="T3" fmla="*/ 0 h 772"/>
                  <a:gd name="T4" fmla="*/ 772 w 772"/>
                  <a:gd name="T5" fmla="*/ 0 h 772"/>
                  <a:gd name="T6" fmla="*/ 0 60000 65536"/>
                  <a:gd name="T7" fmla="*/ 0 60000 65536"/>
                  <a:gd name="T8" fmla="*/ 0 60000 65536"/>
                  <a:gd name="T9" fmla="*/ 0 w 772"/>
                  <a:gd name="T10" fmla="*/ 0 h 772"/>
                  <a:gd name="T11" fmla="*/ 772 w 772"/>
                  <a:gd name="T12" fmla="*/ 772 h 77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72" h="772">
                    <a:moveTo>
                      <a:pt x="0" y="772"/>
                    </a:moveTo>
                    <a:lnTo>
                      <a:pt x="771" y="0"/>
                    </a:lnTo>
                    <a:lnTo>
                      <a:pt x="772" y="0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2" name="Freeform 15"/>
              <p:cNvSpPr/>
              <p:nvPr/>
            </p:nvSpPr>
            <p:spPr bwMode="auto">
              <a:xfrm>
                <a:off x="1405" y="2188"/>
                <a:ext cx="316" cy="317"/>
              </a:xfrm>
              <a:custGeom>
                <a:avLst/>
                <a:gdLst>
                  <a:gd name="T0" fmla="*/ 0 w 949"/>
                  <a:gd name="T1" fmla="*/ 949 h 949"/>
                  <a:gd name="T2" fmla="*/ 948 w 949"/>
                  <a:gd name="T3" fmla="*/ 0 h 949"/>
                  <a:gd name="T4" fmla="*/ 949 w 949"/>
                  <a:gd name="T5" fmla="*/ 0 h 949"/>
                  <a:gd name="T6" fmla="*/ 0 60000 65536"/>
                  <a:gd name="T7" fmla="*/ 0 60000 65536"/>
                  <a:gd name="T8" fmla="*/ 0 60000 65536"/>
                  <a:gd name="T9" fmla="*/ 0 w 949"/>
                  <a:gd name="T10" fmla="*/ 0 h 949"/>
                  <a:gd name="T11" fmla="*/ 949 w 949"/>
                  <a:gd name="T12" fmla="*/ 949 h 94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49" h="949">
                    <a:moveTo>
                      <a:pt x="0" y="949"/>
                    </a:moveTo>
                    <a:lnTo>
                      <a:pt x="948" y="0"/>
                    </a:lnTo>
                    <a:lnTo>
                      <a:pt x="949" y="0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3" name="Freeform 16"/>
              <p:cNvSpPr/>
              <p:nvPr/>
            </p:nvSpPr>
            <p:spPr bwMode="auto">
              <a:xfrm>
                <a:off x="1481" y="2265"/>
                <a:ext cx="306" cy="305"/>
              </a:xfrm>
              <a:custGeom>
                <a:avLst/>
                <a:gdLst>
                  <a:gd name="T0" fmla="*/ 0 w 918"/>
                  <a:gd name="T1" fmla="*/ 917 h 917"/>
                  <a:gd name="T2" fmla="*/ 916 w 918"/>
                  <a:gd name="T3" fmla="*/ 0 h 917"/>
                  <a:gd name="T4" fmla="*/ 918 w 918"/>
                  <a:gd name="T5" fmla="*/ 0 h 917"/>
                  <a:gd name="T6" fmla="*/ 0 60000 65536"/>
                  <a:gd name="T7" fmla="*/ 0 60000 65536"/>
                  <a:gd name="T8" fmla="*/ 0 60000 65536"/>
                  <a:gd name="T9" fmla="*/ 0 w 918"/>
                  <a:gd name="T10" fmla="*/ 0 h 917"/>
                  <a:gd name="T11" fmla="*/ 918 w 918"/>
                  <a:gd name="T12" fmla="*/ 917 h 9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18" h="917">
                    <a:moveTo>
                      <a:pt x="0" y="917"/>
                    </a:moveTo>
                    <a:lnTo>
                      <a:pt x="916" y="0"/>
                    </a:lnTo>
                    <a:lnTo>
                      <a:pt x="918" y="0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4" name="Freeform 17"/>
              <p:cNvSpPr/>
              <p:nvPr/>
            </p:nvSpPr>
            <p:spPr bwMode="auto">
              <a:xfrm>
                <a:off x="1596" y="2381"/>
                <a:ext cx="217" cy="216"/>
              </a:xfrm>
              <a:custGeom>
                <a:avLst/>
                <a:gdLst>
                  <a:gd name="T0" fmla="*/ 0 w 649"/>
                  <a:gd name="T1" fmla="*/ 648 h 648"/>
                  <a:gd name="T2" fmla="*/ 648 w 649"/>
                  <a:gd name="T3" fmla="*/ 0 h 648"/>
                  <a:gd name="T4" fmla="*/ 649 w 649"/>
                  <a:gd name="T5" fmla="*/ 0 h 648"/>
                  <a:gd name="T6" fmla="*/ 0 60000 65536"/>
                  <a:gd name="T7" fmla="*/ 0 60000 65536"/>
                  <a:gd name="T8" fmla="*/ 0 60000 65536"/>
                  <a:gd name="T9" fmla="*/ 0 w 649"/>
                  <a:gd name="T10" fmla="*/ 0 h 648"/>
                  <a:gd name="T11" fmla="*/ 649 w 649"/>
                  <a:gd name="T12" fmla="*/ 648 h 6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49" h="648">
                    <a:moveTo>
                      <a:pt x="0" y="648"/>
                    </a:moveTo>
                    <a:lnTo>
                      <a:pt x="648" y="0"/>
                    </a:lnTo>
                    <a:lnTo>
                      <a:pt x="649" y="0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5" name="Oval 18"/>
              <p:cNvSpPr>
                <a:spLocks noChangeArrowheads="1"/>
              </p:cNvSpPr>
              <p:nvPr/>
            </p:nvSpPr>
            <p:spPr bwMode="auto">
              <a:xfrm>
                <a:off x="1355" y="2140"/>
                <a:ext cx="461" cy="451"/>
              </a:xfrm>
              <a:prstGeom prst="ellips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" name="Group 19"/>
            <p:cNvGrpSpPr/>
            <p:nvPr/>
          </p:nvGrpSpPr>
          <p:grpSpPr bwMode="auto">
            <a:xfrm>
              <a:off x="1811" y="2806"/>
              <a:ext cx="487" cy="453"/>
              <a:chOff x="1811" y="2806"/>
              <a:chExt cx="487" cy="453"/>
            </a:xfrm>
          </p:grpSpPr>
          <p:sp>
            <p:nvSpPr>
              <p:cNvPr id="73" name="Freeform 20"/>
              <p:cNvSpPr/>
              <p:nvPr/>
            </p:nvSpPr>
            <p:spPr bwMode="auto">
              <a:xfrm>
                <a:off x="1816" y="2817"/>
                <a:ext cx="135" cy="135"/>
              </a:xfrm>
              <a:custGeom>
                <a:avLst/>
                <a:gdLst>
                  <a:gd name="T0" fmla="*/ 0 w 404"/>
                  <a:gd name="T1" fmla="*/ 403 h 403"/>
                  <a:gd name="T2" fmla="*/ 403 w 404"/>
                  <a:gd name="T3" fmla="*/ 0 h 403"/>
                  <a:gd name="T4" fmla="*/ 404 w 404"/>
                  <a:gd name="T5" fmla="*/ 0 h 403"/>
                  <a:gd name="T6" fmla="*/ 0 60000 65536"/>
                  <a:gd name="T7" fmla="*/ 0 60000 65536"/>
                  <a:gd name="T8" fmla="*/ 0 60000 65536"/>
                  <a:gd name="T9" fmla="*/ 0 w 404"/>
                  <a:gd name="T10" fmla="*/ 0 h 403"/>
                  <a:gd name="T11" fmla="*/ 404 w 404"/>
                  <a:gd name="T12" fmla="*/ 403 h 4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4" h="403">
                    <a:moveTo>
                      <a:pt x="0" y="403"/>
                    </a:moveTo>
                    <a:lnTo>
                      <a:pt x="403" y="0"/>
                    </a:lnTo>
                    <a:lnTo>
                      <a:pt x="404" y="0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" name="Freeform 21"/>
              <p:cNvSpPr/>
              <p:nvPr/>
            </p:nvSpPr>
            <p:spPr bwMode="auto">
              <a:xfrm>
                <a:off x="1814" y="2843"/>
                <a:ext cx="253" cy="253"/>
              </a:xfrm>
              <a:custGeom>
                <a:avLst/>
                <a:gdLst>
                  <a:gd name="T0" fmla="*/ 0 w 759"/>
                  <a:gd name="T1" fmla="*/ 759 h 759"/>
                  <a:gd name="T2" fmla="*/ 758 w 759"/>
                  <a:gd name="T3" fmla="*/ 0 h 759"/>
                  <a:gd name="T4" fmla="*/ 759 w 759"/>
                  <a:gd name="T5" fmla="*/ 0 h 759"/>
                  <a:gd name="T6" fmla="*/ 0 60000 65536"/>
                  <a:gd name="T7" fmla="*/ 0 60000 65536"/>
                  <a:gd name="T8" fmla="*/ 0 60000 65536"/>
                  <a:gd name="T9" fmla="*/ 0 w 759"/>
                  <a:gd name="T10" fmla="*/ 0 h 759"/>
                  <a:gd name="T11" fmla="*/ 759 w 759"/>
                  <a:gd name="T12" fmla="*/ 759 h 75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59" h="759">
                    <a:moveTo>
                      <a:pt x="0" y="759"/>
                    </a:moveTo>
                    <a:lnTo>
                      <a:pt x="758" y="0"/>
                    </a:lnTo>
                    <a:lnTo>
                      <a:pt x="759" y="0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5" name="Freeform 22"/>
              <p:cNvSpPr/>
              <p:nvPr/>
            </p:nvSpPr>
            <p:spPr bwMode="auto">
              <a:xfrm>
                <a:off x="1844" y="2869"/>
                <a:ext cx="339" cy="340"/>
              </a:xfrm>
              <a:custGeom>
                <a:avLst/>
                <a:gdLst>
                  <a:gd name="T0" fmla="*/ 0 w 1018"/>
                  <a:gd name="T1" fmla="*/ 1018 h 1018"/>
                  <a:gd name="T2" fmla="*/ 1017 w 1018"/>
                  <a:gd name="T3" fmla="*/ 0 h 1018"/>
                  <a:gd name="T4" fmla="*/ 1018 w 1018"/>
                  <a:gd name="T5" fmla="*/ 0 h 1018"/>
                  <a:gd name="T6" fmla="*/ 0 60000 65536"/>
                  <a:gd name="T7" fmla="*/ 0 60000 65536"/>
                  <a:gd name="T8" fmla="*/ 0 60000 65536"/>
                  <a:gd name="T9" fmla="*/ 0 w 1018"/>
                  <a:gd name="T10" fmla="*/ 0 h 1018"/>
                  <a:gd name="T11" fmla="*/ 1018 w 1018"/>
                  <a:gd name="T12" fmla="*/ 1018 h 10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18" h="1018">
                    <a:moveTo>
                      <a:pt x="0" y="1018"/>
                    </a:moveTo>
                    <a:lnTo>
                      <a:pt x="1017" y="0"/>
                    </a:lnTo>
                    <a:lnTo>
                      <a:pt x="1018" y="0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6" name="Freeform 23"/>
              <p:cNvSpPr/>
              <p:nvPr/>
            </p:nvSpPr>
            <p:spPr bwMode="auto">
              <a:xfrm>
                <a:off x="1944" y="2899"/>
                <a:ext cx="350" cy="352"/>
              </a:xfrm>
              <a:custGeom>
                <a:avLst/>
                <a:gdLst>
                  <a:gd name="T0" fmla="*/ 0 w 1052"/>
                  <a:gd name="T1" fmla="*/ 1053 h 1053"/>
                  <a:gd name="T2" fmla="*/ 1051 w 1052"/>
                  <a:gd name="T3" fmla="*/ 0 h 1053"/>
                  <a:gd name="T4" fmla="*/ 1052 w 1052"/>
                  <a:gd name="T5" fmla="*/ 0 h 1053"/>
                  <a:gd name="T6" fmla="*/ 0 60000 65536"/>
                  <a:gd name="T7" fmla="*/ 0 60000 65536"/>
                  <a:gd name="T8" fmla="*/ 0 60000 65536"/>
                  <a:gd name="T9" fmla="*/ 0 w 1052"/>
                  <a:gd name="T10" fmla="*/ 0 h 1053"/>
                  <a:gd name="T11" fmla="*/ 1052 w 1052"/>
                  <a:gd name="T12" fmla="*/ 1053 h 10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52" h="1053">
                    <a:moveTo>
                      <a:pt x="0" y="1053"/>
                    </a:moveTo>
                    <a:lnTo>
                      <a:pt x="1051" y="0"/>
                    </a:lnTo>
                    <a:lnTo>
                      <a:pt x="1052" y="0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7" name="Freeform 24"/>
              <p:cNvSpPr/>
              <p:nvPr/>
            </p:nvSpPr>
            <p:spPr bwMode="auto">
              <a:xfrm>
                <a:off x="2127" y="3039"/>
                <a:ext cx="171" cy="171"/>
              </a:xfrm>
              <a:custGeom>
                <a:avLst/>
                <a:gdLst>
                  <a:gd name="T0" fmla="*/ 0 w 515"/>
                  <a:gd name="T1" fmla="*/ 515 h 515"/>
                  <a:gd name="T2" fmla="*/ 514 w 515"/>
                  <a:gd name="T3" fmla="*/ 0 h 515"/>
                  <a:gd name="T4" fmla="*/ 515 w 515"/>
                  <a:gd name="T5" fmla="*/ 0 h 515"/>
                  <a:gd name="T6" fmla="*/ 0 60000 65536"/>
                  <a:gd name="T7" fmla="*/ 0 60000 65536"/>
                  <a:gd name="T8" fmla="*/ 0 60000 65536"/>
                  <a:gd name="T9" fmla="*/ 0 w 515"/>
                  <a:gd name="T10" fmla="*/ 0 h 515"/>
                  <a:gd name="T11" fmla="*/ 515 w 515"/>
                  <a:gd name="T12" fmla="*/ 515 h 5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5" h="515">
                    <a:moveTo>
                      <a:pt x="0" y="515"/>
                    </a:moveTo>
                    <a:lnTo>
                      <a:pt x="514" y="0"/>
                    </a:lnTo>
                    <a:lnTo>
                      <a:pt x="515" y="0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8" name="Freeform 25"/>
              <p:cNvSpPr/>
              <p:nvPr/>
            </p:nvSpPr>
            <p:spPr bwMode="auto">
              <a:xfrm>
                <a:off x="1909" y="3174"/>
                <a:ext cx="374" cy="85"/>
              </a:xfrm>
              <a:custGeom>
                <a:avLst/>
                <a:gdLst>
                  <a:gd name="T0" fmla="*/ 374 w 374"/>
                  <a:gd name="T1" fmla="*/ 0 h 84"/>
                  <a:gd name="T2" fmla="*/ 11 w 374"/>
                  <a:gd name="T3" fmla="*/ 83 h 84"/>
                  <a:gd name="T4" fmla="*/ 0 w 374"/>
                  <a:gd name="T5" fmla="*/ 84 h 84"/>
                  <a:gd name="T6" fmla="*/ 0 60000 65536"/>
                  <a:gd name="T7" fmla="*/ 0 60000 65536"/>
                  <a:gd name="T8" fmla="*/ 0 60000 65536"/>
                  <a:gd name="T9" fmla="*/ 0 w 374"/>
                  <a:gd name="T10" fmla="*/ 0 h 84"/>
                  <a:gd name="T11" fmla="*/ 374 w 374"/>
                  <a:gd name="T12" fmla="*/ 84 h 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4" h="84">
                    <a:moveTo>
                      <a:pt x="374" y="0"/>
                    </a:moveTo>
                    <a:lnTo>
                      <a:pt x="11" y="83"/>
                    </a:lnTo>
                    <a:lnTo>
                      <a:pt x="0" y="84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9" name="Freeform 26"/>
              <p:cNvSpPr/>
              <p:nvPr/>
            </p:nvSpPr>
            <p:spPr bwMode="auto">
              <a:xfrm>
                <a:off x="1909" y="2807"/>
                <a:ext cx="375" cy="85"/>
              </a:xfrm>
              <a:custGeom>
                <a:avLst/>
                <a:gdLst>
                  <a:gd name="T0" fmla="*/ 375 w 375"/>
                  <a:gd name="T1" fmla="*/ 84 h 84"/>
                  <a:gd name="T2" fmla="*/ 1 w 375"/>
                  <a:gd name="T3" fmla="*/ 1 h 84"/>
                  <a:gd name="T4" fmla="*/ 0 w 375"/>
                  <a:gd name="T5" fmla="*/ 0 h 84"/>
                  <a:gd name="T6" fmla="*/ 0 60000 65536"/>
                  <a:gd name="T7" fmla="*/ 0 60000 65536"/>
                  <a:gd name="T8" fmla="*/ 0 60000 65536"/>
                  <a:gd name="T9" fmla="*/ 0 w 375"/>
                  <a:gd name="T10" fmla="*/ 0 h 84"/>
                  <a:gd name="T11" fmla="*/ 375 w 375"/>
                  <a:gd name="T12" fmla="*/ 84 h 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5" h="84">
                    <a:moveTo>
                      <a:pt x="375" y="84"/>
                    </a:moveTo>
                    <a:lnTo>
                      <a:pt x="1" y="1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0" name="Freeform 27"/>
              <p:cNvSpPr/>
              <p:nvPr/>
            </p:nvSpPr>
            <p:spPr bwMode="auto">
              <a:xfrm>
                <a:off x="1811" y="2806"/>
                <a:ext cx="107" cy="454"/>
              </a:xfrm>
              <a:custGeom>
                <a:avLst/>
                <a:gdLst>
                  <a:gd name="T0" fmla="*/ 107 w 107"/>
                  <a:gd name="T1" fmla="*/ 4 h 453"/>
                  <a:gd name="T2" fmla="*/ 87 w 107"/>
                  <a:gd name="T3" fmla="*/ 0 h 453"/>
                  <a:gd name="T4" fmla="*/ 73 w 107"/>
                  <a:gd name="T5" fmla="*/ 4 h 453"/>
                  <a:gd name="T6" fmla="*/ 57 w 107"/>
                  <a:gd name="T7" fmla="*/ 15 h 453"/>
                  <a:gd name="T8" fmla="*/ 42 w 107"/>
                  <a:gd name="T9" fmla="*/ 34 h 453"/>
                  <a:gd name="T10" fmla="*/ 29 w 107"/>
                  <a:gd name="T11" fmla="*/ 59 h 453"/>
                  <a:gd name="T12" fmla="*/ 18 w 107"/>
                  <a:gd name="T13" fmla="*/ 90 h 453"/>
                  <a:gd name="T14" fmla="*/ 9 w 107"/>
                  <a:gd name="T15" fmla="*/ 125 h 453"/>
                  <a:gd name="T16" fmla="*/ 3 w 107"/>
                  <a:gd name="T17" fmla="*/ 164 h 453"/>
                  <a:gd name="T18" fmla="*/ 0 w 107"/>
                  <a:gd name="T19" fmla="*/ 206 h 453"/>
                  <a:gd name="T20" fmla="*/ 0 w 107"/>
                  <a:gd name="T21" fmla="*/ 248 h 453"/>
                  <a:gd name="T22" fmla="*/ 3 w 107"/>
                  <a:gd name="T23" fmla="*/ 289 h 453"/>
                  <a:gd name="T24" fmla="*/ 9 w 107"/>
                  <a:gd name="T25" fmla="*/ 328 h 453"/>
                  <a:gd name="T26" fmla="*/ 18 w 107"/>
                  <a:gd name="T27" fmla="*/ 363 h 453"/>
                  <a:gd name="T28" fmla="*/ 29 w 107"/>
                  <a:gd name="T29" fmla="*/ 394 h 453"/>
                  <a:gd name="T30" fmla="*/ 42 w 107"/>
                  <a:gd name="T31" fmla="*/ 419 h 453"/>
                  <a:gd name="T32" fmla="*/ 57 w 107"/>
                  <a:gd name="T33" fmla="*/ 438 h 453"/>
                  <a:gd name="T34" fmla="*/ 73 w 107"/>
                  <a:gd name="T35" fmla="*/ 449 h 453"/>
                  <a:gd name="T36" fmla="*/ 104 w 107"/>
                  <a:gd name="T37" fmla="*/ 453 h 453"/>
                  <a:gd name="T38" fmla="*/ 90 w 107"/>
                  <a:gd name="T39" fmla="*/ 453 h 45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07"/>
                  <a:gd name="T61" fmla="*/ 0 h 453"/>
                  <a:gd name="T62" fmla="*/ 107 w 107"/>
                  <a:gd name="T63" fmla="*/ 453 h 45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07" h="453">
                    <a:moveTo>
                      <a:pt x="107" y="4"/>
                    </a:moveTo>
                    <a:lnTo>
                      <a:pt x="87" y="0"/>
                    </a:lnTo>
                    <a:lnTo>
                      <a:pt x="73" y="4"/>
                    </a:lnTo>
                    <a:lnTo>
                      <a:pt x="57" y="15"/>
                    </a:lnTo>
                    <a:lnTo>
                      <a:pt x="42" y="34"/>
                    </a:lnTo>
                    <a:lnTo>
                      <a:pt x="29" y="59"/>
                    </a:lnTo>
                    <a:lnTo>
                      <a:pt x="18" y="90"/>
                    </a:lnTo>
                    <a:lnTo>
                      <a:pt x="9" y="125"/>
                    </a:lnTo>
                    <a:lnTo>
                      <a:pt x="3" y="164"/>
                    </a:lnTo>
                    <a:lnTo>
                      <a:pt x="0" y="206"/>
                    </a:lnTo>
                    <a:lnTo>
                      <a:pt x="0" y="248"/>
                    </a:lnTo>
                    <a:lnTo>
                      <a:pt x="3" y="289"/>
                    </a:lnTo>
                    <a:lnTo>
                      <a:pt x="9" y="328"/>
                    </a:lnTo>
                    <a:lnTo>
                      <a:pt x="18" y="363"/>
                    </a:lnTo>
                    <a:lnTo>
                      <a:pt x="29" y="394"/>
                    </a:lnTo>
                    <a:lnTo>
                      <a:pt x="42" y="419"/>
                    </a:lnTo>
                    <a:lnTo>
                      <a:pt x="57" y="438"/>
                    </a:lnTo>
                    <a:lnTo>
                      <a:pt x="73" y="449"/>
                    </a:lnTo>
                    <a:lnTo>
                      <a:pt x="104" y="453"/>
                    </a:lnTo>
                    <a:lnTo>
                      <a:pt x="90" y="453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" name="Group 28"/>
            <p:cNvGrpSpPr/>
            <p:nvPr/>
          </p:nvGrpSpPr>
          <p:grpSpPr bwMode="auto">
            <a:xfrm>
              <a:off x="1314" y="3305"/>
              <a:ext cx="450" cy="488"/>
              <a:chOff x="1314" y="3305"/>
              <a:chExt cx="450" cy="488"/>
            </a:xfrm>
          </p:grpSpPr>
          <p:sp>
            <p:nvSpPr>
              <p:cNvPr id="65" name="Freeform 29"/>
              <p:cNvSpPr/>
              <p:nvPr/>
            </p:nvSpPr>
            <p:spPr bwMode="auto">
              <a:xfrm>
                <a:off x="1315" y="3305"/>
                <a:ext cx="447" cy="135"/>
              </a:xfrm>
              <a:custGeom>
                <a:avLst/>
                <a:gdLst>
                  <a:gd name="T0" fmla="*/ 445 w 446"/>
                  <a:gd name="T1" fmla="*/ 106 h 135"/>
                  <a:gd name="T2" fmla="*/ 446 w 446"/>
                  <a:gd name="T3" fmla="*/ 73 h 135"/>
                  <a:gd name="T4" fmla="*/ 435 w 446"/>
                  <a:gd name="T5" fmla="*/ 57 h 135"/>
                  <a:gd name="T6" fmla="*/ 417 w 446"/>
                  <a:gd name="T7" fmla="*/ 43 h 135"/>
                  <a:gd name="T8" fmla="*/ 391 w 446"/>
                  <a:gd name="T9" fmla="*/ 29 h 135"/>
                  <a:gd name="T10" fmla="*/ 361 w 446"/>
                  <a:gd name="T11" fmla="*/ 18 h 135"/>
                  <a:gd name="T12" fmla="*/ 325 w 446"/>
                  <a:gd name="T13" fmla="*/ 9 h 135"/>
                  <a:gd name="T14" fmla="*/ 286 w 446"/>
                  <a:gd name="T15" fmla="*/ 3 h 135"/>
                  <a:gd name="T16" fmla="*/ 245 w 446"/>
                  <a:gd name="T17" fmla="*/ 0 h 135"/>
                  <a:gd name="T18" fmla="*/ 203 w 446"/>
                  <a:gd name="T19" fmla="*/ 0 h 135"/>
                  <a:gd name="T20" fmla="*/ 162 w 446"/>
                  <a:gd name="T21" fmla="*/ 3 h 135"/>
                  <a:gd name="T22" fmla="*/ 123 w 446"/>
                  <a:gd name="T23" fmla="*/ 9 h 135"/>
                  <a:gd name="T24" fmla="*/ 88 w 446"/>
                  <a:gd name="T25" fmla="*/ 18 h 135"/>
                  <a:gd name="T26" fmla="*/ 57 w 446"/>
                  <a:gd name="T27" fmla="*/ 29 h 135"/>
                  <a:gd name="T28" fmla="*/ 32 w 446"/>
                  <a:gd name="T29" fmla="*/ 43 h 135"/>
                  <a:gd name="T30" fmla="*/ 13 w 446"/>
                  <a:gd name="T31" fmla="*/ 57 h 135"/>
                  <a:gd name="T32" fmla="*/ 0 w 446"/>
                  <a:gd name="T33" fmla="*/ 71 h 135"/>
                  <a:gd name="T34" fmla="*/ 0 w 446"/>
                  <a:gd name="T35" fmla="*/ 97 h 135"/>
                  <a:gd name="T36" fmla="*/ 7 w 446"/>
                  <a:gd name="T37" fmla="*/ 135 h 13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46"/>
                  <a:gd name="T58" fmla="*/ 0 h 135"/>
                  <a:gd name="T59" fmla="*/ 446 w 446"/>
                  <a:gd name="T60" fmla="*/ 135 h 13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46" h="135">
                    <a:moveTo>
                      <a:pt x="445" y="106"/>
                    </a:moveTo>
                    <a:lnTo>
                      <a:pt x="446" y="73"/>
                    </a:lnTo>
                    <a:lnTo>
                      <a:pt x="435" y="57"/>
                    </a:lnTo>
                    <a:lnTo>
                      <a:pt x="417" y="43"/>
                    </a:lnTo>
                    <a:lnTo>
                      <a:pt x="391" y="29"/>
                    </a:lnTo>
                    <a:lnTo>
                      <a:pt x="361" y="18"/>
                    </a:lnTo>
                    <a:lnTo>
                      <a:pt x="325" y="9"/>
                    </a:lnTo>
                    <a:lnTo>
                      <a:pt x="286" y="3"/>
                    </a:lnTo>
                    <a:lnTo>
                      <a:pt x="245" y="0"/>
                    </a:lnTo>
                    <a:lnTo>
                      <a:pt x="203" y="0"/>
                    </a:lnTo>
                    <a:lnTo>
                      <a:pt x="162" y="3"/>
                    </a:lnTo>
                    <a:lnTo>
                      <a:pt x="123" y="9"/>
                    </a:lnTo>
                    <a:lnTo>
                      <a:pt x="88" y="18"/>
                    </a:lnTo>
                    <a:lnTo>
                      <a:pt x="57" y="29"/>
                    </a:lnTo>
                    <a:lnTo>
                      <a:pt x="32" y="43"/>
                    </a:lnTo>
                    <a:lnTo>
                      <a:pt x="13" y="57"/>
                    </a:lnTo>
                    <a:lnTo>
                      <a:pt x="0" y="71"/>
                    </a:lnTo>
                    <a:lnTo>
                      <a:pt x="0" y="97"/>
                    </a:lnTo>
                    <a:lnTo>
                      <a:pt x="7" y="135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6" name="Freeform 30"/>
              <p:cNvSpPr/>
              <p:nvPr/>
            </p:nvSpPr>
            <p:spPr bwMode="auto">
              <a:xfrm>
                <a:off x="1323" y="3310"/>
                <a:ext cx="134" cy="135"/>
              </a:xfrm>
              <a:custGeom>
                <a:avLst/>
                <a:gdLst>
                  <a:gd name="T0" fmla="*/ 0 w 403"/>
                  <a:gd name="T1" fmla="*/ 403 h 403"/>
                  <a:gd name="T2" fmla="*/ 402 w 403"/>
                  <a:gd name="T3" fmla="*/ 0 h 403"/>
                  <a:gd name="T4" fmla="*/ 403 w 403"/>
                  <a:gd name="T5" fmla="*/ 0 h 403"/>
                  <a:gd name="T6" fmla="*/ 0 60000 65536"/>
                  <a:gd name="T7" fmla="*/ 0 60000 65536"/>
                  <a:gd name="T8" fmla="*/ 0 60000 65536"/>
                  <a:gd name="T9" fmla="*/ 0 w 403"/>
                  <a:gd name="T10" fmla="*/ 0 h 403"/>
                  <a:gd name="T11" fmla="*/ 403 w 403"/>
                  <a:gd name="T12" fmla="*/ 403 h 4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3" h="403">
                    <a:moveTo>
                      <a:pt x="0" y="403"/>
                    </a:moveTo>
                    <a:lnTo>
                      <a:pt x="402" y="0"/>
                    </a:lnTo>
                    <a:lnTo>
                      <a:pt x="403" y="0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7" name="Freeform 31"/>
              <p:cNvSpPr/>
              <p:nvPr/>
            </p:nvSpPr>
            <p:spPr bwMode="auto">
              <a:xfrm>
                <a:off x="1349" y="3308"/>
                <a:ext cx="253" cy="254"/>
              </a:xfrm>
              <a:custGeom>
                <a:avLst/>
                <a:gdLst>
                  <a:gd name="T0" fmla="*/ 0 w 760"/>
                  <a:gd name="T1" fmla="*/ 759 h 759"/>
                  <a:gd name="T2" fmla="*/ 759 w 760"/>
                  <a:gd name="T3" fmla="*/ 0 h 759"/>
                  <a:gd name="T4" fmla="*/ 760 w 760"/>
                  <a:gd name="T5" fmla="*/ 0 h 759"/>
                  <a:gd name="T6" fmla="*/ 0 60000 65536"/>
                  <a:gd name="T7" fmla="*/ 0 60000 65536"/>
                  <a:gd name="T8" fmla="*/ 0 60000 65536"/>
                  <a:gd name="T9" fmla="*/ 0 w 760"/>
                  <a:gd name="T10" fmla="*/ 0 h 759"/>
                  <a:gd name="T11" fmla="*/ 760 w 760"/>
                  <a:gd name="T12" fmla="*/ 759 h 75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60" h="759">
                    <a:moveTo>
                      <a:pt x="0" y="759"/>
                    </a:moveTo>
                    <a:lnTo>
                      <a:pt x="759" y="0"/>
                    </a:lnTo>
                    <a:lnTo>
                      <a:pt x="760" y="0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8" name="Freeform 32"/>
              <p:cNvSpPr/>
              <p:nvPr/>
            </p:nvSpPr>
            <p:spPr bwMode="auto">
              <a:xfrm>
                <a:off x="1375" y="3337"/>
                <a:ext cx="340" cy="340"/>
              </a:xfrm>
              <a:custGeom>
                <a:avLst/>
                <a:gdLst>
                  <a:gd name="T0" fmla="*/ 0 w 1019"/>
                  <a:gd name="T1" fmla="*/ 1019 h 1019"/>
                  <a:gd name="T2" fmla="*/ 1018 w 1019"/>
                  <a:gd name="T3" fmla="*/ 0 h 1019"/>
                  <a:gd name="T4" fmla="*/ 1019 w 1019"/>
                  <a:gd name="T5" fmla="*/ 0 h 1019"/>
                  <a:gd name="T6" fmla="*/ 0 60000 65536"/>
                  <a:gd name="T7" fmla="*/ 0 60000 65536"/>
                  <a:gd name="T8" fmla="*/ 0 60000 65536"/>
                  <a:gd name="T9" fmla="*/ 0 w 1019"/>
                  <a:gd name="T10" fmla="*/ 0 h 1019"/>
                  <a:gd name="T11" fmla="*/ 1019 w 1019"/>
                  <a:gd name="T12" fmla="*/ 1019 h 10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19" h="1019">
                    <a:moveTo>
                      <a:pt x="0" y="1019"/>
                    </a:moveTo>
                    <a:lnTo>
                      <a:pt x="1018" y="0"/>
                    </a:lnTo>
                    <a:lnTo>
                      <a:pt x="1019" y="0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9" name="Freeform 33"/>
              <p:cNvSpPr/>
              <p:nvPr/>
            </p:nvSpPr>
            <p:spPr bwMode="auto">
              <a:xfrm>
                <a:off x="1406" y="3438"/>
                <a:ext cx="350" cy="352"/>
              </a:xfrm>
              <a:custGeom>
                <a:avLst/>
                <a:gdLst>
                  <a:gd name="T0" fmla="*/ 0 w 1052"/>
                  <a:gd name="T1" fmla="*/ 1052 h 1052"/>
                  <a:gd name="T2" fmla="*/ 1051 w 1052"/>
                  <a:gd name="T3" fmla="*/ 0 h 1052"/>
                  <a:gd name="T4" fmla="*/ 1052 w 1052"/>
                  <a:gd name="T5" fmla="*/ 0 h 1052"/>
                  <a:gd name="T6" fmla="*/ 0 60000 65536"/>
                  <a:gd name="T7" fmla="*/ 0 60000 65536"/>
                  <a:gd name="T8" fmla="*/ 0 60000 65536"/>
                  <a:gd name="T9" fmla="*/ 0 w 1052"/>
                  <a:gd name="T10" fmla="*/ 0 h 1052"/>
                  <a:gd name="T11" fmla="*/ 1052 w 1052"/>
                  <a:gd name="T12" fmla="*/ 1052 h 10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52" h="1052">
                    <a:moveTo>
                      <a:pt x="0" y="1052"/>
                    </a:moveTo>
                    <a:lnTo>
                      <a:pt x="1051" y="0"/>
                    </a:lnTo>
                    <a:lnTo>
                      <a:pt x="1052" y="0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0" name="Freeform 34"/>
              <p:cNvSpPr/>
              <p:nvPr/>
            </p:nvSpPr>
            <p:spPr bwMode="auto">
              <a:xfrm>
                <a:off x="1544" y="3621"/>
                <a:ext cx="172" cy="172"/>
              </a:xfrm>
              <a:custGeom>
                <a:avLst/>
                <a:gdLst>
                  <a:gd name="T0" fmla="*/ 0 w 516"/>
                  <a:gd name="T1" fmla="*/ 515 h 515"/>
                  <a:gd name="T2" fmla="*/ 515 w 516"/>
                  <a:gd name="T3" fmla="*/ 0 h 515"/>
                  <a:gd name="T4" fmla="*/ 516 w 516"/>
                  <a:gd name="T5" fmla="*/ 0 h 515"/>
                  <a:gd name="T6" fmla="*/ 0 60000 65536"/>
                  <a:gd name="T7" fmla="*/ 0 60000 65536"/>
                  <a:gd name="T8" fmla="*/ 0 60000 65536"/>
                  <a:gd name="T9" fmla="*/ 0 w 516"/>
                  <a:gd name="T10" fmla="*/ 0 h 515"/>
                  <a:gd name="T11" fmla="*/ 516 w 516"/>
                  <a:gd name="T12" fmla="*/ 515 h 5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6" h="515">
                    <a:moveTo>
                      <a:pt x="0" y="515"/>
                    </a:moveTo>
                    <a:lnTo>
                      <a:pt x="515" y="0"/>
                    </a:lnTo>
                    <a:lnTo>
                      <a:pt x="516" y="0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1" name="Freeform 35"/>
              <p:cNvSpPr/>
              <p:nvPr/>
            </p:nvSpPr>
            <p:spPr bwMode="auto">
              <a:xfrm>
                <a:off x="1680" y="3403"/>
                <a:ext cx="84" cy="376"/>
              </a:xfrm>
              <a:custGeom>
                <a:avLst/>
                <a:gdLst>
                  <a:gd name="T0" fmla="*/ 0 w 253"/>
                  <a:gd name="T1" fmla="*/ 1127 h 1127"/>
                  <a:gd name="T2" fmla="*/ 252 w 253"/>
                  <a:gd name="T3" fmla="*/ 0 h 1127"/>
                  <a:gd name="T4" fmla="*/ 253 w 253"/>
                  <a:gd name="T5" fmla="*/ 0 h 1127"/>
                  <a:gd name="T6" fmla="*/ 0 60000 65536"/>
                  <a:gd name="T7" fmla="*/ 0 60000 65536"/>
                  <a:gd name="T8" fmla="*/ 0 60000 65536"/>
                  <a:gd name="T9" fmla="*/ 0 w 253"/>
                  <a:gd name="T10" fmla="*/ 0 h 1127"/>
                  <a:gd name="T11" fmla="*/ 253 w 253"/>
                  <a:gd name="T12" fmla="*/ 1127 h 11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3" h="1127">
                    <a:moveTo>
                      <a:pt x="0" y="1127"/>
                    </a:moveTo>
                    <a:lnTo>
                      <a:pt x="252" y="0"/>
                    </a:lnTo>
                    <a:lnTo>
                      <a:pt x="253" y="0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2" name="Freeform 36"/>
              <p:cNvSpPr/>
              <p:nvPr/>
            </p:nvSpPr>
            <p:spPr bwMode="auto">
              <a:xfrm>
                <a:off x="1314" y="3403"/>
                <a:ext cx="83" cy="374"/>
              </a:xfrm>
              <a:custGeom>
                <a:avLst/>
                <a:gdLst>
                  <a:gd name="T0" fmla="*/ 251 w 251"/>
                  <a:gd name="T1" fmla="*/ 1124 h 1124"/>
                  <a:gd name="T2" fmla="*/ 0 w 251"/>
                  <a:gd name="T3" fmla="*/ 0 h 1124"/>
                  <a:gd name="T4" fmla="*/ 1 w 251"/>
                  <a:gd name="T5" fmla="*/ 0 h 1124"/>
                  <a:gd name="T6" fmla="*/ 0 60000 65536"/>
                  <a:gd name="T7" fmla="*/ 0 60000 65536"/>
                  <a:gd name="T8" fmla="*/ 0 60000 65536"/>
                  <a:gd name="T9" fmla="*/ 0 w 251"/>
                  <a:gd name="T10" fmla="*/ 0 h 1124"/>
                  <a:gd name="T11" fmla="*/ 251 w 251"/>
                  <a:gd name="T12" fmla="*/ 1124 h 11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1" h="1124">
                    <a:moveTo>
                      <a:pt x="251" y="112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" name="Group 37"/>
            <p:cNvGrpSpPr/>
            <p:nvPr/>
          </p:nvGrpSpPr>
          <p:grpSpPr bwMode="auto">
            <a:xfrm>
              <a:off x="1037" y="2510"/>
              <a:ext cx="1203" cy="1223"/>
              <a:chOff x="1037" y="2510"/>
              <a:chExt cx="1203" cy="1223"/>
            </a:xfrm>
          </p:grpSpPr>
          <p:sp>
            <p:nvSpPr>
              <p:cNvPr id="61" name="Arc 38"/>
              <p:cNvSpPr/>
              <p:nvPr/>
            </p:nvSpPr>
            <p:spPr bwMode="auto">
              <a:xfrm flipV="1">
                <a:off x="1335" y="2774"/>
                <a:ext cx="560" cy="614"/>
              </a:xfrm>
              <a:custGeom>
                <a:avLst/>
                <a:gdLst>
                  <a:gd name="T0" fmla="*/ 0 w 34465"/>
                  <a:gd name="T1" fmla="*/ 72 h 36177"/>
                  <a:gd name="T2" fmla="*/ 468 w 34465"/>
                  <a:gd name="T3" fmla="*/ 615 h 36177"/>
                  <a:gd name="T4" fmla="*/ 209 w 34465"/>
                  <a:gd name="T5" fmla="*/ 367 h 36177"/>
                  <a:gd name="T6" fmla="*/ 0 60000 65536"/>
                  <a:gd name="T7" fmla="*/ 0 60000 65536"/>
                  <a:gd name="T8" fmla="*/ 0 60000 65536"/>
                  <a:gd name="T9" fmla="*/ 0 w 34465"/>
                  <a:gd name="T10" fmla="*/ 0 h 36177"/>
                  <a:gd name="T11" fmla="*/ 34465 w 34465"/>
                  <a:gd name="T12" fmla="*/ 36177 h 361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465" h="36177" fill="none" extrusionOk="0">
                    <a:moveTo>
                      <a:pt x="0" y="4249"/>
                    </a:moveTo>
                    <a:cubicBezTo>
                      <a:pt x="3721" y="1489"/>
                      <a:pt x="8231" y="-1"/>
                      <a:pt x="12865" y="0"/>
                    </a:cubicBezTo>
                    <a:cubicBezTo>
                      <a:pt x="24794" y="0"/>
                      <a:pt x="34465" y="9670"/>
                      <a:pt x="34465" y="21600"/>
                    </a:cubicBezTo>
                    <a:cubicBezTo>
                      <a:pt x="34465" y="26995"/>
                      <a:pt x="32445" y="32195"/>
                      <a:pt x="28804" y="36176"/>
                    </a:cubicBezTo>
                  </a:path>
                  <a:path w="34465" h="36177" stroke="0" extrusionOk="0">
                    <a:moveTo>
                      <a:pt x="0" y="4249"/>
                    </a:moveTo>
                    <a:cubicBezTo>
                      <a:pt x="3721" y="1489"/>
                      <a:pt x="8231" y="-1"/>
                      <a:pt x="12865" y="0"/>
                    </a:cubicBezTo>
                    <a:cubicBezTo>
                      <a:pt x="24794" y="0"/>
                      <a:pt x="34465" y="9670"/>
                      <a:pt x="34465" y="21600"/>
                    </a:cubicBezTo>
                    <a:cubicBezTo>
                      <a:pt x="34465" y="26995"/>
                      <a:pt x="32445" y="32195"/>
                      <a:pt x="28804" y="36176"/>
                    </a:cubicBezTo>
                    <a:lnTo>
                      <a:pt x="12865" y="21600"/>
                    </a:lnTo>
                    <a:close/>
                  </a:path>
                </a:pathLst>
              </a:custGeom>
              <a:noFill/>
              <a:ln w="571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2" name="Arc 39"/>
              <p:cNvSpPr/>
              <p:nvPr/>
            </p:nvSpPr>
            <p:spPr bwMode="auto">
              <a:xfrm flipV="1">
                <a:off x="1066" y="2581"/>
                <a:ext cx="1174" cy="1152"/>
              </a:xfrm>
              <a:custGeom>
                <a:avLst/>
                <a:gdLst>
                  <a:gd name="T0" fmla="*/ 0 w 36220"/>
                  <a:gd name="T1" fmla="*/ 185 h 35513"/>
                  <a:gd name="T2" fmla="*/ 1009 w 36220"/>
                  <a:gd name="T3" fmla="*/ 1151 h 35513"/>
                  <a:gd name="T4" fmla="*/ 474 w 36220"/>
                  <a:gd name="T5" fmla="*/ 700 h 35513"/>
                  <a:gd name="T6" fmla="*/ 0 60000 65536"/>
                  <a:gd name="T7" fmla="*/ 0 60000 65536"/>
                  <a:gd name="T8" fmla="*/ 0 60000 65536"/>
                  <a:gd name="T9" fmla="*/ 0 w 36220"/>
                  <a:gd name="T10" fmla="*/ 0 h 35513"/>
                  <a:gd name="T11" fmla="*/ 36220 w 36220"/>
                  <a:gd name="T12" fmla="*/ 35513 h 355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220" h="35513" fill="none" extrusionOk="0">
                    <a:moveTo>
                      <a:pt x="-1" y="5699"/>
                    </a:moveTo>
                    <a:cubicBezTo>
                      <a:pt x="3986" y="2034"/>
                      <a:pt x="9204" y="-1"/>
                      <a:pt x="14620" y="0"/>
                    </a:cubicBezTo>
                    <a:cubicBezTo>
                      <a:pt x="26549" y="0"/>
                      <a:pt x="36220" y="9670"/>
                      <a:pt x="36220" y="21600"/>
                    </a:cubicBezTo>
                    <a:cubicBezTo>
                      <a:pt x="36220" y="26691"/>
                      <a:pt x="34421" y="31618"/>
                      <a:pt x="31142" y="35513"/>
                    </a:cubicBezTo>
                  </a:path>
                  <a:path w="36220" h="35513" stroke="0" extrusionOk="0">
                    <a:moveTo>
                      <a:pt x="-1" y="5699"/>
                    </a:moveTo>
                    <a:cubicBezTo>
                      <a:pt x="3986" y="2034"/>
                      <a:pt x="9204" y="-1"/>
                      <a:pt x="14620" y="0"/>
                    </a:cubicBezTo>
                    <a:cubicBezTo>
                      <a:pt x="26549" y="0"/>
                      <a:pt x="36220" y="9670"/>
                      <a:pt x="36220" y="21600"/>
                    </a:cubicBezTo>
                    <a:cubicBezTo>
                      <a:pt x="36220" y="26691"/>
                      <a:pt x="34421" y="31618"/>
                      <a:pt x="31142" y="35513"/>
                    </a:cubicBezTo>
                    <a:lnTo>
                      <a:pt x="14620" y="21600"/>
                    </a:lnTo>
                    <a:close/>
                  </a:path>
                </a:pathLst>
              </a:custGeom>
              <a:noFill/>
              <a:ln w="571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3" name="Arc 40"/>
              <p:cNvSpPr/>
              <p:nvPr/>
            </p:nvSpPr>
            <p:spPr bwMode="auto">
              <a:xfrm rot="-3593609">
                <a:off x="996" y="3285"/>
                <a:ext cx="332" cy="249"/>
              </a:xfrm>
              <a:custGeom>
                <a:avLst/>
                <a:gdLst>
                  <a:gd name="T0" fmla="*/ 0 w 41175"/>
                  <a:gd name="T1" fmla="*/ 124 h 25109"/>
                  <a:gd name="T2" fmla="*/ 330 w 41175"/>
                  <a:gd name="T3" fmla="*/ 249 h 25109"/>
                  <a:gd name="T4" fmla="*/ 158 w 41175"/>
                  <a:gd name="T5" fmla="*/ 214 h 25109"/>
                  <a:gd name="T6" fmla="*/ 0 60000 65536"/>
                  <a:gd name="T7" fmla="*/ 0 60000 65536"/>
                  <a:gd name="T8" fmla="*/ 0 60000 65536"/>
                  <a:gd name="T9" fmla="*/ 0 w 41175"/>
                  <a:gd name="T10" fmla="*/ 0 h 25109"/>
                  <a:gd name="T11" fmla="*/ 41175 w 41175"/>
                  <a:gd name="T12" fmla="*/ 25109 h 2510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175" h="25109" fill="none" extrusionOk="0">
                    <a:moveTo>
                      <a:pt x="-1" y="12469"/>
                    </a:moveTo>
                    <a:cubicBezTo>
                      <a:pt x="3547" y="4862"/>
                      <a:pt x="11181" y="-1"/>
                      <a:pt x="19575" y="0"/>
                    </a:cubicBezTo>
                    <a:cubicBezTo>
                      <a:pt x="31504" y="0"/>
                      <a:pt x="41175" y="9670"/>
                      <a:pt x="41175" y="21600"/>
                    </a:cubicBezTo>
                    <a:cubicBezTo>
                      <a:pt x="41175" y="22775"/>
                      <a:pt x="41079" y="23949"/>
                      <a:pt x="40888" y="25109"/>
                    </a:cubicBezTo>
                  </a:path>
                  <a:path w="41175" h="25109" stroke="0" extrusionOk="0">
                    <a:moveTo>
                      <a:pt x="-1" y="12469"/>
                    </a:moveTo>
                    <a:cubicBezTo>
                      <a:pt x="3547" y="4862"/>
                      <a:pt x="11181" y="-1"/>
                      <a:pt x="19575" y="0"/>
                    </a:cubicBezTo>
                    <a:cubicBezTo>
                      <a:pt x="31504" y="0"/>
                      <a:pt x="41175" y="9670"/>
                      <a:pt x="41175" y="21600"/>
                    </a:cubicBezTo>
                    <a:cubicBezTo>
                      <a:pt x="41175" y="22775"/>
                      <a:pt x="41079" y="23949"/>
                      <a:pt x="40888" y="25109"/>
                    </a:cubicBezTo>
                    <a:lnTo>
                      <a:pt x="19575" y="21600"/>
                    </a:lnTo>
                    <a:close/>
                  </a:path>
                </a:pathLst>
              </a:custGeom>
              <a:noFill/>
              <a:ln w="571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4" name="Arc 41"/>
              <p:cNvSpPr/>
              <p:nvPr/>
            </p:nvSpPr>
            <p:spPr bwMode="auto">
              <a:xfrm flipH="1">
                <a:off x="1769" y="2510"/>
                <a:ext cx="310" cy="276"/>
              </a:xfrm>
              <a:custGeom>
                <a:avLst/>
                <a:gdLst>
                  <a:gd name="T0" fmla="*/ 0 w 39601"/>
                  <a:gd name="T1" fmla="*/ 71 h 35315"/>
                  <a:gd name="T2" fmla="*/ 254 w 39601"/>
                  <a:gd name="T3" fmla="*/ 258 h 35315"/>
                  <a:gd name="T4" fmla="*/ 132 w 39601"/>
                  <a:gd name="T5" fmla="*/ 158 h 35315"/>
                  <a:gd name="T6" fmla="*/ 0 60000 65536"/>
                  <a:gd name="T7" fmla="*/ 0 60000 65536"/>
                  <a:gd name="T8" fmla="*/ 0 60000 65536"/>
                  <a:gd name="T9" fmla="*/ 0 w 39601"/>
                  <a:gd name="T10" fmla="*/ 0 h 35315"/>
                  <a:gd name="T11" fmla="*/ 39601 w 39601"/>
                  <a:gd name="T12" fmla="*/ 35315 h 353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601" h="35315" fill="none" extrusionOk="0">
                    <a:moveTo>
                      <a:pt x="-1" y="9661"/>
                    </a:moveTo>
                    <a:cubicBezTo>
                      <a:pt x="4001" y="3627"/>
                      <a:pt x="10760" y="-1"/>
                      <a:pt x="18001" y="0"/>
                    </a:cubicBezTo>
                    <a:cubicBezTo>
                      <a:pt x="29930" y="0"/>
                      <a:pt x="39601" y="9670"/>
                      <a:pt x="39601" y="21600"/>
                    </a:cubicBezTo>
                    <a:cubicBezTo>
                      <a:pt x="39601" y="26602"/>
                      <a:pt x="37864" y="31450"/>
                      <a:pt x="34688" y="35315"/>
                    </a:cubicBezTo>
                  </a:path>
                  <a:path w="39601" h="35315" stroke="0" extrusionOk="0">
                    <a:moveTo>
                      <a:pt x="-1" y="9661"/>
                    </a:moveTo>
                    <a:cubicBezTo>
                      <a:pt x="4001" y="3627"/>
                      <a:pt x="10760" y="-1"/>
                      <a:pt x="18001" y="0"/>
                    </a:cubicBezTo>
                    <a:cubicBezTo>
                      <a:pt x="29930" y="0"/>
                      <a:pt x="39601" y="9670"/>
                      <a:pt x="39601" y="21600"/>
                    </a:cubicBezTo>
                    <a:cubicBezTo>
                      <a:pt x="39601" y="26602"/>
                      <a:pt x="37864" y="31450"/>
                      <a:pt x="34688" y="35315"/>
                    </a:cubicBezTo>
                    <a:lnTo>
                      <a:pt x="18001" y="21600"/>
                    </a:lnTo>
                    <a:close/>
                  </a:path>
                </a:pathLst>
              </a:custGeom>
              <a:noFill/>
              <a:ln w="571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" name="Freeform 42"/>
            <p:cNvSpPr/>
            <p:nvPr/>
          </p:nvSpPr>
          <p:spPr bwMode="auto">
            <a:xfrm>
              <a:off x="1338" y="2214"/>
              <a:ext cx="334" cy="582"/>
            </a:xfrm>
            <a:custGeom>
              <a:avLst/>
              <a:gdLst>
                <a:gd name="T0" fmla="*/ 0 w 334"/>
                <a:gd name="T1" fmla="*/ 0 h 582"/>
                <a:gd name="T2" fmla="*/ 0 w 334"/>
                <a:gd name="T3" fmla="*/ 96 h 582"/>
                <a:gd name="T4" fmla="*/ 25 w 334"/>
                <a:gd name="T5" fmla="*/ 237 h 582"/>
                <a:gd name="T6" fmla="*/ 70 w 334"/>
                <a:gd name="T7" fmla="*/ 327 h 582"/>
                <a:gd name="T8" fmla="*/ 155 w 334"/>
                <a:gd name="T9" fmla="*/ 436 h 582"/>
                <a:gd name="T10" fmla="*/ 334 w 334"/>
                <a:gd name="T11" fmla="*/ 582 h 582"/>
                <a:gd name="T12" fmla="*/ 334 w 334"/>
                <a:gd name="T13" fmla="*/ 582 h 5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4"/>
                <a:gd name="T22" fmla="*/ 0 h 582"/>
                <a:gd name="T23" fmla="*/ 334 w 334"/>
                <a:gd name="T24" fmla="*/ 582 h 58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4" h="582">
                  <a:moveTo>
                    <a:pt x="0" y="0"/>
                  </a:moveTo>
                  <a:lnTo>
                    <a:pt x="0" y="96"/>
                  </a:lnTo>
                  <a:lnTo>
                    <a:pt x="25" y="237"/>
                  </a:lnTo>
                  <a:lnTo>
                    <a:pt x="70" y="327"/>
                  </a:lnTo>
                  <a:lnTo>
                    <a:pt x="155" y="436"/>
                  </a:lnTo>
                  <a:lnTo>
                    <a:pt x="334" y="582"/>
                  </a:lnTo>
                </a:path>
              </a:pathLst>
            </a:custGeom>
            <a:noFill/>
            <a:ln w="571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" name="Freeform 43"/>
            <p:cNvSpPr/>
            <p:nvPr/>
          </p:nvSpPr>
          <p:spPr bwMode="auto">
            <a:xfrm>
              <a:off x="769" y="2339"/>
              <a:ext cx="1536" cy="1465"/>
            </a:xfrm>
            <a:custGeom>
              <a:avLst/>
              <a:gdLst>
                <a:gd name="T0" fmla="*/ 0 w 1536"/>
                <a:gd name="T1" fmla="*/ 725 h 1465"/>
                <a:gd name="T2" fmla="*/ 37 w 1536"/>
                <a:gd name="T3" fmla="*/ 861 h 1465"/>
                <a:gd name="T4" fmla="*/ 69 w 1536"/>
                <a:gd name="T5" fmla="*/ 970 h 1465"/>
                <a:gd name="T6" fmla="*/ 127 w 1536"/>
                <a:gd name="T7" fmla="*/ 1091 h 1465"/>
                <a:gd name="T8" fmla="*/ 204 w 1536"/>
                <a:gd name="T9" fmla="*/ 1207 h 1465"/>
                <a:gd name="T10" fmla="*/ 274 w 1536"/>
                <a:gd name="T11" fmla="*/ 1290 h 1465"/>
                <a:gd name="T12" fmla="*/ 363 w 1536"/>
                <a:gd name="T13" fmla="*/ 1348 h 1465"/>
                <a:gd name="T14" fmla="*/ 460 w 1536"/>
                <a:gd name="T15" fmla="*/ 1399 h 1465"/>
                <a:gd name="T16" fmla="*/ 592 w 1536"/>
                <a:gd name="T17" fmla="*/ 1444 h 1465"/>
                <a:gd name="T18" fmla="*/ 693 w 1536"/>
                <a:gd name="T19" fmla="*/ 1465 h 1465"/>
                <a:gd name="T20" fmla="*/ 840 w 1536"/>
                <a:gd name="T21" fmla="*/ 1461 h 1465"/>
                <a:gd name="T22" fmla="*/ 962 w 1536"/>
                <a:gd name="T23" fmla="*/ 1443 h 1465"/>
                <a:gd name="T24" fmla="*/ 1081 w 1536"/>
                <a:gd name="T25" fmla="*/ 1398 h 1465"/>
                <a:gd name="T26" fmla="*/ 1194 w 1536"/>
                <a:gd name="T27" fmla="*/ 1334 h 1465"/>
                <a:gd name="T28" fmla="*/ 1289 w 1536"/>
                <a:gd name="T29" fmla="*/ 1261 h 1465"/>
                <a:gd name="T30" fmla="*/ 1384 w 1536"/>
                <a:gd name="T31" fmla="*/ 1159 h 1465"/>
                <a:gd name="T32" fmla="*/ 1443 w 1536"/>
                <a:gd name="T33" fmla="*/ 1065 h 1465"/>
                <a:gd name="T34" fmla="*/ 1493 w 1536"/>
                <a:gd name="T35" fmla="*/ 963 h 1465"/>
                <a:gd name="T36" fmla="*/ 1525 w 1536"/>
                <a:gd name="T37" fmla="*/ 830 h 1465"/>
                <a:gd name="T38" fmla="*/ 1536 w 1536"/>
                <a:gd name="T39" fmla="*/ 723 h 1465"/>
                <a:gd name="T40" fmla="*/ 1529 w 1536"/>
                <a:gd name="T41" fmla="*/ 581 h 1465"/>
                <a:gd name="T42" fmla="*/ 1500 w 1536"/>
                <a:gd name="T43" fmla="*/ 461 h 1465"/>
                <a:gd name="T44" fmla="*/ 1453 w 1536"/>
                <a:gd name="T45" fmla="*/ 344 h 1465"/>
                <a:gd name="T46" fmla="*/ 1391 w 1536"/>
                <a:gd name="T47" fmla="*/ 250 h 1465"/>
                <a:gd name="T48" fmla="*/ 1305 w 1536"/>
                <a:gd name="T49" fmla="*/ 143 h 1465"/>
                <a:gd name="T50" fmla="*/ 1202 w 1536"/>
                <a:gd name="T51" fmla="*/ 61 h 1465"/>
                <a:gd name="T52" fmla="*/ 1102 w 1536"/>
                <a:gd name="T53" fmla="*/ 0 h 1465"/>
                <a:gd name="T54" fmla="*/ 1102 w 1536"/>
                <a:gd name="T55" fmla="*/ 0 h 1465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536"/>
                <a:gd name="T85" fmla="*/ 0 h 1465"/>
                <a:gd name="T86" fmla="*/ 1536 w 1536"/>
                <a:gd name="T87" fmla="*/ 1465 h 1465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536" h="1465">
                  <a:moveTo>
                    <a:pt x="0" y="725"/>
                  </a:moveTo>
                  <a:lnTo>
                    <a:pt x="37" y="861"/>
                  </a:lnTo>
                  <a:lnTo>
                    <a:pt x="69" y="970"/>
                  </a:lnTo>
                  <a:lnTo>
                    <a:pt x="127" y="1091"/>
                  </a:lnTo>
                  <a:lnTo>
                    <a:pt x="204" y="1207"/>
                  </a:lnTo>
                  <a:lnTo>
                    <a:pt x="274" y="1290"/>
                  </a:lnTo>
                  <a:lnTo>
                    <a:pt x="363" y="1348"/>
                  </a:lnTo>
                  <a:lnTo>
                    <a:pt x="460" y="1399"/>
                  </a:lnTo>
                  <a:lnTo>
                    <a:pt x="592" y="1444"/>
                  </a:lnTo>
                  <a:lnTo>
                    <a:pt x="693" y="1465"/>
                  </a:lnTo>
                  <a:lnTo>
                    <a:pt x="840" y="1461"/>
                  </a:lnTo>
                  <a:lnTo>
                    <a:pt x="962" y="1443"/>
                  </a:lnTo>
                  <a:lnTo>
                    <a:pt x="1081" y="1398"/>
                  </a:lnTo>
                  <a:lnTo>
                    <a:pt x="1194" y="1334"/>
                  </a:lnTo>
                  <a:lnTo>
                    <a:pt x="1289" y="1261"/>
                  </a:lnTo>
                  <a:lnTo>
                    <a:pt x="1384" y="1159"/>
                  </a:lnTo>
                  <a:lnTo>
                    <a:pt x="1443" y="1065"/>
                  </a:lnTo>
                  <a:lnTo>
                    <a:pt x="1493" y="963"/>
                  </a:lnTo>
                  <a:lnTo>
                    <a:pt x="1525" y="830"/>
                  </a:lnTo>
                  <a:lnTo>
                    <a:pt x="1536" y="723"/>
                  </a:lnTo>
                  <a:lnTo>
                    <a:pt x="1529" y="581"/>
                  </a:lnTo>
                  <a:lnTo>
                    <a:pt x="1500" y="461"/>
                  </a:lnTo>
                  <a:lnTo>
                    <a:pt x="1453" y="344"/>
                  </a:lnTo>
                  <a:lnTo>
                    <a:pt x="1391" y="250"/>
                  </a:lnTo>
                  <a:lnTo>
                    <a:pt x="1305" y="143"/>
                  </a:lnTo>
                  <a:lnTo>
                    <a:pt x="1202" y="61"/>
                  </a:lnTo>
                  <a:lnTo>
                    <a:pt x="1102" y="0"/>
                  </a:lnTo>
                </a:path>
              </a:pathLst>
            </a:custGeom>
            <a:noFill/>
            <a:ln w="571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" name="Freeform 44"/>
            <p:cNvSpPr/>
            <p:nvPr/>
          </p:nvSpPr>
          <p:spPr bwMode="auto">
            <a:xfrm>
              <a:off x="1397" y="3778"/>
              <a:ext cx="17" cy="15"/>
            </a:xfrm>
            <a:custGeom>
              <a:avLst/>
              <a:gdLst>
                <a:gd name="T0" fmla="*/ 0 w 52"/>
                <a:gd name="T1" fmla="*/ 0 h 46"/>
                <a:gd name="T2" fmla="*/ 51 w 52"/>
                <a:gd name="T3" fmla="*/ 46 h 46"/>
                <a:gd name="T4" fmla="*/ 52 w 52"/>
                <a:gd name="T5" fmla="*/ 46 h 46"/>
                <a:gd name="T6" fmla="*/ 0 60000 65536"/>
                <a:gd name="T7" fmla="*/ 0 60000 65536"/>
                <a:gd name="T8" fmla="*/ 0 60000 65536"/>
                <a:gd name="T9" fmla="*/ 0 w 52"/>
                <a:gd name="T10" fmla="*/ 0 h 46"/>
                <a:gd name="T11" fmla="*/ 52 w 52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" h="46">
                  <a:moveTo>
                    <a:pt x="0" y="0"/>
                  </a:moveTo>
                  <a:lnTo>
                    <a:pt x="51" y="46"/>
                  </a:lnTo>
                  <a:lnTo>
                    <a:pt x="52" y="46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" name="Freeform 45"/>
            <p:cNvSpPr/>
            <p:nvPr/>
          </p:nvSpPr>
          <p:spPr bwMode="auto">
            <a:xfrm>
              <a:off x="825" y="2635"/>
              <a:ext cx="456" cy="484"/>
            </a:xfrm>
            <a:custGeom>
              <a:avLst/>
              <a:gdLst>
                <a:gd name="T0" fmla="*/ 456 w 456"/>
                <a:gd name="T1" fmla="*/ 484 h 484"/>
                <a:gd name="T2" fmla="*/ 410 w 456"/>
                <a:gd name="T3" fmla="*/ 367 h 484"/>
                <a:gd name="T4" fmla="*/ 359 w 456"/>
                <a:gd name="T5" fmla="*/ 276 h 484"/>
                <a:gd name="T6" fmla="*/ 301 w 456"/>
                <a:gd name="T7" fmla="*/ 194 h 484"/>
                <a:gd name="T8" fmla="*/ 201 w 456"/>
                <a:gd name="T9" fmla="*/ 109 h 484"/>
                <a:gd name="T10" fmla="*/ 103 w 456"/>
                <a:gd name="T11" fmla="*/ 47 h 484"/>
                <a:gd name="T12" fmla="*/ 0 w 456"/>
                <a:gd name="T13" fmla="*/ 0 h 484"/>
                <a:gd name="T14" fmla="*/ 0 w 456"/>
                <a:gd name="T15" fmla="*/ 0 h 4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56"/>
                <a:gd name="T25" fmla="*/ 0 h 484"/>
                <a:gd name="T26" fmla="*/ 456 w 456"/>
                <a:gd name="T27" fmla="*/ 484 h 4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56" h="484">
                  <a:moveTo>
                    <a:pt x="456" y="484"/>
                  </a:moveTo>
                  <a:lnTo>
                    <a:pt x="410" y="367"/>
                  </a:lnTo>
                  <a:lnTo>
                    <a:pt x="359" y="276"/>
                  </a:lnTo>
                  <a:lnTo>
                    <a:pt x="301" y="194"/>
                  </a:lnTo>
                  <a:lnTo>
                    <a:pt x="201" y="109"/>
                  </a:lnTo>
                  <a:lnTo>
                    <a:pt x="103" y="47"/>
                  </a:lnTo>
                  <a:lnTo>
                    <a:pt x="0" y="0"/>
                  </a:lnTo>
                </a:path>
              </a:pathLst>
            </a:custGeom>
            <a:noFill/>
            <a:ln w="571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" name="Freeform 46"/>
            <p:cNvSpPr/>
            <p:nvPr/>
          </p:nvSpPr>
          <p:spPr bwMode="auto">
            <a:xfrm>
              <a:off x="663" y="2768"/>
              <a:ext cx="105" cy="310"/>
            </a:xfrm>
            <a:custGeom>
              <a:avLst/>
              <a:gdLst>
                <a:gd name="T0" fmla="*/ 105 w 105"/>
                <a:gd name="T1" fmla="*/ 310 h 310"/>
                <a:gd name="T2" fmla="*/ 69 w 105"/>
                <a:gd name="T3" fmla="*/ 166 h 310"/>
                <a:gd name="T4" fmla="*/ 39 w 105"/>
                <a:gd name="T5" fmla="*/ 88 h 310"/>
                <a:gd name="T6" fmla="*/ 0 w 105"/>
                <a:gd name="T7" fmla="*/ 0 h 310"/>
                <a:gd name="T8" fmla="*/ 0 w 105"/>
                <a:gd name="T9" fmla="*/ 0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5"/>
                <a:gd name="T16" fmla="*/ 0 h 310"/>
                <a:gd name="T17" fmla="*/ 105 w 105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5" h="310">
                  <a:moveTo>
                    <a:pt x="105" y="310"/>
                  </a:moveTo>
                  <a:lnTo>
                    <a:pt x="69" y="166"/>
                  </a:lnTo>
                  <a:lnTo>
                    <a:pt x="39" y="88"/>
                  </a:lnTo>
                  <a:lnTo>
                    <a:pt x="0" y="0"/>
                  </a:lnTo>
                </a:path>
              </a:pathLst>
            </a:custGeom>
            <a:noFill/>
            <a:ln w="571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" name="Freeform 47"/>
            <p:cNvSpPr/>
            <p:nvPr/>
          </p:nvSpPr>
          <p:spPr bwMode="auto">
            <a:xfrm>
              <a:off x="648" y="2618"/>
              <a:ext cx="178" cy="173"/>
            </a:xfrm>
            <a:custGeom>
              <a:avLst/>
              <a:gdLst>
                <a:gd name="T0" fmla="*/ 178 w 178"/>
                <a:gd name="T1" fmla="*/ 18 h 172"/>
                <a:gd name="T2" fmla="*/ 130 w 178"/>
                <a:gd name="T3" fmla="*/ 0 h 172"/>
                <a:gd name="T4" fmla="*/ 82 w 178"/>
                <a:gd name="T5" fmla="*/ 0 h 172"/>
                <a:gd name="T6" fmla="*/ 37 w 178"/>
                <a:gd name="T7" fmla="*/ 12 h 172"/>
                <a:gd name="T8" fmla="*/ 6 w 178"/>
                <a:gd name="T9" fmla="*/ 58 h 172"/>
                <a:gd name="T10" fmla="*/ 0 w 178"/>
                <a:gd name="T11" fmla="*/ 106 h 172"/>
                <a:gd name="T12" fmla="*/ 18 w 178"/>
                <a:gd name="T13" fmla="*/ 172 h 1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8"/>
                <a:gd name="T22" fmla="*/ 0 h 172"/>
                <a:gd name="T23" fmla="*/ 178 w 178"/>
                <a:gd name="T24" fmla="*/ 172 h 17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8" h="172">
                  <a:moveTo>
                    <a:pt x="178" y="18"/>
                  </a:moveTo>
                  <a:lnTo>
                    <a:pt x="130" y="0"/>
                  </a:lnTo>
                  <a:lnTo>
                    <a:pt x="82" y="0"/>
                  </a:lnTo>
                  <a:lnTo>
                    <a:pt x="37" y="12"/>
                  </a:lnTo>
                  <a:lnTo>
                    <a:pt x="6" y="58"/>
                  </a:lnTo>
                  <a:lnTo>
                    <a:pt x="0" y="106"/>
                  </a:lnTo>
                  <a:lnTo>
                    <a:pt x="18" y="172"/>
                  </a:lnTo>
                </a:path>
              </a:pathLst>
            </a:custGeom>
            <a:noFill/>
            <a:ln w="571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15" name="Group 48"/>
            <p:cNvGrpSpPr/>
            <p:nvPr/>
          </p:nvGrpSpPr>
          <p:grpSpPr bwMode="auto">
            <a:xfrm>
              <a:off x="719" y="2849"/>
              <a:ext cx="507" cy="401"/>
              <a:chOff x="719" y="2849"/>
              <a:chExt cx="507" cy="401"/>
            </a:xfrm>
          </p:grpSpPr>
          <p:sp>
            <p:nvSpPr>
              <p:cNvPr id="58" name="Freeform 49"/>
              <p:cNvSpPr/>
              <p:nvPr/>
            </p:nvSpPr>
            <p:spPr bwMode="auto">
              <a:xfrm>
                <a:off x="895" y="3096"/>
                <a:ext cx="19" cy="15"/>
              </a:xfrm>
              <a:custGeom>
                <a:avLst/>
                <a:gdLst>
                  <a:gd name="T0" fmla="*/ 0 w 57"/>
                  <a:gd name="T1" fmla="*/ 46 h 46"/>
                  <a:gd name="T2" fmla="*/ 56 w 57"/>
                  <a:gd name="T3" fmla="*/ 0 h 46"/>
                  <a:gd name="T4" fmla="*/ 57 w 57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57"/>
                  <a:gd name="T10" fmla="*/ 0 h 46"/>
                  <a:gd name="T11" fmla="*/ 57 w 57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" h="46">
                    <a:moveTo>
                      <a:pt x="0" y="46"/>
                    </a:moveTo>
                    <a:lnTo>
                      <a:pt x="56" y="0"/>
                    </a:lnTo>
                    <a:lnTo>
                      <a:pt x="5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9" name="Freeform 50"/>
              <p:cNvSpPr/>
              <p:nvPr/>
            </p:nvSpPr>
            <p:spPr bwMode="auto">
              <a:xfrm>
                <a:off x="719" y="3131"/>
                <a:ext cx="151" cy="119"/>
              </a:xfrm>
              <a:custGeom>
                <a:avLst/>
                <a:gdLst>
                  <a:gd name="T0" fmla="*/ 0 w 453"/>
                  <a:gd name="T1" fmla="*/ 357 h 357"/>
                  <a:gd name="T2" fmla="*/ 452 w 453"/>
                  <a:gd name="T3" fmla="*/ 0 h 357"/>
                  <a:gd name="T4" fmla="*/ 453 w 453"/>
                  <a:gd name="T5" fmla="*/ 0 h 357"/>
                  <a:gd name="T6" fmla="*/ 0 60000 65536"/>
                  <a:gd name="T7" fmla="*/ 0 60000 65536"/>
                  <a:gd name="T8" fmla="*/ 0 60000 65536"/>
                  <a:gd name="T9" fmla="*/ 0 w 453"/>
                  <a:gd name="T10" fmla="*/ 0 h 357"/>
                  <a:gd name="T11" fmla="*/ 453 w 453"/>
                  <a:gd name="T12" fmla="*/ 357 h 3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53" h="357">
                    <a:moveTo>
                      <a:pt x="0" y="357"/>
                    </a:moveTo>
                    <a:lnTo>
                      <a:pt x="452" y="0"/>
                    </a:lnTo>
                    <a:lnTo>
                      <a:pt x="45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0" name="Freeform 51"/>
              <p:cNvSpPr/>
              <p:nvPr/>
            </p:nvSpPr>
            <p:spPr bwMode="auto">
              <a:xfrm>
                <a:off x="938" y="2849"/>
                <a:ext cx="288" cy="228"/>
              </a:xfrm>
              <a:custGeom>
                <a:avLst/>
                <a:gdLst>
                  <a:gd name="T0" fmla="*/ 0 w 865"/>
                  <a:gd name="T1" fmla="*/ 683 h 683"/>
                  <a:gd name="T2" fmla="*/ 863 w 865"/>
                  <a:gd name="T3" fmla="*/ 0 h 683"/>
                  <a:gd name="T4" fmla="*/ 865 w 865"/>
                  <a:gd name="T5" fmla="*/ 0 h 683"/>
                  <a:gd name="T6" fmla="*/ 0 60000 65536"/>
                  <a:gd name="T7" fmla="*/ 0 60000 65536"/>
                  <a:gd name="T8" fmla="*/ 0 60000 65536"/>
                  <a:gd name="T9" fmla="*/ 0 w 865"/>
                  <a:gd name="T10" fmla="*/ 0 h 683"/>
                  <a:gd name="T11" fmla="*/ 865 w 865"/>
                  <a:gd name="T12" fmla="*/ 683 h 68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65" h="683">
                    <a:moveTo>
                      <a:pt x="0" y="683"/>
                    </a:moveTo>
                    <a:lnTo>
                      <a:pt x="863" y="0"/>
                    </a:lnTo>
                    <a:lnTo>
                      <a:pt x="8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7" name="Freeform 52"/>
            <p:cNvSpPr/>
            <p:nvPr/>
          </p:nvSpPr>
          <p:spPr bwMode="auto">
            <a:xfrm>
              <a:off x="652" y="2598"/>
              <a:ext cx="250" cy="284"/>
            </a:xfrm>
            <a:custGeom>
              <a:avLst/>
              <a:gdLst>
                <a:gd name="T0" fmla="*/ 751 w 751"/>
                <a:gd name="T1" fmla="*/ 848 h 848"/>
                <a:gd name="T2" fmla="*/ 0 w 751"/>
                <a:gd name="T3" fmla="*/ 0 h 848"/>
                <a:gd name="T4" fmla="*/ 1 w 751"/>
                <a:gd name="T5" fmla="*/ 0 h 848"/>
                <a:gd name="T6" fmla="*/ 0 60000 65536"/>
                <a:gd name="T7" fmla="*/ 0 60000 65536"/>
                <a:gd name="T8" fmla="*/ 0 60000 65536"/>
                <a:gd name="T9" fmla="*/ 0 w 751"/>
                <a:gd name="T10" fmla="*/ 0 h 848"/>
                <a:gd name="T11" fmla="*/ 751 w 751"/>
                <a:gd name="T12" fmla="*/ 848 h 8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51" h="848">
                  <a:moveTo>
                    <a:pt x="751" y="84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" name="Freeform 53"/>
            <p:cNvSpPr/>
            <p:nvPr/>
          </p:nvSpPr>
          <p:spPr bwMode="auto">
            <a:xfrm>
              <a:off x="915" y="2900"/>
              <a:ext cx="12" cy="17"/>
            </a:xfrm>
            <a:custGeom>
              <a:avLst/>
              <a:gdLst>
                <a:gd name="T0" fmla="*/ 35 w 35"/>
                <a:gd name="T1" fmla="*/ 55 h 55"/>
                <a:gd name="T2" fmla="*/ 0 w 35"/>
                <a:gd name="T3" fmla="*/ 0 h 55"/>
                <a:gd name="T4" fmla="*/ 1 w 35"/>
                <a:gd name="T5" fmla="*/ 0 h 55"/>
                <a:gd name="T6" fmla="*/ 0 60000 65536"/>
                <a:gd name="T7" fmla="*/ 0 60000 65536"/>
                <a:gd name="T8" fmla="*/ 0 60000 65536"/>
                <a:gd name="T9" fmla="*/ 0 w 35"/>
                <a:gd name="T10" fmla="*/ 0 h 55"/>
                <a:gd name="T11" fmla="*/ 35 w 35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" h="55">
                  <a:moveTo>
                    <a:pt x="35" y="5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" name="Freeform 54"/>
            <p:cNvSpPr/>
            <p:nvPr/>
          </p:nvSpPr>
          <p:spPr bwMode="auto">
            <a:xfrm>
              <a:off x="939" y="2936"/>
              <a:ext cx="225" cy="460"/>
            </a:xfrm>
            <a:custGeom>
              <a:avLst/>
              <a:gdLst>
                <a:gd name="T0" fmla="*/ 225 w 225"/>
                <a:gd name="T1" fmla="*/ 460 h 460"/>
                <a:gd name="T2" fmla="*/ 177 w 225"/>
                <a:gd name="T3" fmla="*/ 412 h 460"/>
                <a:gd name="T4" fmla="*/ 129 w 225"/>
                <a:gd name="T5" fmla="*/ 310 h 460"/>
                <a:gd name="T6" fmla="*/ 105 w 225"/>
                <a:gd name="T7" fmla="*/ 232 h 460"/>
                <a:gd name="T8" fmla="*/ 81 w 225"/>
                <a:gd name="T9" fmla="*/ 166 h 460"/>
                <a:gd name="T10" fmla="*/ 63 w 225"/>
                <a:gd name="T11" fmla="*/ 112 h 460"/>
                <a:gd name="T12" fmla="*/ 39 w 225"/>
                <a:gd name="T13" fmla="*/ 58 h 460"/>
                <a:gd name="T14" fmla="*/ 0 w 225"/>
                <a:gd name="T15" fmla="*/ 0 h 460"/>
                <a:gd name="T16" fmla="*/ 0 w 225"/>
                <a:gd name="T17" fmla="*/ 0 h 46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25"/>
                <a:gd name="T28" fmla="*/ 0 h 460"/>
                <a:gd name="T29" fmla="*/ 225 w 225"/>
                <a:gd name="T30" fmla="*/ 460 h 46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25" h="460">
                  <a:moveTo>
                    <a:pt x="225" y="460"/>
                  </a:moveTo>
                  <a:lnTo>
                    <a:pt x="177" y="412"/>
                  </a:lnTo>
                  <a:lnTo>
                    <a:pt x="129" y="310"/>
                  </a:lnTo>
                  <a:lnTo>
                    <a:pt x="105" y="232"/>
                  </a:lnTo>
                  <a:lnTo>
                    <a:pt x="81" y="166"/>
                  </a:lnTo>
                  <a:lnTo>
                    <a:pt x="63" y="112"/>
                  </a:lnTo>
                  <a:lnTo>
                    <a:pt x="39" y="58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" name="Freeform 55"/>
            <p:cNvSpPr/>
            <p:nvPr/>
          </p:nvSpPr>
          <p:spPr bwMode="auto">
            <a:xfrm>
              <a:off x="1665" y="3779"/>
              <a:ext cx="15" cy="13"/>
            </a:xfrm>
            <a:custGeom>
              <a:avLst/>
              <a:gdLst>
                <a:gd name="T0" fmla="*/ 0 w 47"/>
                <a:gd name="T1" fmla="*/ 41 h 41"/>
                <a:gd name="T2" fmla="*/ 46 w 47"/>
                <a:gd name="T3" fmla="*/ 0 h 41"/>
                <a:gd name="T4" fmla="*/ 47 w 47"/>
                <a:gd name="T5" fmla="*/ 0 h 41"/>
                <a:gd name="T6" fmla="*/ 0 60000 65536"/>
                <a:gd name="T7" fmla="*/ 0 60000 65536"/>
                <a:gd name="T8" fmla="*/ 0 60000 65536"/>
                <a:gd name="T9" fmla="*/ 0 w 47"/>
                <a:gd name="T10" fmla="*/ 0 h 41"/>
                <a:gd name="T11" fmla="*/ 47 w 47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" h="41">
                  <a:moveTo>
                    <a:pt x="0" y="41"/>
                  </a:moveTo>
                  <a:lnTo>
                    <a:pt x="46" y="0"/>
                  </a:lnTo>
                  <a:lnTo>
                    <a:pt x="47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21" name="Group 56"/>
            <p:cNvGrpSpPr/>
            <p:nvPr/>
          </p:nvGrpSpPr>
          <p:grpSpPr bwMode="auto">
            <a:xfrm>
              <a:off x="1303" y="3033"/>
              <a:ext cx="1091" cy="1"/>
              <a:chOff x="1303" y="3033"/>
              <a:chExt cx="1091" cy="1"/>
            </a:xfrm>
          </p:grpSpPr>
          <p:sp>
            <p:nvSpPr>
              <p:cNvPr id="55" name="Freeform 57"/>
              <p:cNvSpPr/>
              <p:nvPr/>
            </p:nvSpPr>
            <p:spPr bwMode="auto">
              <a:xfrm>
                <a:off x="1303" y="3033"/>
                <a:ext cx="374" cy="1"/>
              </a:xfrm>
              <a:custGeom>
                <a:avLst/>
                <a:gdLst>
                  <a:gd name="T0" fmla="*/ 0 w 1123"/>
                  <a:gd name="T1" fmla="*/ 0 h 1"/>
                  <a:gd name="T2" fmla="*/ 1122 w 1123"/>
                  <a:gd name="T3" fmla="*/ 0 h 1"/>
                  <a:gd name="T4" fmla="*/ 1123 w 112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123"/>
                  <a:gd name="T10" fmla="*/ 0 h 1"/>
                  <a:gd name="T11" fmla="*/ 1123 w 112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23" h="1">
                    <a:moveTo>
                      <a:pt x="0" y="0"/>
                    </a:moveTo>
                    <a:lnTo>
                      <a:pt x="1122" y="0"/>
                    </a:lnTo>
                    <a:lnTo>
                      <a:pt x="112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6" name="Freeform 58"/>
              <p:cNvSpPr/>
              <p:nvPr/>
            </p:nvSpPr>
            <p:spPr bwMode="auto">
              <a:xfrm>
                <a:off x="1761" y="3033"/>
                <a:ext cx="633" cy="1"/>
              </a:xfrm>
              <a:custGeom>
                <a:avLst/>
                <a:gdLst>
                  <a:gd name="T0" fmla="*/ 0 w 1899"/>
                  <a:gd name="T1" fmla="*/ 0 h 1"/>
                  <a:gd name="T2" fmla="*/ 1898 w 1899"/>
                  <a:gd name="T3" fmla="*/ 0 h 1"/>
                  <a:gd name="T4" fmla="*/ 1899 w 189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899"/>
                  <a:gd name="T10" fmla="*/ 0 h 1"/>
                  <a:gd name="T11" fmla="*/ 1899 w 189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99" h="1">
                    <a:moveTo>
                      <a:pt x="0" y="0"/>
                    </a:moveTo>
                    <a:lnTo>
                      <a:pt x="1898" y="0"/>
                    </a:lnTo>
                    <a:lnTo>
                      <a:pt x="189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7" name="Freeform 59"/>
              <p:cNvSpPr/>
              <p:nvPr/>
            </p:nvSpPr>
            <p:spPr bwMode="auto">
              <a:xfrm>
                <a:off x="1707" y="3033"/>
                <a:ext cx="21" cy="1"/>
              </a:xfrm>
              <a:custGeom>
                <a:avLst/>
                <a:gdLst>
                  <a:gd name="T0" fmla="*/ 0 w 64"/>
                  <a:gd name="T1" fmla="*/ 0 h 1"/>
                  <a:gd name="T2" fmla="*/ 63 w 64"/>
                  <a:gd name="T3" fmla="*/ 0 h 1"/>
                  <a:gd name="T4" fmla="*/ 64 w 6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4"/>
                  <a:gd name="T10" fmla="*/ 0 h 1"/>
                  <a:gd name="T11" fmla="*/ 64 w 6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4" h="1">
                    <a:moveTo>
                      <a:pt x="0" y="0"/>
                    </a:moveTo>
                    <a:lnTo>
                      <a:pt x="63" y="0"/>
                    </a:lnTo>
                    <a:lnTo>
                      <a:pt x="6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2" name="Freeform 60"/>
            <p:cNvSpPr/>
            <p:nvPr/>
          </p:nvSpPr>
          <p:spPr bwMode="auto">
            <a:xfrm>
              <a:off x="2283" y="3157"/>
              <a:ext cx="16" cy="17"/>
            </a:xfrm>
            <a:custGeom>
              <a:avLst/>
              <a:gdLst>
                <a:gd name="T0" fmla="*/ 0 w 48"/>
                <a:gd name="T1" fmla="*/ 51 h 51"/>
                <a:gd name="T2" fmla="*/ 47 w 48"/>
                <a:gd name="T3" fmla="*/ 0 h 51"/>
                <a:gd name="T4" fmla="*/ 48 w 48"/>
                <a:gd name="T5" fmla="*/ 0 h 51"/>
                <a:gd name="T6" fmla="*/ 0 60000 65536"/>
                <a:gd name="T7" fmla="*/ 0 60000 65536"/>
                <a:gd name="T8" fmla="*/ 0 60000 65536"/>
                <a:gd name="T9" fmla="*/ 0 w 48"/>
                <a:gd name="T10" fmla="*/ 0 h 51"/>
                <a:gd name="T11" fmla="*/ 48 w 48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51">
                  <a:moveTo>
                    <a:pt x="0" y="51"/>
                  </a:moveTo>
                  <a:lnTo>
                    <a:pt x="47" y="0"/>
                  </a:lnTo>
                  <a:lnTo>
                    <a:pt x="48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" name="Freeform 61"/>
            <p:cNvSpPr/>
            <p:nvPr/>
          </p:nvSpPr>
          <p:spPr bwMode="auto">
            <a:xfrm>
              <a:off x="2284" y="2891"/>
              <a:ext cx="14" cy="15"/>
            </a:xfrm>
            <a:custGeom>
              <a:avLst/>
              <a:gdLst>
                <a:gd name="T0" fmla="*/ 41 w 41"/>
                <a:gd name="T1" fmla="*/ 47 h 47"/>
                <a:gd name="T2" fmla="*/ 0 w 41"/>
                <a:gd name="T3" fmla="*/ 0 h 47"/>
                <a:gd name="T4" fmla="*/ 1 w 41"/>
                <a:gd name="T5" fmla="*/ 0 h 47"/>
                <a:gd name="T6" fmla="*/ 0 60000 65536"/>
                <a:gd name="T7" fmla="*/ 0 60000 65536"/>
                <a:gd name="T8" fmla="*/ 0 60000 65536"/>
                <a:gd name="T9" fmla="*/ 0 w 41"/>
                <a:gd name="T10" fmla="*/ 0 h 47"/>
                <a:gd name="T11" fmla="*/ 41 w 41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47">
                  <a:moveTo>
                    <a:pt x="41" y="4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" name="Freeform 62"/>
            <p:cNvSpPr/>
            <p:nvPr/>
          </p:nvSpPr>
          <p:spPr bwMode="auto">
            <a:xfrm>
              <a:off x="1403" y="1448"/>
              <a:ext cx="292" cy="1"/>
            </a:xfrm>
            <a:custGeom>
              <a:avLst/>
              <a:gdLst>
                <a:gd name="T0" fmla="*/ 0 w 876"/>
                <a:gd name="T1" fmla="*/ 0 h 1"/>
                <a:gd name="T2" fmla="*/ 875 w 876"/>
                <a:gd name="T3" fmla="*/ 0 h 1"/>
                <a:gd name="T4" fmla="*/ 876 w 876"/>
                <a:gd name="T5" fmla="*/ 0 h 1"/>
                <a:gd name="T6" fmla="*/ 0 60000 65536"/>
                <a:gd name="T7" fmla="*/ 0 60000 65536"/>
                <a:gd name="T8" fmla="*/ 0 60000 65536"/>
                <a:gd name="T9" fmla="*/ 0 w 876"/>
                <a:gd name="T10" fmla="*/ 0 h 1"/>
                <a:gd name="T11" fmla="*/ 876 w 87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76" h="1">
                  <a:moveTo>
                    <a:pt x="0" y="0"/>
                  </a:moveTo>
                  <a:lnTo>
                    <a:pt x="875" y="0"/>
                  </a:lnTo>
                  <a:lnTo>
                    <a:pt x="876" y="0"/>
                  </a:lnTo>
                </a:path>
              </a:pathLst>
            </a:custGeom>
            <a:noFill/>
            <a:ln w="571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" name="Freeform 63"/>
            <p:cNvSpPr/>
            <p:nvPr/>
          </p:nvSpPr>
          <p:spPr bwMode="auto">
            <a:xfrm>
              <a:off x="1351" y="1897"/>
              <a:ext cx="375" cy="1"/>
            </a:xfrm>
            <a:custGeom>
              <a:avLst/>
              <a:gdLst>
                <a:gd name="T0" fmla="*/ 0 w 1125"/>
                <a:gd name="T1" fmla="*/ 0 h 1"/>
                <a:gd name="T2" fmla="*/ 1124 w 1125"/>
                <a:gd name="T3" fmla="*/ 0 h 1"/>
                <a:gd name="T4" fmla="*/ 1125 w 1125"/>
                <a:gd name="T5" fmla="*/ 0 h 1"/>
                <a:gd name="T6" fmla="*/ 0 60000 65536"/>
                <a:gd name="T7" fmla="*/ 0 60000 65536"/>
                <a:gd name="T8" fmla="*/ 0 60000 65536"/>
                <a:gd name="T9" fmla="*/ 0 w 1125"/>
                <a:gd name="T10" fmla="*/ 0 h 1"/>
                <a:gd name="T11" fmla="*/ 1125 w 112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25" h="1">
                  <a:moveTo>
                    <a:pt x="0" y="0"/>
                  </a:moveTo>
                  <a:lnTo>
                    <a:pt x="1124" y="0"/>
                  </a:lnTo>
                  <a:lnTo>
                    <a:pt x="1125" y="0"/>
                  </a:lnTo>
                </a:path>
              </a:pathLst>
            </a:custGeom>
            <a:noFill/>
            <a:ln w="571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6" name="Freeform 64"/>
            <p:cNvSpPr/>
            <p:nvPr/>
          </p:nvSpPr>
          <p:spPr bwMode="auto">
            <a:xfrm>
              <a:off x="1335" y="1960"/>
              <a:ext cx="408" cy="1"/>
            </a:xfrm>
            <a:custGeom>
              <a:avLst/>
              <a:gdLst>
                <a:gd name="T0" fmla="*/ 0 w 1222"/>
                <a:gd name="T1" fmla="*/ 0 h 1"/>
                <a:gd name="T2" fmla="*/ 1221 w 1222"/>
                <a:gd name="T3" fmla="*/ 0 h 1"/>
                <a:gd name="T4" fmla="*/ 1222 w 1222"/>
                <a:gd name="T5" fmla="*/ 0 h 1"/>
                <a:gd name="T6" fmla="*/ 0 60000 65536"/>
                <a:gd name="T7" fmla="*/ 0 60000 65536"/>
                <a:gd name="T8" fmla="*/ 0 60000 65536"/>
                <a:gd name="T9" fmla="*/ 0 w 1222"/>
                <a:gd name="T10" fmla="*/ 0 h 1"/>
                <a:gd name="T11" fmla="*/ 1222 w 12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22" h="1">
                  <a:moveTo>
                    <a:pt x="0" y="0"/>
                  </a:moveTo>
                  <a:lnTo>
                    <a:pt x="1221" y="0"/>
                  </a:lnTo>
                  <a:lnTo>
                    <a:pt x="1222" y="0"/>
                  </a:lnTo>
                </a:path>
              </a:pathLst>
            </a:custGeom>
            <a:noFill/>
            <a:ln w="571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" name="Freeform 65"/>
            <p:cNvSpPr/>
            <p:nvPr/>
          </p:nvSpPr>
          <p:spPr bwMode="auto">
            <a:xfrm>
              <a:off x="1393" y="1448"/>
              <a:ext cx="1" cy="449"/>
            </a:xfrm>
            <a:custGeom>
              <a:avLst/>
              <a:gdLst>
                <a:gd name="T0" fmla="*/ 0 w 1"/>
                <a:gd name="T1" fmla="*/ 1346 h 1346"/>
                <a:gd name="T2" fmla="*/ 0 w 1"/>
                <a:gd name="T3" fmla="*/ 0 h 1346"/>
                <a:gd name="T4" fmla="*/ 1 w 1"/>
                <a:gd name="T5" fmla="*/ 0 h 1346"/>
                <a:gd name="T6" fmla="*/ 0 60000 65536"/>
                <a:gd name="T7" fmla="*/ 0 60000 65536"/>
                <a:gd name="T8" fmla="*/ 0 60000 65536"/>
                <a:gd name="T9" fmla="*/ 0 w 1"/>
                <a:gd name="T10" fmla="*/ 0 h 1346"/>
                <a:gd name="T11" fmla="*/ 1 w 1"/>
                <a:gd name="T12" fmla="*/ 1346 h 13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346">
                  <a:moveTo>
                    <a:pt x="0" y="134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8" name="Freeform 66"/>
            <p:cNvSpPr/>
            <p:nvPr/>
          </p:nvSpPr>
          <p:spPr bwMode="auto">
            <a:xfrm>
              <a:off x="1349" y="1498"/>
              <a:ext cx="3" cy="404"/>
            </a:xfrm>
            <a:custGeom>
              <a:avLst/>
              <a:gdLst>
                <a:gd name="T0" fmla="*/ 0 w 3"/>
                <a:gd name="T1" fmla="*/ 0 h 404"/>
                <a:gd name="T2" fmla="*/ 0 w 3"/>
                <a:gd name="T3" fmla="*/ 403 h 404"/>
                <a:gd name="T4" fmla="*/ 3 w 3"/>
                <a:gd name="T5" fmla="*/ 404 h 404"/>
                <a:gd name="T6" fmla="*/ 0 60000 65536"/>
                <a:gd name="T7" fmla="*/ 0 60000 65536"/>
                <a:gd name="T8" fmla="*/ 0 60000 65536"/>
                <a:gd name="T9" fmla="*/ 0 w 3"/>
                <a:gd name="T10" fmla="*/ 0 h 404"/>
                <a:gd name="T11" fmla="*/ 3 w 3"/>
                <a:gd name="T12" fmla="*/ 404 h 4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" h="404">
                  <a:moveTo>
                    <a:pt x="0" y="0"/>
                  </a:moveTo>
                  <a:lnTo>
                    <a:pt x="0" y="403"/>
                  </a:lnTo>
                  <a:lnTo>
                    <a:pt x="3" y="404"/>
                  </a:lnTo>
                </a:path>
              </a:pathLst>
            </a:custGeom>
            <a:noFill/>
            <a:ln w="571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" name="Freeform 67"/>
            <p:cNvSpPr/>
            <p:nvPr/>
          </p:nvSpPr>
          <p:spPr bwMode="auto">
            <a:xfrm>
              <a:off x="1341" y="1954"/>
              <a:ext cx="1" cy="263"/>
            </a:xfrm>
            <a:custGeom>
              <a:avLst/>
              <a:gdLst>
                <a:gd name="T0" fmla="*/ 0 w 1"/>
                <a:gd name="T1" fmla="*/ 0 h 787"/>
                <a:gd name="T2" fmla="*/ 0 w 1"/>
                <a:gd name="T3" fmla="*/ 787 h 787"/>
                <a:gd name="T4" fmla="*/ 1 w 1"/>
                <a:gd name="T5" fmla="*/ 787 h 787"/>
                <a:gd name="T6" fmla="*/ 0 60000 65536"/>
                <a:gd name="T7" fmla="*/ 0 60000 65536"/>
                <a:gd name="T8" fmla="*/ 0 60000 65536"/>
                <a:gd name="T9" fmla="*/ 0 w 1"/>
                <a:gd name="T10" fmla="*/ 0 h 787"/>
                <a:gd name="T11" fmla="*/ 1 w 1"/>
                <a:gd name="T12" fmla="*/ 787 h 7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7">
                  <a:moveTo>
                    <a:pt x="0" y="0"/>
                  </a:moveTo>
                  <a:lnTo>
                    <a:pt x="0" y="787"/>
                  </a:lnTo>
                  <a:lnTo>
                    <a:pt x="1" y="787"/>
                  </a:lnTo>
                </a:path>
              </a:pathLst>
            </a:custGeom>
            <a:noFill/>
            <a:ln w="571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" name="Freeform 68"/>
            <p:cNvSpPr/>
            <p:nvPr/>
          </p:nvSpPr>
          <p:spPr bwMode="auto">
            <a:xfrm>
              <a:off x="1393" y="1897"/>
              <a:ext cx="1" cy="63"/>
            </a:xfrm>
            <a:custGeom>
              <a:avLst/>
              <a:gdLst>
                <a:gd name="T0" fmla="*/ 0 w 1"/>
                <a:gd name="T1" fmla="*/ 191 h 191"/>
                <a:gd name="T2" fmla="*/ 0 w 1"/>
                <a:gd name="T3" fmla="*/ 0 h 191"/>
                <a:gd name="T4" fmla="*/ 1 w 1"/>
                <a:gd name="T5" fmla="*/ 0 h 191"/>
                <a:gd name="T6" fmla="*/ 0 60000 65536"/>
                <a:gd name="T7" fmla="*/ 0 60000 65536"/>
                <a:gd name="T8" fmla="*/ 0 60000 65536"/>
                <a:gd name="T9" fmla="*/ 0 w 1"/>
                <a:gd name="T10" fmla="*/ 0 h 191"/>
                <a:gd name="T11" fmla="*/ 1 w 1"/>
                <a:gd name="T12" fmla="*/ 191 h 1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91">
                  <a:moveTo>
                    <a:pt x="0" y="19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571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" name="Freeform 69"/>
            <p:cNvSpPr/>
            <p:nvPr/>
          </p:nvSpPr>
          <p:spPr bwMode="auto">
            <a:xfrm>
              <a:off x="1685" y="1448"/>
              <a:ext cx="1" cy="449"/>
            </a:xfrm>
            <a:custGeom>
              <a:avLst/>
              <a:gdLst>
                <a:gd name="T0" fmla="*/ 0 w 1"/>
                <a:gd name="T1" fmla="*/ 1346 h 1346"/>
                <a:gd name="T2" fmla="*/ 0 w 1"/>
                <a:gd name="T3" fmla="*/ 0 h 1346"/>
                <a:gd name="T4" fmla="*/ 1 w 1"/>
                <a:gd name="T5" fmla="*/ 0 h 1346"/>
                <a:gd name="T6" fmla="*/ 0 60000 65536"/>
                <a:gd name="T7" fmla="*/ 0 60000 65536"/>
                <a:gd name="T8" fmla="*/ 0 60000 65536"/>
                <a:gd name="T9" fmla="*/ 0 w 1"/>
                <a:gd name="T10" fmla="*/ 0 h 1346"/>
                <a:gd name="T11" fmla="*/ 1 w 1"/>
                <a:gd name="T12" fmla="*/ 1346 h 13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346">
                  <a:moveTo>
                    <a:pt x="0" y="134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" name="Freeform 70"/>
            <p:cNvSpPr/>
            <p:nvPr/>
          </p:nvSpPr>
          <p:spPr bwMode="auto">
            <a:xfrm>
              <a:off x="1745" y="2117"/>
              <a:ext cx="126" cy="222"/>
            </a:xfrm>
            <a:custGeom>
              <a:avLst/>
              <a:gdLst>
                <a:gd name="T0" fmla="*/ 0 w 126"/>
                <a:gd name="T1" fmla="*/ 0 h 222"/>
                <a:gd name="T2" fmla="*/ 15 w 126"/>
                <a:gd name="T3" fmla="*/ 91 h 222"/>
                <a:gd name="T4" fmla="*/ 60 w 126"/>
                <a:gd name="T5" fmla="*/ 168 h 222"/>
                <a:gd name="T6" fmla="*/ 126 w 126"/>
                <a:gd name="T7" fmla="*/ 222 h 222"/>
                <a:gd name="T8" fmla="*/ 126 w 126"/>
                <a:gd name="T9" fmla="*/ 222 h 2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6"/>
                <a:gd name="T16" fmla="*/ 0 h 222"/>
                <a:gd name="T17" fmla="*/ 126 w 126"/>
                <a:gd name="T18" fmla="*/ 222 h 2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6" h="222">
                  <a:moveTo>
                    <a:pt x="0" y="0"/>
                  </a:moveTo>
                  <a:lnTo>
                    <a:pt x="15" y="91"/>
                  </a:lnTo>
                  <a:lnTo>
                    <a:pt x="60" y="168"/>
                  </a:lnTo>
                  <a:lnTo>
                    <a:pt x="126" y="222"/>
                  </a:lnTo>
                </a:path>
              </a:pathLst>
            </a:custGeom>
            <a:noFill/>
            <a:ln w="571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" name="Freeform 71"/>
            <p:cNvSpPr/>
            <p:nvPr/>
          </p:nvSpPr>
          <p:spPr bwMode="auto">
            <a:xfrm>
              <a:off x="1539" y="2223"/>
              <a:ext cx="249" cy="363"/>
            </a:xfrm>
            <a:custGeom>
              <a:avLst/>
              <a:gdLst>
                <a:gd name="T0" fmla="*/ 0 w 249"/>
                <a:gd name="T1" fmla="*/ 0 h 363"/>
                <a:gd name="T2" fmla="*/ 28 w 249"/>
                <a:gd name="T3" fmla="*/ 149 h 363"/>
                <a:gd name="T4" fmla="*/ 123 w 249"/>
                <a:gd name="T5" fmla="*/ 273 h 363"/>
                <a:gd name="T6" fmla="*/ 249 w 249"/>
                <a:gd name="T7" fmla="*/ 363 h 3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9"/>
                <a:gd name="T13" fmla="*/ 0 h 363"/>
                <a:gd name="T14" fmla="*/ 249 w 249"/>
                <a:gd name="T15" fmla="*/ 363 h 3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9" h="363">
                  <a:moveTo>
                    <a:pt x="0" y="0"/>
                  </a:moveTo>
                  <a:lnTo>
                    <a:pt x="28" y="149"/>
                  </a:lnTo>
                  <a:lnTo>
                    <a:pt x="123" y="273"/>
                  </a:lnTo>
                  <a:lnTo>
                    <a:pt x="249" y="36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" name="Freeform 72"/>
            <p:cNvSpPr/>
            <p:nvPr/>
          </p:nvSpPr>
          <p:spPr bwMode="auto">
            <a:xfrm>
              <a:off x="1309" y="2359"/>
              <a:ext cx="302" cy="108"/>
            </a:xfrm>
            <a:custGeom>
              <a:avLst/>
              <a:gdLst>
                <a:gd name="T0" fmla="*/ 0 w 905"/>
                <a:gd name="T1" fmla="*/ 341 h 341"/>
                <a:gd name="T2" fmla="*/ 904 w 905"/>
                <a:gd name="T3" fmla="*/ 0 h 341"/>
                <a:gd name="T4" fmla="*/ 905 w 905"/>
                <a:gd name="T5" fmla="*/ 0 h 341"/>
                <a:gd name="T6" fmla="*/ 0 60000 65536"/>
                <a:gd name="T7" fmla="*/ 0 60000 65536"/>
                <a:gd name="T8" fmla="*/ 0 60000 65536"/>
                <a:gd name="T9" fmla="*/ 0 w 905"/>
                <a:gd name="T10" fmla="*/ 0 h 341"/>
                <a:gd name="T11" fmla="*/ 905 w 905"/>
                <a:gd name="T12" fmla="*/ 341 h 3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5" h="341">
                  <a:moveTo>
                    <a:pt x="0" y="341"/>
                  </a:moveTo>
                  <a:lnTo>
                    <a:pt x="904" y="0"/>
                  </a:lnTo>
                  <a:lnTo>
                    <a:pt x="90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5" name="Freeform 73"/>
            <p:cNvSpPr/>
            <p:nvPr/>
          </p:nvSpPr>
          <p:spPr bwMode="auto">
            <a:xfrm>
              <a:off x="1690" y="2260"/>
              <a:ext cx="198" cy="70"/>
            </a:xfrm>
            <a:custGeom>
              <a:avLst/>
              <a:gdLst>
                <a:gd name="T0" fmla="*/ 0 w 593"/>
                <a:gd name="T1" fmla="*/ 223 h 223"/>
                <a:gd name="T2" fmla="*/ 592 w 593"/>
                <a:gd name="T3" fmla="*/ 0 h 223"/>
                <a:gd name="T4" fmla="*/ 593 w 593"/>
                <a:gd name="T5" fmla="*/ 0 h 223"/>
                <a:gd name="T6" fmla="*/ 0 60000 65536"/>
                <a:gd name="T7" fmla="*/ 0 60000 65536"/>
                <a:gd name="T8" fmla="*/ 0 60000 65536"/>
                <a:gd name="T9" fmla="*/ 0 w 593"/>
                <a:gd name="T10" fmla="*/ 0 h 223"/>
                <a:gd name="T11" fmla="*/ 593 w 593"/>
                <a:gd name="T12" fmla="*/ 223 h 2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3" h="223">
                  <a:moveTo>
                    <a:pt x="0" y="223"/>
                  </a:moveTo>
                  <a:lnTo>
                    <a:pt x="592" y="0"/>
                  </a:lnTo>
                  <a:lnTo>
                    <a:pt x="59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" name="Freeform 74"/>
            <p:cNvSpPr/>
            <p:nvPr/>
          </p:nvSpPr>
          <p:spPr bwMode="auto">
            <a:xfrm>
              <a:off x="1638" y="2342"/>
              <a:ext cx="20" cy="6"/>
            </a:xfrm>
            <a:custGeom>
              <a:avLst/>
              <a:gdLst>
                <a:gd name="T0" fmla="*/ 0 w 61"/>
                <a:gd name="T1" fmla="*/ 23 h 23"/>
                <a:gd name="T2" fmla="*/ 59 w 61"/>
                <a:gd name="T3" fmla="*/ 0 h 23"/>
                <a:gd name="T4" fmla="*/ 61 w 61"/>
                <a:gd name="T5" fmla="*/ 0 h 23"/>
                <a:gd name="T6" fmla="*/ 0 60000 65536"/>
                <a:gd name="T7" fmla="*/ 0 60000 65536"/>
                <a:gd name="T8" fmla="*/ 0 60000 65536"/>
                <a:gd name="T9" fmla="*/ 0 w 61"/>
                <a:gd name="T10" fmla="*/ 0 h 23"/>
                <a:gd name="T11" fmla="*/ 61 w 61"/>
                <a:gd name="T12" fmla="*/ 23 h 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1" h="23">
                  <a:moveTo>
                    <a:pt x="0" y="23"/>
                  </a:moveTo>
                  <a:lnTo>
                    <a:pt x="59" y="0"/>
                  </a:lnTo>
                  <a:lnTo>
                    <a:pt x="6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" name="Freeform 75"/>
            <p:cNvSpPr/>
            <p:nvPr/>
          </p:nvSpPr>
          <p:spPr bwMode="auto">
            <a:xfrm>
              <a:off x="1685" y="1897"/>
              <a:ext cx="1" cy="63"/>
            </a:xfrm>
            <a:custGeom>
              <a:avLst/>
              <a:gdLst>
                <a:gd name="T0" fmla="*/ 0 w 1"/>
                <a:gd name="T1" fmla="*/ 191 h 191"/>
                <a:gd name="T2" fmla="*/ 0 w 1"/>
                <a:gd name="T3" fmla="*/ 0 h 191"/>
                <a:gd name="T4" fmla="*/ 1 w 1"/>
                <a:gd name="T5" fmla="*/ 0 h 191"/>
                <a:gd name="T6" fmla="*/ 0 60000 65536"/>
                <a:gd name="T7" fmla="*/ 0 60000 65536"/>
                <a:gd name="T8" fmla="*/ 0 60000 65536"/>
                <a:gd name="T9" fmla="*/ 0 w 1"/>
                <a:gd name="T10" fmla="*/ 0 h 191"/>
                <a:gd name="T11" fmla="*/ 1 w 1"/>
                <a:gd name="T12" fmla="*/ 191 h 1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91">
                  <a:moveTo>
                    <a:pt x="0" y="19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571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9" name="Freeform 76"/>
            <p:cNvSpPr/>
            <p:nvPr/>
          </p:nvSpPr>
          <p:spPr bwMode="auto">
            <a:xfrm>
              <a:off x="1743" y="1950"/>
              <a:ext cx="3" cy="186"/>
            </a:xfrm>
            <a:custGeom>
              <a:avLst/>
              <a:gdLst>
                <a:gd name="T0" fmla="*/ 3 w 3"/>
                <a:gd name="T1" fmla="*/ 0 h 186"/>
                <a:gd name="T2" fmla="*/ 3 w 3"/>
                <a:gd name="T3" fmla="*/ 186 h 186"/>
                <a:gd name="T4" fmla="*/ 0 w 3"/>
                <a:gd name="T5" fmla="*/ 184 h 186"/>
                <a:gd name="T6" fmla="*/ 0 60000 65536"/>
                <a:gd name="T7" fmla="*/ 0 60000 65536"/>
                <a:gd name="T8" fmla="*/ 0 60000 65536"/>
                <a:gd name="T9" fmla="*/ 0 w 3"/>
                <a:gd name="T10" fmla="*/ 0 h 186"/>
                <a:gd name="T11" fmla="*/ 3 w 3"/>
                <a:gd name="T12" fmla="*/ 186 h 1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" h="186">
                  <a:moveTo>
                    <a:pt x="3" y="0"/>
                  </a:moveTo>
                  <a:lnTo>
                    <a:pt x="3" y="186"/>
                  </a:lnTo>
                  <a:lnTo>
                    <a:pt x="0" y="184"/>
                  </a:lnTo>
                </a:path>
              </a:pathLst>
            </a:custGeom>
            <a:noFill/>
            <a:ln w="571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40" name="Group 77"/>
            <p:cNvGrpSpPr/>
            <p:nvPr/>
          </p:nvGrpSpPr>
          <p:grpSpPr bwMode="auto">
            <a:xfrm>
              <a:off x="1539" y="1309"/>
              <a:ext cx="1" cy="2642"/>
              <a:chOff x="1539" y="1273"/>
              <a:chExt cx="1" cy="2642"/>
            </a:xfrm>
          </p:grpSpPr>
          <p:sp>
            <p:nvSpPr>
              <p:cNvPr id="50" name="Freeform 78"/>
              <p:cNvSpPr/>
              <p:nvPr/>
            </p:nvSpPr>
            <p:spPr bwMode="auto">
              <a:xfrm>
                <a:off x="1539" y="1805"/>
                <a:ext cx="1" cy="1027"/>
              </a:xfrm>
              <a:custGeom>
                <a:avLst/>
                <a:gdLst>
                  <a:gd name="T0" fmla="*/ 0 w 1"/>
                  <a:gd name="T1" fmla="*/ 0 h 3082"/>
                  <a:gd name="T2" fmla="*/ 0 w 1"/>
                  <a:gd name="T3" fmla="*/ 3082 h 3082"/>
                  <a:gd name="T4" fmla="*/ 1 w 1"/>
                  <a:gd name="T5" fmla="*/ 3082 h 308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082"/>
                  <a:gd name="T11" fmla="*/ 1 w 1"/>
                  <a:gd name="T12" fmla="*/ 3082 h 30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082">
                    <a:moveTo>
                      <a:pt x="0" y="0"/>
                    </a:moveTo>
                    <a:lnTo>
                      <a:pt x="0" y="3082"/>
                    </a:lnTo>
                    <a:lnTo>
                      <a:pt x="1" y="3082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1" name="Freeform 79"/>
              <p:cNvSpPr/>
              <p:nvPr/>
            </p:nvSpPr>
            <p:spPr bwMode="auto">
              <a:xfrm>
                <a:off x="1539" y="2925"/>
                <a:ext cx="1" cy="990"/>
              </a:xfrm>
              <a:custGeom>
                <a:avLst/>
                <a:gdLst>
                  <a:gd name="T0" fmla="*/ 0 w 1"/>
                  <a:gd name="T1" fmla="*/ 0 h 2971"/>
                  <a:gd name="T2" fmla="*/ 0 w 1"/>
                  <a:gd name="T3" fmla="*/ 2971 h 2971"/>
                  <a:gd name="T4" fmla="*/ 1 w 1"/>
                  <a:gd name="T5" fmla="*/ 2971 h 297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971"/>
                  <a:gd name="T11" fmla="*/ 1 w 1"/>
                  <a:gd name="T12" fmla="*/ 2971 h 297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971">
                    <a:moveTo>
                      <a:pt x="0" y="0"/>
                    </a:moveTo>
                    <a:lnTo>
                      <a:pt x="0" y="2971"/>
                    </a:lnTo>
                    <a:lnTo>
                      <a:pt x="1" y="297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2" name="Freeform 80"/>
              <p:cNvSpPr/>
              <p:nvPr/>
            </p:nvSpPr>
            <p:spPr bwMode="auto">
              <a:xfrm>
                <a:off x="1539" y="2866"/>
                <a:ext cx="1" cy="25"/>
              </a:xfrm>
              <a:custGeom>
                <a:avLst/>
                <a:gdLst>
                  <a:gd name="T0" fmla="*/ 0 w 1"/>
                  <a:gd name="T1" fmla="*/ 0 h 76"/>
                  <a:gd name="T2" fmla="*/ 0 w 1"/>
                  <a:gd name="T3" fmla="*/ 76 h 76"/>
                  <a:gd name="T4" fmla="*/ 1 w 1"/>
                  <a:gd name="T5" fmla="*/ 76 h 7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6"/>
                  <a:gd name="T11" fmla="*/ 1 w 1"/>
                  <a:gd name="T12" fmla="*/ 76 h 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6">
                    <a:moveTo>
                      <a:pt x="0" y="0"/>
                    </a:moveTo>
                    <a:lnTo>
                      <a:pt x="0" y="76"/>
                    </a:lnTo>
                    <a:lnTo>
                      <a:pt x="1" y="76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3" name="Freeform 81"/>
              <p:cNvSpPr/>
              <p:nvPr/>
            </p:nvSpPr>
            <p:spPr bwMode="auto">
              <a:xfrm>
                <a:off x="1539" y="1273"/>
                <a:ext cx="1" cy="443"/>
              </a:xfrm>
              <a:custGeom>
                <a:avLst/>
                <a:gdLst>
                  <a:gd name="T0" fmla="*/ 0 w 1"/>
                  <a:gd name="T1" fmla="*/ 0 h 1330"/>
                  <a:gd name="T2" fmla="*/ 0 w 1"/>
                  <a:gd name="T3" fmla="*/ 1330 h 1330"/>
                  <a:gd name="T4" fmla="*/ 1 w 1"/>
                  <a:gd name="T5" fmla="*/ 1330 h 133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330"/>
                  <a:gd name="T11" fmla="*/ 1 w 1"/>
                  <a:gd name="T12" fmla="*/ 1330 h 133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330">
                    <a:moveTo>
                      <a:pt x="0" y="0"/>
                    </a:moveTo>
                    <a:lnTo>
                      <a:pt x="0" y="1330"/>
                    </a:lnTo>
                    <a:lnTo>
                      <a:pt x="1" y="133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4" name="Freeform 82"/>
              <p:cNvSpPr/>
              <p:nvPr/>
            </p:nvSpPr>
            <p:spPr bwMode="auto">
              <a:xfrm>
                <a:off x="1539" y="1750"/>
                <a:ext cx="1" cy="21"/>
              </a:xfrm>
              <a:custGeom>
                <a:avLst/>
                <a:gdLst>
                  <a:gd name="T0" fmla="*/ 0 w 1"/>
                  <a:gd name="T1" fmla="*/ 0 h 63"/>
                  <a:gd name="T2" fmla="*/ 0 w 1"/>
                  <a:gd name="T3" fmla="*/ 63 h 63"/>
                  <a:gd name="T4" fmla="*/ 1 w 1"/>
                  <a:gd name="T5" fmla="*/ 63 h 6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3"/>
                  <a:gd name="T11" fmla="*/ 1 w 1"/>
                  <a:gd name="T12" fmla="*/ 63 h 6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3">
                    <a:moveTo>
                      <a:pt x="0" y="0"/>
                    </a:moveTo>
                    <a:lnTo>
                      <a:pt x="0" y="63"/>
                    </a:lnTo>
                    <a:lnTo>
                      <a:pt x="1" y="63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1" name="Arc 83"/>
            <p:cNvSpPr/>
            <p:nvPr/>
          </p:nvSpPr>
          <p:spPr bwMode="auto">
            <a:xfrm flipV="1">
              <a:off x="1279" y="2786"/>
              <a:ext cx="531" cy="516"/>
            </a:xfrm>
            <a:custGeom>
              <a:avLst/>
              <a:gdLst>
                <a:gd name="T0" fmla="*/ 0 w 42449"/>
                <a:gd name="T1" fmla="*/ 199 h 41275"/>
                <a:gd name="T2" fmla="*/ 372 w 42449"/>
                <a:gd name="T3" fmla="*/ 516 h 41275"/>
                <a:gd name="T4" fmla="*/ 261 w 42449"/>
                <a:gd name="T5" fmla="*/ 270 h 41275"/>
                <a:gd name="T6" fmla="*/ 0 60000 65536"/>
                <a:gd name="T7" fmla="*/ 0 60000 65536"/>
                <a:gd name="T8" fmla="*/ 0 60000 65536"/>
                <a:gd name="T9" fmla="*/ 0 w 42449"/>
                <a:gd name="T10" fmla="*/ 0 h 41275"/>
                <a:gd name="T11" fmla="*/ 42449 w 42449"/>
                <a:gd name="T12" fmla="*/ 41275 h 412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449" h="41275" fill="none" extrusionOk="0">
                  <a:moveTo>
                    <a:pt x="0" y="15953"/>
                  </a:moveTo>
                  <a:cubicBezTo>
                    <a:pt x="2550" y="6537"/>
                    <a:pt x="11094" y="-1"/>
                    <a:pt x="20849" y="0"/>
                  </a:cubicBezTo>
                  <a:cubicBezTo>
                    <a:pt x="32778" y="0"/>
                    <a:pt x="42449" y="9670"/>
                    <a:pt x="42449" y="21600"/>
                  </a:cubicBezTo>
                  <a:cubicBezTo>
                    <a:pt x="42449" y="30079"/>
                    <a:pt x="37487" y="37775"/>
                    <a:pt x="29762" y="41274"/>
                  </a:cubicBezTo>
                </a:path>
                <a:path w="42449" h="41275" stroke="0" extrusionOk="0">
                  <a:moveTo>
                    <a:pt x="0" y="15953"/>
                  </a:moveTo>
                  <a:cubicBezTo>
                    <a:pt x="2550" y="6537"/>
                    <a:pt x="11094" y="-1"/>
                    <a:pt x="20849" y="0"/>
                  </a:cubicBezTo>
                  <a:cubicBezTo>
                    <a:pt x="32778" y="0"/>
                    <a:pt x="42449" y="9670"/>
                    <a:pt x="42449" y="21600"/>
                  </a:cubicBezTo>
                  <a:cubicBezTo>
                    <a:pt x="42449" y="30079"/>
                    <a:pt x="37487" y="37775"/>
                    <a:pt x="29762" y="41274"/>
                  </a:cubicBezTo>
                  <a:lnTo>
                    <a:pt x="20849" y="21600"/>
                  </a:lnTo>
                  <a:close/>
                </a:path>
              </a:pathLst>
            </a:custGeom>
            <a:noFill/>
            <a:ln w="571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2" name="Line 84"/>
            <p:cNvSpPr>
              <a:spLocks noChangeShapeType="1"/>
            </p:cNvSpPr>
            <p:nvPr/>
          </p:nvSpPr>
          <p:spPr bwMode="auto">
            <a:xfrm>
              <a:off x="1349" y="1505"/>
              <a:ext cx="393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3" name="Line 85"/>
            <p:cNvSpPr>
              <a:spLocks noChangeShapeType="1"/>
            </p:cNvSpPr>
            <p:nvPr/>
          </p:nvSpPr>
          <p:spPr bwMode="auto">
            <a:xfrm flipV="1">
              <a:off x="1349" y="1439"/>
              <a:ext cx="65" cy="6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" name="Freeform 86"/>
            <p:cNvSpPr/>
            <p:nvPr/>
          </p:nvSpPr>
          <p:spPr bwMode="auto">
            <a:xfrm>
              <a:off x="1681" y="1444"/>
              <a:ext cx="57" cy="57"/>
            </a:xfrm>
            <a:custGeom>
              <a:avLst/>
              <a:gdLst>
                <a:gd name="T0" fmla="*/ 57 w 57"/>
                <a:gd name="T1" fmla="*/ 58 h 58"/>
                <a:gd name="T2" fmla="*/ 0 w 57"/>
                <a:gd name="T3" fmla="*/ 0 h 58"/>
                <a:gd name="T4" fmla="*/ 0 60000 65536"/>
                <a:gd name="T5" fmla="*/ 0 60000 65536"/>
                <a:gd name="T6" fmla="*/ 0 w 57"/>
                <a:gd name="T7" fmla="*/ 0 h 58"/>
                <a:gd name="T8" fmla="*/ 57 w 57"/>
                <a:gd name="T9" fmla="*/ 58 h 5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7" h="58">
                  <a:moveTo>
                    <a:pt x="57" y="58"/>
                  </a:moveTo>
                  <a:lnTo>
                    <a:pt x="0" y="0"/>
                  </a:lnTo>
                </a:path>
              </a:pathLst>
            </a:custGeom>
            <a:noFill/>
            <a:ln w="571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5" name="Line 87"/>
            <p:cNvSpPr>
              <a:spLocks noChangeShapeType="1"/>
            </p:cNvSpPr>
            <p:nvPr/>
          </p:nvSpPr>
          <p:spPr bwMode="auto">
            <a:xfrm flipV="1">
              <a:off x="1728" y="1503"/>
              <a:ext cx="0" cy="404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6" name="Arc 88"/>
            <p:cNvSpPr/>
            <p:nvPr/>
          </p:nvSpPr>
          <p:spPr bwMode="auto">
            <a:xfrm flipV="1">
              <a:off x="1546" y="2582"/>
              <a:ext cx="521" cy="787"/>
            </a:xfrm>
            <a:custGeom>
              <a:avLst/>
              <a:gdLst>
                <a:gd name="T0" fmla="*/ 406 w 21600"/>
                <a:gd name="T1" fmla="*/ 0 h 32967"/>
                <a:gd name="T2" fmla="*/ 228 w 21600"/>
                <a:gd name="T3" fmla="*/ 787 h 32967"/>
                <a:gd name="T4" fmla="*/ 0 w 21600"/>
                <a:gd name="T5" fmla="*/ 323 h 32967"/>
                <a:gd name="T6" fmla="*/ 0 60000 65536"/>
                <a:gd name="T7" fmla="*/ 0 60000 65536"/>
                <a:gd name="T8" fmla="*/ 0 60000 65536"/>
                <a:gd name="T9" fmla="*/ 0 w 21600"/>
                <a:gd name="T10" fmla="*/ 0 h 32967"/>
                <a:gd name="T11" fmla="*/ 21600 w 21600"/>
                <a:gd name="T12" fmla="*/ 32967 h 329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2967" fill="none" extrusionOk="0">
                  <a:moveTo>
                    <a:pt x="16829" y="-1"/>
                  </a:moveTo>
                  <a:cubicBezTo>
                    <a:pt x="19916" y="3837"/>
                    <a:pt x="21600" y="8614"/>
                    <a:pt x="21600" y="13540"/>
                  </a:cubicBezTo>
                  <a:cubicBezTo>
                    <a:pt x="21600" y="21808"/>
                    <a:pt x="16879" y="29351"/>
                    <a:pt x="9442" y="32966"/>
                  </a:cubicBezTo>
                </a:path>
                <a:path w="21600" h="32967" stroke="0" extrusionOk="0">
                  <a:moveTo>
                    <a:pt x="16829" y="-1"/>
                  </a:moveTo>
                  <a:cubicBezTo>
                    <a:pt x="19916" y="3837"/>
                    <a:pt x="21600" y="8614"/>
                    <a:pt x="21600" y="13540"/>
                  </a:cubicBezTo>
                  <a:cubicBezTo>
                    <a:pt x="21600" y="21808"/>
                    <a:pt x="16879" y="29351"/>
                    <a:pt x="9442" y="32966"/>
                  </a:cubicBezTo>
                  <a:lnTo>
                    <a:pt x="0" y="1354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7" name="Arc 89"/>
            <p:cNvSpPr/>
            <p:nvPr/>
          </p:nvSpPr>
          <p:spPr bwMode="auto">
            <a:xfrm flipV="1">
              <a:off x="1231" y="3049"/>
              <a:ext cx="656" cy="514"/>
            </a:xfrm>
            <a:custGeom>
              <a:avLst/>
              <a:gdLst>
                <a:gd name="T0" fmla="*/ 0 w 27185"/>
                <a:gd name="T1" fmla="*/ 112 h 21600"/>
                <a:gd name="T2" fmla="*/ 656 w 27185"/>
                <a:gd name="T3" fmla="*/ 118 h 21600"/>
                <a:gd name="T4" fmla="*/ 324 w 27185"/>
                <a:gd name="T5" fmla="*/ 515 h 21600"/>
                <a:gd name="T6" fmla="*/ 0 60000 65536"/>
                <a:gd name="T7" fmla="*/ 0 60000 65536"/>
                <a:gd name="T8" fmla="*/ 0 60000 65536"/>
                <a:gd name="T9" fmla="*/ 0 w 27185"/>
                <a:gd name="T10" fmla="*/ 0 h 21600"/>
                <a:gd name="T11" fmla="*/ 27185 w 2718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185" h="21600" fill="none" extrusionOk="0">
                  <a:moveTo>
                    <a:pt x="-1" y="4685"/>
                  </a:moveTo>
                  <a:cubicBezTo>
                    <a:pt x="3820" y="1651"/>
                    <a:pt x="8555" y="-1"/>
                    <a:pt x="13434" y="0"/>
                  </a:cubicBezTo>
                  <a:cubicBezTo>
                    <a:pt x="18452" y="0"/>
                    <a:pt x="23314" y="1747"/>
                    <a:pt x="27185" y="4942"/>
                  </a:cubicBezTo>
                </a:path>
                <a:path w="27185" h="21600" stroke="0" extrusionOk="0">
                  <a:moveTo>
                    <a:pt x="-1" y="4685"/>
                  </a:moveTo>
                  <a:cubicBezTo>
                    <a:pt x="3820" y="1651"/>
                    <a:pt x="8555" y="-1"/>
                    <a:pt x="13434" y="0"/>
                  </a:cubicBezTo>
                  <a:cubicBezTo>
                    <a:pt x="18452" y="0"/>
                    <a:pt x="23314" y="1747"/>
                    <a:pt x="27185" y="4942"/>
                  </a:cubicBezTo>
                  <a:lnTo>
                    <a:pt x="13434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" name="Line 90"/>
            <p:cNvSpPr>
              <a:spLocks noChangeShapeType="1"/>
            </p:cNvSpPr>
            <p:nvPr/>
          </p:nvSpPr>
          <p:spPr bwMode="auto">
            <a:xfrm flipV="1">
              <a:off x="1912" y="3401"/>
              <a:ext cx="15" cy="1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" name="Line 91"/>
            <p:cNvSpPr>
              <a:spLocks noChangeShapeType="1"/>
            </p:cNvSpPr>
            <p:nvPr/>
          </p:nvSpPr>
          <p:spPr bwMode="auto">
            <a:xfrm>
              <a:off x="1180" y="3415"/>
              <a:ext cx="31" cy="3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91" name="Text Box 3"/>
          <p:cNvSpPr txBox="1">
            <a:spLocks noChangeArrowheads="1"/>
          </p:cNvSpPr>
          <p:nvPr/>
        </p:nvSpPr>
        <p:spPr bwMode="auto">
          <a:xfrm>
            <a:off x="823646" y="2568335"/>
            <a:ext cx="5109091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画在视图之内，轮廓线用细实线绘制</a:t>
            </a:r>
            <a:endParaRPr kumimoji="1"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38779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断面图的画法及标注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Text Box 47"/>
          <p:cNvSpPr txBox="1">
            <a:spLocks noChangeArrowheads="1"/>
          </p:cNvSpPr>
          <p:nvPr/>
        </p:nvSpPr>
        <p:spPr bwMode="auto">
          <a:xfrm>
            <a:off x="479376" y="1831614"/>
            <a:ext cx="2201244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重合断面图</a:t>
            </a:r>
            <a:endParaRPr lang="zh-CN" altLang="en-US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38779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断面图应注意的问题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127448" y="1881445"/>
            <a:ext cx="9501880" cy="83099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l"/>
              <a:defRPr/>
            </a:pPr>
            <a:r>
              <a:rPr lang="zh-CN" altLang="en-US" sz="2400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当剖切平面通过非圆孔，会导致完全分离的两个断面时，这些结构也应按剖视画。</a:t>
            </a:r>
            <a:endParaRPr lang="zh-CN" altLang="en-US" sz="2400" b="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8048601" y="5135842"/>
            <a:ext cx="718145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28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</a:t>
            </a:r>
            <a:endParaRPr lang="zh-CN" altLang="en-US" sz="2800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784636" y="5114961"/>
            <a:ext cx="718145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28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</a:t>
            </a:r>
            <a:endParaRPr lang="zh-CN" altLang="en-US" sz="2800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Group 5"/>
          <p:cNvGrpSpPr/>
          <p:nvPr/>
        </p:nvGrpSpPr>
        <p:grpSpPr bwMode="auto">
          <a:xfrm>
            <a:off x="7963174" y="3451344"/>
            <a:ext cx="831850" cy="1371600"/>
            <a:chOff x="3470" y="985"/>
            <a:chExt cx="524" cy="864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554" y="985"/>
              <a:ext cx="434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400" i="1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en-US" sz="2000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－</a:t>
              </a:r>
              <a:r>
                <a:rPr lang="en-US" altLang="zh-CN" sz="2400" i="1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en-US" altLang="zh-CN" sz="20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7"/>
            <p:cNvSpPr/>
            <p:nvPr/>
          </p:nvSpPr>
          <p:spPr bwMode="auto">
            <a:xfrm>
              <a:off x="3559" y="1261"/>
              <a:ext cx="347" cy="1"/>
            </a:xfrm>
            <a:custGeom>
              <a:avLst/>
              <a:gdLst>
                <a:gd name="T0" fmla="*/ 0 w 1736"/>
                <a:gd name="T1" fmla="*/ 0 h 1"/>
                <a:gd name="T2" fmla="*/ 1735 w 1736"/>
                <a:gd name="T3" fmla="*/ 0 h 1"/>
                <a:gd name="T4" fmla="*/ 1736 w 1736"/>
                <a:gd name="T5" fmla="*/ 0 h 1"/>
                <a:gd name="T6" fmla="*/ 0 60000 65536"/>
                <a:gd name="T7" fmla="*/ 0 60000 65536"/>
                <a:gd name="T8" fmla="*/ 0 60000 65536"/>
                <a:gd name="T9" fmla="*/ 0 w 1736"/>
                <a:gd name="T10" fmla="*/ 0 h 1"/>
                <a:gd name="T11" fmla="*/ 1736 w 173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6" h="1">
                  <a:moveTo>
                    <a:pt x="0" y="0"/>
                  </a:moveTo>
                  <a:lnTo>
                    <a:pt x="1735" y="0"/>
                  </a:lnTo>
                  <a:lnTo>
                    <a:pt x="1736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3559" y="1832"/>
              <a:ext cx="347" cy="1"/>
            </a:xfrm>
            <a:custGeom>
              <a:avLst/>
              <a:gdLst>
                <a:gd name="T0" fmla="*/ 0 w 1736"/>
                <a:gd name="T1" fmla="*/ 0 h 1"/>
                <a:gd name="T2" fmla="*/ 1735 w 1736"/>
                <a:gd name="T3" fmla="*/ 0 h 1"/>
                <a:gd name="T4" fmla="*/ 1736 w 1736"/>
                <a:gd name="T5" fmla="*/ 0 h 1"/>
                <a:gd name="T6" fmla="*/ 0 60000 65536"/>
                <a:gd name="T7" fmla="*/ 0 60000 65536"/>
                <a:gd name="T8" fmla="*/ 0 60000 65536"/>
                <a:gd name="T9" fmla="*/ 0 w 1736"/>
                <a:gd name="T10" fmla="*/ 0 h 1"/>
                <a:gd name="T11" fmla="*/ 1736 w 173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6" h="1">
                  <a:moveTo>
                    <a:pt x="0" y="0"/>
                  </a:moveTo>
                  <a:lnTo>
                    <a:pt x="1735" y="0"/>
                  </a:lnTo>
                  <a:lnTo>
                    <a:pt x="1736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9"/>
            <p:cNvSpPr/>
            <p:nvPr/>
          </p:nvSpPr>
          <p:spPr bwMode="auto">
            <a:xfrm>
              <a:off x="3559" y="1376"/>
              <a:ext cx="347" cy="1"/>
            </a:xfrm>
            <a:custGeom>
              <a:avLst/>
              <a:gdLst>
                <a:gd name="T0" fmla="*/ 0 w 1736"/>
                <a:gd name="T1" fmla="*/ 0 h 1"/>
                <a:gd name="T2" fmla="*/ 1735 w 1736"/>
                <a:gd name="T3" fmla="*/ 0 h 1"/>
                <a:gd name="T4" fmla="*/ 1736 w 1736"/>
                <a:gd name="T5" fmla="*/ 0 h 1"/>
                <a:gd name="T6" fmla="*/ 0 60000 65536"/>
                <a:gd name="T7" fmla="*/ 0 60000 65536"/>
                <a:gd name="T8" fmla="*/ 0 60000 65536"/>
                <a:gd name="T9" fmla="*/ 0 w 1736"/>
                <a:gd name="T10" fmla="*/ 0 h 1"/>
                <a:gd name="T11" fmla="*/ 1736 w 173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6" h="1">
                  <a:moveTo>
                    <a:pt x="0" y="0"/>
                  </a:moveTo>
                  <a:lnTo>
                    <a:pt x="1735" y="0"/>
                  </a:lnTo>
                  <a:lnTo>
                    <a:pt x="1736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3559" y="1717"/>
              <a:ext cx="347" cy="1"/>
            </a:xfrm>
            <a:custGeom>
              <a:avLst/>
              <a:gdLst>
                <a:gd name="T0" fmla="*/ 0 w 1736"/>
                <a:gd name="T1" fmla="*/ 0 h 1"/>
                <a:gd name="T2" fmla="*/ 1735 w 1736"/>
                <a:gd name="T3" fmla="*/ 0 h 1"/>
                <a:gd name="T4" fmla="*/ 1736 w 1736"/>
                <a:gd name="T5" fmla="*/ 0 h 1"/>
                <a:gd name="T6" fmla="*/ 0 60000 65536"/>
                <a:gd name="T7" fmla="*/ 0 60000 65536"/>
                <a:gd name="T8" fmla="*/ 0 60000 65536"/>
                <a:gd name="T9" fmla="*/ 0 w 1736"/>
                <a:gd name="T10" fmla="*/ 0 h 1"/>
                <a:gd name="T11" fmla="*/ 1736 w 173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6" h="1">
                  <a:moveTo>
                    <a:pt x="0" y="0"/>
                  </a:moveTo>
                  <a:lnTo>
                    <a:pt x="1735" y="0"/>
                  </a:lnTo>
                  <a:lnTo>
                    <a:pt x="1736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11"/>
            <p:cNvSpPr/>
            <p:nvPr/>
          </p:nvSpPr>
          <p:spPr bwMode="auto">
            <a:xfrm>
              <a:off x="3559" y="1261"/>
              <a:ext cx="1" cy="571"/>
            </a:xfrm>
            <a:custGeom>
              <a:avLst/>
              <a:gdLst>
                <a:gd name="T0" fmla="*/ 0 w 1"/>
                <a:gd name="T1" fmla="*/ 0 h 2857"/>
                <a:gd name="T2" fmla="*/ 0 w 1"/>
                <a:gd name="T3" fmla="*/ 2857 h 2857"/>
                <a:gd name="T4" fmla="*/ 1 w 1"/>
                <a:gd name="T5" fmla="*/ 2857 h 2857"/>
                <a:gd name="T6" fmla="*/ 0 60000 65536"/>
                <a:gd name="T7" fmla="*/ 0 60000 65536"/>
                <a:gd name="T8" fmla="*/ 0 60000 65536"/>
                <a:gd name="T9" fmla="*/ 0 w 1"/>
                <a:gd name="T10" fmla="*/ 0 h 2857"/>
                <a:gd name="T11" fmla="*/ 1 w 1"/>
                <a:gd name="T12" fmla="*/ 2857 h 28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857">
                  <a:moveTo>
                    <a:pt x="0" y="0"/>
                  </a:moveTo>
                  <a:lnTo>
                    <a:pt x="0" y="2857"/>
                  </a:lnTo>
                  <a:lnTo>
                    <a:pt x="1" y="2857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12"/>
            <p:cNvSpPr/>
            <p:nvPr/>
          </p:nvSpPr>
          <p:spPr bwMode="auto">
            <a:xfrm>
              <a:off x="3913" y="1258"/>
              <a:ext cx="1" cy="591"/>
            </a:xfrm>
            <a:custGeom>
              <a:avLst/>
              <a:gdLst>
                <a:gd name="T0" fmla="*/ 1 w 1"/>
                <a:gd name="T1" fmla="*/ 0 h 591"/>
                <a:gd name="T2" fmla="*/ 0 w 1"/>
                <a:gd name="T3" fmla="*/ 591 h 591"/>
                <a:gd name="T4" fmla="*/ 1 w 1"/>
                <a:gd name="T5" fmla="*/ 591 h 591"/>
                <a:gd name="T6" fmla="*/ 0 60000 65536"/>
                <a:gd name="T7" fmla="*/ 0 60000 65536"/>
                <a:gd name="T8" fmla="*/ 0 60000 65536"/>
                <a:gd name="T9" fmla="*/ 0 w 1"/>
                <a:gd name="T10" fmla="*/ 0 h 591"/>
                <a:gd name="T11" fmla="*/ 1 w 1"/>
                <a:gd name="T12" fmla="*/ 591 h 5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91">
                  <a:moveTo>
                    <a:pt x="1" y="0"/>
                  </a:moveTo>
                  <a:lnTo>
                    <a:pt x="0" y="591"/>
                  </a:lnTo>
                  <a:lnTo>
                    <a:pt x="1" y="591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13"/>
            <p:cNvSpPr/>
            <p:nvPr/>
          </p:nvSpPr>
          <p:spPr bwMode="auto">
            <a:xfrm>
              <a:off x="3470" y="1546"/>
              <a:ext cx="212" cy="1"/>
            </a:xfrm>
            <a:custGeom>
              <a:avLst/>
              <a:gdLst>
                <a:gd name="T0" fmla="*/ 0 w 1056"/>
                <a:gd name="T1" fmla="*/ 0 h 1"/>
                <a:gd name="T2" fmla="*/ 1055 w 1056"/>
                <a:gd name="T3" fmla="*/ 0 h 1"/>
                <a:gd name="T4" fmla="*/ 1056 w 1056"/>
                <a:gd name="T5" fmla="*/ 0 h 1"/>
                <a:gd name="T6" fmla="*/ 0 60000 65536"/>
                <a:gd name="T7" fmla="*/ 0 60000 65536"/>
                <a:gd name="T8" fmla="*/ 0 60000 65536"/>
                <a:gd name="T9" fmla="*/ 0 w 1056"/>
                <a:gd name="T10" fmla="*/ 0 h 1"/>
                <a:gd name="T11" fmla="*/ 1056 w 105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6" h="1">
                  <a:moveTo>
                    <a:pt x="0" y="0"/>
                  </a:moveTo>
                  <a:lnTo>
                    <a:pt x="1055" y="0"/>
                  </a:lnTo>
                  <a:lnTo>
                    <a:pt x="105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Freeform 14"/>
            <p:cNvSpPr/>
            <p:nvPr/>
          </p:nvSpPr>
          <p:spPr bwMode="auto">
            <a:xfrm>
              <a:off x="3722" y="1546"/>
              <a:ext cx="28" cy="1"/>
            </a:xfrm>
            <a:custGeom>
              <a:avLst/>
              <a:gdLst>
                <a:gd name="T0" fmla="*/ 0 w 137"/>
                <a:gd name="T1" fmla="*/ 0 h 1"/>
                <a:gd name="T2" fmla="*/ 135 w 137"/>
                <a:gd name="T3" fmla="*/ 0 h 1"/>
                <a:gd name="T4" fmla="*/ 137 w 137"/>
                <a:gd name="T5" fmla="*/ 0 h 1"/>
                <a:gd name="T6" fmla="*/ 0 60000 65536"/>
                <a:gd name="T7" fmla="*/ 0 60000 65536"/>
                <a:gd name="T8" fmla="*/ 0 60000 65536"/>
                <a:gd name="T9" fmla="*/ 0 w 137"/>
                <a:gd name="T10" fmla="*/ 0 h 1"/>
                <a:gd name="T11" fmla="*/ 137 w 13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7" h="1">
                  <a:moveTo>
                    <a:pt x="0" y="0"/>
                  </a:moveTo>
                  <a:lnTo>
                    <a:pt x="135" y="0"/>
                  </a:lnTo>
                  <a:lnTo>
                    <a:pt x="13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Freeform 15"/>
            <p:cNvSpPr/>
            <p:nvPr/>
          </p:nvSpPr>
          <p:spPr bwMode="auto">
            <a:xfrm>
              <a:off x="3790" y="1546"/>
              <a:ext cx="204" cy="1"/>
            </a:xfrm>
            <a:custGeom>
              <a:avLst/>
              <a:gdLst>
                <a:gd name="T0" fmla="*/ 0 w 1022"/>
                <a:gd name="T1" fmla="*/ 0 h 1"/>
                <a:gd name="T2" fmla="*/ 1021 w 1022"/>
                <a:gd name="T3" fmla="*/ 0 h 1"/>
                <a:gd name="T4" fmla="*/ 1022 w 1022"/>
                <a:gd name="T5" fmla="*/ 0 h 1"/>
                <a:gd name="T6" fmla="*/ 0 60000 65536"/>
                <a:gd name="T7" fmla="*/ 0 60000 65536"/>
                <a:gd name="T8" fmla="*/ 0 60000 65536"/>
                <a:gd name="T9" fmla="*/ 0 w 1022"/>
                <a:gd name="T10" fmla="*/ 0 h 1"/>
                <a:gd name="T11" fmla="*/ 1022 w 10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22" h="1">
                  <a:moveTo>
                    <a:pt x="0" y="0"/>
                  </a:moveTo>
                  <a:lnTo>
                    <a:pt x="1021" y="0"/>
                  </a:lnTo>
                  <a:lnTo>
                    <a:pt x="102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16"/>
            <p:cNvSpPr/>
            <p:nvPr/>
          </p:nvSpPr>
          <p:spPr bwMode="auto">
            <a:xfrm>
              <a:off x="3559" y="1261"/>
              <a:ext cx="47" cy="46"/>
            </a:xfrm>
            <a:custGeom>
              <a:avLst/>
              <a:gdLst>
                <a:gd name="T0" fmla="*/ 0 w 235"/>
                <a:gd name="T1" fmla="*/ 234 h 234"/>
                <a:gd name="T2" fmla="*/ 234 w 235"/>
                <a:gd name="T3" fmla="*/ 0 h 234"/>
                <a:gd name="T4" fmla="*/ 235 w 235"/>
                <a:gd name="T5" fmla="*/ 0 h 234"/>
                <a:gd name="T6" fmla="*/ 0 60000 65536"/>
                <a:gd name="T7" fmla="*/ 0 60000 65536"/>
                <a:gd name="T8" fmla="*/ 0 60000 65536"/>
                <a:gd name="T9" fmla="*/ 0 w 235"/>
                <a:gd name="T10" fmla="*/ 0 h 234"/>
                <a:gd name="T11" fmla="*/ 235 w 235"/>
                <a:gd name="T12" fmla="*/ 234 h 2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5" h="234">
                  <a:moveTo>
                    <a:pt x="0" y="234"/>
                  </a:moveTo>
                  <a:lnTo>
                    <a:pt x="234" y="0"/>
                  </a:lnTo>
                  <a:lnTo>
                    <a:pt x="23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Freeform 17"/>
            <p:cNvSpPr/>
            <p:nvPr/>
          </p:nvSpPr>
          <p:spPr bwMode="auto">
            <a:xfrm>
              <a:off x="3599" y="1261"/>
              <a:ext cx="116" cy="115"/>
            </a:xfrm>
            <a:custGeom>
              <a:avLst/>
              <a:gdLst>
                <a:gd name="T0" fmla="*/ 0 w 577"/>
                <a:gd name="T1" fmla="*/ 577 h 577"/>
                <a:gd name="T2" fmla="*/ 576 w 577"/>
                <a:gd name="T3" fmla="*/ 0 h 577"/>
                <a:gd name="T4" fmla="*/ 577 w 577"/>
                <a:gd name="T5" fmla="*/ 0 h 577"/>
                <a:gd name="T6" fmla="*/ 0 60000 65536"/>
                <a:gd name="T7" fmla="*/ 0 60000 65536"/>
                <a:gd name="T8" fmla="*/ 0 60000 65536"/>
                <a:gd name="T9" fmla="*/ 0 w 577"/>
                <a:gd name="T10" fmla="*/ 0 h 577"/>
                <a:gd name="T11" fmla="*/ 577 w 577"/>
                <a:gd name="T12" fmla="*/ 577 h 5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7" h="577">
                  <a:moveTo>
                    <a:pt x="0" y="577"/>
                  </a:moveTo>
                  <a:lnTo>
                    <a:pt x="576" y="0"/>
                  </a:lnTo>
                  <a:lnTo>
                    <a:pt x="57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Freeform 18"/>
            <p:cNvSpPr/>
            <p:nvPr/>
          </p:nvSpPr>
          <p:spPr bwMode="auto">
            <a:xfrm>
              <a:off x="3708" y="1261"/>
              <a:ext cx="116" cy="115"/>
            </a:xfrm>
            <a:custGeom>
              <a:avLst/>
              <a:gdLst>
                <a:gd name="T0" fmla="*/ 0 w 578"/>
                <a:gd name="T1" fmla="*/ 577 h 577"/>
                <a:gd name="T2" fmla="*/ 577 w 578"/>
                <a:gd name="T3" fmla="*/ 0 h 577"/>
                <a:gd name="T4" fmla="*/ 578 w 578"/>
                <a:gd name="T5" fmla="*/ 0 h 577"/>
                <a:gd name="T6" fmla="*/ 0 60000 65536"/>
                <a:gd name="T7" fmla="*/ 0 60000 65536"/>
                <a:gd name="T8" fmla="*/ 0 60000 65536"/>
                <a:gd name="T9" fmla="*/ 0 w 578"/>
                <a:gd name="T10" fmla="*/ 0 h 577"/>
                <a:gd name="T11" fmla="*/ 578 w 578"/>
                <a:gd name="T12" fmla="*/ 577 h 5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8" h="577">
                  <a:moveTo>
                    <a:pt x="0" y="577"/>
                  </a:moveTo>
                  <a:lnTo>
                    <a:pt x="577" y="0"/>
                  </a:lnTo>
                  <a:lnTo>
                    <a:pt x="5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Freeform 19"/>
            <p:cNvSpPr/>
            <p:nvPr/>
          </p:nvSpPr>
          <p:spPr bwMode="auto">
            <a:xfrm>
              <a:off x="3817" y="1287"/>
              <a:ext cx="89" cy="89"/>
            </a:xfrm>
            <a:custGeom>
              <a:avLst/>
              <a:gdLst>
                <a:gd name="T0" fmla="*/ 0 w 444"/>
                <a:gd name="T1" fmla="*/ 443 h 443"/>
                <a:gd name="T2" fmla="*/ 443 w 444"/>
                <a:gd name="T3" fmla="*/ 0 h 443"/>
                <a:gd name="T4" fmla="*/ 444 w 444"/>
                <a:gd name="T5" fmla="*/ 0 h 443"/>
                <a:gd name="T6" fmla="*/ 0 60000 65536"/>
                <a:gd name="T7" fmla="*/ 0 60000 65536"/>
                <a:gd name="T8" fmla="*/ 0 60000 65536"/>
                <a:gd name="T9" fmla="*/ 0 w 444"/>
                <a:gd name="T10" fmla="*/ 0 h 443"/>
                <a:gd name="T11" fmla="*/ 444 w 444"/>
                <a:gd name="T12" fmla="*/ 443 h 4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44" h="443">
                  <a:moveTo>
                    <a:pt x="0" y="443"/>
                  </a:moveTo>
                  <a:lnTo>
                    <a:pt x="443" y="0"/>
                  </a:lnTo>
                  <a:lnTo>
                    <a:pt x="44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Freeform 20"/>
            <p:cNvSpPr/>
            <p:nvPr/>
          </p:nvSpPr>
          <p:spPr bwMode="auto">
            <a:xfrm>
              <a:off x="3559" y="1717"/>
              <a:ext cx="27" cy="27"/>
            </a:xfrm>
            <a:custGeom>
              <a:avLst/>
              <a:gdLst>
                <a:gd name="T0" fmla="*/ 0 w 138"/>
                <a:gd name="T1" fmla="*/ 136 h 136"/>
                <a:gd name="T2" fmla="*/ 137 w 138"/>
                <a:gd name="T3" fmla="*/ 0 h 136"/>
                <a:gd name="T4" fmla="*/ 138 w 138"/>
                <a:gd name="T5" fmla="*/ 0 h 136"/>
                <a:gd name="T6" fmla="*/ 0 60000 65536"/>
                <a:gd name="T7" fmla="*/ 0 60000 65536"/>
                <a:gd name="T8" fmla="*/ 0 60000 65536"/>
                <a:gd name="T9" fmla="*/ 0 w 138"/>
                <a:gd name="T10" fmla="*/ 0 h 136"/>
                <a:gd name="T11" fmla="*/ 138 w 138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8" h="136">
                  <a:moveTo>
                    <a:pt x="0" y="136"/>
                  </a:moveTo>
                  <a:lnTo>
                    <a:pt x="137" y="0"/>
                  </a:lnTo>
                  <a:lnTo>
                    <a:pt x="13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21"/>
            <p:cNvSpPr/>
            <p:nvPr/>
          </p:nvSpPr>
          <p:spPr bwMode="auto">
            <a:xfrm>
              <a:off x="3580" y="1717"/>
              <a:ext cx="115" cy="115"/>
            </a:xfrm>
            <a:custGeom>
              <a:avLst/>
              <a:gdLst>
                <a:gd name="T0" fmla="*/ 0 w 115"/>
                <a:gd name="T1" fmla="*/ 115 h 115"/>
                <a:gd name="T2" fmla="*/ 107 w 115"/>
                <a:gd name="T3" fmla="*/ 3 h 115"/>
                <a:gd name="T4" fmla="*/ 115 w 115"/>
                <a:gd name="T5" fmla="*/ 0 h 115"/>
                <a:gd name="T6" fmla="*/ 0 60000 65536"/>
                <a:gd name="T7" fmla="*/ 0 60000 65536"/>
                <a:gd name="T8" fmla="*/ 0 60000 65536"/>
                <a:gd name="T9" fmla="*/ 0 w 115"/>
                <a:gd name="T10" fmla="*/ 0 h 115"/>
                <a:gd name="T11" fmla="*/ 115 w 115"/>
                <a:gd name="T12" fmla="*/ 115 h 1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5" h="115">
                  <a:moveTo>
                    <a:pt x="0" y="115"/>
                  </a:moveTo>
                  <a:lnTo>
                    <a:pt x="107" y="3"/>
                  </a:lnTo>
                  <a:lnTo>
                    <a:pt x="11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22"/>
            <p:cNvSpPr/>
            <p:nvPr/>
          </p:nvSpPr>
          <p:spPr bwMode="auto">
            <a:xfrm>
              <a:off x="3687" y="1717"/>
              <a:ext cx="117" cy="112"/>
            </a:xfrm>
            <a:custGeom>
              <a:avLst/>
              <a:gdLst>
                <a:gd name="T0" fmla="*/ 0 w 117"/>
                <a:gd name="T1" fmla="*/ 112 h 112"/>
                <a:gd name="T2" fmla="*/ 109 w 117"/>
                <a:gd name="T3" fmla="*/ 3 h 112"/>
                <a:gd name="T4" fmla="*/ 117 w 117"/>
                <a:gd name="T5" fmla="*/ 0 h 112"/>
                <a:gd name="T6" fmla="*/ 0 60000 65536"/>
                <a:gd name="T7" fmla="*/ 0 60000 65536"/>
                <a:gd name="T8" fmla="*/ 0 60000 65536"/>
                <a:gd name="T9" fmla="*/ 0 w 117"/>
                <a:gd name="T10" fmla="*/ 0 h 112"/>
                <a:gd name="T11" fmla="*/ 117 w 117"/>
                <a:gd name="T12" fmla="*/ 112 h 1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7" h="112">
                  <a:moveTo>
                    <a:pt x="0" y="112"/>
                  </a:moveTo>
                  <a:lnTo>
                    <a:pt x="109" y="3"/>
                  </a:lnTo>
                  <a:lnTo>
                    <a:pt x="11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Freeform 23"/>
            <p:cNvSpPr/>
            <p:nvPr/>
          </p:nvSpPr>
          <p:spPr bwMode="auto">
            <a:xfrm>
              <a:off x="3796" y="1724"/>
              <a:ext cx="110" cy="105"/>
            </a:xfrm>
            <a:custGeom>
              <a:avLst/>
              <a:gdLst>
                <a:gd name="T0" fmla="*/ 0 w 110"/>
                <a:gd name="T1" fmla="*/ 105 h 105"/>
                <a:gd name="T2" fmla="*/ 102 w 110"/>
                <a:gd name="T3" fmla="*/ 3 h 105"/>
                <a:gd name="T4" fmla="*/ 110 w 110"/>
                <a:gd name="T5" fmla="*/ 0 h 105"/>
                <a:gd name="T6" fmla="*/ 0 60000 65536"/>
                <a:gd name="T7" fmla="*/ 0 60000 65536"/>
                <a:gd name="T8" fmla="*/ 0 60000 65536"/>
                <a:gd name="T9" fmla="*/ 0 w 110"/>
                <a:gd name="T10" fmla="*/ 0 h 105"/>
                <a:gd name="T11" fmla="*/ 110 w 110"/>
                <a:gd name="T12" fmla="*/ 105 h 1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" h="105">
                  <a:moveTo>
                    <a:pt x="0" y="105"/>
                  </a:moveTo>
                  <a:lnTo>
                    <a:pt x="102" y="3"/>
                  </a:lnTo>
                  <a:lnTo>
                    <a:pt x="11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" name="Group 24"/>
          <p:cNvGrpSpPr/>
          <p:nvPr/>
        </p:nvGrpSpPr>
        <p:grpSpPr bwMode="auto">
          <a:xfrm>
            <a:off x="5756655" y="3444750"/>
            <a:ext cx="822325" cy="1346200"/>
            <a:chOff x="2768" y="1558"/>
            <a:chExt cx="518" cy="848"/>
          </a:xfrm>
        </p:grpSpPr>
        <p:sp>
          <p:nvSpPr>
            <p:cNvPr id="27" name="Freeform 25"/>
            <p:cNvSpPr/>
            <p:nvPr/>
          </p:nvSpPr>
          <p:spPr bwMode="auto">
            <a:xfrm>
              <a:off x="2836" y="1825"/>
              <a:ext cx="1" cy="115"/>
            </a:xfrm>
            <a:custGeom>
              <a:avLst/>
              <a:gdLst>
                <a:gd name="T0" fmla="*/ 0 w 1"/>
                <a:gd name="T1" fmla="*/ 0 h 577"/>
                <a:gd name="T2" fmla="*/ 0 w 1"/>
                <a:gd name="T3" fmla="*/ 577 h 577"/>
                <a:gd name="T4" fmla="*/ 1 w 1"/>
                <a:gd name="T5" fmla="*/ 577 h 577"/>
                <a:gd name="T6" fmla="*/ 0 60000 65536"/>
                <a:gd name="T7" fmla="*/ 0 60000 65536"/>
                <a:gd name="T8" fmla="*/ 0 60000 65536"/>
                <a:gd name="T9" fmla="*/ 0 w 1"/>
                <a:gd name="T10" fmla="*/ 0 h 577"/>
                <a:gd name="T11" fmla="*/ 1 w 1"/>
                <a:gd name="T12" fmla="*/ 577 h 5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77">
                  <a:moveTo>
                    <a:pt x="0" y="0"/>
                  </a:moveTo>
                  <a:lnTo>
                    <a:pt x="0" y="577"/>
                  </a:lnTo>
                  <a:lnTo>
                    <a:pt x="1" y="577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Freeform 26"/>
            <p:cNvSpPr/>
            <p:nvPr/>
          </p:nvSpPr>
          <p:spPr bwMode="auto">
            <a:xfrm>
              <a:off x="3183" y="1825"/>
              <a:ext cx="1" cy="115"/>
            </a:xfrm>
            <a:custGeom>
              <a:avLst/>
              <a:gdLst>
                <a:gd name="T0" fmla="*/ 0 w 2"/>
                <a:gd name="T1" fmla="*/ 0 h 577"/>
                <a:gd name="T2" fmla="*/ 0 w 2"/>
                <a:gd name="T3" fmla="*/ 577 h 577"/>
                <a:gd name="T4" fmla="*/ 2 w 2"/>
                <a:gd name="T5" fmla="*/ 577 h 577"/>
                <a:gd name="T6" fmla="*/ 0 60000 65536"/>
                <a:gd name="T7" fmla="*/ 0 60000 65536"/>
                <a:gd name="T8" fmla="*/ 0 60000 65536"/>
                <a:gd name="T9" fmla="*/ 0 w 2"/>
                <a:gd name="T10" fmla="*/ 0 h 577"/>
                <a:gd name="T11" fmla="*/ 2 w 2"/>
                <a:gd name="T12" fmla="*/ 577 h 5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577">
                  <a:moveTo>
                    <a:pt x="0" y="0"/>
                  </a:moveTo>
                  <a:lnTo>
                    <a:pt x="0" y="577"/>
                  </a:lnTo>
                  <a:lnTo>
                    <a:pt x="2" y="577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Freeform 27"/>
            <p:cNvSpPr/>
            <p:nvPr/>
          </p:nvSpPr>
          <p:spPr bwMode="auto">
            <a:xfrm>
              <a:off x="2836" y="1825"/>
              <a:ext cx="347" cy="1"/>
            </a:xfrm>
            <a:custGeom>
              <a:avLst/>
              <a:gdLst>
                <a:gd name="T0" fmla="*/ 0 w 1737"/>
                <a:gd name="T1" fmla="*/ 0 h 1"/>
                <a:gd name="T2" fmla="*/ 1735 w 1737"/>
                <a:gd name="T3" fmla="*/ 0 h 1"/>
                <a:gd name="T4" fmla="*/ 1737 w 1737"/>
                <a:gd name="T5" fmla="*/ 0 h 1"/>
                <a:gd name="T6" fmla="*/ 0 60000 65536"/>
                <a:gd name="T7" fmla="*/ 0 60000 65536"/>
                <a:gd name="T8" fmla="*/ 0 60000 65536"/>
                <a:gd name="T9" fmla="*/ 0 w 1737"/>
                <a:gd name="T10" fmla="*/ 0 h 1"/>
                <a:gd name="T11" fmla="*/ 1737 w 173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7" h="1">
                  <a:moveTo>
                    <a:pt x="0" y="0"/>
                  </a:moveTo>
                  <a:lnTo>
                    <a:pt x="1735" y="0"/>
                  </a:lnTo>
                  <a:lnTo>
                    <a:pt x="1737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Freeform 28"/>
            <p:cNvSpPr/>
            <p:nvPr/>
          </p:nvSpPr>
          <p:spPr bwMode="auto">
            <a:xfrm>
              <a:off x="2836" y="1940"/>
              <a:ext cx="347" cy="1"/>
            </a:xfrm>
            <a:custGeom>
              <a:avLst/>
              <a:gdLst>
                <a:gd name="T0" fmla="*/ 0 w 1737"/>
                <a:gd name="T1" fmla="*/ 0 h 1"/>
                <a:gd name="T2" fmla="*/ 1735 w 1737"/>
                <a:gd name="T3" fmla="*/ 0 h 1"/>
                <a:gd name="T4" fmla="*/ 1737 w 1737"/>
                <a:gd name="T5" fmla="*/ 0 h 1"/>
                <a:gd name="T6" fmla="*/ 0 60000 65536"/>
                <a:gd name="T7" fmla="*/ 0 60000 65536"/>
                <a:gd name="T8" fmla="*/ 0 60000 65536"/>
                <a:gd name="T9" fmla="*/ 0 w 1737"/>
                <a:gd name="T10" fmla="*/ 0 h 1"/>
                <a:gd name="T11" fmla="*/ 1737 w 173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7" h="1">
                  <a:moveTo>
                    <a:pt x="0" y="0"/>
                  </a:moveTo>
                  <a:lnTo>
                    <a:pt x="1735" y="0"/>
                  </a:lnTo>
                  <a:lnTo>
                    <a:pt x="1737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Freeform 29"/>
            <p:cNvSpPr/>
            <p:nvPr/>
          </p:nvSpPr>
          <p:spPr bwMode="auto">
            <a:xfrm>
              <a:off x="2836" y="2281"/>
              <a:ext cx="347" cy="1"/>
            </a:xfrm>
            <a:custGeom>
              <a:avLst/>
              <a:gdLst>
                <a:gd name="T0" fmla="*/ 0 w 1737"/>
                <a:gd name="T1" fmla="*/ 0 h 1"/>
                <a:gd name="T2" fmla="*/ 1735 w 1737"/>
                <a:gd name="T3" fmla="*/ 0 h 1"/>
                <a:gd name="T4" fmla="*/ 1737 w 1737"/>
                <a:gd name="T5" fmla="*/ 0 h 1"/>
                <a:gd name="T6" fmla="*/ 0 60000 65536"/>
                <a:gd name="T7" fmla="*/ 0 60000 65536"/>
                <a:gd name="T8" fmla="*/ 0 60000 65536"/>
                <a:gd name="T9" fmla="*/ 0 w 1737"/>
                <a:gd name="T10" fmla="*/ 0 h 1"/>
                <a:gd name="T11" fmla="*/ 1737 w 173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7" h="1">
                  <a:moveTo>
                    <a:pt x="0" y="0"/>
                  </a:moveTo>
                  <a:lnTo>
                    <a:pt x="1735" y="0"/>
                  </a:lnTo>
                  <a:lnTo>
                    <a:pt x="1737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Freeform 30"/>
            <p:cNvSpPr/>
            <p:nvPr/>
          </p:nvSpPr>
          <p:spPr bwMode="auto">
            <a:xfrm>
              <a:off x="2831" y="2396"/>
              <a:ext cx="347" cy="1"/>
            </a:xfrm>
            <a:custGeom>
              <a:avLst/>
              <a:gdLst>
                <a:gd name="T0" fmla="*/ 0 w 1737"/>
                <a:gd name="T1" fmla="*/ 0 h 1"/>
                <a:gd name="T2" fmla="*/ 1735 w 1737"/>
                <a:gd name="T3" fmla="*/ 0 h 1"/>
                <a:gd name="T4" fmla="*/ 1737 w 1737"/>
                <a:gd name="T5" fmla="*/ 0 h 1"/>
                <a:gd name="T6" fmla="*/ 0 60000 65536"/>
                <a:gd name="T7" fmla="*/ 0 60000 65536"/>
                <a:gd name="T8" fmla="*/ 0 60000 65536"/>
                <a:gd name="T9" fmla="*/ 0 w 1737"/>
                <a:gd name="T10" fmla="*/ 0 h 1"/>
                <a:gd name="T11" fmla="*/ 1737 w 173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7" h="1">
                  <a:moveTo>
                    <a:pt x="0" y="0"/>
                  </a:moveTo>
                  <a:lnTo>
                    <a:pt x="1735" y="0"/>
                  </a:lnTo>
                  <a:lnTo>
                    <a:pt x="1737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Freeform 31"/>
            <p:cNvSpPr/>
            <p:nvPr/>
          </p:nvSpPr>
          <p:spPr bwMode="auto">
            <a:xfrm>
              <a:off x="2836" y="2280"/>
              <a:ext cx="1" cy="121"/>
            </a:xfrm>
            <a:custGeom>
              <a:avLst/>
              <a:gdLst>
                <a:gd name="T0" fmla="*/ 1 w 1"/>
                <a:gd name="T1" fmla="*/ 0 h 121"/>
                <a:gd name="T2" fmla="*/ 0 w 1"/>
                <a:gd name="T3" fmla="*/ 121 h 121"/>
                <a:gd name="T4" fmla="*/ 1 w 1"/>
                <a:gd name="T5" fmla="*/ 121 h 121"/>
                <a:gd name="T6" fmla="*/ 0 60000 65536"/>
                <a:gd name="T7" fmla="*/ 0 60000 65536"/>
                <a:gd name="T8" fmla="*/ 0 60000 65536"/>
                <a:gd name="T9" fmla="*/ 0 w 1"/>
                <a:gd name="T10" fmla="*/ 0 h 121"/>
                <a:gd name="T11" fmla="*/ 1 w 1"/>
                <a:gd name="T12" fmla="*/ 121 h 1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21">
                  <a:moveTo>
                    <a:pt x="1" y="0"/>
                  </a:moveTo>
                  <a:lnTo>
                    <a:pt x="0" y="121"/>
                  </a:lnTo>
                  <a:lnTo>
                    <a:pt x="1" y="121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Freeform 32"/>
            <p:cNvSpPr/>
            <p:nvPr/>
          </p:nvSpPr>
          <p:spPr bwMode="auto">
            <a:xfrm>
              <a:off x="3182" y="2275"/>
              <a:ext cx="2" cy="131"/>
            </a:xfrm>
            <a:custGeom>
              <a:avLst/>
              <a:gdLst>
                <a:gd name="T0" fmla="*/ 0 w 2"/>
                <a:gd name="T1" fmla="*/ 0 h 131"/>
                <a:gd name="T2" fmla="*/ 0 w 2"/>
                <a:gd name="T3" fmla="*/ 120 h 131"/>
                <a:gd name="T4" fmla="*/ 2 w 2"/>
                <a:gd name="T5" fmla="*/ 131 h 131"/>
                <a:gd name="T6" fmla="*/ 0 60000 65536"/>
                <a:gd name="T7" fmla="*/ 0 60000 65536"/>
                <a:gd name="T8" fmla="*/ 0 60000 65536"/>
                <a:gd name="T9" fmla="*/ 0 w 2"/>
                <a:gd name="T10" fmla="*/ 0 h 131"/>
                <a:gd name="T11" fmla="*/ 2 w 2"/>
                <a:gd name="T12" fmla="*/ 131 h 1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131">
                  <a:moveTo>
                    <a:pt x="0" y="0"/>
                  </a:moveTo>
                  <a:lnTo>
                    <a:pt x="0" y="120"/>
                  </a:lnTo>
                  <a:lnTo>
                    <a:pt x="2" y="131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Rectangle 33"/>
            <p:cNvSpPr>
              <a:spLocks noChangeArrowheads="1"/>
            </p:cNvSpPr>
            <p:nvPr/>
          </p:nvSpPr>
          <p:spPr bwMode="auto">
            <a:xfrm>
              <a:off x="2852" y="1558"/>
              <a:ext cx="434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400" i="1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en-US" sz="2000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－</a:t>
              </a:r>
              <a:r>
                <a:rPr lang="en-US" altLang="zh-CN" sz="2400" i="1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en-US" altLang="zh-CN" sz="20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34"/>
            <p:cNvSpPr/>
            <p:nvPr/>
          </p:nvSpPr>
          <p:spPr bwMode="auto">
            <a:xfrm>
              <a:off x="2768" y="2110"/>
              <a:ext cx="190" cy="1"/>
            </a:xfrm>
            <a:custGeom>
              <a:avLst/>
              <a:gdLst>
                <a:gd name="T0" fmla="*/ 0 w 954"/>
                <a:gd name="T1" fmla="*/ 0 h 1"/>
                <a:gd name="T2" fmla="*/ 953 w 954"/>
                <a:gd name="T3" fmla="*/ 0 h 1"/>
                <a:gd name="T4" fmla="*/ 954 w 954"/>
                <a:gd name="T5" fmla="*/ 0 h 1"/>
                <a:gd name="T6" fmla="*/ 0 60000 65536"/>
                <a:gd name="T7" fmla="*/ 0 60000 65536"/>
                <a:gd name="T8" fmla="*/ 0 60000 65536"/>
                <a:gd name="T9" fmla="*/ 0 w 954"/>
                <a:gd name="T10" fmla="*/ 0 h 1"/>
                <a:gd name="T11" fmla="*/ 954 w 95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54" h="1">
                  <a:moveTo>
                    <a:pt x="0" y="0"/>
                  </a:moveTo>
                  <a:lnTo>
                    <a:pt x="953" y="0"/>
                  </a:lnTo>
                  <a:lnTo>
                    <a:pt x="95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Freeform 35"/>
            <p:cNvSpPr/>
            <p:nvPr/>
          </p:nvSpPr>
          <p:spPr bwMode="auto">
            <a:xfrm>
              <a:off x="3006" y="2110"/>
              <a:ext cx="27" cy="1"/>
            </a:xfrm>
            <a:custGeom>
              <a:avLst/>
              <a:gdLst>
                <a:gd name="T0" fmla="*/ 0 w 138"/>
                <a:gd name="T1" fmla="*/ 0 h 1"/>
                <a:gd name="T2" fmla="*/ 137 w 138"/>
                <a:gd name="T3" fmla="*/ 0 h 1"/>
                <a:gd name="T4" fmla="*/ 138 w 138"/>
                <a:gd name="T5" fmla="*/ 0 h 1"/>
                <a:gd name="T6" fmla="*/ 0 60000 65536"/>
                <a:gd name="T7" fmla="*/ 0 60000 65536"/>
                <a:gd name="T8" fmla="*/ 0 60000 65536"/>
                <a:gd name="T9" fmla="*/ 0 w 138"/>
                <a:gd name="T10" fmla="*/ 0 h 1"/>
                <a:gd name="T11" fmla="*/ 138 w 13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8" h="1">
                  <a:moveTo>
                    <a:pt x="0" y="0"/>
                  </a:moveTo>
                  <a:lnTo>
                    <a:pt x="137" y="0"/>
                  </a:lnTo>
                  <a:lnTo>
                    <a:pt x="13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Freeform 36"/>
            <p:cNvSpPr/>
            <p:nvPr/>
          </p:nvSpPr>
          <p:spPr bwMode="auto">
            <a:xfrm>
              <a:off x="3081" y="2110"/>
              <a:ext cx="157" cy="1"/>
            </a:xfrm>
            <a:custGeom>
              <a:avLst/>
              <a:gdLst>
                <a:gd name="T0" fmla="*/ 0 w 784"/>
                <a:gd name="T1" fmla="*/ 0 h 1"/>
                <a:gd name="T2" fmla="*/ 783 w 784"/>
                <a:gd name="T3" fmla="*/ 0 h 1"/>
                <a:gd name="T4" fmla="*/ 784 w 784"/>
                <a:gd name="T5" fmla="*/ 0 h 1"/>
                <a:gd name="T6" fmla="*/ 0 60000 65536"/>
                <a:gd name="T7" fmla="*/ 0 60000 65536"/>
                <a:gd name="T8" fmla="*/ 0 60000 65536"/>
                <a:gd name="T9" fmla="*/ 0 w 784"/>
                <a:gd name="T10" fmla="*/ 0 h 1"/>
                <a:gd name="T11" fmla="*/ 784 w 78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84" h="1">
                  <a:moveTo>
                    <a:pt x="0" y="0"/>
                  </a:moveTo>
                  <a:lnTo>
                    <a:pt x="783" y="0"/>
                  </a:lnTo>
                  <a:lnTo>
                    <a:pt x="78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Freeform 37"/>
            <p:cNvSpPr/>
            <p:nvPr/>
          </p:nvSpPr>
          <p:spPr bwMode="auto">
            <a:xfrm>
              <a:off x="2836" y="1825"/>
              <a:ext cx="41" cy="40"/>
            </a:xfrm>
            <a:custGeom>
              <a:avLst/>
              <a:gdLst>
                <a:gd name="T0" fmla="*/ 0 w 205"/>
                <a:gd name="T1" fmla="*/ 204 h 204"/>
                <a:gd name="T2" fmla="*/ 204 w 205"/>
                <a:gd name="T3" fmla="*/ 0 h 204"/>
                <a:gd name="T4" fmla="*/ 205 w 205"/>
                <a:gd name="T5" fmla="*/ 0 h 204"/>
                <a:gd name="T6" fmla="*/ 0 60000 65536"/>
                <a:gd name="T7" fmla="*/ 0 60000 65536"/>
                <a:gd name="T8" fmla="*/ 0 60000 65536"/>
                <a:gd name="T9" fmla="*/ 0 w 205"/>
                <a:gd name="T10" fmla="*/ 0 h 204"/>
                <a:gd name="T11" fmla="*/ 205 w 205"/>
                <a:gd name="T12" fmla="*/ 204 h 2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5" h="204">
                  <a:moveTo>
                    <a:pt x="0" y="204"/>
                  </a:moveTo>
                  <a:lnTo>
                    <a:pt x="204" y="0"/>
                  </a:lnTo>
                  <a:lnTo>
                    <a:pt x="20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Freeform 38"/>
            <p:cNvSpPr/>
            <p:nvPr/>
          </p:nvSpPr>
          <p:spPr bwMode="auto">
            <a:xfrm>
              <a:off x="2872" y="1818"/>
              <a:ext cx="124" cy="124"/>
            </a:xfrm>
            <a:custGeom>
              <a:avLst/>
              <a:gdLst>
                <a:gd name="T0" fmla="*/ 0 w 124"/>
                <a:gd name="T1" fmla="*/ 124 h 124"/>
                <a:gd name="T2" fmla="*/ 124 w 124"/>
                <a:gd name="T3" fmla="*/ 0 h 124"/>
                <a:gd name="T4" fmla="*/ 114 w 124"/>
                <a:gd name="T5" fmla="*/ 7 h 124"/>
                <a:gd name="T6" fmla="*/ 0 60000 65536"/>
                <a:gd name="T7" fmla="*/ 0 60000 65536"/>
                <a:gd name="T8" fmla="*/ 0 60000 65536"/>
                <a:gd name="T9" fmla="*/ 0 w 124"/>
                <a:gd name="T10" fmla="*/ 0 h 124"/>
                <a:gd name="T11" fmla="*/ 124 w 124"/>
                <a:gd name="T12" fmla="*/ 124 h 1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4" h="124">
                  <a:moveTo>
                    <a:pt x="0" y="124"/>
                  </a:moveTo>
                  <a:lnTo>
                    <a:pt x="124" y="0"/>
                  </a:lnTo>
                  <a:lnTo>
                    <a:pt x="114" y="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Freeform 39"/>
            <p:cNvSpPr/>
            <p:nvPr/>
          </p:nvSpPr>
          <p:spPr bwMode="auto">
            <a:xfrm>
              <a:off x="2979" y="1825"/>
              <a:ext cx="116" cy="115"/>
            </a:xfrm>
            <a:custGeom>
              <a:avLst/>
              <a:gdLst>
                <a:gd name="T0" fmla="*/ 0 w 116"/>
                <a:gd name="T1" fmla="*/ 115 h 115"/>
                <a:gd name="T2" fmla="*/ 112 w 116"/>
                <a:gd name="T3" fmla="*/ 1 h 115"/>
                <a:gd name="T4" fmla="*/ 116 w 116"/>
                <a:gd name="T5" fmla="*/ 0 h 115"/>
                <a:gd name="T6" fmla="*/ 0 60000 65536"/>
                <a:gd name="T7" fmla="*/ 0 60000 65536"/>
                <a:gd name="T8" fmla="*/ 0 60000 65536"/>
                <a:gd name="T9" fmla="*/ 0 w 116"/>
                <a:gd name="T10" fmla="*/ 0 h 115"/>
                <a:gd name="T11" fmla="*/ 116 w 116"/>
                <a:gd name="T12" fmla="*/ 115 h 1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6" h="115">
                  <a:moveTo>
                    <a:pt x="0" y="115"/>
                  </a:moveTo>
                  <a:lnTo>
                    <a:pt x="112" y="1"/>
                  </a:lnTo>
                  <a:lnTo>
                    <a:pt x="11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Freeform 40"/>
            <p:cNvSpPr/>
            <p:nvPr/>
          </p:nvSpPr>
          <p:spPr bwMode="auto">
            <a:xfrm>
              <a:off x="3088" y="1845"/>
              <a:ext cx="95" cy="95"/>
            </a:xfrm>
            <a:custGeom>
              <a:avLst/>
              <a:gdLst>
                <a:gd name="T0" fmla="*/ 0 w 475"/>
                <a:gd name="T1" fmla="*/ 474 h 474"/>
                <a:gd name="T2" fmla="*/ 473 w 475"/>
                <a:gd name="T3" fmla="*/ 0 h 474"/>
                <a:gd name="T4" fmla="*/ 475 w 475"/>
                <a:gd name="T5" fmla="*/ 0 h 474"/>
                <a:gd name="T6" fmla="*/ 0 60000 65536"/>
                <a:gd name="T7" fmla="*/ 0 60000 65536"/>
                <a:gd name="T8" fmla="*/ 0 60000 65536"/>
                <a:gd name="T9" fmla="*/ 0 w 475"/>
                <a:gd name="T10" fmla="*/ 0 h 474"/>
                <a:gd name="T11" fmla="*/ 475 w 475"/>
                <a:gd name="T12" fmla="*/ 474 h 4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5" h="474">
                  <a:moveTo>
                    <a:pt x="0" y="474"/>
                  </a:moveTo>
                  <a:lnTo>
                    <a:pt x="473" y="0"/>
                  </a:lnTo>
                  <a:lnTo>
                    <a:pt x="47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Freeform 41"/>
            <p:cNvSpPr/>
            <p:nvPr/>
          </p:nvSpPr>
          <p:spPr bwMode="auto">
            <a:xfrm>
              <a:off x="2850" y="2281"/>
              <a:ext cx="116" cy="115"/>
            </a:xfrm>
            <a:custGeom>
              <a:avLst/>
              <a:gdLst>
                <a:gd name="T0" fmla="*/ 0 w 579"/>
                <a:gd name="T1" fmla="*/ 577 h 577"/>
                <a:gd name="T2" fmla="*/ 578 w 579"/>
                <a:gd name="T3" fmla="*/ 0 h 577"/>
                <a:gd name="T4" fmla="*/ 579 w 579"/>
                <a:gd name="T5" fmla="*/ 0 h 577"/>
                <a:gd name="T6" fmla="*/ 0 60000 65536"/>
                <a:gd name="T7" fmla="*/ 0 60000 65536"/>
                <a:gd name="T8" fmla="*/ 0 60000 65536"/>
                <a:gd name="T9" fmla="*/ 0 w 579"/>
                <a:gd name="T10" fmla="*/ 0 h 577"/>
                <a:gd name="T11" fmla="*/ 579 w 579"/>
                <a:gd name="T12" fmla="*/ 577 h 5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9" h="577">
                  <a:moveTo>
                    <a:pt x="0" y="577"/>
                  </a:moveTo>
                  <a:lnTo>
                    <a:pt x="578" y="0"/>
                  </a:lnTo>
                  <a:lnTo>
                    <a:pt x="57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Freeform 42"/>
            <p:cNvSpPr/>
            <p:nvPr/>
          </p:nvSpPr>
          <p:spPr bwMode="auto">
            <a:xfrm>
              <a:off x="2959" y="2281"/>
              <a:ext cx="116" cy="115"/>
            </a:xfrm>
            <a:custGeom>
              <a:avLst/>
              <a:gdLst>
                <a:gd name="T0" fmla="*/ 0 w 579"/>
                <a:gd name="T1" fmla="*/ 577 h 577"/>
                <a:gd name="T2" fmla="*/ 578 w 579"/>
                <a:gd name="T3" fmla="*/ 0 h 577"/>
                <a:gd name="T4" fmla="*/ 579 w 579"/>
                <a:gd name="T5" fmla="*/ 0 h 577"/>
                <a:gd name="T6" fmla="*/ 0 60000 65536"/>
                <a:gd name="T7" fmla="*/ 0 60000 65536"/>
                <a:gd name="T8" fmla="*/ 0 60000 65536"/>
                <a:gd name="T9" fmla="*/ 0 w 579"/>
                <a:gd name="T10" fmla="*/ 0 h 577"/>
                <a:gd name="T11" fmla="*/ 579 w 579"/>
                <a:gd name="T12" fmla="*/ 577 h 5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9" h="577">
                  <a:moveTo>
                    <a:pt x="0" y="577"/>
                  </a:moveTo>
                  <a:lnTo>
                    <a:pt x="578" y="0"/>
                  </a:lnTo>
                  <a:lnTo>
                    <a:pt x="57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Freeform 43"/>
            <p:cNvSpPr/>
            <p:nvPr/>
          </p:nvSpPr>
          <p:spPr bwMode="auto">
            <a:xfrm>
              <a:off x="3069" y="2282"/>
              <a:ext cx="114" cy="114"/>
            </a:xfrm>
            <a:custGeom>
              <a:avLst/>
              <a:gdLst>
                <a:gd name="T0" fmla="*/ 0 w 573"/>
                <a:gd name="T1" fmla="*/ 572 h 572"/>
                <a:gd name="T2" fmla="*/ 571 w 573"/>
                <a:gd name="T3" fmla="*/ 0 h 572"/>
                <a:gd name="T4" fmla="*/ 573 w 573"/>
                <a:gd name="T5" fmla="*/ 0 h 572"/>
                <a:gd name="T6" fmla="*/ 0 60000 65536"/>
                <a:gd name="T7" fmla="*/ 0 60000 65536"/>
                <a:gd name="T8" fmla="*/ 0 60000 65536"/>
                <a:gd name="T9" fmla="*/ 0 w 573"/>
                <a:gd name="T10" fmla="*/ 0 h 572"/>
                <a:gd name="T11" fmla="*/ 573 w 573"/>
                <a:gd name="T12" fmla="*/ 572 h 5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3" h="572">
                  <a:moveTo>
                    <a:pt x="0" y="572"/>
                  </a:moveTo>
                  <a:lnTo>
                    <a:pt x="571" y="0"/>
                  </a:lnTo>
                  <a:lnTo>
                    <a:pt x="57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Freeform 44"/>
            <p:cNvSpPr/>
            <p:nvPr/>
          </p:nvSpPr>
          <p:spPr bwMode="auto">
            <a:xfrm>
              <a:off x="3178" y="2391"/>
              <a:ext cx="5" cy="5"/>
            </a:xfrm>
            <a:custGeom>
              <a:avLst/>
              <a:gdLst>
                <a:gd name="T0" fmla="*/ 0 w 28"/>
                <a:gd name="T1" fmla="*/ 26 h 26"/>
                <a:gd name="T2" fmla="*/ 26 w 28"/>
                <a:gd name="T3" fmla="*/ 0 h 26"/>
                <a:gd name="T4" fmla="*/ 28 w 28"/>
                <a:gd name="T5" fmla="*/ 0 h 26"/>
                <a:gd name="T6" fmla="*/ 0 60000 65536"/>
                <a:gd name="T7" fmla="*/ 0 60000 65536"/>
                <a:gd name="T8" fmla="*/ 0 60000 65536"/>
                <a:gd name="T9" fmla="*/ 0 w 28"/>
                <a:gd name="T10" fmla="*/ 0 h 26"/>
                <a:gd name="T11" fmla="*/ 28 w 28"/>
                <a:gd name="T12" fmla="*/ 26 h 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26">
                  <a:moveTo>
                    <a:pt x="0" y="26"/>
                  </a:moveTo>
                  <a:lnTo>
                    <a:pt x="26" y="0"/>
                  </a:lnTo>
                  <a:lnTo>
                    <a:pt x="28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8" name="Group 74"/>
          <p:cNvGrpSpPr/>
          <p:nvPr/>
        </p:nvGrpSpPr>
        <p:grpSpPr bwMode="auto">
          <a:xfrm>
            <a:off x="2312618" y="3470394"/>
            <a:ext cx="1976437" cy="1797051"/>
            <a:chOff x="1153" y="632"/>
            <a:chExt cx="1245" cy="1132"/>
          </a:xfrm>
        </p:grpSpPr>
        <p:sp>
          <p:nvSpPr>
            <p:cNvPr id="49" name="Freeform 75"/>
            <p:cNvSpPr/>
            <p:nvPr/>
          </p:nvSpPr>
          <p:spPr bwMode="auto">
            <a:xfrm>
              <a:off x="1153" y="1222"/>
              <a:ext cx="470" cy="1"/>
            </a:xfrm>
            <a:custGeom>
              <a:avLst/>
              <a:gdLst>
                <a:gd name="T0" fmla="*/ 0 w 2349"/>
                <a:gd name="T1" fmla="*/ 0 h 1"/>
                <a:gd name="T2" fmla="*/ 2347 w 2349"/>
                <a:gd name="T3" fmla="*/ 0 h 1"/>
                <a:gd name="T4" fmla="*/ 2349 w 2349"/>
                <a:gd name="T5" fmla="*/ 0 h 1"/>
                <a:gd name="T6" fmla="*/ 0 60000 65536"/>
                <a:gd name="T7" fmla="*/ 0 60000 65536"/>
                <a:gd name="T8" fmla="*/ 0 60000 65536"/>
                <a:gd name="T9" fmla="*/ 0 w 2349"/>
                <a:gd name="T10" fmla="*/ 0 h 1"/>
                <a:gd name="T11" fmla="*/ 2349 w 234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49" h="1">
                  <a:moveTo>
                    <a:pt x="0" y="0"/>
                  </a:moveTo>
                  <a:lnTo>
                    <a:pt x="2347" y="0"/>
                  </a:lnTo>
                  <a:lnTo>
                    <a:pt x="234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Freeform 76"/>
            <p:cNvSpPr/>
            <p:nvPr/>
          </p:nvSpPr>
          <p:spPr bwMode="auto">
            <a:xfrm>
              <a:off x="1528" y="848"/>
              <a:ext cx="1" cy="422"/>
            </a:xfrm>
            <a:custGeom>
              <a:avLst/>
              <a:gdLst>
                <a:gd name="T0" fmla="*/ 0 w 1"/>
                <a:gd name="T1" fmla="*/ 0 h 2109"/>
                <a:gd name="T2" fmla="*/ 0 w 1"/>
                <a:gd name="T3" fmla="*/ 2109 h 2109"/>
                <a:gd name="T4" fmla="*/ 1 w 1"/>
                <a:gd name="T5" fmla="*/ 2109 h 2109"/>
                <a:gd name="T6" fmla="*/ 0 60000 65536"/>
                <a:gd name="T7" fmla="*/ 0 60000 65536"/>
                <a:gd name="T8" fmla="*/ 0 60000 65536"/>
                <a:gd name="T9" fmla="*/ 0 w 1"/>
                <a:gd name="T10" fmla="*/ 0 h 2109"/>
                <a:gd name="T11" fmla="*/ 1 w 1"/>
                <a:gd name="T12" fmla="*/ 2109 h 21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109">
                  <a:moveTo>
                    <a:pt x="0" y="0"/>
                  </a:moveTo>
                  <a:lnTo>
                    <a:pt x="0" y="2109"/>
                  </a:lnTo>
                  <a:lnTo>
                    <a:pt x="1" y="2109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Freeform 77"/>
            <p:cNvSpPr/>
            <p:nvPr/>
          </p:nvSpPr>
          <p:spPr bwMode="auto">
            <a:xfrm>
              <a:off x="1929" y="841"/>
              <a:ext cx="1" cy="266"/>
            </a:xfrm>
            <a:custGeom>
              <a:avLst/>
              <a:gdLst>
                <a:gd name="T0" fmla="*/ 0 w 1"/>
                <a:gd name="T1" fmla="*/ 0 h 1327"/>
                <a:gd name="T2" fmla="*/ 0 w 1"/>
                <a:gd name="T3" fmla="*/ 1327 h 1327"/>
                <a:gd name="T4" fmla="*/ 1 w 1"/>
                <a:gd name="T5" fmla="*/ 1327 h 1327"/>
                <a:gd name="T6" fmla="*/ 0 60000 65536"/>
                <a:gd name="T7" fmla="*/ 0 60000 65536"/>
                <a:gd name="T8" fmla="*/ 0 60000 65536"/>
                <a:gd name="T9" fmla="*/ 0 w 1"/>
                <a:gd name="T10" fmla="*/ 0 h 1327"/>
                <a:gd name="T11" fmla="*/ 1 w 1"/>
                <a:gd name="T12" fmla="*/ 1327 h 13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327">
                  <a:moveTo>
                    <a:pt x="0" y="0"/>
                  </a:moveTo>
                  <a:lnTo>
                    <a:pt x="0" y="1327"/>
                  </a:lnTo>
                  <a:lnTo>
                    <a:pt x="1" y="132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Freeform 78"/>
            <p:cNvSpPr/>
            <p:nvPr/>
          </p:nvSpPr>
          <p:spPr bwMode="auto">
            <a:xfrm>
              <a:off x="1358" y="1052"/>
              <a:ext cx="170" cy="341"/>
            </a:xfrm>
            <a:custGeom>
              <a:avLst/>
              <a:gdLst>
                <a:gd name="T0" fmla="*/ 850 w 851"/>
                <a:gd name="T1" fmla="*/ 0 h 1703"/>
                <a:gd name="T2" fmla="*/ 425 w 851"/>
                <a:gd name="T3" fmla="*/ 114 h 1703"/>
                <a:gd name="T4" fmla="*/ 114 w 851"/>
                <a:gd name="T5" fmla="*/ 425 h 1703"/>
                <a:gd name="T6" fmla="*/ 0 w 851"/>
                <a:gd name="T7" fmla="*/ 852 h 1703"/>
                <a:gd name="T8" fmla="*/ 114 w 851"/>
                <a:gd name="T9" fmla="*/ 1277 h 1703"/>
                <a:gd name="T10" fmla="*/ 425 w 851"/>
                <a:gd name="T11" fmla="*/ 1588 h 1703"/>
                <a:gd name="T12" fmla="*/ 850 w 851"/>
                <a:gd name="T13" fmla="*/ 1703 h 1703"/>
                <a:gd name="T14" fmla="*/ 851 w 851"/>
                <a:gd name="T15" fmla="*/ 1703 h 17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851"/>
                <a:gd name="T25" fmla="*/ 0 h 1703"/>
                <a:gd name="T26" fmla="*/ 851 w 851"/>
                <a:gd name="T27" fmla="*/ 1703 h 170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851" h="1703">
                  <a:moveTo>
                    <a:pt x="850" y="0"/>
                  </a:moveTo>
                  <a:lnTo>
                    <a:pt x="425" y="114"/>
                  </a:lnTo>
                  <a:lnTo>
                    <a:pt x="114" y="425"/>
                  </a:lnTo>
                  <a:lnTo>
                    <a:pt x="0" y="852"/>
                  </a:lnTo>
                  <a:lnTo>
                    <a:pt x="114" y="1277"/>
                  </a:lnTo>
                  <a:lnTo>
                    <a:pt x="425" y="1588"/>
                  </a:lnTo>
                  <a:lnTo>
                    <a:pt x="850" y="1703"/>
                  </a:lnTo>
                  <a:lnTo>
                    <a:pt x="851" y="170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Freeform 79"/>
            <p:cNvSpPr/>
            <p:nvPr/>
          </p:nvSpPr>
          <p:spPr bwMode="auto">
            <a:xfrm>
              <a:off x="1929" y="1052"/>
              <a:ext cx="170" cy="341"/>
            </a:xfrm>
            <a:custGeom>
              <a:avLst/>
              <a:gdLst>
                <a:gd name="T0" fmla="*/ 0 w 850"/>
                <a:gd name="T1" fmla="*/ 1703 h 1703"/>
                <a:gd name="T2" fmla="*/ 425 w 850"/>
                <a:gd name="T3" fmla="*/ 1588 h 1703"/>
                <a:gd name="T4" fmla="*/ 736 w 850"/>
                <a:gd name="T5" fmla="*/ 1277 h 1703"/>
                <a:gd name="T6" fmla="*/ 850 w 850"/>
                <a:gd name="T7" fmla="*/ 852 h 1703"/>
                <a:gd name="T8" fmla="*/ 736 w 850"/>
                <a:gd name="T9" fmla="*/ 425 h 1703"/>
                <a:gd name="T10" fmla="*/ 425 w 850"/>
                <a:gd name="T11" fmla="*/ 114 h 1703"/>
                <a:gd name="T12" fmla="*/ 0 w 850"/>
                <a:gd name="T13" fmla="*/ 0 h 1703"/>
                <a:gd name="T14" fmla="*/ 1 w 850"/>
                <a:gd name="T15" fmla="*/ 0 h 17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850"/>
                <a:gd name="T25" fmla="*/ 0 h 1703"/>
                <a:gd name="T26" fmla="*/ 850 w 850"/>
                <a:gd name="T27" fmla="*/ 1703 h 170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850" h="1703">
                  <a:moveTo>
                    <a:pt x="0" y="1703"/>
                  </a:moveTo>
                  <a:lnTo>
                    <a:pt x="425" y="1588"/>
                  </a:lnTo>
                  <a:lnTo>
                    <a:pt x="736" y="1277"/>
                  </a:lnTo>
                  <a:lnTo>
                    <a:pt x="850" y="852"/>
                  </a:lnTo>
                  <a:lnTo>
                    <a:pt x="736" y="425"/>
                  </a:lnTo>
                  <a:lnTo>
                    <a:pt x="425" y="114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Freeform 80"/>
            <p:cNvSpPr/>
            <p:nvPr/>
          </p:nvSpPr>
          <p:spPr bwMode="auto">
            <a:xfrm>
              <a:off x="1242" y="937"/>
              <a:ext cx="286" cy="571"/>
            </a:xfrm>
            <a:custGeom>
              <a:avLst/>
              <a:gdLst>
                <a:gd name="T0" fmla="*/ 1427 w 1428"/>
                <a:gd name="T1" fmla="*/ 0 h 2857"/>
                <a:gd name="T2" fmla="*/ 881 w 1428"/>
                <a:gd name="T3" fmla="*/ 108 h 2857"/>
                <a:gd name="T4" fmla="*/ 418 w 1428"/>
                <a:gd name="T5" fmla="*/ 419 h 2857"/>
                <a:gd name="T6" fmla="*/ 108 w 1428"/>
                <a:gd name="T7" fmla="*/ 882 h 2857"/>
                <a:gd name="T8" fmla="*/ 0 w 1428"/>
                <a:gd name="T9" fmla="*/ 1429 h 2857"/>
                <a:gd name="T10" fmla="*/ 108 w 1428"/>
                <a:gd name="T11" fmla="*/ 1975 h 2857"/>
                <a:gd name="T12" fmla="*/ 418 w 1428"/>
                <a:gd name="T13" fmla="*/ 2439 h 2857"/>
                <a:gd name="T14" fmla="*/ 881 w 1428"/>
                <a:gd name="T15" fmla="*/ 2748 h 2857"/>
                <a:gd name="T16" fmla="*/ 1427 w 1428"/>
                <a:gd name="T17" fmla="*/ 2857 h 2857"/>
                <a:gd name="T18" fmla="*/ 1428 w 1428"/>
                <a:gd name="T19" fmla="*/ 2857 h 285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428"/>
                <a:gd name="T31" fmla="*/ 0 h 2857"/>
                <a:gd name="T32" fmla="*/ 1428 w 1428"/>
                <a:gd name="T33" fmla="*/ 2857 h 285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428" h="2857">
                  <a:moveTo>
                    <a:pt x="1427" y="0"/>
                  </a:moveTo>
                  <a:lnTo>
                    <a:pt x="881" y="108"/>
                  </a:lnTo>
                  <a:lnTo>
                    <a:pt x="418" y="419"/>
                  </a:lnTo>
                  <a:lnTo>
                    <a:pt x="108" y="882"/>
                  </a:lnTo>
                  <a:lnTo>
                    <a:pt x="0" y="1429"/>
                  </a:lnTo>
                  <a:lnTo>
                    <a:pt x="108" y="1975"/>
                  </a:lnTo>
                  <a:lnTo>
                    <a:pt x="418" y="2439"/>
                  </a:lnTo>
                  <a:lnTo>
                    <a:pt x="881" y="2748"/>
                  </a:lnTo>
                  <a:lnTo>
                    <a:pt x="1427" y="2857"/>
                  </a:lnTo>
                  <a:lnTo>
                    <a:pt x="1428" y="2857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Freeform 81"/>
            <p:cNvSpPr/>
            <p:nvPr/>
          </p:nvSpPr>
          <p:spPr bwMode="auto">
            <a:xfrm>
              <a:off x="1528" y="1052"/>
              <a:ext cx="401" cy="1"/>
            </a:xfrm>
            <a:custGeom>
              <a:avLst/>
              <a:gdLst>
                <a:gd name="T0" fmla="*/ 0 w 2009"/>
                <a:gd name="T1" fmla="*/ 0 h 1"/>
                <a:gd name="T2" fmla="*/ 2008 w 2009"/>
                <a:gd name="T3" fmla="*/ 0 h 1"/>
                <a:gd name="T4" fmla="*/ 2009 w 2009"/>
                <a:gd name="T5" fmla="*/ 0 h 1"/>
                <a:gd name="T6" fmla="*/ 0 60000 65536"/>
                <a:gd name="T7" fmla="*/ 0 60000 65536"/>
                <a:gd name="T8" fmla="*/ 0 60000 65536"/>
                <a:gd name="T9" fmla="*/ 0 w 2009"/>
                <a:gd name="T10" fmla="*/ 0 h 1"/>
                <a:gd name="T11" fmla="*/ 2009 w 200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9" h="1">
                  <a:moveTo>
                    <a:pt x="0" y="0"/>
                  </a:moveTo>
                  <a:lnTo>
                    <a:pt x="2008" y="0"/>
                  </a:lnTo>
                  <a:lnTo>
                    <a:pt x="2009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Freeform 82"/>
            <p:cNvSpPr/>
            <p:nvPr/>
          </p:nvSpPr>
          <p:spPr bwMode="auto">
            <a:xfrm>
              <a:off x="1528" y="1393"/>
              <a:ext cx="401" cy="1"/>
            </a:xfrm>
            <a:custGeom>
              <a:avLst/>
              <a:gdLst>
                <a:gd name="T0" fmla="*/ 0 w 2009"/>
                <a:gd name="T1" fmla="*/ 0 h 1"/>
                <a:gd name="T2" fmla="*/ 2008 w 2009"/>
                <a:gd name="T3" fmla="*/ 0 h 1"/>
                <a:gd name="T4" fmla="*/ 2009 w 2009"/>
                <a:gd name="T5" fmla="*/ 0 h 1"/>
                <a:gd name="T6" fmla="*/ 0 60000 65536"/>
                <a:gd name="T7" fmla="*/ 0 60000 65536"/>
                <a:gd name="T8" fmla="*/ 0 60000 65536"/>
                <a:gd name="T9" fmla="*/ 0 w 2009"/>
                <a:gd name="T10" fmla="*/ 0 h 1"/>
                <a:gd name="T11" fmla="*/ 2009 w 200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9" h="1">
                  <a:moveTo>
                    <a:pt x="0" y="0"/>
                  </a:moveTo>
                  <a:lnTo>
                    <a:pt x="2008" y="0"/>
                  </a:lnTo>
                  <a:lnTo>
                    <a:pt x="2009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Freeform 83"/>
            <p:cNvSpPr/>
            <p:nvPr/>
          </p:nvSpPr>
          <p:spPr bwMode="auto">
            <a:xfrm>
              <a:off x="1524" y="1507"/>
              <a:ext cx="654" cy="1"/>
            </a:xfrm>
            <a:custGeom>
              <a:avLst/>
              <a:gdLst>
                <a:gd name="T0" fmla="*/ 0 w 654"/>
                <a:gd name="T1" fmla="*/ 0 h 1"/>
                <a:gd name="T2" fmla="*/ 654 w 654"/>
                <a:gd name="T3" fmla="*/ 1 h 1"/>
                <a:gd name="T4" fmla="*/ 654 w 654"/>
                <a:gd name="T5" fmla="*/ 1 h 1"/>
                <a:gd name="T6" fmla="*/ 0 60000 65536"/>
                <a:gd name="T7" fmla="*/ 0 60000 65536"/>
                <a:gd name="T8" fmla="*/ 0 60000 65536"/>
                <a:gd name="T9" fmla="*/ 0 w 654"/>
                <a:gd name="T10" fmla="*/ 0 h 1"/>
                <a:gd name="T11" fmla="*/ 654 w 65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54" h="1">
                  <a:moveTo>
                    <a:pt x="0" y="0"/>
                  </a:moveTo>
                  <a:lnTo>
                    <a:pt x="654" y="1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Freeform 84"/>
            <p:cNvSpPr/>
            <p:nvPr/>
          </p:nvSpPr>
          <p:spPr bwMode="auto">
            <a:xfrm>
              <a:off x="1533" y="937"/>
              <a:ext cx="578" cy="1"/>
            </a:xfrm>
            <a:custGeom>
              <a:avLst/>
              <a:gdLst>
                <a:gd name="T0" fmla="*/ 0 w 2893"/>
                <a:gd name="T1" fmla="*/ 0 h 1"/>
                <a:gd name="T2" fmla="*/ 2892 w 2893"/>
                <a:gd name="T3" fmla="*/ 0 h 1"/>
                <a:gd name="T4" fmla="*/ 2893 w 2893"/>
                <a:gd name="T5" fmla="*/ 0 h 1"/>
                <a:gd name="T6" fmla="*/ 0 60000 65536"/>
                <a:gd name="T7" fmla="*/ 0 60000 65536"/>
                <a:gd name="T8" fmla="*/ 0 60000 65536"/>
                <a:gd name="T9" fmla="*/ 0 w 2893"/>
                <a:gd name="T10" fmla="*/ 0 h 1"/>
                <a:gd name="T11" fmla="*/ 2893 w 289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93" h="1">
                  <a:moveTo>
                    <a:pt x="0" y="0"/>
                  </a:moveTo>
                  <a:lnTo>
                    <a:pt x="2892" y="0"/>
                  </a:lnTo>
                  <a:lnTo>
                    <a:pt x="2893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Freeform 85"/>
            <p:cNvSpPr/>
            <p:nvPr/>
          </p:nvSpPr>
          <p:spPr bwMode="auto">
            <a:xfrm>
              <a:off x="2106" y="644"/>
              <a:ext cx="170" cy="293"/>
            </a:xfrm>
            <a:custGeom>
              <a:avLst/>
              <a:gdLst>
                <a:gd name="T0" fmla="*/ 0 w 851"/>
                <a:gd name="T1" fmla="*/ 1464 h 1464"/>
                <a:gd name="T2" fmla="*/ 850 w 851"/>
                <a:gd name="T3" fmla="*/ 0 h 1464"/>
                <a:gd name="T4" fmla="*/ 851 w 851"/>
                <a:gd name="T5" fmla="*/ 0 h 1464"/>
                <a:gd name="T6" fmla="*/ 0 60000 65536"/>
                <a:gd name="T7" fmla="*/ 0 60000 65536"/>
                <a:gd name="T8" fmla="*/ 0 60000 65536"/>
                <a:gd name="T9" fmla="*/ 0 w 851"/>
                <a:gd name="T10" fmla="*/ 0 h 1464"/>
                <a:gd name="T11" fmla="*/ 851 w 851"/>
                <a:gd name="T12" fmla="*/ 1464 h 1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51" h="1464">
                  <a:moveTo>
                    <a:pt x="0" y="1464"/>
                  </a:moveTo>
                  <a:lnTo>
                    <a:pt x="850" y="0"/>
                  </a:lnTo>
                  <a:lnTo>
                    <a:pt x="85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Freeform 86"/>
            <p:cNvSpPr/>
            <p:nvPr/>
          </p:nvSpPr>
          <p:spPr bwMode="auto">
            <a:xfrm>
              <a:off x="2167" y="644"/>
              <a:ext cx="226" cy="864"/>
            </a:xfrm>
            <a:custGeom>
              <a:avLst/>
              <a:gdLst>
                <a:gd name="T0" fmla="*/ 1131 w 1131"/>
                <a:gd name="T1" fmla="*/ 0 h 4321"/>
                <a:gd name="T2" fmla="*/ 0 w 1131"/>
                <a:gd name="T3" fmla="*/ 4321 h 4321"/>
                <a:gd name="T4" fmla="*/ 2 w 1131"/>
                <a:gd name="T5" fmla="*/ 4321 h 4321"/>
                <a:gd name="T6" fmla="*/ 0 60000 65536"/>
                <a:gd name="T7" fmla="*/ 0 60000 65536"/>
                <a:gd name="T8" fmla="*/ 0 60000 65536"/>
                <a:gd name="T9" fmla="*/ 0 w 1131"/>
                <a:gd name="T10" fmla="*/ 0 h 4321"/>
                <a:gd name="T11" fmla="*/ 1131 w 1131"/>
                <a:gd name="T12" fmla="*/ 4321 h 43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31" h="4321">
                  <a:moveTo>
                    <a:pt x="1131" y="0"/>
                  </a:moveTo>
                  <a:lnTo>
                    <a:pt x="0" y="4321"/>
                  </a:lnTo>
                  <a:lnTo>
                    <a:pt x="2" y="4321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Freeform 87"/>
            <p:cNvSpPr/>
            <p:nvPr/>
          </p:nvSpPr>
          <p:spPr bwMode="auto">
            <a:xfrm>
              <a:off x="2266" y="650"/>
              <a:ext cx="132" cy="1"/>
            </a:xfrm>
            <a:custGeom>
              <a:avLst/>
              <a:gdLst>
                <a:gd name="T0" fmla="*/ 0 w 132"/>
                <a:gd name="T1" fmla="*/ 0 h 1"/>
                <a:gd name="T2" fmla="*/ 132 w 132"/>
                <a:gd name="T3" fmla="*/ 0 h 1"/>
                <a:gd name="T4" fmla="*/ 118 w 132"/>
                <a:gd name="T5" fmla="*/ 0 h 1"/>
                <a:gd name="T6" fmla="*/ 0 60000 65536"/>
                <a:gd name="T7" fmla="*/ 0 60000 65536"/>
                <a:gd name="T8" fmla="*/ 0 60000 65536"/>
                <a:gd name="T9" fmla="*/ 0 w 132"/>
                <a:gd name="T10" fmla="*/ 0 h 1"/>
                <a:gd name="T11" fmla="*/ 132 w 13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2" h="1">
                  <a:moveTo>
                    <a:pt x="0" y="0"/>
                  </a:moveTo>
                  <a:lnTo>
                    <a:pt x="132" y="0"/>
                  </a:lnTo>
                  <a:lnTo>
                    <a:pt x="118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Freeform 88"/>
            <p:cNvSpPr/>
            <p:nvPr/>
          </p:nvSpPr>
          <p:spPr bwMode="auto">
            <a:xfrm>
              <a:off x="1725" y="746"/>
              <a:ext cx="1" cy="136"/>
            </a:xfrm>
            <a:custGeom>
              <a:avLst/>
              <a:gdLst>
                <a:gd name="T0" fmla="*/ 0 w 1"/>
                <a:gd name="T1" fmla="*/ 0 h 680"/>
                <a:gd name="T2" fmla="*/ 0 w 1"/>
                <a:gd name="T3" fmla="*/ 680 h 680"/>
                <a:gd name="T4" fmla="*/ 1 w 1"/>
                <a:gd name="T5" fmla="*/ 680 h 680"/>
                <a:gd name="T6" fmla="*/ 0 60000 65536"/>
                <a:gd name="T7" fmla="*/ 0 60000 65536"/>
                <a:gd name="T8" fmla="*/ 0 60000 65536"/>
                <a:gd name="T9" fmla="*/ 0 w 1"/>
                <a:gd name="T10" fmla="*/ 0 h 680"/>
                <a:gd name="T11" fmla="*/ 1 w 1"/>
                <a:gd name="T12" fmla="*/ 680 h 6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80">
                  <a:moveTo>
                    <a:pt x="0" y="0"/>
                  </a:moveTo>
                  <a:lnTo>
                    <a:pt x="0" y="680"/>
                  </a:lnTo>
                  <a:lnTo>
                    <a:pt x="1" y="68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Freeform 89"/>
            <p:cNvSpPr/>
            <p:nvPr/>
          </p:nvSpPr>
          <p:spPr bwMode="auto">
            <a:xfrm>
              <a:off x="1725" y="1562"/>
              <a:ext cx="1" cy="130"/>
            </a:xfrm>
            <a:custGeom>
              <a:avLst/>
              <a:gdLst>
                <a:gd name="T0" fmla="*/ 0 w 1"/>
                <a:gd name="T1" fmla="*/ 0 h 646"/>
                <a:gd name="T2" fmla="*/ 0 w 1"/>
                <a:gd name="T3" fmla="*/ 646 h 646"/>
                <a:gd name="T4" fmla="*/ 1 w 1"/>
                <a:gd name="T5" fmla="*/ 646 h 646"/>
                <a:gd name="T6" fmla="*/ 0 60000 65536"/>
                <a:gd name="T7" fmla="*/ 0 60000 65536"/>
                <a:gd name="T8" fmla="*/ 0 60000 65536"/>
                <a:gd name="T9" fmla="*/ 0 w 1"/>
                <a:gd name="T10" fmla="*/ 0 h 646"/>
                <a:gd name="T11" fmla="*/ 1 w 1"/>
                <a:gd name="T12" fmla="*/ 646 h 6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46">
                  <a:moveTo>
                    <a:pt x="0" y="0"/>
                  </a:moveTo>
                  <a:lnTo>
                    <a:pt x="0" y="646"/>
                  </a:lnTo>
                  <a:lnTo>
                    <a:pt x="1" y="646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Rectangle 90"/>
            <p:cNvSpPr>
              <a:spLocks noChangeArrowheads="1"/>
            </p:cNvSpPr>
            <p:nvPr/>
          </p:nvSpPr>
          <p:spPr bwMode="auto">
            <a:xfrm>
              <a:off x="1753" y="632"/>
              <a:ext cx="136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400" i="1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en-US" altLang="zh-CN" sz="24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Rectangle 91"/>
            <p:cNvSpPr>
              <a:spLocks noChangeArrowheads="1"/>
            </p:cNvSpPr>
            <p:nvPr/>
          </p:nvSpPr>
          <p:spPr bwMode="auto">
            <a:xfrm>
              <a:off x="1746" y="1531"/>
              <a:ext cx="136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400" i="1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en-US" altLang="zh-CN" sz="20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Freeform 92"/>
            <p:cNvSpPr/>
            <p:nvPr/>
          </p:nvSpPr>
          <p:spPr bwMode="auto">
            <a:xfrm>
              <a:off x="1528" y="1352"/>
              <a:ext cx="1" cy="238"/>
            </a:xfrm>
            <a:custGeom>
              <a:avLst/>
              <a:gdLst>
                <a:gd name="T0" fmla="*/ 0 w 1"/>
                <a:gd name="T1" fmla="*/ 0 h 1191"/>
                <a:gd name="T2" fmla="*/ 0 w 1"/>
                <a:gd name="T3" fmla="*/ 1191 h 1191"/>
                <a:gd name="T4" fmla="*/ 1 w 1"/>
                <a:gd name="T5" fmla="*/ 1191 h 1191"/>
                <a:gd name="T6" fmla="*/ 0 60000 65536"/>
                <a:gd name="T7" fmla="*/ 0 60000 65536"/>
                <a:gd name="T8" fmla="*/ 0 60000 65536"/>
                <a:gd name="T9" fmla="*/ 0 w 1"/>
                <a:gd name="T10" fmla="*/ 0 h 1191"/>
                <a:gd name="T11" fmla="*/ 1 w 1"/>
                <a:gd name="T12" fmla="*/ 1191 h 11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191">
                  <a:moveTo>
                    <a:pt x="0" y="0"/>
                  </a:moveTo>
                  <a:lnTo>
                    <a:pt x="0" y="1191"/>
                  </a:lnTo>
                  <a:lnTo>
                    <a:pt x="1" y="119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Freeform 93"/>
            <p:cNvSpPr/>
            <p:nvPr/>
          </p:nvSpPr>
          <p:spPr bwMode="auto">
            <a:xfrm>
              <a:off x="1528" y="1304"/>
              <a:ext cx="1" cy="14"/>
            </a:xfrm>
            <a:custGeom>
              <a:avLst/>
              <a:gdLst>
                <a:gd name="T0" fmla="*/ 0 w 1"/>
                <a:gd name="T1" fmla="*/ 0 h 68"/>
                <a:gd name="T2" fmla="*/ 0 w 1"/>
                <a:gd name="T3" fmla="*/ 68 h 68"/>
                <a:gd name="T4" fmla="*/ 1 w 1"/>
                <a:gd name="T5" fmla="*/ 68 h 68"/>
                <a:gd name="T6" fmla="*/ 0 60000 65536"/>
                <a:gd name="T7" fmla="*/ 0 60000 65536"/>
                <a:gd name="T8" fmla="*/ 0 60000 65536"/>
                <a:gd name="T9" fmla="*/ 0 w 1"/>
                <a:gd name="T10" fmla="*/ 0 h 68"/>
                <a:gd name="T11" fmla="*/ 1 w 1"/>
                <a:gd name="T12" fmla="*/ 68 h 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8">
                  <a:moveTo>
                    <a:pt x="0" y="0"/>
                  </a:moveTo>
                  <a:lnTo>
                    <a:pt x="0" y="68"/>
                  </a:lnTo>
                  <a:lnTo>
                    <a:pt x="1" y="6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Freeform 94"/>
            <p:cNvSpPr/>
            <p:nvPr/>
          </p:nvSpPr>
          <p:spPr bwMode="auto">
            <a:xfrm>
              <a:off x="1683" y="1222"/>
              <a:ext cx="19" cy="1"/>
            </a:xfrm>
            <a:custGeom>
              <a:avLst/>
              <a:gdLst>
                <a:gd name="T0" fmla="*/ 0 w 97"/>
                <a:gd name="T1" fmla="*/ 0 h 1"/>
                <a:gd name="T2" fmla="*/ 96 w 97"/>
                <a:gd name="T3" fmla="*/ 0 h 1"/>
                <a:gd name="T4" fmla="*/ 97 w 97"/>
                <a:gd name="T5" fmla="*/ 0 h 1"/>
                <a:gd name="T6" fmla="*/ 0 60000 65536"/>
                <a:gd name="T7" fmla="*/ 0 60000 65536"/>
                <a:gd name="T8" fmla="*/ 0 60000 65536"/>
                <a:gd name="T9" fmla="*/ 0 w 97"/>
                <a:gd name="T10" fmla="*/ 0 h 1"/>
                <a:gd name="T11" fmla="*/ 97 w 9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1">
                  <a:moveTo>
                    <a:pt x="0" y="0"/>
                  </a:moveTo>
                  <a:lnTo>
                    <a:pt x="96" y="0"/>
                  </a:lnTo>
                  <a:lnTo>
                    <a:pt x="9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Freeform 95"/>
            <p:cNvSpPr/>
            <p:nvPr/>
          </p:nvSpPr>
          <p:spPr bwMode="auto">
            <a:xfrm>
              <a:off x="1739" y="1222"/>
              <a:ext cx="612" cy="1"/>
            </a:xfrm>
            <a:custGeom>
              <a:avLst/>
              <a:gdLst>
                <a:gd name="T0" fmla="*/ 0 w 3063"/>
                <a:gd name="T1" fmla="*/ 0 h 1"/>
                <a:gd name="T2" fmla="*/ 3062 w 3063"/>
                <a:gd name="T3" fmla="*/ 0 h 1"/>
                <a:gd name="T4" fmla="*/ 3063 w 3063"/>
                <a:gd name="T5" fmla="*/ 0 h 1"/>
                <a:gd name="T6" fmla="*/ 0 60000 65536"/>
                <a:gd name="T7" fmla="*/ 0 60000 65536"/>
                <a:gd name="T8" fmla="*/ 0 60000 65536"/>
                <a:gd name="T9" fmla="*/ 0 w 3063"/>
                <a:gd name="T10" fmla="*/ 0 h 1"/>
                <a:gd name="T11" fmla="*/ 3063 w 306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63" h="1">
                  <a:moveTo>
                    <a:pt x="0" y="0"/>
                  </a:moveTo>
                  <a:lnTo>
                    <a:pt x="3062" y="0"/>
                  </a:lnTo>
                  <a:lnTo>
                    <a:pt x="306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Freeform 96"/>
            <p:cNvSpPr/>
            <p:nvPr/>
          </p:nvSpPr>
          <p:spPr bwMode="auto">
            <a:xfrm>
              <a:off x="1929" y="1182"/>
              <a:ext cx="1" cy="387"/>
            </a:xfrm>
            <a:custGeom>
              <a:avLst/>
              <a:gdLst>
                <a:gd name="T0" fmla="*/ 0 w 1"/>
                <a:gd name="T1" fmla="*/ 0 h 1938"/>
                <a:gd name="T2" fmla="*/ 0 w 1"/>
                <a:gd name="T3" fmla="*/ 1938 h 1938"/>
                <a:gd name="T4" fmla="*/ 1 w 1"/>
                <a:gd name="T5" fmla="*/ 1938 h 1938"/>
                <a:gd name="T6" fmla="*/ 0 60000 65536"/>
                <a:gd name="T7" fmla="*/ 0 60000 65536"/>
                <a:gd name="T8" fmla="*/ 0 60000 65536"/>
                <a:gd name="T9" fmla="*/ 0 w 1"/>
                <a:gd name="T10" fmla="*/ 0 h 1938"/>
                <a:gd name="T11" fmla="*/ 1 w 1"/>
                <a:gd name="T12" fmla="*/ 1938 h 19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938">
                  <a:moveTo>
                    <a:pt x="0" y="0"/>
                  </a:moveTo>
                  <a:lnTo>
                    <a:pt x="0" y="1938"/>
                  </a:lnTo>
                  <a:lnTo>
                    <a:pt x="1" y="193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Freeform 97"/>
            <p:cNvSpPr/>
            <p:nvPr/>
          </p:nvSpPr>
          <p:spPr bwMode="auto">
            <a:xfrm>
              <a:off x="1929" y="1141"/>
              <a:ext cx="1" cy="13"/>
            </a:xfrm>
            <a:custGeom>
              <a:avLst/>
              <a:gdLst>
                <a:gd name="T0" fmla="*/ 0 w 1"/>
                <a:gd name="T1" fmla="*/ 0 h 67"/>
                <a:gd name="T2" fmla="*/ 0 w 1"/>
                <a:gd name="T3" fmla="*/ 67 h 67"/>
                <a:gd name="T4" fmla="*/ 1 w 1"/>
                <a:gd name="T5" fmla="*/ 67 h 67"/>
                <a:gd name="T6" fmla="*/ 0 60000 65536"/>
                <a:gd name="T7" fmla="*/ 0 60000 65536"/>
                <a:gd name="T8" fmla="*/ 0 60000 65536"/>
                <a:gd name="T9" fmla="*/ 0 w 1"/>
                <a:gd name="T10" fmla="*/ 0 h 67"/>
                <a:gd name="T11" fmla="*/ 1 w 1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7">
                  <a:moveTo>
                    <a:pt x="0" y="0"/>
                  </a:moveTo>
                  <a:lnTo>
                    <a:pt x="0" y="67"/>
                  </a:lnTo>
                  <a:lnTo>
                    <a:pt x="1" y="6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Line 98"/>
            <p:cNvSpPr>
              <a:spLocks noChangeShapeType="1"/>
            </p:cNvSpPr>
            <p:nvPr/>
          </p:nvSpPr>
          <p:spPr bwMode="auto">
            <a:xfrm flipH="1">
              <a:off x="1545" y="746"/>
              <a:ext cx="18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Line 99"/>
            <p:cNvSpPr>
              <a:spLocks noChangeShapeType="1"/>
            </p:cNvSpPr>
            <p:nvPr/>
          </p:nvSpPr>
          <p:spPr bwMode="auto">
            <a:xfrm flipH="1">
              <a:off x="1545" y="1692"/>
              <a:ext cx="18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utoUpdateAnimBg="0"/>
      <p:bldP spid="5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2527562" y="2727903"/>
            <a:ext cx="7136890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10.4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规定画法和简化画法</a:t>
            </a:r>
            <a:endParaRPr lang="zh-CN" altLang="en-US" sz="4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2697871" y="1136817"/>
            <a:ext cx="5902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A5002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endParaRPr lang="zh-CN" altLang="en-US" sz="3200" b="1" dirty="0"/>
          </a:p>
        </p:txBody>
      </p:sp>
      <p:sp>
        <p:nvSpPr>
          <p:cNvPr id="3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规定画法和简化画法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18694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肋不剖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Text Box 71"/>
          <p:cNvSpPr txBox="1">
            <a:spLocks noChangeArrowheads="1"/>
          </p:cNvSpPr>
          <p:nvPr/>
        </p:nvSpPr>
        <p:spPr bwMode="auto">
          <a:xfrm>
            <a:off x="2063552" y="5607084"/>
            <a:ext cx="4801314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对于轮幅、薄板等结构均按此处理</a:t>
            </a:r>
            <a:endParaRPr kumimoji="1"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Line 20"/>
          <p:cNvSpPr>
            <a:spLocks noChangeShapeType="1"/>
          </p:cNvSpPr>
          <p:nvPr/>
        </p:nvSpPr>
        <p:spPr bwMode="auto">
          <a:xfrm>
            <a:off x="9098491" y="4289459"/>
            <a:ext cx="5524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49" name="Line 21"/>
          <p:cNvSpPr>
            <a:spLocks noChangeShapeType="1"/>
          </p:cNvSpPr>
          <p:nvPr/>
        </p:nvSpPr>
        <p:spPr bwMode="auto">
          <a:xfrm flipV="1">
            <a:off x="9066741" y="3433796"/>
            <a:ext cx="26988" cy="190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50" name="Line 22"/>
          <p:cNvSpPr>
            <a:spLocks noChangeShapeType="1"/>
          </p:cNvSpPr>
          <p:nvPr/>
        </p:nvSpPr>
        <p:spPr bwMode="auto">
          <a:xfrm flipV="1">
            <a:off x="9092141" y="3440146"/>
            <a:ext cx="0" cy="86201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51" name="Rectangle 23"/>
          <p:cNvSpPr>
            <a:spLocks noChangeArrowheads="1"/>
          </p:cNvSpPr>
          <p:nvPr/>
        </p:nvSpPr>
        <p:spPr bwMode="auto">
          <a:xfrm>
            <a:off x="9008004" y="4243421"/>
            <a:ext cx="1003300" cy="1000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52" name="Rectangle 24"/>
          <p:cNvSpPr>
            <a:spLocks noChangeArrowheads="1"/>
          </p:cNvSpPr>
          <p:nvPr/>
        </p:nvSpPr>
        <p:spPr bwMode="auto">
          <a:xfrm>
            <a:off x="8976254" y="3352834"/>
            <a:ext cx="165100" cy="920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53" name="Text Box 25"/>
          <p:cNvSpPr txBox="1">
            <a:spLocks noChangeArrowheads="1"/>
          </p:cNvSpPr>
          <p:nvPr/>
        </p:nvSpPr>
        <p:spPr bwMode="auto">
          <a:xfrm>
            <a:off x="603759" y="2092736"/>
            <a:ext cx="4023115" cy="15696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如果剖切平面通过肋板的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对称面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时，肋板的剖面不画剖面线，且用</a:t>
            </a:r>
            <a:r>
              <a:rPr kumimoji="1" lang="zh-CN" altLang="en-US" sz="24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粗实线将其与相邻形体分开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Line 26"/>
          <p:cNvSpPr>
            <a:spLocks noChangeShapeType="1"/>
          </p:cNvSpPr>
          <p:nvPr/>
        </p:nvSpPr>
        <p:spPr bwMode="auto">
          <a:xfrm>
            <a:off x="9225491" y="3181384"/>
            <a:ext cx="0" cy="9715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55" name="Line 27"/>
          <p:cNvSpPr>
            <a:spLocks noChangeShapeType="1"/>
          </p:cNvSpPr>
          <p:nvPr/>
        </p:nvSpPr>
        <p:spPr bwMode="auto">
          <a:xfrm>
            <a:off x="9225491" y="4148171"/>
            <a:ext cx="8382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56" name="Line 28"/>
          <p:cNvSpPr>
            <a:spLocks noChangeShapeType="1"/>
          </p:cNvSpPr>
          <p:nvPr/>
        </p:nvSpPr>
        <p:spPr bwMode="auto">
          <a:xfrm flipV="1">
            <a:off x="10063691" y="3176621"/>
            <a:ext cx="0" cy="9715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57" name="Line 29"/>
          <p:cNvSpPr>
            <a:spLocks noChangeShapeType="1"/>
          </p:cNvSpPr>
          <p:nvPr/>
        </p:nvSpPr>
        <p:spPr bwMode="auto">
          <a:xfrm>
            <a:off x="9796991" y="4148171"/>
            <a:ext cx="0" cy="3714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58" name="Line 30"/>
          <p:cNvSpPr>
            <a:spLocks noChangeShapeType="1"/>
          </p:cNvSpPr>
          <p:nvPr/>
        </p:nvSpPr>
        <p:spPr bwMode="auto">
          <a:xfrm>
            <a:off x="9071504" y="3440146"/>
            <a:ext cx="0" cy="8509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7779279" y="3014019"/>
            <a:ext cx="2457450" cy="1611080"/>
            <a:chOff x="6571410" y="2514701"/>
            <a:chExt cx="2457450" cy="1611080"/>
          </a:xfrm>
        </p:grpSpPr>
        <p:grpSp>
          <p:nvGrpSpPr>
            <p:cNvPr id="60" name="Group 31"/>
            <p:cNvGrpSpPr/>
            <p:nvPr/>
          </p:nvGrpSpPr>
          <p:grpSpPr bwMode="auto">
            <a:xfrm>
              <a:off x="6571410" y="2667778"/>
              <a:ext cx="2457450" cy="1362075"/>
              <a:chOff x="3765" y="240"/>
              <a:chExt cx="1548" cy="858"/>
            </a:xfrm>
          </p:grpSpPr>
          <p:sp>
            <p:nvSpPr>
              <p:cNvPr id="62" name="Line 32"/>
              <p:cNvSpPr>
                <a:spLocks noChangeShapeType="1"/>
              </p:cNvSpPr>
              <p:nvPr/>
            </p:nvSpPr>
            <p:spPr bwMode="auto">
              <a:xfrm>
                <a:off x="3765" y="948"/>
                <a:ext cx="82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3" name="Line 33"/>
              <p:cNvSpPr>
                <a:spLocks noChangeShapeType="1"/>
              </p:cNvSpPr>
              <p:nvPr/>
            </p:nvSpPr>
            <p:spPr bwMode="auto">
              <a:xfrm>
                <a:off x="4581" y="243"/>
                <a:ext cx="73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4" name="Line 34"/>
              <p:cNvSpPr>
                <a:spLocks noChangeShapeType="1"/>
              </p:cNvSpPr>
              <p:nvPr/>
            </p:nvSpPr>
            <p:spPr bwMode="auto">
              <a:xfrm>
                <a:off x="5313" y="240"/>
                <a:ext cx="0" cy="85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5" name="Line 35"/>
              <p:cNvSpPr>
                <a:spLocks noChangeShapeType="1"/>
              </p:cNvSpPr>
              <p:nvPr/>
            </p:nvSpPr>
            <p:spPr bwMode="auto">
              <a:xfrm flipH="1">
                <a:off x="3765" y="1095"/>
                <a:ext cx="154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6" name="Line 36"/>
              <p:cNvSpPr>
                <a:spLocks noChangeShapeType="1"/>
              </p:cNvSpPr>
              <p:nvPr/>
            </p:nvSpPr>
            <p:spPr bwMode="auto">
              <a:xfrm flipV="1">
                <a:off x="3765" y="948"/>
                <a:ext cx="0" cy="15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7" name="Line 37"/>
              <p:cNvSpPr>
                <a:spLocks noChangeShapeType="1"/>
              </p:cNvSpPr>
              <p:nvPr/>
            </p:nvSpPr>
            <p:spPr bwMode="auto">
              <a:xfrm flipH="1">
                <a:off x="4581" y="243"/>
                <a:ext cx="0" cy="17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8" name="Line 38"/>
              <p:cNvSpPr>
                <a:spLocks noChangeShapeType="1"/>
              </p:cNvSpPr>
              <p:nvPr/>
            </p:nvSpPr>
            <p:spPr bwMode="auto">
              <a:xfrm flipV="1">
                <a:off x="3765" y="420"/>
                <a:ext cx="816" cy="52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9" name="Line 39"/>
              <p:cNvSpPr>
                <a:spLocks noChangeShapeType="1"/>
              </p:cNvSpPr>
              <p:nvPr/>
            </p:nvSpPr>
            <p:spPr bwMode="auto">
              <a:xfrm>
                <a:off x="4677" y="240"/>
                <a:ext cx="0" cy="6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0" name="Line 40"/>
              <p:cNvSpPr>
                <a:spLocks noChangeShapeType="1"/>
              </p:cNvSpPr>
              <p:nvPr/>
            </p:nvSpPr>
            <p:spPr bwMode="auto">
              <a:xfrm>
                <a:off x="4680" y="858"/>
                <a:ext cx="5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1" name="Line 41"/>
              <p:cNvSpPr>
                <a:spLocks noChangeShapeType="1"/>
              </p:cNvSpPr>
              <p:nvPr/>
            </p:nvSpPr>
            <p:spPr bwMode="auto">
              <a:xfrm flipH="1">
                <a:off x="5205" y="240"/>
                <a:ext cx="3" cy="61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2" name="Line 42"/>
              <p:cNvSpPr>
                <a:spLocks noChangeShapeType="1"/>
              </p:cNvSpPr>
              <p:nvPr/>
            </p:nvSpPr>
            <p:spPr bwMode="auto">
              <a:xfrm>
                <a:off x="4845" y="855"/>
                <a:ext cx="0" cy="24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3" name="Line 43"/>
              <p:cNvSpPr>
                <a:spLocks noChangeShapeType="1"/>
              </p:cNvSpPr>
              <p:nvPr/>
            </p:nvSpPr>
            <p:spPr bwMode="auto">
              <a:xfrm>
                <a:off x="5040" y="855"/>
                <a:ext cx="0" cy="2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61" name="图片 60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327" t="23504" r="46163" b="7013"/>
            <a:stretch>
              <a:fillRect/>
            </a:stretch>
          </p:blipFill>
          <p:spPr>
            <a:xfrm rot="5400000">
              <a:off x="7631937" y="3202772"/>
              <a:ext cx="1611080" cy="234938"/>
            </a:xfrm>
            <a:prstGeom prst="rect">
              <a:avLst/>
            </a:prstGeom>
          </p:spPr>
        </p:pic>
      </p:grpSp>
      <p:grpSp>
        <p:nvGrpSpPr>
          <p:cNvPr id="74" name="Group 45"/>
          <p:cNvGrpSpPr/>
          <p:nvPr/>
        </p:nvGrpSpPr>
        <p:grpSpPr bwMode="auto">
          <a:xfrm>
            <a:off x="7772929" y="3167096"/>
            <a:ext cx="2457450" cy="1362075"/>
            <a:chOff x="3765" y="240"/>
            <a:chExt cx="1548" cy="858"/>
          </a:xfrm>
        </p:grpSpPr>
        <p:sp>
          <p:nvSpPr>
            <p:cNvPr id="75" name="Line 46"/>
            <p:cNvSpPr>
              <a:spLocks noChangeShapeType="1"/>
            </p:cNvSpPr>
            <p:nvPr/>
          </p:nvSpPr>
          <p:spPr bwMode="auto">
            <a:xfrm flipV="1">
              <a:off x="3765" y="948"/>
              <a:ext cx="99" cy="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" name="Line 47"/>
            <p:cNvSpPr>
              <a:spLocks noChangeShapeType="1"/>
            </p:cNvSpPr>
            <p:nvPr/>
          </p:nvSpPr>
          <p:spPr bwMode="auto">
            <a:xfrm flipV="1">
              <a:off x="3837" y="951"/>
              <a:ext cx="138" cy="1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7" name="Line 48"/>
            <p:cNvSpPr>
              <a:spLocks noChangeShapeType="1"/>
            </p:cNvSpPr>
            <p:nvPr/>
          </p:nvSpPr>
          <p:spPr bwMode="auto">
            <a:xfrm flipV="1">
              <a:off x="4581" y="249"/>
              <a:ext cx="96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8" name="Line 49"/>
            <p:cNvSpPr>
              <a:spLocks noChangeShapeType="1"/>
            </p:cNvSpPr>
            <p:nvPr/>
          </p:nvSpPr>
          <p:spPr bwMode="auto">
            <a:xfrm flipV="1">
              <a:off x="3954" y="948"/>
              <a:ext cx="138" cy="1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Line 50"/>
            <p:cNvSpPr>
              <a:spLocks noChangeShapeType="1"/>
            </p:cNvSpPr>
            <p:nvPr/>
          </p:nvSpPr>
          <p:spPr bwMode="auto">
            <a:xfrm flipV="1">
              <a:off x="4584" y="366"/>
              <a:ext cx="96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0" name="Line 51"/>
            <p:cNvSpPr>
              <a:spLocks noChangeShapeType="1"/>
            </p:cNvSpPr>
            <p:nvPr/>
          </p:nvSpPr>
          <p:spPr bwMode="auto">
            <a:xfrm flipV="1">
              <a:off x="4062" y="951"/>
              <a:ext cx="138" cy="1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1" name="Line 52"/>
            <p:cNvSpPr>
              <a:spLocks noChangeShapeType="1"/>
            </p:cNvSpPr>
            <p:nvPr/>
          </p:nvSpPr>
          <p:spPr bwMode="auto">
            <a:xfrm flipV="1">
              <a:off x="4584" y="477"/>
              <a:ext cx="96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" name="Line 53"/>
            <p:cNvSpPr>
              <a:spLocks noChangeShapeType="1"/>
            </p:cNvSpPr>
            <p:nvPr/>
          </p:nvSpPr>
          <p:spPr bwMode="auto">
            <a:xfrm flipV="1">
              <a:off x="4176" y="954"/>
              <a:ext cx="138" cy="1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3" name="Line 54"/>
            <p:cNvSpPr>
              <a:spLocks noChangeShapeType="1"/>
            </p:cNvSpPr>
            <p:nvPr/>
          </p:nvSpPr>
          <p:spPr bwMode="auto">
            <a:xfrm flipV="1">
              <a:off x="4584" y="591"/>
              <a:ext cx="96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4" name="Line 55"/>
            <p:cNvSpPr>
              <a:spLocks noChangeShapeType="1"/>
            </p:cNvSpPr>
            <p:nvPr/>
          </p:nvSpPr>
          <p:spPr bwMode="auto">
            <a:xfrm flipV="1">
              <a:off x="4293" y="951"/>
              <a:ext cx="138" cy="1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5" name="Line 56"/>
            <p:cNvSpPr>
              <a:spLocks noChangeShapeType="1"/>
            </p:cNvSpPr>
            <p:nvPr/>
          </p:nvSpPr>
          <p:spPr bwMode="auto">
            <a:xfrm flipV="1">
              <a:off x="4590" y="705"/>
              <a:ext cx="96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6" name="Line 57"/>
            <p:cNvSpPr>
              <a:spLocks noChangeShapeType="1"/>
            </p:cNvSpPr>
            <p:nvPr/>
          </p:nvSpPr>
          <p:spPr bwMode="auto">
            <a:xfrm flipV="1">
              <a:off x="4410" y="954"/>
              <a:ext cx="138" cy="1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7" name="Line 58"/>
            <p:cNvSpPr>
              <a:spLocks noChangeShapeType="1"/>
            </p:cNvSpPr>
            <p:nvPr/>
          </p:nvSpPr>
          <p:spPr bwMode="auto">
            <a:xfrm flipV="1">
              <a:off x="4587" y="822"/>
              <a:ext cx="96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8" name="Line 59"/>
            <p:cNvSpPr>
              <a:spLocks noChangeShapeType="1"/>
            </p:cNvSpPr>
            <p:nvPr/>
          </p:nvSpPr>
          <p:spPr bwMode="auto">
            <a:xfrm flipV="1">
              <a:off x="5211" y="240"/>
              <a:ext cx="6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9" name="Line 60"/>
            <p:cNvSpPr>
              <a:spLocks noChangeShapeType="1"/>
            </p:cNvSpPr>
            <p:nvPr/>
          </p:nvSpPr>
          <p:spPr bwMode="auto">
            <a:xfrm flipV="1">
              <a:off x="4533" y="861"/>
              <a:ext cx="231" cy="2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0" name="Line 61"/>
            <p:cNvSpPr>
              <a:spLocks noChangeShapeType="1"/>
            </p:cNvSpPr>
            <p:nvPr/>
          </p:nvSpPr>
          <p:spPr bwMode="auto">
            <a:xfrm flipV="1">
              <a:off x="5211" y="315"/>
              <a:ext cx="99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1" name="Line 62"/>
            <p:cNvSpPr>
              <a:spLocks noChangeShapeType="1"/>
            </p:cNvSpPr>
            <p:nvPr/>
          </p:nvSpPr>
          <p:spPr bwMode="auto">
            <a:xfrm flipV="1">
              <a:off x="4653" y="906"/>
              <a:ext cx="186" cy="1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" name="Line 63"/>
            <p:cNvSpPr>
              <a:spLocks noChangeShapeType="1"/>
            </p:cNvSpPr>
            <p:nvPr/>
          </p:nvSpPr>
          <p:spPr bwMode="auto">
            <a:xfrm flipV="1">
              <a:off x="5208" y="438"/>
              <a:ext cx="105" cy="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3" name="Line 64"/>
            <p:cNvSpPr>
              <a:spLocks noChangeShapeType="1"/>
            </p:cNvSpPr>
            <p:nvPr/>
          </p:nvSpPr>
          <p:spPr bwMode="auto">
            <a:xfrm flipV="1">
              <a:off x="4773" y="1026"/>
              <a:ext cx="63" cy="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4" name="Line 65"/>
            <p:cNvSpPr>
              <a:spLocks noChangeShapeType="1"/>
            </p:cNvSpPr>
            <p:nvPr/>
          </p:nvSpPr>
          <p:spPr bwMode="auto">
            <a:xfrm flipV="1">
              <a:off x="5211" y="552"/>
              <a:ext cx="99" cy="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5" name="Line 66"/>
            <p:cNvSpPr>
              <a:spLocks noChangeShapeType="1"/>
            </p:cNvSpPr>
            <p:nvPr/>
          </p:nvSpPr>
          <p:spPr bwMode="auto">
            <a:xfrm flipV="1">
              <a:off x="5037" y="858"/>
              <a:ext cx="90" cy="8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6" name="Line 67"/>
            <p:cNvSpPr>
              <a:spLocks noChangeShapeType="1"/>
            </p:cNvSpPr>
            <p:nvPr/>
          </p:nvSpPr>
          <p:spPr bwMode="auto">
            <a:xfrm flipV="1">
              <a:off x="5211" y="672"/>
              <a:ext cx="99" cy="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7" name="Line 68"/>
            <p:cNvSpPr>
              <a:spLocks noChangeShapeType="1"/>
            </p:cNvSpPr>
            <p:nvPr/>
          </p:nvSpPr>
          <p:spPr bwMode="auto">
            <a:xfrm flipV="1">
              <a:off x="5043" y="792"/>
              <a:ext cx="270" cy="26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8" name="Line 69"/>
            <p:cNvSpPr>
              <a:spLocks noChangeShapeType="1"/>
            </p:cNvSpPr>
            <p:nvPr/>
          </p:nvSpPr>
          <p:spPr bwMode="auto">
            <a:xfrm flipV="1">
              <a:off x="5127" y="909"/>
              <a:ext cx="186" cy="18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" name="Line 70"/>
            <p:cNvSpPr>
              <a:spLocks noChangeShapeType="1"/>
            </p:cNvSpPr>
            <p:nvPr/>
          </p:nvSpPr>
          <p:spPr bwMode="auto">
            <a:xfrm flipV="1">
              <a:off x="5232" y="1020"/>
              <a:ext cx="75" cy="7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00" name="AutoShape 72"/>
          <p:cNvSpPr>
            <a:spLocks noChangeArrowheads="1"/>
          </p:cNvSpPr>
          <p:nvPr/>
        </p:nvSpPr>
        <p:spPr bwMode="auto">
          <a:xfrm>
            <a:off x="4992470" y="3452847"/>
            <a:ext cx="2926510" cy="408440"/>
          </a:xfrm>
          <a:prstGeom prst="wedgeRectCallout">
            <a:avLst>
              <a:gd name="adj1" fmla="val 66474"/>
              <a:gd name="adj2" fmla="val 120281"/>
            </a:avLst>
          </a:prstGeom>
          <a:solidFill>
            <a:schemeClr val="accent5">
              <a:lumMod val="40000"/>
              <a:lumOff val="60000"/>
              <a:alpha val="50195"/>
            </a:schemeClr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ctr">
              <a:defRPr/>
            </a:pPr>
            <a:r>
              <a:rPr lang="zh-CN" altLang="en-US" sz="2000" kern="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肋板的剖面不画剖面线</a:t>
            </a:r>
            <a:endParaRPr lang="zh-CN" altLang="en-US" sz="2000" kern="0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Line 73"/>
          <p:cNvSpPr>
            <a:spLocks noChangeShapeType="1"/>
          </p:cNvSpPr>
          <p:nvPr/>
        </p:nvSpPr>
        <p:spPr bwMode="auto">
          <a:xfrm>
            <a:off x="9485841" y="4151346"/>
            <a:ext cx="0" cy="3683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102" name="Oval 75"/>
          <p:cNvSpPr>
            <a:spLocks noChangeArrowheads="1"/>
          </p:cNvSpPr>
          <p:nvPr/>
        </p:nvSpPr>
        <p:spPr bwMode="auto">
          <a:xfrm>
            <a:off x="9514416" y="3622709"/>
            <a:ext cx="260350" cy="260350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103" name="Group 76"/>
          <p:cNvGrpSpPr/>
          <p:nvPr/>
        </p:nvGrpSpPr>
        <p:grpSpPr bwMode="auto">
          <a:xfrm>
            <a:off x="9512829" y="4937159"/>
            <a:ext cx="273050" cy="1155700"/>
            <a:chOff x="4368" y="1944"/>
            <a:chExt cx="172" cy="728"/>
          </a:xfrm>
        </p:grpSpPr>
        <p:sp>
          <p:nvSpPr>
            <p:cNvPr id="104" name="Line 77"/>
            <p:cNvSpPr>
              <a:spLocks noChangeShapeType="1"/>
            </p:cNvSpPr>
            <p:nvPr/>
          </p:nvSpPr>
          <p:spPr bwMode="auto">
            <a:xfrm>
              <a:off x="4368" y="1948"/>
              <a:ext cx="0" cy="1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5" name="Line 78"/>
            <p:cNvSpPr>
              <a:spLocks noChangeShapeType="1"/>
            </p:cNvSpPr>
            <p:nvPr/>
          </p:nvSpPr>
          <p:spPr bwMode="auto">
            <a:xfrm>
              <a:off x="4540" y="1944"/>
              <a:ext cx="0" cy="10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6" name="Line 79"/>
            <p:cNvSpPr>
              <a:spLocks noChangeShapeType="1"/>
            </p:cNvSpPr>
            <p:nvPr/>
          </p:nvSpPr>
          <p:spPr bwMode="auto">
            <a:xfrm>
              <a:off x="4372" y="2560"/>
              <a:ext cx="0" cy="10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7" name="Line 80"/>
            <p:cNvSpPr>
              <a:spLocks noChangeShapeType="1"/>
            </p:cNvSpPr>
            <p:nvPr/>
          </p:nvSpPr>
          <p:spPr bwMode="auto">
            <a:xfrm>
              <a:off x="4540" y="2564"/>
              <a:ext cx="0" cy="10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7583269" y="4839547"/>
            <a:ext cx="2751042" cy="1339848"/>
            <a:chOff x="6375400" y="4340229"/>
            <a:chExt cx="2751042" cy="1339848"/>
          </a:xfrm>
        </p:grpSpPr>
        <p:grpSp>
          <p:nvGrpSpPr>
            <p:cNvPr id="109" name="Group 3"/>
            <p:cNvGrpSpPr/>
            <p:nvPr/>
          </p:nvGrpSpPr>
          <p:grpSpPr bwMode="auto">
            <a:xfrm>
              <a:off x="6563473" y="4420376"/>
              <a:ext cx="2454275" cy="1177925"/>
              <a:chOff x="3274" y="3344"/>
              <a:chExt cx="1546" cy="742"/>
            </a:xfrm>
          </p:grpSpPr>
          <p:sp>
            <p:nvSpPr>
              <p:cNvPr id="112" name="Oval 6"/>
              <p:cNvSpPr>
                <a:spLocks noChangeArrowheads="1"/>
              </p:cNvSpPr>
              <p:nvPr/>
            </p:nvSpPr>
            <p:spPr bwMode="auto">
              <a:xfrm>
                <a:off x="4094" y="3345"/>
                <a:ext cx="726" cy="741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" name="Oval 7"/>
              <p:cNvSpPr>
                <a:spLocks noChangeArrowheads="1"/>
              </p:cNvSpPr>
              <p:nvPr/>
            </p:nvSpPr>
            <p:spPr bwMode="auto">
              <a:xfrm>
                <a:off x="4193" y="3450"/>
                <a:ext cx="528" cy="537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4" name="Oval 8"/>
              <p:cNvSpPr>
                <a:spLocks noChangeArrowheads="1"/>
              </p:cNvSpPr>
              <p:nvPr/>
            </p:nvSpPr>
            <p:spPr bwMode="auto">
              <a:xfrm>
                <a:off x="4360" y="3621"/>
                <a:ext cx="192" cy="189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5" name="Line 9"/>
              <p:cNvSpPr>
                <a:spLocks noChangeShapeType="1"/>
              </p:cNvSpPr>
              <p:nvPr/>
            </p:nvSpPr>
            <p:spPr bwMode="auto">
              <a:xfrm flipH="1">
                <a:off x="3377" y="3345"/>
                <a:ext cx="108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6" name="Line 10"/>
              <p:cNvSpPr>
                <a:spLocks noChangeShapeType="1"/>
              </p:cNvSpPr>
              <p:nvPr/>
            </p:nvSpPr>
            <p:spPr bwMode="auto">
              <a:xfrm>
                <a:off x="3383" y="4086"/>
                <a:ext cx="107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7" name="Line 11"/>
              <p:cNvSpPr>
                <a:spLocks noChangeShapeType="1"/>
              </p:cNvSpPr>
              <p:nvPr/>
            </p:nvSpPr>
            <p:spPr bwMode="auto">
              <a:xfrm>
                <a:off x="3275" y="3438"/>
                <a:ext cx="0" cy="54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8" name="Line 12"/>
              <p:cNvSpPr>
                <a:spLocks noChangeShapeType="1"/>
              </p:cNvSpPr>
              <p:nvPr/>
            </p:nvSpPr>
            <p:spPr bwMode="auto">
              <a:xfrm>
                <a:off x="3275" y="3645"/>
                <a:ext cx="82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9" name="Line 13"/>
              <p:cNvSpPr>
                <a:spLocks noChangeShapeType="1"/>
              </p:cNvSpPr>
              <p:nvPr/>
            </p:nvSpPr>
            <p:spPr bwMode="auto">
              <a:xfrm>
                <a:off x="3275" y="3783"/>
                <a:ext cx="82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0" name="Arc 14"/>
              <p:cNvSpPr/>
              <p:nvPr/>
            </p:nvSpPr>
            <p:spPr bwMode="auto">
              <a:xfrm>
                <a:off x="3274" y="3344"/>
                <a:ext cx="108" cy="108"/>
              </a:xfrm>
              <a:custGeom>
                <a:avLst/>
                <a:gdLst>
                  <a:gd name="T0" fmla="*/ 0 w 21590"/>
                  <a:gd name="T1" fmla="*/ 0 h 21592"/>
                  <a:gd name="T2" fmla="*/ 0 w 21590"/>
                  <a:gd name="T3" fmla="*/ 0 h 21592"/>
                  <a:gd name="T4" fmla="*/ 0 w 21590"/>
                  <a:gd name="T5" fmla="*/ 0 h 21592"/>
                  <a:gd name="T6" fmla="*/ 0 60000 65536"/>
                  <a:gd name="T7" fmla="*/ 0 60000 65536"/>
                  <a:gd name="T8" fmla="*/ 0 60000 65536"/>
                  <a:gd name="T9" fmla="*/ 0 w 21590"/>
                  <a:gd name="T10" fmla="*/ 0 h 21592"/>
                  <a:gd name="T11" fmla="*/ 21590 w 21590"/>
                  <a:gd name="T12" fmla="*/ 21592 h 215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590" h="21592" fill="none" extrusionOk="0">
                    <a:moveTo>
                      <a:pt x="-1" y="20937"/>
                    </a:moveTo>
                    <a:cubicBezTo>
                      <a:pt x="346" y="9498"/>
                      <a:pt x="9554" y="315"/>
                      <a:pt x="20995" y="0"/>
                    </a:cubicBezTo>
                  </a:path>
                  <a:path w="21590" h="21592" stroke="0" extrusionOk="0">
                    <a:moveTo>
                      <a:pt x="-1" y="20937"/>
                    </a:moveTo>
                    <a:cubicBezTo>
                      <a:pt x="346" y="9498"/>
                      <a:pt x="9554" y="315"/>
                      <a:pt x="20995" y="0"/>
                    </a:cubicBezTo>
                    <a:lnTo>
                      <a:pt x="21590" y="21592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1" name="Arc 15"/>
              <p:cNvSpPr/>
              <p:nvPr/>
            </p:nvSpPr>
            <p:spPr bwMode="auto">
              <a:xfrm>
                <a:off x="3276" y="3975"/>
                <a:ext cx="108" cy="111"/>
              </a:xfrm>
              <a:custGeom>
                <a:avLst/>
                <a:gdLst>
                  <a:gd name="T0" fmla="*/ 0 w 21600"/>
                  <a:gd name="T1" fmla="*/ 0 h 22213"/>
                  <a:gd name="T2" fmla="*/ 0 w 21600"/>
                  <a:gd name="T3" fmla="*/ 0 h 22213"/>
                  <a:gd name="T4" fmla="*/ 0 w 21600"/>
                  <a:gd name="T5" fmla="*/ 0 h 22213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2213"/>
                  <a:gd name="T11" fmla="*/ 21600 w 21600"/>
                  <a:gd name="T12" fmla="*/ 22213 h 222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2213" fill="none" extrusionOk="0">
                    <a:moveTo>
                      <a:pt x="21600" y="22213"/>
                    </a:moveTo>
                    <a:cubicBezTo>
                      <a:pt x="9670" y="22213"/>
                      <a:pt x="0" y="12542"/>
                      <a:pt x="0" y="613"/>
                    </a:cubicBezTo>
                    <a:cubicBezTo>
                      <a:pt x="-1" y="408"/>
                      <a:pt x="2" y="204"/>
                      <a:pt x="8" y="-1"/>
                    </a:cubicBezTo>
                  </a:path>
                  <a:path w="21600" h="22213" stroke="0" extrusionOk="0">
                    <a:moveTo>
                      <a:pt x="21600" y="22213"/>
                    </a:moveTo>
                    <a:cubicBezTo>
                      <a:pt x="9670" y="22213"/>
                      <a:pt x="0" y="12542"/>
                      <a:pt x="0" y="613"/>
                    </a:cubicBezTo>
                    <a:cubicBezTo>
                      <a:pt x="-1" y="408"/>
                      <a:pt x="2" y="204"/>
                      <a:pt x="8" y="-1"/>
                    </a:cubicBezTo>
                    <a:lnTo>
                      <a:pt x="21600" y="613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2" name="Line 16"/>
              <p:cNvSpPr>
                <a:spLocks noChangeShapeType="1"/>
              </p:cNvSpPr>
              <p:nvPr/>
            </p:nvSpPr>
            <p:spPr bwMode="auto">
              <a:xfrm>
                <a:off x="4537" y="3352"/>
                <a:ext cx="0" cy="1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3" name="Line 17"/>
              <p:cNvSpPr>
                <a:spLocks noChangeShapeType="1"/>
              </p:cNvSpPr>
              <p:nvPr/>
            </p:nvSpPr>
            <p:spPr bwMode="auto">
              <a:xfrm>
                <a:off x="4375" y="3355"/>
                <a:ext cx="0" cy="1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4" name="Line 18"/>
              <p:cNvSpPr>
                <a:spLocks noChangeShapeType="1"/>
              </p:cNvSpPr>
              <p:nvPr/>
            </p:nvSpPr>
            <p:spPr bwMode="auto">
              <a:xfrm>
                <a:off x="4537" y="3972"/>
                <a:ext cx="0" cy="1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5" name="Line 19"/>
              <p:cNvSpPr>
                <a:spLocks noChangeShapeType="1"/>
              </p:cNvSpPr>
              <p:nvPr/>
            </p:nvSpPr>
            <p:spPr bwMode="auto">
              <a:xfrm>
                <a:off x="4375" y="3972"/>
                <a:ext cx="0" cy="1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110" name="图片 109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24" t="23504" r="47845" b="7013"/>
            <a:stretch>
              <a:fillRect/>
            </a:stretch>
          </p:blipFill>
          <p:spPr>
            <a:xfrm rot="5400000">
              <a:off x="7767213" y="4892684"/>
              <a:ext cx="1339848" cy="234938"/>
            </a:xfrm>
            <a:prstGeom prst="rect">
              <a:avLst/>
            </a:prstGeom>
          </p:spPr>
        </p:pic>
        <p:pic>
          <p:nvPicPr>
            <p:cNvPr id="111" name="图片 110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85" t="23504" r="47846" b="7013"/>
            <a:stretch>
              <a:fillRect/>
            </a:stretch>
          </p:blipFill>
          <p:spPr>
            <a:xfrm>
              <a:off x="6375400" y="4908315"/>
              <a:ext cx="2751042" cy="234938"/>
            </a:xfrm>
            <a:prstGeom prst="rect">
              <a:avLst/>
            </a:prstGeom>
          </p:spPr>
        </p:pic>
      </p:grpSp>
      <p:sp>
        <p:nvSpPr>
          <p:cNvPr id="126" name="Rectangle 81"/>
          <p:cNvSpPr>
            <a:spLocks noChangeArrowheads="1"/>
          </p:cNvSpPr>
          <p:nvPr/>
        </p:nvSpPr>
        <p:spPr bwMode="auto">
          <a:xfrm>
            <a:off x="9050866" y="5416584"/>
            <a:ext cx="74613" cy="19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127" name="Group 82"/>
          <p:cNvGrpSpPr/>
          <p:nvPr/>
        </p:nvGrpSpPr>
        <p:grpSpPr bwMode="auto">
          <a:xfrm>
            <a:off x="8015816" y="3324259"/>
            <a:ext cx="2592388" cy="681037"/>
            <a:chOff x="3437" y="930"/>
            <a:chExt cx="1633" cy="429"/>
          </a:xfrm>
        </p:grpSpPr>
        <p:sp>
          <p:nvSpPr>
            <p:cNvPr id="128" name="Line 83"/>
            <p:cNvSpPr>
              <a:spLocks noChangeShapeType="1"/>
            </p:cNvSpPr>
            <p:nvPr/>
          </p:nvSpPr>
          <p:spPr bwMode="auto">
            <a:xfrm>
              <a:off x="4956" y="1200"/>
              <a:ext cx="11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9" name="Line 84"/>
            <p:cNvSpPr>
              <a:spLocks noChangeShapeType="1"/>
            </p:cNvSpPr>
            <p:nvPr/>
          </p:nvSpPr>
          <p:spPr bwMode="auto">
            <a:xfrm flipH="1">
              <a:off x="3498" y="1200"/>
              <a:ext cx="12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0" name="Line 85"/>
            <p:cNvSpPr>
              <a:spLocks noChangeShapeType="1"/>
            </p:cNvSpPr>
            <p:nvPr/>
          </p:nvSpPr>
          <p:spPr bwMode="auto">
            <a:xfrm>
              <a:off x="5067" y="1191"/>
              <a:ext cx="0" cy="1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1" name="Line 86"/>
            <p:cNvSpPr>
              <a:spLocks noChangeShapeType="1"/>
            </p:cNvSpPr>
            <p:nvPr/>
          </p:nvSpPr>
          <p:spPr bwMode="auto">
            <a:xfrm>
              <a:off x="3501" y="1197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2" name="Text Box 87"/>
            <p:cNvSpPr txBox="1">
              <a:spLocks noChangeArrowheads="1"/>
            </p:cNvSpPr>
            <p:nvPr/>
          </p:nvSpPr>
          <p:spPr bwMode="auto">
            <a:xfrm>
              <a:off x="3437" y="942"/>
              <a:ext cx="219" cy="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 kern="0">
                  <a:solidFill>
                    <a:srgbClr val="000000"/>
                  </a:solidFill>
                  <a:latin typeface="ISOCPEUR" panose="020B0604020202020204" pitchFamily="34" charset="0"/>
                </a:rPr>
                <a:t>B</a:t>
              </a:r>
              <a:endParaRPr lang="en-US" altLang="zh-CN" b="1" i="1" kern="0">
                <a:solidFill>
                  <a:srgbClr val="000000"/>
                </a:solidFill>
                <a:latin typeface="ISOCPEUR" panose="020B0604020202020204" pitchFamily="34" charset="0"/>
              </a:endParaRPr>
            </a:p>
          </p:txBody>
        </p:sp>
        <p:sp>
          <p:nvSpPr>
            <p:cNvPr id="133" name="Text Box 88"/>
            <p:cNvSpPr txBox="1">
              <a:spLocks noChangeArrowheads="1"/>
            </p:cNvSpPr>
            <p:nvPr/>
          </p:nvSpPr>
          <p:spPr bwMode="auto">
            <a:xfrm>
              <a:off x="4823" y="930"/>
              <a:ext cx="219" cy="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 kern="0">
                  <a:solidFill>
                    <a:srgbClr val="000000"/>
                  </a:solidFill>
                  <a:latin typeface="ISOCPEUR" panose="020B0604020202020204" pitchFamily="34" charset="0"/>
                </a:rPr>
                <a:t>B</a:t>
              </a:r>
              <a:endParaRPr lang="en-US" altLang="zh-CN" b="1" i="1" kern="0">
                <a:solidFill>
                  <a:srgbClr val="000000"/>
                </a:solidFill>
                <a:latin typeface="ISOCPEUR" panose="020B0604020202020204" pitchFamily="34" charset="0"/>
              </a:endParaRPr>
            </a:p>
          </p:txBody>
        </p:sp>
      </p:grpSp>
      <p:sp>
        <p:nvSpPr>
          <p:cNvPr id="134" name="Line 89"/>
          <p:cNvSpPr>
            <a:spLocks noChangeShapeType="1"/>
          </p:cNvSpPr>
          <p:nvPr/>
        </p:nvSpPr>
        <p:spPr bwMode="auto">
          <a:xfrm flipH="1">
            <a:off x="8250766" y="3756059"/>
            <a:ext cx="20764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135" name="Line 90"/>
          <p:cNvSpPr>
            <a:spLocks noChangeShapeType="1"/>
          </p:cNvSpPr>
          <p:nvPr/>
        </p:nvSpPr>
        <p:spPr bwMode="auto">
          <a:xfrm>
            <a:off x="8584141" y="3756059"/>
            <a:ext cx="0" cy="1647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136" name="Line 91"/>
          <p:cNvSpPr>
            <a:spLocks noChangeShapeType="1"/>
          </p:cNvSpPr>
          <p:nvPr/>
        </p:nvSpPr>
        <p:spPr bwMode="auto">
          <a:xfrm>
            <a:off x="8584141" y="5403884"/>
            <a:ext cx="0" cy="2190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137" name="Group 92"/>
          <p:cNvGrpSpPr/>
          <p:nvPr/>
        </p:nvGrpSpPr>
        <p:grpSpPr bwMode="auto">
          <a:xfrm>
            <a:off x="8587316" y="4978434"/>
            <a:ext cx="1633538" cy="1095375"/>
            <a:chOff x="3788" y="1970"/>
            <a:chExt cx="1029" cy="690"/>
          </a:xfrm>
        </p:grpSpPr>
        <p:sp>
          <p:nvSpPr>
            <p:cNvPr id="138" name="Line 93"/>
            <p:cNvSpPr>
              <a:spLocks noChangeShapeType="1"/>
            </p:cNvSpPr>
            <p:nvPr/>
          </p:nvSpPr>
          <p:spPr bwMode="auto">
            <a:xfrm flipV="1">
              <a:off x="3788" y="2237"/>
              <a:ext cx="131" cy="1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9" name="Line 94"/>
            <p:cNvSpPr>
              <a:spLocks noChangeShapeType="1"/>
            </p:cNvSpPr>
            <p:nvPr/>
          </p:nvSpPr>
          <p:spPr bwMode="auto">
            <a:xfrm flipV="1">
              <a:off x="3903" y="2237"/>
              <a:ext cx="136" cy="13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0" name="Line 95"/>
            <p:cNvSpPr>
              <a:spLocks noChangeShapeType="1"/>
            </p:cNvSpPr>
            <p:nvPr/>
          </p:nvSpPr>
          <p:spPr bwMode="auto">
            <a:xfrm flipV="1">
              <a:off x="4134" y="1970"/>
              <a:ext cx="171" cy="17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1" name="Line 96"/>
            <p:cNvSpPr>
              <a:spLocks noChangeShapeType="1"/>
            </p:cNvSpPr>
            <p:nvPr/>
          </p:nvSpPr>
          <p:spPr bwMode="auto">
            <a:xfrm flipV="1">
              <a:off x="4022" y="2029"/>
              <a:ext cx="343" cy="34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2" name="Line 97"/>
            <p:cNvSpPr>
              <a:spLocks noChangeShapeType="1"/>
            </p:cNvSpPr>
            <p:nvPr/>
          </p:nvSpPr>
          <p:spPr bwMode="auto">
            <a:xfrm flipV="1">
              <a:off x="4107" y="2323"/>
              <a:ext cx="86" cy="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" name="Line 98"/>
            <p:cNvSpPr>
              <a:spLocks noChangeShapeType="1"/>
            </p:cNvSpPr>
            <p:nvPr/>
          </p:nvSpPr>
          <p:spPr bwMode="auto">
            <a:xfrm flipH="1">
              <a:off x="4142" y="2418"/>
              <a:ext cx="70" cy="7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4" name="Line 99"/>
            <p:cNvSpPr>
              <a:spLocks noChangeShapeType="1"/>
            </p:cNvSpPr>
            <p:nvPr/>
          </p:nvSpPr>
          <p:spPr bwMode="auto">
            <a:xfrm flipV="1">
              <a:off x="4562" y="1987"/>
              <a:ext cx="72" cy="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5" name="Line 100"/>
            <p:cNvSpPr>
              <a:spLocks noChangeShapeType="1"/>
            </p:cNvSpPr>
            <p:nvPr/>
          </p:nvSpPr>
          <p:spPr bwMode="auto">
            <a:xfrm flipH="1">
              <a:off x="4190" y="2487"/>
              <a:ext cx="72" cy="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6" name="Line 101"/>
            <p:cNvSpPr>
              <a:spLocks noChangeShapeType="1"/>
            </p:cNvSpPr>
            <p:nvPr/>
          </p:nvSpPr>
          <p:spPr bwMode="auto">
            <a:xfrm flipV="1">
              <a:off x="4633" y="2038"/>
              <a:ext cx="69" cy="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7" name="Line 102"/>
            <p:cNvSpPr>
              <a:spLocks noChangeShapeType="1"/>
            </p:cNvSpPr>
            <p:nvPr/>
          </p:nvSpPr>
          <p:spPr bwMode="auto">
            <a:xfrm flipH="1">
              <a:off x="4251" y="2541"/>
              <a:ext cx="69" cy="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8" name="Line 103"/>
            <p:cNvSpPr>
              <a:spLocks noChangeShapeType="1"/>
            </p:cNvSpPr>
            <p:nvPr/>
          </p:nvSpPr>
          <p:spPr bwMode="auto">
            <a:xfrm flipV="1">
              <a:off x="4686" y="2109"/>
              <a:ext cx="68" cy="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9" name="Line 104"/>
            <p:cNvSpPr>
              <a:spLocks noChangeShapeType="1"/>
            </p:cNvSpPr>
            <p:nvPr/>
          </p:nvSpPr>
          <p:spPr bwMode="auto">
            <a:xfrm flipV="1">
              <a:off x="4332" y="2609"/>
              <a:ext cx="39" cy="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0" name="Line 105"/>
            <p:cNvSpPr>
              <a:spLocks noChangeShapeType="1"/>
            </p:cNvSpPr>
            <p:nvPr/>
          </p:nvSpPr>
          <p:spPr bwMode="auto">
            <a:xfrm flipV="1">
              <a:off x="4716" y="2184"/>
              <a:ext cx="81" cy="8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1" name="Line 106"/>
            <p:cNvSpPr>
              <a:spLocks noChangeShapeType="1"/>
            </p:cNvSpPr>
            <p:nvPr/>
          </p:nvSpPr>
          <p:spPr bwMode="auto">
            <a:xfrm flipV="1">
              <a:off x="4709" y="2282"/>
              <a:ext cx="108" cy="1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2" name="Line 107"/>
            <p:cNvSpPr>
              <a:spLocks noChangeShapeType="1"/>
            </p:cNvSpPr>
            <p:nvPr/>
          </p:nvSpPr>
          <p:spPr bwMode="auto">
            <a:xfrm flipV="1">
              <a:off x="4556" y="2413"/>
              <a:ext cx="247" cy="24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53" name="Text Box 108"/>
          <p:cNvSpPr txBox="1">
            <a:spLocks noChangeArrowheads="1"/>
          </p:cNvSpPr>
          <p:nvPr/>
        </p:nvSpPr>
        <p:spPr bwMode="auto">
          <a:xfrm>
            <a:off x="9649354" y="4492659"/>
            <a:ext cx="6540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>
                <a:solidFill>
                  <a:srgbClr val="000000"/>
                </a:solidFill>
                <a:latin typeface="ISOCPEUR" panose="020B0604020202020204"/>
                <a:ea typeface="宋体" panose="02010600030101010101" pitchFamily="2" charset="-122"/>
              </a:rPr>
              <a:t>B-B</a:t>
            </a:r>
            <a:endParaRPr kumimoji="1" lang="en-US" altLang="zh-CN" sz="2400" b="1" i="1">
              <a:solidFill>
                <a:srgbClr val="000000"/>
              </a:solidFill>
              <a:latin typeface="ISOCPEUR" panose="020B0604020202020204"/>
              <a:ea typeface="宋体" panose="02010600030101010101" pitchFamily="2" charset="-122"/>
            </a:endParaRPr>
          </a:p>
        </p:txBody>
      </p:sp>
      <p:grpSp>
        <p:nvGrpSpPr>
          <p:cNvPr id="154" name="Group 109"/>
          <p:cNvGrpSpPr/>
          <p:nvPr/>
        </p:nvGrpSpPr>
        <p:grpSpPr bwMode="auto">
          <a:xfrm>
            <a:off x="7207779" y="5232434"/>
            <a:ext cx="3489325" cy="671512"/>
            <a:chOff x="2919" y="2133"/>
            <a:chExt cx="2198" cy="423"/>
          </a:xfrm>
        </p:grpSpPr>
        <p:sp>
          <p:nvSpPr>
            <p:cNvPr id="155" name="Line 110"/>
            <p:cNvSpPr>
              <a:spLocks noChangeShapeType="1"/>
            </p:cNvSpPr>
            <p:nvPr/>
          </p:nvSpPr>
          <p:spPr bwMode="auto">
            <a:xfrm>
              <a:off x="3067" y="2311"/>
              <a:ext cx="12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6" name="Line 111"/>
            <p:cNvSpPr>
              <a:spLocks noChangeShapeType="1"/>
            </p:cNvSpPr>
            <p:nvPr/>
          </p:nvSpPr>
          <p:spPr bwMode="auto">
            <a:xfrm>
              <a:off x="4912" y="2311"/>
              <a:ext cx="14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7" name="Line 112"/>
            <p:cNvSpPr>
              <a:spLocks noChangeShapeType="1"/>
            </p:cNvSpPr>
            <p:nvPr/>
          </p:nvSpPr>
          <p:spPr bwMode="auto">
            <a:xfrm flipV="1">
              <a:off x="3070" y="2142"/>
              <a:ext cx="0" cy="1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8" name="Line 113"/>
            <p:cNvSpPr>
              <a:spLocks noChangeShapeType="1"/>
            </p:cNvSpPr>
            <p:nvPr/>
          </p:nvSpPr>
          <p:spPr bwMode="auto">
            <a:xfrm flipV="1">
              <a:off x="5054" y="2133"/>
              <a:ext cx="0" cy="1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9" name="Text Box 114"/>
            <p:cNvSpPr txBox="1">
              <a:spLocks noChangeArrowheads="1"/>
            </p:cNvSpPr>
            <p:nvPr/>
          </p:nvSpPr>
          <p:spPr bwMode="auto">
            <a:xfrm>
              <a:off x="2919" y="2257"/>
              <a:ext cx="231" cy="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 kern="0">
                  <a:solidFill>
                    <a:srgbClr val="000000"/>
                  </a:solidFill>
                  <a:latin typeface="ISOCPEUR" panose="020B0604020202020204" pitchFamily="34" charset="0"/>
                </a:rPr>
                <a:t>A</a:t>
              </a:r>
              <a:endParaRPr lang="en-US" altLang="zh-CN" b="1" i="1" kern="0">
                <a:solidFill>
                  <a:srgbClr val="000000"/>
                </a:solidFill>
                <a:latin typeface="ISOCPEUR" panose="020B0604020202020204" pitchFamily="34" charset="0"/>
              </a:endParaRPr>
            </a:p>
          </p:txBody>
        </p:sp>
        <p:sp>
          <p:nvSpPr>
            <p:cNvPr id="160" name="Text Box 115"/>
            <p:cNvSpPr txBox="1">
              <a:spLocks noChangeArrowheads="1"/>
            </p:cNvSpPr>
            <p:nvPr/>
          </p:nvSpPr>
          <p:spPr bwMode="auto">
            <a:xfrm>
              <a:off x="4873" y="2268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 kern="0">
                  <a:solidFill>
                    <a:srgbClr val="000000"/>
                  </a:solidFill>
                  <a:latin typeface="ISOCPEUR" panose="020B0604020202020204" pitchFamily="34" charset="0"/>
                </a:rPr>
                <a:t>A</a:t>
              </a:r>
              <a:endParaRPr lang="en-US" altLang="zh-CN" b="1" i="1" kern="0">
                <a:solidFill>
                  <a:srgbClr val="000000"/>
                </a:solidFill>
                <a:latin typeface="ISOCPEUR" panose="020B0604020202020204" pitchFamily="34" charset="0"/>
              </a:endParaRPr>
            </a:p>
          </p:txBody>
        </p:sp>
      </p:grpSp>
      <p:sp>
        <p:nvSpPr>
          <p:cNvPr id="161" name="Text Box 116"/>
          <p:cNvSpPr txBox="1">
            <a:spLocks noChangeArrowheads="1"/>
          </p:cNvSpPr>
          <p:nvPr/>
        </p:nvSpPr>
        <p:spPr bwMode="auto">
          <a:xfrm>
            <a:off x="9161991" y="2627346"/>
            <a:ext cx="692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>
                <a:solidFill>
                  <a:srgbClr val="000000"/>
                </a:solidFill>
                <a:latin typeface="ISOCPEUR" panose="020B0604020202020204"/>
                <a:ea typeface="宋体" panose="02010600030101010101" pitchFamily="2" charset="-122"/>
              </a:rPr>
              <a:t>A-A</a:t>
            </a:r>
            <a:endParaRPr kumimoji="1" lang="en-US" altLang="zh-CN" sz="2400" b="1" i="1">
              <a:solidFill>
                <a:srgbClr val="000000"/>
              </a:solidFill>
              <a:latin typeface="ISOCPEUR" panose="020B0604020202020204"/>
              <a:ea typeface="宋体" panose="02010600030101010101" pitchFamily="2" charset="-122"/>
            </a:endParaRPr>
          </a:p>
        </p:txBody>
      </p:sp>
      <p:grpSp>
        <p:nvGrpSpPr>
          <p:cNvPr id="162" name="组合 161"/>
          <p:cNvGrpSpPr/>
          <p:nvPr/>
        </p:nvGrpSpPr>
        <p:grpSpPr>
          <a:xfrm>
            <a:off x="7771652" y="1078441"/>
            <a:ext cx="2460313" cy="1611080"/>
            <a:chOff x="6563783" y="579123"/>
            <a:chExt cx="2460313" cy="1611080"/>
          </a:xfrm>
        </p:grpSpPr>
        <p:grpSp>
          <p:nvGrpSpPr>
            <p:cNvPr id="163" name="组合 196"/>
            <p:cNvGrpSpPr/>
            <p:nvPr/>
          </p:nvGrpSpPr>
          <p:grpSpPr bwMode="auto">
            <a:xfrm>
              <a:off x="6563783" y="732616"/>
              <a:ext cx="2460313" cy="1362075"/>
              <a:chOff x="5198132" y="-397951"/>
              <a:chExt cx="2460375" cy="1362075"/>
            </a:xfrm>
          </p:grpSpPr>
          <p:sp>
            <p:nvSpPr>
              <p:cNvPr id="166" name="Line 33"/>
              <p:cNvSpPr>
                <a:spLocks noChangeShapeType="1"/>
              </p:cNvSpPr>
              <p:nvPr/>
            </p:nvSpPr>
            <p:spPr bwMode="auto">
              <a:xfrm>
                <a:off x="6496428" y="-393189"/>
                <a:ext cx="1162079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7" name="Line 34"/>
              <p:cNvSpPr>
                <a:spLocks noChangeShapeType="1"/>
              </p:cNvSpPr>
              <p:nvPr/>
            </p:nvSpPr>
            <p:spPr bwMode="auto">
              <a:xfrm>
                <a:off x="7658507" y="-397951"/>
                <a:ext cx="0" cy="135731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8" name="Line 35"/>
              <p:cNvSpPr>
                <a:spLocks noChangeShapeType="1"/>
              </p:cNvSpPr>
              <p:nvPr/>
            </p:nvSpPr>
            <p:spPr bwMode="auto">
              <a:xfrm flipH="1">
                <a:off x="5200995" y="959361"/>
                <a:ext cx="245751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9" name="Line 36"/>
              <p:cNvSpPr>
                <a:spLocks noChangeShapeType="1"/>
              </p:cNvSpPr>
              <p:nvPr/>
            </p:nvSpPr>
            <p:spPr bwMode="auto">
              <a:xfrm flipV="1">
                <a:off x="5200995" y="725999"/>
                <a:ext cx="0" cy="23812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0" name="Line 37"/>
              <p:cNvSpPr>
                <a:spLocks noChangeShapeType="1"/>
              </p:cNvSpPr>
              <p:nvPr/>
            </p:nvSpPr>
            <p:spPr bwMode="auto">
              <a:xfrm flipH="1">
                <a:off x="6496428" y="-393189"/>
                <a:ext cx="0" cy="28098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1" name="Line 38"/>
              <p:cNvSpPr>
                <a:spLocks noChangeShapeType="1"/>
              </p:cNvSpPr>
              <p:nvPr/>
            </p:nvSpPr>
            <p:spPr bwMode="auto">
              <a:xfrm flipV="1">
                <a:off x="5200995" y="-112201"/>
                <a:ext cx="1295432" cy="83343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2" name="Line 39"/>
              <p:cNvSpPr>
                <a:spLocks noChangeShapeType="1"/>
              </p:cNvSpPr>
              <p:nvPr/>
            </p:nvSpPr>
            <p:spPr bwMode="auto">
              <a:xfrm>
                <a:off x="6648832" y="-397951"/>
                <a:ext cx="0" cy="98583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3" name="Line 40"/>
              <p:cNvSpPr>
                <a:spLocks noChangeShapeType="1"/>
              </p:cNvSpPr>
              <p:nvPr/>
            </p:nvSpPr>
            <p:spPr bwMode="auto">
              <a:xfrm>
                <a:off x="6653595" y="583124"/>
                <a:ext cx="838221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4" name="Line 41"/>
              <p:cNvSpPr>
                <a:spLocks noChangeShapeType="1"/>
              </p:cNvSpPr>
              <p:nvPr/>
            </p:nvSpPr>
            <p:spPr bwMode="auto">
              <a:xfrm flipH="1">
                <a:off x="7487053" y="-397951"/>
                <a:ext cx="4763" cy="98107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5" name="Line 42"/>
              <p:cNvSpPr>
                <a:spLocks noChangeShapeType="1"/>
              </p:cNvSpPr>
              <p:nvPr/>
            </p:nvSpPr>
            <p:spPr bwMode="auto">
              <a:xfrm>
                <a:off x="6915538" y="578361"/>
                <a:ext cx="0" cy="38576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6" name="Line 43"/>
              <p:cNvSpPr>
                <a:spLocks noChangeShapeType="1"/>
              </p:cNvSpPr>
              <p:nvPr/>
            </p:nvSpPr>
            <p:spPr bwMode="auto">
              <a:xfrm>
                <a:off x="7225109" y="578361"/>
                <a:ext cx="0" cy="37623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cxnSp>
            <p:nvCxnSpPr>
              <p:cNvPr id="177" name="直接连接符 148"/>
              <p:cNvCxnSpPr>
                <a:cxnSpLocks noChangeShapeType="1"/>
              </p:cNvCxnSpPr>
              <p:nvPr/>
            </p:nvCxnSpPr>
            <p:spPr bwMode="auto">
              <a:xfrm flipV="1">
                <a:off x="5198132" y="521713"/>
                <a:ext cx="292352" cy="284470"/>
              </a:xfrm>
              <a:prstGeom prst="line">
                <a:avLst/>
              </a:prstGeom>
              <a:noFill/>
              <a:ln w="9525" algn="ctr">
                <a:solidFill>
                  <a:srgbClr val="000000"/>
                </a:solidFill>
                <a:round/>
              </a:ln>
            </p:spPr>
          </p:cxnSp>
          <p:cxnSp>
            <p:nvCxnSpPr>
              <p:cNvPr id="178" name="直接连接符 149"/>
              <p:cNvCxnSpPr>
                <a:cxnSpLocks noChangeShapeType="1"/>
              </p:cNvCxnSpPr>
              <p:nvPr/>
            </p:nvCxnSpPr>
            <p:spPr bwMode="auto">
              <a:xfrm flipV="1">
                <a:off x="5272635" y="188836"/>
                <a:ext cx="748435" cy="748939"/>
              </a:xfrm>
              <a:prstGeom prst="line">
                <a:avLst/>
              </a:prstGeom>
              <a:noFill/>
              <a:ln w="9525" algn="ctr">
                <a:solidFill>
                  <a:srgbClr val="000000"/>
                </a:solidFill>
                <a:round/>
              </a:ln>
            </p:spPr>
          </p:cxnSp>
          <p:cxnSp>
            <p:nvCxnSpPr>
              <p:cNvPr id="179" name="直接连接符 151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5475525" y="-213175"/>
                <a:ext cx="1157492" cy="1157490"/>
              </a:xfrm>
              <a:prstGeom prst="line">
                <a:avLst/>
              </a:prstGeom>
              <a:noFill/>
              <a:ln w="9525" algn="ctr">
                <a:solidFill>
                  <a:srgbClr val="000000"/>
                </a:solidFill>
                <a:round/>
              </a:ln>
            </p:spPr>
          </p:cxnSp>
          <p:cxnSp>
            <p:nvCxnSpPr>
              <p:cNvPr id="180" name="直接连接符 154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5689635" y="-7"/>
                <a:ext cx="945254" cy="945252"/>
              </a:xfrm>
              <a:prstGeom prst="line">
                <a:avLst/>
              </a:prstGeom>
              <a:noFill/>
              <a:ln w="9525" algn="ctr">
                <a:solidFill>
                  <a:srgbClr val="000000"/>
                </a:solidFill>
                <a:round/>
              </a:ln>
            </p:spPr>
          </p:cxnSp>
          <p:cxnSp>
            <p:nvCxnSpPr>
              <p:cNvPr id="181" name="直接连接符 156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5909355" y="218785"/>
                <a:ext cx="727393" cy="727391"/>
              </a:xfrm>
              <a:prstGeom prst="line">
                <a:avLst/>
              </a:prstGeom>
              <a:noFill/>
              <a:ln w="9525" algn="ctr">
                <a:solidFill>
                  <a:srgbClr val="000000"/>
                </a:solidFill>
                <a:round/>
              </a:ln>
            </p:spPr>
          </p:cxnSp>
          <p:cxnSp>
            <p:nvCxnSpPr>
              <p:cNvPr id="182" name="直接连接符 158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6129075" y="448787"/>
                <a:ext cx="503933" cy="503931"/>
              </a:xfrm>
              <a:prstGeom prst="line">
                <a:avLst/>
              </a:prstGeom>
              <a:noFill/>
              <a:ln w="9525" algn="ctr">
                <a:solidFill>
                  <a:srgbClr val="000000"/>
                </a:solidFill>
                <a:round/>
              </a:ln>
            </p:spPr>
          </p:cxnSp>
          <p:cxnSp>
            <p:nvCxnSpPr>
              <p:cNvPr id="183" name="直接连接符 160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6354406" y="572192"/>
                <a:ext cx="381462" cy="381459"/>
              </a:xfrm>
              <a:prstGeom prst="line">
                <a:avLst/>
              </a:prstGeom>
              <a:noFill/>
              <a:ln w="9525" algn="ctr">
                <a:solidFill>
                  <a:srgbClr val="000000"/>
                </a:solidFill>
                <a:round/>
              </a:ln>
            </p:spPr>
          </p:cxnSp>
          <p:cxnSp>
            <p:nvCxnSpPr>
              <p:cNvPr id="184" name="直接连接符 164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6585348" y="633910"/>
                <a:ext cx="315065" cy="315064"/>
              </a:xfrm>
              <a:prstGeom prst="line">
                <a:avLst/>
              </a:prstGeom>
              <a:noFill/>
              <a:ln w="9525" algn="ctr">
                <a:solidFill>
                  <a:srgbClr val="000000"/>
                </a:solidFill>
                <a:round/>
              </a:ln>
            </p:spPr>
          </p:cxnSp>
          <p:cxnSp>
            <p:nvCxnSpPr>
              <p:cNvPr id="185" name="直接连接符 167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6788239" y="833981"/>
                <a:ext cx="115927" cy="115926"/>
              </a:xfrm>
              <a:prstGeom prst="line">
                <a:avLst/>
              </a:prstGeom>
              <a:noFill/>
              <a:ln w="9525" algn="ctr">
                <a:solidFill>
                  <a:srgbClr val="000000"/>
                </a:solidFill>
                <a:round/>
              </a:ln>
            </p:spPr>
          </p:cxnSp>
          <p:cxnSp>
            <p:nvCxnSpPr>
              <p:cNvPr id="186" name="直接连接符 175"/>
              <p:cNvCxnSpPr>
                <a:cxnSpLocks noChangeShapeType="1"/>
                <a:endCxn id="172" idx="0"/>
              </p:cNvCxnSpPr>
              <p:nvPr/>
            </p:nvCxnSpPr>
            <p:spPr bwMode="auto">
              <a:xfrm flipV="1">
                <a:off x="6497217" y="-397951"/>
                <a:ext cx="151640" cy="150100"/>
              </a:xfrm>
              <a:prstGeom prst="line">
                <a:avLst/>
              </a:prstGeom>
              <a:noFill/>
              <a:ln w="9525" algn="ctr">
                <a:solidFill>
                  <a:srgbClr val="000000"/>
                </a:solidFill>
                <a:round/>
              </a:ln>
            </p:spPr>
          </p:cxnSp>
          <p:cxnSp>
            <p:nvCxnSpPr>
              <p:cNvPr id="187" name="直接连接符 178"/>
              <p:cNvCxnSpPr>
                <a:cxnSpLocks noChangeShapeType="1"/>
              </p:cNvCxnSpPr>
              <p:nvPr/>
            </p:nvCxnSpPr>
            <p:spPr bwMode="auto">
              <a:xfrm flipV="1">
                <a:off x="7478976" y="-38709"/>
                <a:ext cx="160836" cy="147242"/>
              </a:xfrm>
              <a:prstGeom prst="line">
                <a:avLst/>
              </a:prstGeom>
              <a:noFill/>
              <a:ln w="9525" algn="ctr">
                <a:solidFill>
                  <a:srgbClr val="000000"/>
                </a:solidFill>
                <a:round/>
              </a:ln>
            </p:spPr>
          </p:cxnSp>
          <p:cxnSp>
            <p:nvCxnSpPr>
              <p:cNvPr id="188" name="直接连接符 180"/>
              <p:cNvCxnSpPr>
                <a:cxnSpLocks noChangeShapeType="1"/>
              </p:cNvCxnSpPr>
              <p:nvPr/>
            </p:nvCxnSpPr>
            <p:spPr bwMode="auto">
              <a:xfrm flipV="1">
                <a:off x="7485459" y="-219899"/>
                <a:ext cx="160836" cy="147242"/>
              </a:xfrm>
              <a:prstGeom prst="line">
                <a:avLst/>
              </a:prstGeom>
              <a:noFill/>
              <a:ln w="9525" algn="ctr">
                <a:solidFill>
                  <a:srgbClr val="000000"/>
                </a:solidFill>
                <a:round/>
              </a:ln>
            </p:spPr>
          </p:cxnSp>
          <p:cxnSp>
            <p:nvCxnSpPr>
              <p:cNvPr id="189" name="直接连接符 181"/>
              <p:cNvCxnSpPr>
                <a:cxnSpLocks noChangeShapeType="1"/>
              </p:cNvCxnSpPr>
              <p:nvPr/>
            </p:nvCxnSpPr>
            <p:spPr bwMode="auto">
              <a:xfrm flipV="1">
                <a:off x="7474042" y="-377263"/>
                <a:ext cx="160836" cy="147242"/>
              </a:xfrm>
              <a:prstGeom prst="line">
                <a:avLst/>
              </a:prstGeom>
              <a:noFill/>
              <a:ln w="9525" algn="ctr">
                <a:solidFill>
                  <a:srgbClr val="000000"/>
                </a:solidFill>
                <a:round/>
              </a:ln>
            </p:spPr>
          </p:cxnSp>
          <p:cxnSp>
            <p:nvCxnSpPr>
              <p:cNvPr id="190" name="直接连接符 182"/>
              <p:cNvCxnSpPr>
                <a:cxnSpLocks noChangeShapeType="1"/>
              </p:cNvCxnSpPr>
              <p:nvPr/>
            </p:nvCxnSpPr>
            <p:spPr bwMode="auto">
              <a:xfrm flipV="1">
                <a:off x="7479473" y="134540"/>
                <a:ext cx="160836" cy="147242"/>
              </a:xfrm>
              <a:prstGeom prst="line">
                <a:avLst/>
              </a:prstGeom>
              <a:noFill/>
              <a:ln w="9525" algn="ctr">
                <a:solidFill>
                  <a:srgbClr val="000000"/>
                </a:solidFill>
                <a:round/>
              </a:ln>
            </p:spPr>
          </p:cxnSp>
          <p:cxnSp>
            <p:nvCxnSpPr>
              <p:cNvPr id="191" name="直接连接符 183"/>
              <p:cNvCxnSpPr>
                <a:cxnSpLocks noChangeShapeType="1"/>
              </p:cNvCxnSpPr>
              <p:nvPr/>
            </p:nvCxnSpPr>
            <p:spPr bwMode="auto">
              <a:xfrm flipV="1">
                <a:off x="7476494" y="304315"/>
                <a:ext cx="160836" cy="147242"/>
              </a:xfrm>
              <a:prstGeom prst="line">
                <a:avLst/>
              </a:prstGeom>
              <a:noFill/>
              <a:ln w="9525" algn="ctr">
                <a:solidFill>
                  <a:srgbClr val="000000"/>
                </a:solidFill>
                <a:round/>
              </a:ln>
            </p:spPr>
          </p:cxnSp>
          <p:cxnSp>
            <p:nvCxnSpPr>
              <p:cNvPr id="192" name="直接连接符 184"/>
              <p:cNvCxnSpPr>
                <a:cxnSpLocks noChangeShapeType="1"/>
              </p:cNvCxnSpPr>
              <p:nvPr/>
            </p:nvCxnSpPr>
            <p:spPr bwMode="auto">
              <a:xfrm flipV="1">
                <a:off x="7213887" y="459197"/>
                <a:ext cx="432379" cy="395834"/>
              </a:xfrm>
              <a:prstGeom prst="line">
                <a:avLst/>
              </a:prstGeom>
              <a:noFill/>
              <a:ln w="9525" algn="ctr">
                <a:solidFill>
                  <a:srgbClr val="000000"/>
                </a:solidFill>
                <a:round/>
              </a:ln>
            </p:spPr>
          </p:cxnSp>
          <p:cxnSp>
            <p:nvCxnSpPr>
              <p:cNvPr id="193" name="直接连接符 186"/>
              <p:cNvCxnSpPr>
                <a:cxnSpLocks noChangeShapeType="1"/>
              </p:cNvCxnSpPr>
              <p:nvPr/>
            </p:nvCxnSpPr>
            <p:spPr bwMode="auto">
              <a:xfrm flipV="1">
                <a:off x="7220840" y="577583"/>
                <a:ext cx="104596" cy="94880"/>
              </a:xfrm>
              <a:prstGeom prst="line">
                <a:avLst/>
              </a:prstGeom>
              <a:noFill/>
              <a:ln w="9525" algn="ctr">
                <a:solidFill>
                  <a:srgbClr val="000000"/>
                </a:solidFill>
                <a:round/>
              </a:ln>
            </p:spPr>
          </p:cxnSp>
          <p:cxnSp>
            <p:nvCxnSpPr>
              <p:cNvPr id="194" name="直接连接符 188"/>
              <p:cNvCxnSpPr>
                <a:cxnSpLocks noChangeShapeType="1"/>
              </p:cNvCxnSpPr>
              <p:nvPr/>
            </p:nvCxnSpPr>
            <p:spPr bwMode="auto">
              <a:xfrm flipV="1">
                <a:off x="7309696" y="640378"/>
                <a:ext cx="335871" cy="307483"/>
              </a:xfrm>
              <a:prstGeom prst="line">
                <a:avLst/>
              </a:prstGeom>
              <a:noFill/>
              <a:ln w="9525" algn="ctr">
                <a:solidFill>
                  <a:srgbClr val="000000"/>
                </a:solidFill>
                <a:round/>
              </a:ln>
            </p:spPr>
          </p:cxnSp>
          <p:cxnSp>
            <p:nvCxnSpPr>
              <p:cNvPr id="195" name="直接连接符 191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7493866" y="792285"/>
                <a:ext cx="151903" cy="151903"/>
              </a:xfrm>
              <a:prstGeom prst="line">
                <a:avLst/>
              </a:prstGeom>
              <a:noFill/>
              <a:ln w="9525" algn="ctr">
                <a:solidFill>
                  <a:srgbClr val="000000"/>
                </a:solidFill>
                <a:round/>
              </a:ln>
            </p:spPr>
          </p:cxnSp>
          <p:sp>
            <p:nvSpPr>
              <p:cNvPr id="196" name="Oval 75"/>
              <p:cNvSpPr>
                <a:spLocks noChangeArrowheads="1"/>
              </p:cNvSpPr>
              <p:nvPr/>
            </p:nvSpPr>
            <p:spPr bwMode="auto">
              <a:xfrm>
                <a:off x="6948877" y="54486"/>
                <a:ext cx="260357" cy="260350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164" name="图片 163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327" t="23504" r="46163" b="7013"/>
            <a:stretch>
              <a:fillRect/>
            </a:stretch>
          </p:blipFill>
          <p:spPr>
            <a:xfrm rot="5400000">
              <a:off x="7631710" y="1267194"/>
              <a:ext cx="1611080" cy="234938"/>
            </a:xfrm>
            <a:prstGeom prst="rect">
              <a:avLst/>
            </a:prstGeom>
          </p:spPr>
        </p:pic>
        <p:pic>
          <p:nvPicPr>
            <p:cNvPr id="165" name="图片 16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95" t="23504" r="53473" b="7013"/>
            <a:stretch>
              <a:fillRect/>
            </a:stretch>
          </p:blipFill>
          <p:spPr>
            <a:xfrm>
              <a:off x="8233833" y="1208945"/>
              <a:ext cx="416984" cy="234938"/>
            </a:xfrm>
            <a:prstGeom prst="rect">
              <a:avLst/>
            </a:prstGeom>
          </p:spPr>
        </p:pic>
      </p:grpSp>
      <p:pic>
        <p:nvPicPr>
          <p:cNvPr id="197" name="图片 196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95" t="23504" r="53473" b="7013"/>
          <a:stretch>
            <a:fillRect/>
          </a:stretch>
        </p:blipFill>
        <p:spPr>
          <a:xfrm>
            <a:off x="9432289" y="3654946"/>
            <a:ext cx="416984" cy="215455"/>
          </a:xfrm>
          <a:prstGeom prst="rect">
            <a:avLst/>
          </a:prstGeom>
        </p:spPr>
      </p:pic>
      <p:grpSp>
        <p:nvGrpSpPr>
          <p:cNvPr id="198" name="组合 197"/>
          <p:cNvGrpSpPr/>
          <p:nvPr/>
        </p:nvGrpSpPr>
        <p:grpSpPr>
          <a:xfrm>
            <a:off x="8176154" y="2811407"/>
            <a:ext cx="459597" cy="1189607"/>
            <a:chOff x="6968285" y="2312089"/>
            <a:chExt cx="459597" cy="1189607"/>
          </a:xfrm>
        </p:grpSpPr>
        <p:grpSp>
          <p:nvGrpSpPr>
            <p:cNvPr id="199" name="Group 117"/>
            <p:cNvGrpSpPr/>
            <p:nvPr/>
          </p:nvGrpSpPr>
          <p:grpSpPr bwMode="auto">
            <a:xfrm>
              <a:off x="6968285" y="2432829"/>
              <a:ext cx="434975" cy="525463"/>
              <a:chOff x="3329" y="561"/>
              <a:chExt cx="274" cy="331"/>
            </a:xfrm>
          </p:grpSpPr>
          <p:sp>
            <p:nvSpPr>
              <p:cNvPr id="201" name="Line 119"/>
              <p:cNvSpPr>
                <a:spLocks noChangeShapeType="1"/>
              </p:cNvSpPr>
              <p:nvPr/>
            </p:nvSpPr>
            <p:spPr bwMode="auto">
              <a:xfrm flipV="1">
                <a:off x="3339" y="562"/>
                <a:ext cx="88" cy="5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2" name="Line 120"/>
              <p:cNvSpPr>
                <a:spLocks noChangeShapeType="1"/>
              </p:cNvSpPr>
              <p:nvPr/>
            </p:nvSpPr>
            <p:spPr bwMode="auto">
              <a:xfrm>
                <a:off x="3460" y="570"/>
                <a:ext cx="143" cy="23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3" name="Line 121"/>
              <p:cNvSpPr>
                <a:spLocks noChangeShapeType="1"/>
              </p:cNvSpPr>
              <p:nvPr/>
            </p:nvSpPr>
            <p:spPr bwMode="auto">
              <a:xfrm>
                <a:off x="3334" y="656"/>
                <a:ext cx="147" cy="23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4" name="Arc 122"/>
              <p:cNvSpPr/>
              <p:nvPr/>
            </p:nvSpPr>
            <p:spPr bwMode="auto">
              <a:xfrm>
                <a:off x="3329" y="617"/>
                <a:ext cx="28" cy="41"/>
              </a:xfrm>
              <a:custGeom>
                <a:avLst/>
                <a:gdLst>
                  <a:gd name="T0" fmla="*/ 0 w 21600"/>
                  <a:gd name="T1" fmla="*/ 0 h 31609"/>
                  <a:gd name="T2" fmla="*/ 0 w 21600"/>
                  <a:gd name="T3" fmla="*/ 0 h 31609"/>
                  <a:gd name="T4" fmla="*/ 0 w 21600"/>
                  <a:gd name="T5" fmla="*/ 0 h 3160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1609"/>
                  <a:gd name="T11" fmla="*/ 21600 w 21600"/>
                  <a:gd name="T12" fmla="*/ 31609 h 3160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1609" fill="none" extrusionOk="0">
                    <a:moveTo>
                      <a:pt x="4933" y="31609"/>
                    </a:moveTo>
                    <a:cubicBezTo>
                      <a:pt x="1744" y="27740"/>
                      <a:pt x="0" y="22882"/>
                      <a:pt x="0" y="17869"/>
                    </a:cubicBezTo>
                    <a:cubicBezTo>
                      <a:pt x="-1" y="10712"/>
                      <a:pt x="3544" y="4020"/>
                      <a:pt x="9464" y="-1"/>
                    </a:cubicBezTo>
                  </a:path>
                  <a:path w="21600" h="31609" stroke="0" extrusionOk="0">
                    <a:moveTo>
                      <a:pt x="4933" y="31609"/>
                    </a:moveTo>
                    <a:cubicBezTo>
                      <a:pt x="1744" y="27740"/>
                      <a:pt x="0" y="22882"/>
                      <a:pt x="0" y="17869"/>
                    </a:cubicBezTo>
                    <a:cubicBezTo>
                      <a:pt x="-1" y="10712"/>
                      <a:pt x="3544" y="4020"/>
                      <a:pt x="9464" y="-1"/>
                    </a:cubicBezTo>
                    <a:lnTo>
                      <a:pt x="21600" y="17869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5" name="Arc 123"/>
              <p:cNvSpPr/>
              <p:nvPr/>
            </p:nvSpPr>
            <p:spPr bwMode="auto">
              <a:xfrm>
                <a:off x="3420" y="561"/>
                <a:ext cx="44" cy="28"/>
              </a:xfrm>
              <a:custGeom>
                <a:avLst/>
                <a:gdLst>
                  <a:gd name="T0" fmla="*/ 0 w 33027"/>
                  <a:gd name="T1" fmla="*/ 0 h 21600"/>
                  <a:gd name="T2" fmla="*/ 0 w 33027"/>
                  <a:gd name="T3" fmla="*/ 0 h 21600"/>
                  <a:gd name="T4" fmla="*/ 0 w 3302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3027"/>
                  <a:gd name="T10" fmla="*/ 0 h 21600"/>
                  <a:gd name="T11" fmla="*/ 33027 w 3302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027" h="21600" fill="none" extrusionOk="0">
                    <a:moveTo>
                      <a:pt x="0" y="4653"/>
                    </a:moveTo>
                    <a:cubicBezTo>
                      <a:pt x="3813" y="1639"/>
                      <a:pt x="8532" y="-1"/>
                      <a:pt x="13393" y="0"/>
                    </a:cubicBezTo>
                    <a:cubicBezTo>
                      <a:pt x="21837" y="0"/>
                      <a:pt x="29507" y="4920"/>
                      <a:pt x="33027" y="12596"/>
                    </a:cubicBezTo>
                  </a:path>
                  <a:path w="33027" h="21600" stroke="0" extrusionOk="0">
                    <a:moveTo>
                      <a:pt x="0" y="4653"/>
                    </a:moveTo>
                    <a:cubicBezTo>
                      <a:pt x="3813" y="1639"/>
                      <a:pt x="8532" y="-1"/>
                      <a:pt x="13393" y="0"/>
                    </a:cubicBezTo>
                    <a:cubicBezTo>
                      <a:pt x="21837" y="0"/>
                      <a:pt x="29507" y="4920"/>
                      <a:pt x="33027" y="12596"/>
                    </a:cubicBezTo>
                    <a:lnTo>
                      <a:pt x="13393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6" name="Freeform 124"/>
              <p:cNvSpPr/>
              <p:nvPr/>
            </p:nvSpPr>
            <p:spPr bwMode="auto">
              <a:xfrm>
                <a:off x="3479" y="801"/>
                <a:ext cx="124" cy="89"/>
              </a:xfrm>
              <a:custGeom>
                <a:avLst/>
                <a:gdLst>
                  <a:gd name="T0" fmla="*/ 124 w 124"/>
                  <a:gd name="T1" fmla="*/ 0 h 89"/>
                  <a:gd name="T2" fmla="*/ 102 w 124"/>
                  <a:gd name="T3" fmla="*/ 11 h 89"/>
                  <a:gd name="T4" fmla="*/ 85 w 124"/>
                  <a:gd name="T5" fmla="*/ 23 h 89"/>
                  <a:gd name="T6" fmla="*/ 72 w 124"/>
                  <a:gd name="T7" fmla="*/ 35 h 89"/>
                  <a:gd name="T8" fmla="*/ 49 w 124"/>
                  <a:gd name="T9" fmla="*/ 44 h 89"/>
                  <a:gd name="T10" fmla="*/ 36 w 124"/>
                  <a:gd name="T11" fmla="*/ 56 h 89"/>
                  <a:gd name="T12" fmla="*/ 28 w 124"/>
                  <a:gd name="T13" fmla="*/ 63 h 89"/>
                  <a:gd name="T14" fmla="*/ 16 w 124"/>
                  <a:gd name="T15" fmla="*/ 74 h 89"/>
                  <a:gd name="T16" fmla="*/ 6 w 124"/>
                  <a:gd name="T17" fmla="*/ 81 h 89"/>
                  <a:gd name="T18" fmla="*/ 0 w 124"/>
                  <a:gd name="T19" fmla="*/ 89 h 8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4"/>
                  <a:gd name="T31" fmla="*/ 0 h 89"/>
                  <a:gd name="T32" fmla="*/ 124 w 124"/>
                  <a:gd name="T33" fmla="*/ 89 h 8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4" h="89">
                    <a:moveTo>
                      <a:pt x="124" y="0"/>
                    </a:moveTo>
                    <a:cubicBezTo>
                      <a:pt x="116" y="3"/>
                      <a:pt x="109" y="7"/>
                      <a:pt x="102" y="11"/>
                    </a:cubicBezTo>
                    <a:cubicBezTo>
                      <a:pt x="95" y="15"/>
                      <a:pt x="90" y="19"/>
                      <a:pt x="85" y="23"/>
                    </a:cubicBezTo>
                    <a:cubicBezTo>
                      <a:pt x="80" y="27"/>
                      <a:pt x="78" y="32"/>
                      <a:pt x="72" y="35"/>
                    </a:cubicBezTo>
                    <a:cubicBezTo>
                      <a:pt x="66" y="38"/>
                      <a:pt x="55" y="41"/>
                      <a:pt x="49" y="44"/>
                    </a:cubicBezTo>
                    <a:cubicBezTo>
                      <a:pt x="43" y="47"/>
                      <a:pt x="39" y="53"/>
                      <a:pt x="36" y="56"/>
                    </a:cubicBezTo>
                    <a:cubicBezTo>
                      <a:pt x="33" y="59"/>
                      <a:pt x="31" y="60"/>
                      <a:pt x="28" y="63"/>
                    </a:cubicBezTo>
                    <a:cubicBezTo>
                      <a:pt x="25" y="66"/>
                      <a:pt x="20" y="71"/>
                      <a:pt x="16" y="74"/>
                    </a:cubicBezTo>
                    <a:cubicBezTo>
                      <a:pt x="12" y="77"/>
                      <a:pt x="9" y="79"/>
                      <a:pt x="6" y="81"/>
                    </a:cubicBezTo>
                    <a:cubicBezTo>
                      <a:pt x="3" y="83"/>
                      <a:pt x="1" y="86"/>
                      <a:pt x="0" y="89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7" name="Line 125"/>
              <p:cNvSpPr>
                <a:spLocks noChangeShapeType="1"/>
              </p:cNvSpPr>
              <p:nvPr/>
            </p:nvSpPr>
            <p:spPr bwMode="auto">
              <a:xfrm flipV="1">
                <a:off x="3359" y="591"/>
                <a:ext cx="116" cy="10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8" name="Line 126"/>
              <p:cNvSpPr>
                <a:spLocks noChangeShapeType="1"/>
              </p:cNvSpPr>
              <p:nvPr/>
            </p:nvSpPr>
            <p:spPr bwMode="auto">
              <a:xfrm flipV="1">
                <a:off x="3403" y="668"/>
                <a:ext cx="113" cy="1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9" name="Line 127"/>
              <p:cNvSpPr>
                <a:spLocks noChangeShapeType="1"/>
              </p:cNvSpPr>
              <p:nvPr/>
            </p:nvSpPr>
            <p:spPr bwMode="auto">
              <a:xfrm flipV="1">
                <a:off x="3454" y="743"/>
                <a:ext cx="105" cy="10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200" name="图片 199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295" t="24411" r="50583" b="7013"/>
            <a:stretch>
              <a:fillRect/>
            </a:stretch>
          </p:blipFill>
          <p:spPr>
            <a:xfrm rot="3480000">
              <a:off x="6717142" y="2790957"/>
              <a:ext cx="1189607" cy="231872"/>
            </a:xfrm>
            <a:prstGeom prst="rect">
              <a:avLst/>
            </a:prstGeom>
          </p:spPr>
        </p:pic>
      </p:grpSp>
      <p:sp>
        <p:nvSpPr>
          <p:cNvPr id="210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0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1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5"/>
                                            </p:cond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1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5" dur="500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utoUpdateAnimBg="0"/>
      <p:bldP spid="51" grpId="0" animBg="1"/>
      <p:bldP spid="52" grpId="0" animBg="1"/>
      <p:bldP spid="53" grpId="0" autoUpdateAnimBg="0"/>
      <p:bldP spid="100" grpId="0" animBg="1" autoUpdateAnimBg="0" uiExpand="1" build="p"/>
      <p:bldP spid="102" grpId="0" animBg="1"/>
      <p:bldP spid="126" grpId="0" animBg="1"/>
      <p:bldP spid="153" grpId="0" autoUpdateAnimBg="0" build="p"/>
      <p:bldP spid="161" grpId="0" autoUpdateAnimBg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规定画法和简化画法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18694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肋不剖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103"/>
          <p:cNvGrpSpPr/>
          <p:nvPr/>
        </p:nvGrpSpPr>
        <p:grpSpPr bwMode="auto">
          <a:xfrm>
            <a:off x="3838641" y="1113616"/>
            <a:ext cx="635000" cy="3522662"/>
            <a:chOff x="1178" y="751"/>
            <a:chExt cx="400" cy="2101"/>
          </a:xfrm>
        </p:grpSpPr>
        <p:sp>
          <p:nvSpPr>
            <p:cNvPr id="3" name="Line 104"/>
            <p:cNvSpPr>
              <a:spLocks noChangeShapeType="1"/>
            </p:cNvSpPr>
            <p:nvPr/>
          </p:nvSpPr>
          <p:spPr bwMode="auto">
            <a:xfrm flipV="1">
              <a:off x="1396" y="887"/>
              <a:ext cx="0" cy="8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4" name="Line 105"/>
            <p:cNvSpPr>
              <a:spLocks noChangeShapeType="1"/>
            </p:cNvSpPr>
            <p:nvPr/>
          </p:nvSpPr>
          <p:spPr bwMode="auto">
            <a:xfrm>
              <a:off x="1396" y="887"/>
              <a:ext cx="18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5" name="Text Box 106"/>
            <p:cNvSpPr txBox="1">
              <a:spLocks noChangeArrowheads="1"/>
            </p:cNvSpPr>
            <p:nvPr/>
          </p:nvSpPr>
          <p:spPr bwMode="auto">
            <a:xfrm>
              <a:off x="1178" y="751"/>
              <a:ext cx="244" cy="2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Line 107"/>
            <p:cNvSpPr>
              <a:spLocks noChangeShapeType="1"/>
            </p:cNvSpPr>
            <p:nvPr/>
          </p:nvSpPr>
          <p:spPr bwMode="auto">
            <a:xfrm>
              <a:off x="1396" y="2640"/>
              <a:ext cx="0" cy="10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7" name="Line 108"/>
            <p:cNvSpPr>
              <a:spLocks noChangeShapeType="1"/>
            </p:cNvSpPr>
            <p:nvPr/>
          </p:nvSpPr>
          <p:spPr bwMode="auto">
            <a:xfrm>
              <a:off x="1396" y="2743"/>
              <a:ext cx="17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8" name="Text Box 109"/>
            <p:cNvSpPr txBox="1">
              <a:spLocks noChangeArrowheads="1"/>
            </p:cNvSpPr>
            <p:nvPr/>
          </p:nvSpPr>
          <p:spPr bwMode="auto">
            <a:xfrm>
              <a:off x="1193" y="2579"/>
              <a:ext cx="244" cy="2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9" name="AutoShape 207"/>
          <p:cNvSpPr>
            <a:spLocks noChangeArrowheads="1"/>
          </p:cNvSpPr>
          <p:nvPr/>
        </p:nvSpPr>
        <p:spPr bwMode="auto">
          <a:xfrm>
            <a:off x="8164208" y="1072681"/>
            <a:ext cx="738187" cy="415925"/>
          </a:xfrm>
          <a:prstGeom prst="wedgeRectCallout">
            <a:avLst>
              <a:gd name="adj1" fmla="val -53009"/>
              <a:gd name="adj2" fmla="val 138167"/>
            </a:avLst>
          </a:prstGeom>
          <a:solidFill>
            <a:srgbClr val="99FF99"/>
          </a:solidFill>
          <a:ln w="12700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</a:t>
            </a:r>
            <a:endParaRPr lang="zh-CN" altLang="en-US" sz="2400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208"/>
          <p:cNvSpPr>
            <a:spLocks noChangeArrowheads="1"/>
          </p:cNvSpPr>
          <p:nvPr/>
        </p:nvSpPr>
        <p:spPr bwMode="auto">
          <a:xfrm>
            <a:off x="10808615" y="1128123"/>
            <a:ext cx="715962" cy="427038"/>
          </a:xfrm>
          <a:prstGeom prst="wedgeRectCallout">
            <a:avLst>
              <a:gd name="adj1" fmla="val -66185"/>
              <a:gd name="adj2" fmla="val 141449"/>
            </a:avLst>
          </a:prstGeom>
          <a:solidFill>
            <a:srgbClr val="FF99FF"/>
          </a:solidFill>
          <a:ln w="12700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</a:t>
            </a:r>
            <a:endParaRPr lang="zh-CN" altLang="en-US" sz="2400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549591" y="1464993"/>
            <a:ext cx="3279775" cy="4747847"/>
            <a:chOff x="2549591" y="1464993"/>
            <a:chExt cx="3279775" cy="4747847"/>
          </a:xfrm>
        </p:grpSpPr>
        <p:grpSp>
          <p:nvGrpSpPr>
            <p:cNvPr id="12" name="Group 2"/>
            <p:cNvGrpSpPr/>
            <p:nvPr/>
          </p:nvGrpSpPr>
          <p:grpSpPr bwMode="auto">
            <a:xfrm>
              <a:off x="2549591" y="1607328"/>
              <a:ext cx="3279775" cy="4518025"/>
              <a:chOff x="359" y="1013"/>
              <a:chExt cx="2066" cy="2846"/>
            </a:xfrm>
          </p:grpSpPr>
          <p:sp>
            <p:nvSpPr>
              <p:cNvPr id="18" name="Line 3"/>
              <p:cNvSpPr>
                <a:spLocks noChangeShapeType="1"/>
              </p:cNvSpPr>
              <p:nvPr/>
            </p:nvSpPr>
            <p:spPr bwMode="auto">
              <a:xfrm flipH="1">
                <a:off x="562" y="1916"/>
                <a:ext cx="9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9" name="Line 4"/>
              <p:cNvSpPr>
                <a:spLocks noChangeShapeType="1"/>
              </p:cNvSpPr>
              <p:nvPr/>
            </p:nvSpPr>
            <p:spPr bwMode="auto">
              <a:xfrm>
                <a:off x="2129" y="1916"/>
                <a:ext cx="7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0" name="Text Box 5"/>
              <p:cNvSpPr txBox="1">
                <a:spLocks noChangeArrowheads="1"/>
              </p:cNvSpPr>
              <p:nvPr/>
            </p:nvSpPr>
            <p:spPr bwMode="auto">
              <a:xfrm>
                <a:off x="359" y="1739"/>
                <a:ext cx="255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" name="Text Box 6"/>
              <p:cNvSpPr txBox="1">
                <a:spLocks noChangeArrowheads="1"/>
              </p:cNvSpPr>
              <p:nvPr/>
            </p:nvSpPr>
            <p:spPr bwMode="auto">
              <a:xfrm>
                <a:off x="2122" y="1750"/>
                <a:ext cx="30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 A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Text Box 7"/>
              <p:cNvSpPr txBox="1">
                <a:spLocks noChangeArrowheads="1"/>
              </p:cNvSpPr>
              <p:nvPr/>
            </p:nvSpPr>
            <p:spPr bwMode="auto">
              <a:xfrm>
                <a:off x="1009" y="2808"/>
                <a:ext cx="83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－</a:t>
                </a: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" name="AutoShape 10"/>
              <p:cNvSpPr>
                <a:spLocks noChangeArrowheads="1"/>
              </p:cNvSpPr>
              <p:nvPr/>
            </p:nvSpPr>
            <p:spPr bwMode="auto">
              <a:xfrm>
                <a:off x="518" y="3081"/>
                <a:ext cx="1753" cy="777"/>
              </a:xfrm>
              <a:prstGeom prst="roundRect">
                <a:avLst>
                  <a:gd name="adj" fmla="val 16667"/>
                </a:avLst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grpSp>
            <p:nvGrpSpPr>
              <p:cNvPr id="24" name="Group 11"/>
              <p:cNvGrpSpPr/>
              <p:nvPr/>
            </p:nvGrpSpPr>
            <p:grpSpPr bwMode="auto">
              <a:xfrm>
                <a:off x="566" y="3629"/>
                <a:ext cx="202" cy="190"/>
                <a:chOff x="2793" y="3144"/>
                <a:chExt cx="231" cy="216"/>
              </a:xfrm>
            </p:grpSpPr>
            <p:sp>
              <p:nvSpPr>
                <p:cNvPr id="112" name="Line 12"/>
                <p:cNvSpPr>
                  <a:spLocks noChangeShapeType="1"/>
                </p:cNvSpPr>
                <p:nvPr/>
              </p:nvSpPr>
              <p:spPr bwMode="auto">
                <a:xfrm>
                  <a:off x="2793" y="3254"/>
                  <a:ext cx="231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3" name="Freeform 13"/>
                <p:cNvSpPr/>
                <p:nvPr/>
              </p:nvSpPr>
              <p:spPr bwMode="auto">
                <a:xfrm>
                  <a:off x="2908" y="3144"/>
                  <a:ext cx="0" cy="216"/>
                </a:xfrm>
                <a:custGeom>
                  <a:avLst/>
                  <a:gdLst>
                    <a:gd name="T0" fmla="*/ 0 w 1"/>
                    <a:gd name="T1" fmla="*/ 0 h 216"/>
                    <a:gd name="T2" fmla="*/ 0 w 1"/>
                    <a:gd name="T3" fmla="*/ 216 h 216"/>
                    <a:gd name="T4" fmla="*/ 0 60000 65536"/>
                    <a:gd name="T5" fmla="*/ 0 60000 65536"/>
                    <a:gd name="T6" fmla="*/ 0 w 1"/>
                    <a:gd name="T7" fmla="*/ 0 h 216"/>
                    <a:gd name="T8" fmla="*/ 1 w 1"/>
                    <a:gd name="T9" fmla="*/ 216 h 21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216">
                      <a:moveTo>
                        <a:pt x="0" y="0"/>
                      </a:moveTo>
                      <a:lnTo>
                        <a:pt x="0" y="216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4" name="AutoShape 14"/>
                <p:cNvSpPr>
                  <a:spLocks noChangeArrowheads="1"/>
                </p:cNvSpPr>
                <p:nvPr/>
              </p:nvSpPr>
              <p:spPr bwMode="auto">
                <a:xfrm>
                  <a:off x="2811" y="3164"/>
                  <a:ext cx="188" cy="173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3217 w 21600"/>
                    <a:gd name="T25" fmla="*/ 3140 h 21600"/>
                    <a:gd name="T26" fmla="*/ 18383 w 21600"/>
                    <a:gd name="T27" fmla="*/ 18460 h 2160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600" h="21600"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  <a:moveTo>
                        <a:pt x="4245" y="10800"/>
                      </a:moveTo>
                      <a:cubicBezTo>
                        <a:pt x="4245" y="14420"/>
                        <a:pt x="7180" y="17355"/>
                        <a:pt x="10800" y="17355"/>
                      </a:cubicBezTo>
                      <a:cubicBezTo>
                        <a:pt x="14420" y="17355"/>
                        <a:pt x="17355" y="14420"/>
                        <a:pt x="17355" y="10800"/>
                      </a:cubicBezTo>
                      <a:cubicBezTo>
                        <a:pt x="17355" y="7180"/>
                        <a:pt x="14420" y="4245"/>
                        <a:pt x="10800" y="4245"/>
                      </a:cubicBezTo>
                      <a:cubicBezTo>
                        <a:pt x="7180" y="4245"/>
                        <a:pt x="4245" y="7180"/>
                        <a:pt x="4245" y="10800"/>
                      </a:cubicBez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6" name="Group 15"/>
              <p:cNvGrpSpPr/>
              <p:nvPr/>
            </p:nvGrpSpPr>
            <p:grpSpPr bwMode="auto">
              <a:xfrm>
                <a:off x="566" y="3119"/>
                <a:ext cx="202" cy="191"/>
                <a:chOff x="2793" y="3144"/>
                <a:chExt cx="231" cy="216"/>
              </a:xfrm>
            </p:grpSpPr>
            <p:sp>
              <p:nvSpPr>
                <p:cNvPr id="109" name="Line 16"/>
                <p:cNvSpPr>
                  <a:spLocks noChangeShapeType="1"/>
                </p:cNvSpPr>
                <p:nvPr/>
              </p:nvSpPr>
              <p:spPr bwMode="auto">
                <a:xfrm>
                  <a:off x="2793" y="3254"/>
                  <a:ext cx="231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0" name="Freeform 17"/>
                <p:cNvSpPr/>
                <p:nvPr/>
              </p:nvSpPr>
              <p:spPr bwMode="auto">
                <a:xfrm>
                  <a:off x="2908" y="3144"/>
                  <a:ext cx="0" cy="216"/>
                </a:xfrm>
                <a:custGeom>
                  <a:avLst/>
                  <a:gdLst>
                    <a:gd name="T0" fmla="*/ 0 w 1"/>
                    <a:gd name="T1" fmla="*/ 0 h 216"/>
                    <a:gd name="T2" fmla="*/ 0 w 1"/>
                    <a:gd name="T3" fmla="*/ 216 h 216"/>
                    <a:gd name="T4" fmla="*/ 0 60000 65536"/>
                    <a:gd name="T5" fmla="*/ 0 60000 65536"/>
                    <a:gd name="T6" fmla="*/ 0 w 1"/>
                    <a:gd name="T7" fmla="*/ 0 h 216"/>
                    <a:gd name="T8" fmla="*/ 1 w 1"/>
                    <a:gd name="T9" fmla="*/ 216 h 21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216">
                      <a:moveTo>
                        <a:pt x="0" y="0"/>
                      </a:moveTo>
                      <a:lnTo>
                        <a:pt x="0" y="216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1" name="AutoShape 18"/>
                <p:cNvSpPr>
                  <a:spLocks noChangeArrowheads="1"/>
                </p:cNvSpPr>
                <p:nvPr/>
              </p:nvSpPr>
              <p:spPr bwMode="auto">
                <a:xfrm>
                  <a:off x="2811" y="3165"/>
                  <a:ext cx="188" cy="17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3217 w 21600"/>
                    <a:gd name="T25" fmla="*/ 3140 h 21600"/>
                    <a:gd name="T26" fmla="*/ 18383 w 21600"/>
                    <a:gd name="T27" fmla="*/ 18460 h 2160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600" h="21600"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  <a:moveTo>
                        <a:pt x="4245" y="10800"/>
                      </a:moveTo>
                      <a:cubicBezTo>
                        <a:pt x="4245" y="14420"/>
                        <a:pt x="7180" y="17355"/>
                        <a:pt x="10800" y="17355"/>
                      </a:cubicBezTo>
                      <a:cubicBezTo>
                        <a:pt x="14420" y="17355"/>
                        <a:pt x="17355" y="14420"/>
                        <a:pt x="17355" y="10800"/>
                      </a:cubicBezTo>
                      <a:cubicBezTo>
                        <a:pt x="17355" y="7180"/>
                        <a:pt x="14420" y="4245"/>
                        <a:pt x="10800" y="4245"/>
                      </a:cubicBezTo>
                      <a:cubicBezTo>
                        <a:pt x="7180" y="4245"/>
                        <a:pt x="4245" y="7180"/>
                        <a:pt x="4245" y="10800"/>
                      </a:cubicBez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" name="Group 19"/>
              <p:cNvGrpSpPr/>
              <p:nvPr/>
            </p:nvGrpSpPr>
            <p:grpSpPr bwMode="auto">
              <a:xfrm>
                <a:off x="2027" y="3629"/>
                <a:ext cx="203" cy="190"/>
                <a:chOff x="2793" y="3144"/>
                <a:chExt cx="231" cy="216"/>
              </a:xfrm>
            </p:grpSpPr>
            <p:sp>
              <p:nvSpPr>
                <p:cNvPr id="106" name="Line 20"/>
                <p:cNvSpPr>
                  <a:spLocks noChangeShapeType="1"/>
                </p:cNvSpPr>
                <p:nvPr/>
              </p:nvSpPr>
              <p:spPr bwMode="auto">
                <a:xfrm>
                  <a:off x="2793" y="3254"/>
                  <a:ext cx="231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7" name="Freeform 21"/>
                <p:cNvSpPr/>
                <p:nvPr/>
              </p:nvSpPr>
              <p:spPr bwMode="auto">
                <a:xfrm>
                  <a:off x="2909" y="3144"/>
                  <a:ext cx="1" cy="216"/>
                </a:xfrm>
                <a:custGeom>
                  <a:avLst/>
                  <a:gdLst>
                    <a:gd name="T0" fmla="*/ 0 w 1"/>
                    <a:gd name="T1" fmla="*/ 0 h 216"/>
                    <a:gd name="T2" fmla="*/ 0 w 1"/>
                    <a:gd name="T3" fmla="*/ 216 h 216"/>
                    <a:gd name="T4" fmla="*/ 0 60000 65536"/>
                    <a:gd name="T5" fmla="*/ 0 60000 65536"/>
                    <a:gd name="T6" fmla="*/ 0 w 1"/>
                    <a:gd name="T7" fmla="*/ 0 h 216"/>
                    <a:gd name="T8" fmla="*/ 1 w 1"/>
                    <a:gd name="T9" fmla="*/ 216 h 21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216">
                      <a:moveTo>
                        <a:pt x="0" y="0"/>
                      </a:moveTo>
                      <a:lnTo>
                        <a:pt x="0" y="216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8" name="AutoShape 22"/>
                <p:cNvSpPr>
                  <a:spLocks noChangeArrowheads="1"/>
                </p:cNvSpPr>
                <p:nvPr/>
              </p:nvSpPr>
              <p:spPr bwMode="auto">
                <a:xfrm>
                  <a:off x="2811" y="3164"/>
                  <a:ext cx="188" cy="173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3217 w 21600"/>
                    <a:gd name="T25" fmla="*/ 3140 h 21600"/>
                    <a:gd name="T26" fmla="*/ 18383 w 21600"/>
                    <a:gd name="T27" fmla="*/ 18460 h 2160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600" h="21600"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  <a:moveTo>
                        <a:pt x="4245" y="10800"/>
                      </a:moveTo>
                      <a:cubicBezTo>
                        <a:pt x="4245" y="14420"/>
                        <a:pt x="7180" y="17355"/>
                        <a:pt x="10800" y="17355"/>
                      </a:cubicBezTo>
                      <a:cubicBezTo>
                        <a:pt x="14420" y="17355"/>
                        <a:pt x="17355" y="14420"/>
                        <a:pt x="17355" y="10800"/>
                      </a:cubicBezTo>
                      <a:cubicBezTo>
                        <a:pt x="17355" y="7180"/>
                        <a:pt x="14420" y="4245"/>
                        <a:pt x="10800" y="4245"/>
                      </a:cubicBezTo>
                      <a:cubicBezTo>
                        <a:pt x="7180" y="4245"/>
                        <a:pt x="4245" y="7180"/>
                        <a:pt x="4245" y="10800"/>
                      </a:cubicBez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8" name="Group 23"/>
              <p:cNvGrpSpPr/>
              <p:nvPr/>
            </p:nvGrpSpPr>
            <p:grpSpPr bwMode="auto">
              <a:xfrm>
                <a:off x="2027" y="3119"/>
                <a:ext cx="203" cy="191"/>
                <a:chOff x="2793" y="3144"/>
                <a:chExt cx="231" cy="216"/>
              </a:xfrm>
            </p:grpSpPr>
            <p:sp>
              <p:nvSpPr>
                <p:cNvPr id="103" name="Line 24"/>
                <p:cNvSpPr>
                  <a:spLocks noChangeShapeType="1"/>
                </p:cNvSpPr>
                <p:nvPr/>
              </p:nvSpPr>
              <p:spPr bwMode="auto">
                <a:xfrm>
                  <a:off x="2793" y="3254"/>
                  <a:ext cx="231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4" name="Freeform 25"/>
                <p:cNvSpPr/>
                <p:nvPr/>
              </p:nvSpPr>
              <p:spPr bwMode="auto">
                <a:xfrm>
                  <a:off x="2909" y="3144"/>
                  <a:ext cx="1" cy="216"/>
                </a:xfrm>
                <a:custGeom>
                  <a:avLst/>
                  <a:gdLst>
                    <a:gd name="T0" fmla="*/ 0 w 1"/>
                    <a:gd name="T1" fmla="*/ 0 h 216"/>
                    <a:gd name="T2" fmla="*/ 0 w 1"/>
                    <a:gd name="T3" fmla="*/ 216 h 216"/>
                    <a:gd name="T4" fmla="*/ 0 60000 65536"/>
                    <a:gd name="T5" fmla="*/ 0 60000 65536"/>
                    <a:gd name="T6" fmla="*/ 0 w 1"/>
                    <a:gd name="T7" fmla="*/ 0 h 216"/>
                    <a:gd name="T8" fmla="*/ 1 w 1"/>
                    <a:gd name="T9" fmla="*/ 216 h 21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216">
                      <a:moveTo>
                        <a:pt x="0" y="0"/>
                      </a:moveTo>
                      <a:lnTo>
                        <a:pt x="0" y="216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5" name="AutoShape 26"/>
                <p:cNvSpPr>
                  <a:spLocks noChangeArrowheads="1"/>
                </p:cNvSpPr>
                <p:nvPr/>
              </p:nvSpPr>
              <p:spPr bwMode="auto">
                <a:xfrm>
                  <a:off x="2811" y="3165"/>
                  <a:ext cx="188" cy="17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3217 w 21600"/>
                    <a:gd name="T25" fmla="*/ 3140 h 21600"/>
                    <a:gd name="T26" fmla="*/ 18383 w 21600"/>
                    <a:gd name="T27" fmla="*/ 18460 h 2160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600" h="21600"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  <a:moveTo>
                        <a:pt x="4245" y="10800"/>
                      </a:moveTo>
                      <a:cubicBezTo>
                        <a:pt x="4245" y="14420"/>
                        <a:pt x="7180" y="17355"/>
                        <a:pt x="10800" y="17355"/>
                      </a:cubicBezTo>
                      <a:cubicBezTo>
                        <a:pt x="14420" y="17355"/>
                        <a:pt x="17355" y="14420"/>
                        <a:pt x="17355" y="10800"/>
                      </a:cubicBezTo>
                      <a:cubicBezTo>
                        <a:pt x="17355" y="7180"/>
                        <a:pt x="14420" y="4245"/>
                        <a:pt x="10800" y="4245"/>
                      </a:cubicBezTo>
                      <a:cubicBezTo>
                        <a:pt x="7180" y="4245"/>
                        <a:pt x="4245" y="7180"/>
                        <a:pt x="4245" y="10800"/>
                      </a:cubicBez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9" name="Line 27"/>
              <p:cNvSpPr>
                <a:spLocks noChangeShapeType="1"/>
              </p:cNvSpPr>
              <p:nvPr/>
            </p:nvSpPr>
            <p:spPr bwMode="auto">
              <a:xfrm>
                <a:off x="1493" y="3119"/>
                <a:ext cx="0" cy="2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Line 28"/>
              <p:cNvSpPr>
                <a:spLocks noChangeShapeType="1"/>
              </p:cNvSpPr>
              <p:nvPr/>
            </p:nvSpPr>
            <p:spPr bwMode="auto">
              <a:xfrm>
                <a:off x="1292" y="3131"/>
                <a:ext cx="0" cy="24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Freeform 29"/>
              <p:cNvSpPr/>
              <p:nvPr/>
            </p:nvSpPr>
            <p:spPr bwMode="auto">
              <a:xfrm>
                <a:off x="1493" y="3078"/>
                <a:ext cx="44" cy="45"/>
              </a:xfrm>
              <a:custGeom>
                <a:avLst/>
                <a:gdLst>
                  <a:gd name="T0" fmla="*/ 0 w 50"/>
                  <a:gd name="T1" fmla="*/ 24 h 51"/>
                  <a:gd name="T2" fmla="*/ 7 w 50"/>
                  <a:gd name="T3" fmla="*/ 10 h 51"/>
                  <a:gd name="T4" fmla="*/ 23 w 50"/>
                  <a:gd name="T5" fmla="*/ 0 h 51"/>
                  <a:gd name="T6" fmla="*/ 0 60000 65536"/>
                  <a:gd name="T7" fmla="*/ 0 60000 65536"/>
                  <a:gd name="T8" fmla="*/ 0 60000 65536"/>
                  <a:gd name="T9" fmla="*/ 0 w 50"/>
                  <a:gd name="T10" fmla="*/ 0 h 51"/>
                  <a:gd name="T11" fmla="*/ 50 w 50"/>
                  <a:gd name="T12" fmla="*/ 51 h 5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0" h="51">
                    <a:moveTo>
                      <a:pt x="0" y="51"/>
                    </a:moveTo>
                    <a:cubicBezTo>
                      <a:pt x="3" y="40"/>
                      <a:pt x="6" y="30"/>
                      <a:pt x="14" y="22"/>
                    </a:cubicBezTo>
                    <a:cubicBezTo>
                      <a:pt x="22" y="14"/>
                      <a:pt x="43" y="5"/>
                      <a:pt x="50" y="0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Freeform 30"/>
              <p:cNvSpPr/>
              <p:nvPr/>
            </p:nvSpPr>
            <p:spPr bwMode="auto">
              <a:xfrm>
                <a:off x="1250" y="3083"/>
                <a:ext cx="45" cy="54"/>
              </a:xfrm>
              <a:custGeom>
                <a:avLst/>
                <a:gdLst>
                  <a:gd name="T0" fmla="*/ 24 w 51"/>
                  <a:gd name="T1" fmla="*/ 29 h 61"/>
                  <a:gd name="T2" fmla="*/ 17 w 51"/>
                  <a:gd name="T3" fmla="*/ 13 h 61"/>
                  <a:gd name="T4" fmla="*/ 0 w 51"/>
                  <a:gd name="T5" fmla="*/ 0 h 61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61"/>
                  <a:gd name="T11" fmla="*/ 51 w 51"/>
                  <a:gd name="T12" fmla="*/ 61 h 6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61">
                    <a:moveTo>
                      <a:pt x="51" y="61"/>
                    </a:moveTo>
                    <a:cubicBezTo>
                      <a:pt x="48" y="55"/>
                      <a:pt x="43" y="37"/>
                      <a:pt x="35" y="27"/>
                    </a:cubicBezTo>
                    <a:cubicBezTo>
                      <a:pt x="27" y="17"/>
                      <a:pt x="7" y="6"/>
                      <a:pt x="0" y="0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Line 31"/>
              <p:cNvSpPr>
                <a:spLocks noChangeShapeType="1"/>
              </p:cNvSpPr>
              <p:nvPr/>
            </p:nvSpPr>
            <p:spPr bwMode="auto">
              <a:xfrm>
                <a:off x="1526" y="3390"/>
                <a:ext cx="69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Freeform 32"/>
              <p:cNvSpPr/>
              <p:nvPr/>
            </p:nvSpPr>
            <p:spPr bwMode="auto">
              <a:xfrm>
                <a:off x="1491" y="3354"/>
                <a:ext cx="40" cy="38"/>
              </a:xfrm>
              <a:custGeom>
                <a:avLst/>
                <a:gdLst>
                  <a:gd name="T0" fmla="*/ 0 w 45"/>
                  <a:gd name="T1" fmla="*/ 0 h 43"/>
                  <a:gd name="T2" fmla="*/ 4 w 45"/>
                  <a:gd name="T3" fmla="*/ 13 h 43"/>
                  <a:gd name="T4" fmla="*/ 12 w 45"/>
                  <a:gd name="T5" fmla="*/ 19 h 43"/>
                  <a:gd name="T6" fmla="*/ 22 w 45"/>
                  <a:gd name="T7" fmla="*/ 21 h 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43"/>
                  <a:gd name="T14" fmla="*/ 45 w 45"/>
                  <a:gd name="T15" fmla="*/ 43 h 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43">
                    <a:moveTo>
                      <a:pt x="0" y="0"/>
                    </a:moveTo>
                    <a:lnTo>
                      <a:pt x="8" y="27"/>
                    </a:lnTo>
                    <a:lnTo>
                      <a:pt x="24" y="40"/>
                    </a:lnTo>
                    <a:lnTo>
                      <a:pt x="45" y="43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Line 33"/>
              <p:cNvSpPr>
                <a:spLocks noChangeShapeType="1"/>
              </p:cNvSpPr>
              <p:nvPr/>
            </p:nvSpPr>
            <p:spPr bwMode="auto">
              <a:xfrm>
                <a:off x="562" y="3390"/>
                <a:ext cx="69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Freeform 34"/>
              <p:cNvSpPr/>
              <p:nvPr/>
            </p:nvSpPr>
            <p:spPr bwMode="auto">
              <a:xfrm>
                <a:off x="1257" y="3368"/>
                <a:ext cx="37" cy="24"/>
              </a:xfrm>
              <a:custGeom>
                <a:avLst/>
                <a:gdLst>
                  <a:gd name="T0" fmla="*/ 20 w 42"/>
                  <a:gd name="T1" fmla="*/ 0 h 27"/>
                  <a:gd name="T2" fmla="*/ 13 w 42"/>
                  <a:gd name="T3" fmla="*/ 10 h 27"/>
                  <a:gd name="T4" fmla="*/ 0 w 42"/>
                  <a:gd name="T5" fmla="*/ 13 h 27"/>
                  <a:gd name="T6" fmla="*/ 0 60000 65536"/>
                  <a:gd name="T7" fmla="*/ 0 60000 65536"/>
                  <a:gd name="T8" fmla="*/ 0 60000 65536"/>
                  <a:gd name="T9" fmla="*/ 0 w 42"/>
                  <a:gd name="T10" fmla="*/ 0 h 27"/>
                  <a:gd name="T11" fmla="*/ 42 w 4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" h="27">
                    <a:moveTo>
                      <a:pt x="42" y="0"/>
                    </a:moveTo>
                    <a:cubicBezTo>
                      <a:pt x="40" y="3"/>
                      <a:pt x="34" y="15"/>
                      <a:pt x="27" y="19"/>
                    </a:cubicBezTo>
                    <a:cubicBezTo>
                      <a:pt x="20" y="23"/>
                      <a:pt x="6" y="25"/>
                      <a:pt x="0" y="27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8" name="Line 35"/>
              <p:cNvSpPr>
                <a:spLocks noChangeShapeType="1"/>
              </p:cNvSpPr>
              <p:nvPr/>
            </p:nvSpPr>
            <p:spPr bwMode="auto">
              <a:xfrm>
                <a:off x="1531" y="3556"/>
                <a:ext cx="69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9" name="Line 36"/>
              <p:cNvSpPr>
                <a:spLocks noChangeShapeType="1"/>
              </p:cNvSpPr>
              <p:nvPr/>
            </p:nvSpPr>
            <p:spPr bwMode="auto">
              <a:xfrm>
                <a:off x="562" y="3556"/>
                <a:ext cx="70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0" name="Line 37"/>
              <p:cNvSpPr>
                <a:spLocks noChangeShapeType="1"/>
              </p:cNvSpPr>
              <p:nvPr/>
            </p:nvSpPr>
            <p:spPr bwMode="auto">
              <a:xfrm>
                <a:off x="1494" y="3574"/>
                <a:ext cx="0" cy="25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1" name="Freeform 38"/>
              <p:cNvSpPr/>
              <p:nvPr/>
            </p:nvSpPr>
            <p:spPr bwMode="auto">
              <a:xfrm>
                <a:off x="1293" y="3580"/>
                <a:ext cx="1" cy="195"/>
              </a:xfrm>
              <a:custGeom>
                <a:avLst/>
                <a:gdLst>
                  <a:gd name="T0" fmla="*/ 0 w 1"/>
                  <a:gd name="T1" fmla="*/ 0 h 195"/>
                  <a:gd name="T2" fmla="*/ 1 w 1"/>
                  <a:gd name="T3" fmla="*/ 195 h 195"/>
                  <a:gd name="T4" fmla="*/ 0 60000 65536"/>
                  <a:gd name="T5" fmla="*/ 0 60000 65536"/>
                  <a:gd name="T6" fmla="*/ 0 w 1"/>
                  <a:gd name="T7" fmla="*/ 0 h 195"/>
                  <a:gd name="T8" fmla="*/ 1 w 1"/>
                  <a:gd name="T9" fmla="*/ 195 h 19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95">
                    <a:moveTo>
                      <a:pt x="0" y="0"/>
                    </a:moveTo>
                    <a:lnTo>
                      <a:pt x="1" y="19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2" name="Freeform 39"/>
              <p:cNvSpPr/>
              <p:nvPr/>
            </p:nvSpPr>
            <p:spPr bwMode="auto">
              <a:xfrm>
                <a:off x="1257" y="3553"/>
                <a:ext cx="38" cy="36"/>
              </a:xfrm>
              <a:custGeom>
                <a:avLst/>
                <a:gdLst>
                  <a:gd name="T0" fmla="*/ 0 w 43"/>
                  <a:gd name="T1" fmla="*/ 0 h 41"/>
                  <a:gd name="T2" fmla="*/ 15 w 43"/>
                  <a:gd name="T3" fmla="*/ 8 h 41"/>
                  <a:gd name="T4" fmla="*/ 21 w 43"/>
                  <a:gd name="T5" fmla="*/ 19 h 41"/>
                  <a:gd name="T6" fmla="*/ 0 60000 65536"/>
                  <a:gd name="T7" fmla="*/ 0 60000 65536"/>
                  <a:gd name="T8" fmla="*/ 0 60000 65536"/>
                  <a:gd name="T9" fmla="*/ 0 w 43"/>
                  <a:gd name="T10" fmla="*/ 0 h 41"/>
                  <a:gd name="T11" fmla="*/ 43 w 43"/>
                  <a:gd name="T12" fmla="*/ 41 h 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" h="41">
                    <a:moveTo>
                      <a:pt x="0" y="0"/>
                    </a:moveTo>
                    <a:cubicBezTo>
                      <a:pt x="5" y="3"/>
                      <a:pt x="25" y="10"/>
                      <a:pt x="32" y="17"/>
                    </a:cubicBezTo>
                    <a:cubicBezTo>
                      <a:pt x="39" y="24"/>
                      <a:pt x="41" y="36"/>
                      <a:pt x="43" y="41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3" name="Freeform 40"/>
              <p:cNvSpPr/>
              <p:nvPr/>
            </p:nvSpPr>
            <p:spPr bwMode="auto">
              <a:xfrm>
                <a:off x="1493" y="3554"/>
                <a:ext cx="42" cy="30"/>
              </a:xfrm>
              <a:custGeom>
                <a:avLst/>
                <a:gdLst>
                  <a:gd name="T0" fmla="*/ 21 w 48"/>
                  <a:gd name="T1" fmla="*/ 0 h 34"/>
                  <a:gd name="T2" fmla="*/ 7 w 48"/>
                  <a:gd name="T3" fmla="*/ 4 h 34"/>
                  <a:gd name="T4" fmla="*/ 0 w 48"/>
                  <a:gd name="T5" fmla="*/ 16 h 34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34"/>
                  <a:gd name="T11" fmla="*/ 48 w 48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34">
                    <a:moveTo>
                      <a:pt x="48" y="0"/>
                    </a:moveTo>
                    <a:cubicBezTo>
                      <a:pt x="42" y="2"/>
                      <a:pt x="22" y="4"/>
                      <a:pt x="14" y="10"/>
                    </a:cubicBezTo>
                    <a:cubicBezTo>
                      <a:pt x="6" y="16"/>
                      <a:pt x="3" y="29"/>
                      <a:pt x="0" y="34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4" name="Freeform 41"/>
              <p:cNvSpPr/>
              <p:nvPr/>
            </p:nvSpPr>
            <p:spPr bwMode="auto">
              <a:xfrm>
                <a:off x="1493" y="3817"/>
                <a:ext cx="51" cy="38"/>
              </a:xfrm>
              <a:custGeom>
                <a:avLst/>
                <a:gdLst>
                  <a:gd name="T0" fmla="*/ 0 w 58"/>
                  <a:gd name="T1" fmla="*/ 0 h 43"/>
                  <a:gd name="T2" fmla="*/ 11 w 58"/>
                  <a:gd name="T3" fmla="*/ 14 h 43"/>
                  <a:gd name="T4" fmla="*/ 27 w 58"/>
                  <a:gd name="T5" fmla="*/ 21 h 43"/>
                  <a:gd name="T6" fmla="*/ 0 60000 65536"/>
                  <a:gd name="T7" fmla="*/ 0 60000 65536"/>
                  <a:gd name="T8" fmla="*/ 0 60000 65536"/>
                  <a:gd name="T9" fmla="*/ 0 w 58"/>
                  <a:gd name="T10" fmla="*/ 0 h 43"/>
                  <a:gd name="T11" fmla="*/ 58 w 58"/>
                  <a:gd name="T12" fmla="*/ 43 h 4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8" h="43">
                    <a:moveTo>
                      <a:pt x="0" y="0"/>
                    </a:moveTo>
                    <a:cubicBezTo>
                      <a:pt x="4" y="5"/>
                      <a:pt x="14" y="22"/>
                      <a:pt x="24" y="29"/>
                    </a:cubicBezTo>
                    <a:cubicBezTo>
                      <a:pt x="34" y="36"/>
                      <a:pt x="51" y="40"/>
                      <a:pt x="58" y="43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Freeform 42"/>
              <p:cNvSpPr/>
              <p:nvPr/>
            </p:nvSpPr>
            <p:spPr bwMode="auto">
              <a:xfrm>
                <a:off x="1253" y="3763"/>
                <a:ext cx="41" cy="96"/>
              </a:xfrm>
              <a:custGeom>
                <a:avLst/>
                <a:gdLst>
                  <a:gd name="T0" fmla="*/ 41 w 41"/>
                  <a:gd name="T1" fmla="*/ 0 h 96"/>
                  <a:gd name="T2" fmla="*/ 38 w 41"/>
                  <a:gd name="T3" fmla="*/ 58 h 96"/>
                  <a:gd name="T4" fmla="*/ 24 w 41"/>
                  <a:gd name="T5" fmla="*/ 79 h 96"/>
                  <a:gd name="T6" fmla="*/ 0 w 41"/>
                  <a:gd name="T7" fmla="*/ 96 h 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1"/>
                  <a:gd name="T13" fmla="*/ 0 h 96"/>
                  <a:gd name="T14" fmla="*/ 41 w 41"/>
                  <a:gd name="T15" fmla="*/ 96 h 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1" h="96">
                    <a:moveTo>
                      <a:pt x="41" y="0"/>
                    </a:moveTo>
                    <a:cubicBezTo>
                      <a:pt x="41" y="10"/>
                      <a:pt x="41" y="45"/>
                      <a:pt x="38" y="58"/>
                    </a:cubicBezTo>
                    <a:cubicBezTo>
                      <a:pt x="35" y="71"/>
                      <a:pt x="30" y="73"/>
                      <a:pt x="24" y="79"/>
                    </a:cubicBezTo>
                    <a:cubicBezTo>
                      <a:pt x="18" y="85"/>
                      <a:pt x="5" y="92"/>
                      <a:pt x="0" y="96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6" name="Freeform 43"/>
              <p:cNvSpPr/>
              <p:nvPr/>
            </p:nvSpPr>
            <p:spPr bwMode="auto">
              <a:xfrm>
                <a:off x="520" y="3351"/>
                <a:ext cx="52" cy="41"/>
              </a:xfrm>
              <a:custGeom>
                <a:avLst/>
                <a:gdLst>
                  <a:gd name="T0" fmla="*/ 28 w 59"/>
                  <a:gd name="T1" fmla="*/ 23 h 46"/>
                  <a:gd name="T2" fmla="*/ 12 w 59"/>
                  <a:gd name="T3" fmla="*/ 18 h 46"/>
                  <a:gd name="T4" fmla="*/ 0 w 59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59"/>
                  <a:gd name="T10" fmla="*/ 0 h 46"/>
                  <a:gd name="T11" fmla="*/ 59 w 59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9" h="46">
                    <a:moveTo>
                      <a:pt x="59" y="46"/>
                    </a:moveTo>
                    <a:cubicBezTo>
                      <a:pt x="54" y="44"/>
                      <a:pt x="36" y="43"/>
                      <a:pt x="26" y="35"/>
                    </a:cubicBezTo>
                    <a:cubicBezTo>
                      <a:pt x="16" y="27"/>
                      <a:pt x="5" y="7"/>
                      <a:pt x="0" y="0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Freeform 44"/>
              <p:cNvSpPr/>
              <p:nvPr/>
            </p:nvSpPr>
            <p:spPr bwMode="auto">
              <a:xfrm>
                <a:off x="520" y="3554"/>
                <a:ext cx="49" cy="34"/>
              </a:xfrm>
              <a:custGeom>
                <a:avLst/>
                <a:gdLst>
                  <a:gd name="T0" fmla="*/ 25 w 56"/>
                  <a:gd name="T1" fmla="*/ 0 h 39"/>
                  <a:gd name="T2" fmla="*/ 9 w 56"/>
                  <a:gd name="T3" fmla="*/ 7 h 39"/>
                  <a:gd name="T4" fmla="*/ 0 w 56"/>
                  <a:gd name="T5" fmla="*/ 17 h 39"/>
                  <a:gd name="T6" fmla="*/ 0 60000 65536"/>
                  <a:gd name="T7" fmla="*/ 0 60000 65536"/>
                  <a:gd name="T8" fmla="*/ 0 60000 65536"/>
                  <a:gd name="T9" fmla="*/ 0 w 56"/>
                  <a:gd name="T10" fmla="*/ 0 h 39"/>
                  <a:gd name="T11" fmla="*/ 56 w 56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" h="39">
                    <a:moveTo>
                      <a:pt x="56" y="0"/>
                    </a:moveTo>
                    <a:cubicBezTo>
                      <a:pt x="50" y="2"/>
                      <a:pt x="28" y="9"/>
                      <a:pt x="19" y="15"/>
                    </a:cubicBezTo>
                    <a:cubicBezTo>
                      <a:pt x="10" y="21"/>
                      <a:pt x="4" y="34"/>
                      <a:pt x="0" y="39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Freeform 45"/>
              <p:cNvSpPr/>
              <p:nvPr/>
            </p:nvSpPr>
            <p:spPr bwMode="auto">
              <a:xfrm>
                <a:off x="2216" y="3343"/>
                <a:ext cx="56" cy="49"/>
              </a:xfrm>
              <a:custGeom>
                <a:avLst/>
                <a:gdLst>
                  <a:gd name="T0" fmla="*/ 0 w 64"/>
                  <a:gd name="T1" fmla="*/ 25 h 56"/>
                  <a:gd name="T2" fmla="*/ 18 w 64"/>
                  <a:gd name="T3" fmla="*/ 20 h 56"/>
                  <a:gd name="T4" fmla="*/ 29 w 64"/>
                  <a:gd name="T5" fmla="*/ 0 h 56"/>
                  <a:gd name="T6" fmla="*/ 0 60000 65536"/>
                  <a:gd name="T7" fmla="*/ 0 60000 65536"/>
                  <a:gd name="T8" fmla="*/ 0 60000 65536"/>
                  <a:gd name="T9" fmla="*/ 0 w 64"/>
                  <a:gd name="T10" fmla="*/ 0 h 56"/>
                  <a:gd name="T11" fmla="*/ 64 w 64"/>
                  <a:gd name="T12" fmla="*/ 56 h 5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4" h="56">
                    <a:moveTo>
                      <a:pt x="0" y="56"/>
                    </a:moveTo>
                    <a:cubicBezTo>
                      <a:pt x="7" y="54"/>
                      <a:pt x="29" y="53"/>
                      <a:pt x="40" y="44"/>
                    </a:cubicBezTo>
                    <a:cubicBezTo>
                      <a:pt x="51" y="35"/>
                      <a:pt x="59" y="9"/>
                      <a:pt x="64" y="0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9" name="Freeform 46"/>
              <p:cNvSpPr/>
              <p:nvPr/>
            </p:nvSpPr>
            <p:spPr bwMode="auto">
              <a:xfrm>
                <a:off x="2221" y="3556"/>
                <a:ext cx="53" cy="42"/>
              </a:xfrm>
              <a:custGeom>
                <a:avLst/>
                <a:gdLst>
                  <a:gd name="T0" fmla="*/ 0 w 60"/>
                  <a:gd name="T1" fmla="*/ 0 h 48"/>
                  <a:gd name="T2" fmla="*/ 10 w 60"/>
                  <a:gd name="T3" fmla="*/ 3 h 48"/>
                  <a:gd name="T4" fmla="*/ 21 w 60"/>
                  <a:gd name="T5" fmla="*/ 9 h 48"/>
                  <a:gd name="T6" fmla="*/ 29 w 60"/>
                  <a:gd name="T7" fmla="*/ 21 h 4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0"/>
                  <a:gd name="T13" fmla="*/ 0 h 48"/>
                  <a:gd name="T14" fmla="*/ 60 w 60"/>
                  <a:gd name="T15" fmla="*/ 48 h 4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0" h="48">
                    <a:moveTo>
                      <a:pt x="0" y="0"/>
                    </a:moveTo>
                    <a:cubicBezTo>
                      <a:pt x="3" y="1"/>
                      <a:pt x="14" y="0"/>
                      <a:pt x="21" y="3"/>
                    </a:cubicBezTo>
                    <a:cubicBezTo>
                      <a:pt x="28" y="6"/>
                      <a:pt x="39" y="12"/>
                      <a:pt x="45" y="19"/>
                    </a:cubicBezTo>
                    <a:cubicBezTo>
                      <a:pt x="51" y="26"/>
                      <a:pt x="57" y="42"/>
                      <a:pt x="60" y="48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0" name="Line 47"/>
              <p:cNvSpPr>
                <a:spLocks noChangeShapeType="1"/>
              </p:cNvSpPr>
              <p:nvPr/>
            </p:nvSpPr>
            <p:spPr bwMode="auto">
              <a:xfrm>
                <a:off x="716" y="3417"/>
                <a:ext cx="0" cy="11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1" name="Line 48"/>
              <p:cNvSpPr>
                <a:spLocks noChangeShapeType="1"/>
              </p:cNvSpPr>
              <p:nvPr/>
            </p:nvSpPr>
            <p:spPr bwMode="auto">
              <a:xfrm>
                <a:off x="2065" y="3417"/>
                <a:ext cx="0" cy="11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2" name="Freeform 49"/>
              <p:cNvSpPr/>
              <p:nvPr/>
            </p:nvSpPr>
            <p:spPr bwMode="auto">
              <a:xfrm>
                <a:off x="2039" y="3389"/>
                <a:ext cx="27" cy="40"/>
              </a:xfrm>
              <a:custGeom>
                <a:avLst/>
                <a:gdLst>
                  <a:gd name="T0" fmla="*/ 0 w 31"/>
                  <a:gd name="T1" fmla="*/ 0 h 45"/>
                  <a:gd name="T2" fmla="*/ 10 w 31"/>
                  <a:gd name="T3" fmla="*/ 10 h 45"/>
                  <a:gd name="T4" fmla="*/ 14 w 31"/>
                  <a:gd name="T5" fmla="*/ 22 h 45"/>
                  <a:gd name="T6" fmla="*/ 0 60000 65536"/>
                  <a:gd name="T7" fmla="*/ 0 60000 65536"/>
                  <a:gd name="T8" fmla="*/ 0 60000 65536"/>
                  <a:gd name="T9" fmla="*/ 0 w 31"/>
                  <a:gd name="T10" fmla="*/ 0 h 45"/>
                  <a:gd name="T11" fmla="*/ 31 w 31"/>
                  <a:gd name="T12" fmla="*/ 45 h 4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" h="45">
                    <a:moveTo>
                      <a:pt x="0" y="0"/>
                    </a:moveTo>
                    <a:cubicBezTo>
                      <a:pt x="4" y="3"/>
                      <a:pt x="19" y="12"/>
                      <a:pt x="24" y="19"/>
                    </a:cubicBezTo>
                    <a:cubicBezTo>
                      <a:pt x="29" y="26"/>
                      <a:pt x="30" y="40"/>
                      <a:pt x="31" y="45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Freeform 50"/>
              <p:cNvSpPr/>
              <p:nvPr/>
            </p:nvSpPr>
            <p:spPr bwMode="auto">
              <a:xfrm>
                <a:off x="2040" y="3515"/>
                <a:ext cx="28" cy="39"/>
              </a:xfrm>
              <a:custGeom>
                <a:avLst/>
                <a:gdLst>
                  <a:gd name="T0" fmla="*/ 14 w 32"/>
                  <a:gd name="T1" fmla="*/ 0 h 44"/>
                  <a:gd name="T2" fmla="*/ 10 w 32"/>
                  <a:gd name="T3" fmla="*/ 14 h 44"/>
                  <a:gd name="T4" fmla="*/ 0 w 32"/>
                  <a:gd name="T5" fmla="*/ 21 h 44"/>
                  <a:gd name="T6" fmla="*/ 0 60000 65536"/>
                  <a:gd name="T7" fmla="*/ 0 60000 65536"/>
                  <a:gd name="T8" fmla="*/ 0 60000 65536"/>
                  <a:gd name="T9" fmla="*/ 0 w 32"/>
                  <a:gd name="T10" fmla="*/ 0 h 44"/>
                  <a:gd name="T11" fmla="*/ 32 w 32"/>
                  <a:gd name="T12" fmla="*/ 44 h 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2" h="44">
                    <a:moveTo>
                      <a:pt x="32" y="0"/>
                    </a:moveTo>
                    <a:cubicBezTo>
                      <a:pt x="30" y="4"/>
                      <a:pt x="27" y="21"/>
                      <a:pt x="22" y="28"/>
                    </a:cubicBezTo>
                    <a:cubicBezTo>
                      <a:pt x="17" y="35"/>
                      <a:pt x="5" y="41"/>
                      <a:pt x="0" y="44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4" name="Freeform 51"/>
              <p:cNvSpPr/>
              <p:nvPr/>
            </p:nvSpPr>
            <p:spPr bwMode="auto">
              <a:xfrm>
                <a:off x="714" y="3389"/>
                <a:ext cx="27" cy="33"/>
              </a:xfrm>
              <a:custGeom>
                <a:avLst/>
                <a:gdLst>
                  <a:gd name="T0" fmla="*/ 0 w 31"/>
                  <a:gd name="T1" fmla="*/ 19 h 37"/>
                  <a:gd name="T2" fmla="*/ 4 w 31"/>
                  <a:gd name="T3" fmla="*/ 9 h 37"/>
                  <a:gd name="T4" fmla="*/ 14 w 31"/>
                  <a:gd name="T5" fmla="*/ 0 h 37"/>
                  <a:gd name="T6" fmla="*/ 0 60000 65536"/>
                  <a:gd name="T7" fmla="*/ 0 60000 65536"/>
                  <a:gd name="T8" fmla="*/ 0 60000 65536"/>
                  <a:gd name="T9" fmla="*/ 0 w 31"/>
                  <a:gd name="T10" fmla="*/ 0 h 37"/>
                  <a:gd name="T11" fmla="*/ 31 w 31"/>
                  <a:gd name="T12" fmla="*/ 37 h 3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" h="37">
                    <a:moveTo>
                      <a:pt x="0" y="37"/>
                    </a:moveTo>
                    <a:cubicBezTo>
                      <a:pt x="2" y="34"/>
                      <a:pt x="5" y="23"/>
                      <a:pt x="10" y="17"/>
                    </a:cubicBezTo>
                    <a:cubicBezTo>
                      <a:pt x="15" y="11"/>
                      <a:pt x="27" y="4"/>
                      <a:pt x="31" y="0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5" name="Freeform 52"/>
              <p:cNvSpPr/>
              <p:nvPr/>
            </p:nvSpPr>
            <p:spPr bwMode="auto">
              <a:xfrm>
                <a:off x="716" y="3523"/>
                <a:ext cx="31" cy="34"/>
              </a:xfrm>
              <a:custGeom>
                <a:avLst/>
                <a:gdLst>
                  <a:gd name="T0" fmla="*/ 0 w 36"/>
                  <a:gd name="T1" fmla="*/ 0 h 38"/>
                  <a:gd name="T2" fmla="*/ 3 w 36"/>
                  <a:gd name="T3" fmla="*/ 13 h 38"/>
                  <a:gd name="T4" fmla="*/ 15 w 36"/>
                  <a:gd name="T5" fmla="*/ 19 h 38"/>
                  <a:gd name="T6" fmla="*/ 0 60000 65536"/>
                  <a:gd name="T7" fmla="*/ 0 60000 65536"/>
                  <a:gd name="T8" fmla="*/ 0 60000 65536"/>
                  <a:gd name="T9" fmla="*/ 0 w 36"/>
                  <a:gd name="T10" fmla="*/ 0 h 38"/>
                  <a:gd name="T11" fmla="*/ 36 w 36"/>
                  <a:gd name="T12" fmla="*/ 38 h 3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" h="38">
                    <a:moveTo>
                      <a:pt x="0" y="0"/>
                    </a:moveTo>
                    <a:cubicBezTo>
                      <a:pt x="1" y="4"/>
                      <a:pt x="3" y="20"/>
                      <a:pt x="9" y="26"/>
                    </a:cubicBezTo>
                    <a:cubicBezTo>
                      <a:pt x="15" y="32"/>
                      <a:pt x="31" y="36"/>
                      <a:pt x="36" y="38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Line 53"/>
              <p:cNvSpPr>
                <a:spLocks noChangeShapeType="1"/>
              </p:cNvSpPr>
              <p:nvPr/>
            </p:nvSpPr>
            <p:spPr bwMode="auto">
              <a:xfrm>
                <a:off x="1325" y="3165"/>
                <a:ext cx="13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Freeform 54"/>
              <p:cNvSpPr/>
              <p:nvPr/>
            </p:nvSpPr>
            <p:spPr bwMode="auto">
              <a:xfrm>
                <a:off x="1458" y="3165"/>
                <a:ext cx="37" cy="24"/>
              </a:xfrm>
              <a:custGeom>
                <a:avLst/>
                <a:gdLst>
                  <a:gd name="T0" fmla="*/ 0 w 42"/>
                  <a:gd name="T1" fmla="*/ 0 h 27"/>
                  <a:gd name="T2" fmla="*/ 12 w 42"/>
                  <a:gd name="T3" fmla="*/ 4 h 27"/>
                  <a:gd name="T4" fmla="*/ 20 w 42"/>
                  <a:gd name="T5" fmla="*/ 13 h 27"/>
                  <a:gd name="T6" fmla="*/ 0 60000 65536"/>
                  <a:gd name="T7" fmla="*/ 0 60000 65536"/>
                  <a:gd name="T8" fmla="*/ 0 60000 65536"/>
                  <a:gd name="T9" fmla="*/ 0 w 42"/>
                  <a:gd name="T10" fmla="*/ 0 h 27"/>
                  <a:gd name="T11" fmla="*/ 42 w 4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" h="27">
                    <a:moveTo>
                      <a:pt x="0" y="0"/>
                    </a:moveTo>
                    <a:cubicBezTo>
                      <a:pt x="4" y="1"/>
                      <a:pt x="19" y="2"/>
                      <a:pt x="26" y="6"/>
                    </a:cubicBezTo>
                    <a:cubicBezTo>
                      <a:pt x="33" y="10"/>
                      <a:pt x="39" y="23"/>
                      <a:pt x="42" y="27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8" name="Freeform 55"/>
              <p:cNvSpPr/>
              <p:nvPr/>
            </p:nvSpPr>
            <p:spPr bwMode="auto">
              <a:xfrm>
                <a:off x="1291" y="3165"/>
                <a:ext cx="39" cy="26"/>
              </a:xfrm>
              <a:custGeom>
                <a:avLst/>
                <a:gdLst>
                  <a:gd name="T0" fmla="*/ 21 w 44"/>
                  <a:gd name="T1" fmla="*/ 0 h 29"/>
                  <a:gd name="T2" fmla="*/ 10 w 44"/>
                  <a:gd name="T3" fmla="*/ 4 h 29"/>
                  <a:gd name="T4" fmla="*/ 0 w 44"/>
                  <a:gd name="T5" fmla="*/ 15 h 29"/>
                  <a:gd name="T6" fmla="*/ 0 60000 65536"/>
                  <a:gd name="T7" fmla="*/ 0 60000 65536"/>
                  <a:gd name="T8" fmla="*/ 0 60000 65536"/>
                  <a:gd name="T9" fmla="*/ 0 w 44"/>
                  <a:gd name="T10" fmla="*/ 0 h 29"/>
                  <a:gd name="T11" fmla="*/ 44 w 44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4" h="29">
                    <a:moveTo>
                      <a:pt x="44" y="0"/>
                    </a:moveTo>
                    <a:cubicBezTo>
                      <a:pt x="40" y="1"/>
                      <a:pt x="26" y="0"/>
                      <a:pt x="19" y="5"/>
                    </a:cubicBezTo>
                    <a:cubicBezTo>
                      <a:pt x="12" y="10"/>
                      <a:pt x="4" y="24"/>
                      <a:pt x="0" y="29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9" name="Freeform 56"/>
              <p:cNvSpPr/>
              <p:nvPr/>
            </p:nvSpPr>
            <p:spPr bwMode="auto">
              <a:xfrm>
                <a:off x="1323" y="3781"/>
                <a:ext cx="142" cy="2"/>
              </a:xfrm>
              <a:custGeom>
                <a:avLst/>
                <a:gdLst>
                  <a:gd name="T0" fmla="*/ 0 w 162"/>
                  <a:gd name="T1" fmla="*/ 1 h 3"/>
                  <a:gd name="T2" fmla="*/ 74 w 162"/>
                  <a:gd name="T3" fmla="*/ 0 h 3"/>
                  <a:gd name="T4" fmla="*/ 0 60000 65536"/>
                  <a:gd name="T5" fmla="*/ 0 60000 65536"/>
                  <a:gd name="T6" fmla="*/ 0 w 162"/>
                  <a:gd name="T7" fmla="*/ 0 h 3"/>
                  <a:gd name="T8" fmla="*/ 162 w 162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2" h="3">
                    <a:moveTo>
                      <a:pt x="0" y="3"/>
                    </a:moveTo>
                    <a:lnTo>
                      <a:pt x="16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0" name="Freeform 57"/>
              <p:cNvSpPr/>
              <p:nvPr/>
            </p:nvSpPr>
            <p:spPr bwMode="auto">
              <a:xfrm>
                <a:off x="1453" y="3752"/>
                <a:ext cx="42" cy="30"/>
              </a:xfrm>
              <a:custGeom>
                <a:avLst/>
                <a:gdLst>
                  <a:gd name="T0" fmla="*/ 0 w 48"/>
                  <a:gd name="T1" fmla="*/ 16 h 34"/>
                  <a:gd name="T2" fmla="*/ 12 w 48"/>
                  <a:gd name="T3" fmla="*/ 12 h 34"/>
                  <a:gd name="T4" fmla="*/ 21 w 48"/>
                  <a:gd name="T5" fmla="*/ 0 h 34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34"/>
                  <a:gd name="T11" fmla="*/ 48 w 48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34">
                    <a:moveTo>
                      <a:pt x="0" y="34"/>
                    </a:moveTo>
                    <a:cubicBezTo>
                      <a:pt x="5" y="33"/>
                      <a:pt x="20" y="32"/>
                      <a:pt x="28" y="26"/>
                    </a:cubicBezTo>
                    <a:cubicBezTo>
                      <a:pt x="36" y="20"/>
                      <a:pt x="44" y="5"/>
                      <a:pt x="48" y="0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Freeform 58"/>
              <p:cNvSpPr/>
              <p:nvPr/>
            </p:nvSpPr>
            <p:spPr bwMode="auto">
              <a:xfrm>
                <a:off x="1290" y="3758"/>
                <a:ext cx="43" cy="24"/>
              </a:xfrm>
              <a:custGeom>
                <a:avLst/>
                <a:gdLst>
                  <a:gd name="T0" fmla="*/ 0 w 49"/>
                  <a:gd name="T1" fmla="*/ 0 h 28"/>
                  <a:gd name="T2" fmla="*/ 10 w 49"/>
                  <a:gd name="T3" fmla="*/ 8 h 28"/>
                  <a:gd name="T4" fmla="*/ 22 w 49"/>
                  <a:gd name="T5" fmla="*/ 11 h 28"/>
                  <a:gd name="T6" fmla="*/ 0 60000 65536"/>
                  <a:gd name="T7" fmla="*/ 0 60000 65536"/>
                  <a:gd name="T8" fmla="*/ 0 60000 65536"/>
                  <a:gd name="T9" fmla="*/ 0 w 49"/>
                  <a:gd name="T10" fmla="*/ 0 h 28"/>
                  <a:gd name="T11" fmla="*/ 49 w 49"/>
                  <a:gd name="T12" fmla="*/ 28 h 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9" h="28">
                    <a:moveTo>
                      <a:pt x="0" y="0"/>
                    </a:moveTo>
                    <a:cubicBezTo>
                      <a:pt x="4" y="3"/>
                      <a:pt x="14" y="16"/>
                      <a:pt x="22" y="21"/>
                    </a:cubicBezTo>
                    <a:cubicBezTo>
                      <a:pt x="30" y="26"/>
                      <a:pt x="44" y="27"/>
                      <a:pt x="49" y="28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grpSp>
            <p:nvGrpSpPr>
              <p:cNvPr id="62" name="Group 59"/>
              <p:cNvGrpSpPr/>
              <p:nvPr/>
            </p:nvGrpSpPr>
            <p:grpSpPr bwMode="auto">
              <a:xfrm>
                <a:off x="710" y="3162"/>
                <a:ext cx="1351" cy="627"/>
                <a:chOff x="763" y="3042"/>
                <a:chExt cx="1541" cy="712"/>
              </a:xfrm>
            </p:grpSpPr>
            <p:sp>
              <p:nvSpPr>
                <p:cNvPr id="87" name="Freeform 60"/>
                <p:cNvSpPr/>
                <p:nvPr/>
              </p:nvSpPr>
              <p:spPr bwMode="auto">
                <a:xfrm>
                  <a:off x="763" y="3296"/>
                  <a:ext cx="110" cy="110"/>
                </a:xfrm>
                <a:custGeom>
                  <a:avLst/>
                  <a:gdLst>
                    <a:gd name="T0" fmla="*/ 0 w 110"/>
                    <a:gd name="T1" fmla="*/ 112 h 112"/>
                    <a:gd name="T2" fmla="*/ 110 w 110"/>
                    <a:gd name="T3" fmla="*/ 0 h 112"/>
                    <a:gd name="T4" fmla="*/ 0 60000 65536"/>
                    <a:gd name="T5" fmla="*/ 0 60000 65536"/>
                    <a:gd name="T6" fmla="*/ 0 w 110"/>
                    <a:gd name="T7" fmla="*/ 0 h 112"/>
                    <a:gd name="T8" fmla="*/ 110 w 110"/>
                    <a:gd name="T9" fmla="*/ 112 h 112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10" h="112">
                      <a:moveTo>
                        <a:pt x="0" y="112"/>
                      </a:moveTo>
                      <a:lnTo>
                        <a:pt x="110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8" name="Line 61"/>
                <p:cNvSpPr>
                  <a:spLocks noChangeShapeType="1"/>
                </p:cNvSpPr>
                <p:nvPr/>
              </p:nvSpPr>
              <p:spPr bwMode="auto">
                <a:xfrm flipV="1">
                  <a:off x="916" y="3310"/>
                  <a:ext cx="184" cy="18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9" name="Line 62"/>
                <p:cNvSpPr>
                  <a:spLocks noChangeShapeType="1"/>
                </p:cNvSpPr>
                <p:nvPr/>
              </p:nvSpPr>
              <p:spPr bwMode="auto">
                <a:xfrm flipV="1">
                  <a:off x="1178" y="3303"/>
                  <a:ext cx="189" cy="18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" name="Freeform 63"/>
                <p:cNvSpPr/>
                <p:nvPr/>
              </p:nvSpPr>
              <p:spPr bwMode="auto">
                <a:xfrm>
                  <a:off x="1425" y="3048"/>
                  <a:ext cx="212" cy="211"/>
                </a:xfrm>
                <a:custGeom>
                  <a:avLst/>
                  <a:gdLst>
                    <a:gd name="T0" fmla="*/ 0 w 212"/>
                    <a:gd name="T1" fmla="*/ 211 h 211"/>
                    <a:gd name="T2" fmla="*/ 212 w 212"/>
                    <a:gd name="T3" fmla="*/ 0 h 211"/>
                    <a:gd name="T4" fmla="*/ 0 60000 65536"/>
                    <a:gd name="T5" fmla="*/ 0 60000 65536"/>
                    <a:gd name="T6" fmla="*/ 0 w 212"/>
                    <a:gd name="T7" fmla="*/ 0 h 211"/>
                    <a:gd name="T8" fmla="*/ 212 w 212"/>
                    <a:gd name="T9" fmla="*/ 211 h 21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212" h="211">
                      <a:moveTo>
                        <a:pt x="0" y="211"/>
                      </a:moveTo>
                      <a:lnTo>
                        <a:pt x="212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1" name="Line 64"/>
                <p:cNvSpPr>
                  <a:spLocks noChangeShapeType="1"/>
                </p:cNvSpPr>
                <p:nvPr/>
              </p:nvSpPr>
              <p:spPr bwMode="auto">
                <a:xfrm flipV="1">
                  <a:off x="1425" y="3303"/>
                  <a:ext cx="235" cy="2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2" name="Freeform 65"/>
                <p:cNvSpPr/>
                <p:nvPr/>
              </p:nvSpPr>
              <p:spPr bwMode="auto">
                <a:xfrm>
                  <a:off x="1483" y="3571"/>
                  <a:ext cx="185" cy="183"/>
                </a:xfrm>
                <a:custGeom>
                  <a:avLst/>
                  <a:gdLst>
                    <a:gd name="T0" fmla="*/ 0 w 183"/>
                    <a:gd name="T1" fmla="*/ 183 h 183"/>
                    <a:gd name="T2" fmla="*/ 183 w 183"/>
                    <a:gd name="T3" fmla="*/ 0 h 183"/>
                    <a:gd name="T4" fmla="*/ 0 60000 65536"/>
                    <a:gd name="T5" fmla="*/ 0 60000 65536"/>
                    <a:gd name="T6" fmla="*/ 0 w 183"/>
                    <a:gd name="T7" fmla="*/ 0 h 183"/>
                    <a:gd name="T8" fmla="*/ 183 w 183"/>
                    <a:gd name="T9" fmla="*/ 183 h 18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83" h="183">
                      <a:moveTo>
                        <a:pt x="0" y="183"/>
                      </a:moveTo>
                      <a:lnTo>
                        <a:pt x="183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" name="Line 66"/>
                <p:cNvSpPr>
                  <a:spLocks noChangeShapeType="1"/>
                </p:cNvSpPr>
                <p:nvPr/>
              </p:nvSpPr>
              <p:spPr bwMode="auto">
                <a:xfrm flipV="1">
                  <a:off x="1733" y="3296"/>
                  <a:ext cx="203" cy="20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4" name="Freeform 67"/>
                <p:cNvSpPr/>
                <p:nvPr/>
              </p:nvSpPr>
              <p:spPr bwMode="auto">
                <a:xfrm>
                  <a:off x="1994" y="3293"/>
                  <a:ext cx="195" cy="199"/>
                </a:xfrm>
                <a:custGeom>
                  <a:avLst/>
                  <a:gdLst>
                    <a:gd name="T0" fmla="*/ 0 w 195"/>
                    <a:gd name="T1" fmla="*/ 199 h 199"/>
                    <a:gd name="T2" fmla="*/ 195 w 195"/>
                    <a:gd name="T3" fmla="*/ 0 h 199"/>
                    <a:gd name="T4" fmla="*/ 0 60000 65536"/>
                    <a:gd name="T5" fmla="*/ 0 60000 65536"/>
                    <a:gd name="T6" fmla="*/ 0 w 195"/>
                    <a:gd name="T7" fmla="*/ 0 h 199"/>
                    <a:gd name="T8" fmla="*/ 195 w 195"/>
                    <a:gd name="T9" fmla="*/ 199 h 199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95" h="199">
                      <a:moveTo>
                        <a:pt x="0" y="199"/>
                      </a:moveTo>
                      <a:lnTo>
                        <a:pt x="195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5" name="Line 68"/>
                <p:cNvSpPr>
                  <a:spLocks noChangeShapeType="1"/>
                </p:cNvSpPr>
                <p:nvPr/>
              </p:nvSpPr>
              <p:spPr bwMode="auto">
                <a:xfrm flipV="1">
                  <a:off x="794" y="3303"/>
                  <a:ext cx="196" cy="19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6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1055" y="3311"/>
                  <a:ext cx="175" cy="174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7" name="Freeform 70"/>
                <p:cNvSpPr/>
                <p:nvPr/>
              </p:nvSpPr>
              <p:spPr bwMode="auto">
                <a:xfrm>
                  <a:off x="1421" y="3042"/>
                  <a:ext cx="92" cy="92"/>
                </a:xfrm>
                <a:custGeom>
                  <a:avLst/>
                  <a:gdLst>
                    <a:gd name="T0" fmla="*/ 0 w 92"/>
                    <a:gd name="T1" fmla="*/ 92 h 92"/>
                    <a:gd name="T2" fmla="*/ 92 w 92"/>
                    <a:gd name="T3" fmla="*/ 0 h 92"/>
                    <a:gd name="T4" fmla="*/ 0 60000 65536"/>
                    <a:gd name="T5" fmla="*/ 0 60000 65536"/>
                    <a:gd name="T6" fmla="*/ 0 w 92"/>
                    <a:gd name="T7" fmla="*/ 0 h 92"/>
                    <a:gd name="T8" fmla="*/ 92 w 92"/>
                    <a:gd name="T9" fmla="*/ 92 h 92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2" h="92">
                      <a:moveTo>
                        <a:pt x="0" y="92"/>
                      </a:moveTo>
                      <a:lnTo>
                        <a:pt x="92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8" name="Line 71"/>
                <p:cNvSpPr>
                  <a:spLocks noChangeShapeType="1"/>
                </p:cNvSpPr>
                <p:nvPr/>
              </p:nvSpPr>
              <p:spPr bwMode="auto">
                <a:xfrm flipV="1">
                  <a:off x="1323" y="3165"/>
                  <a:ext cx="327" cy="32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9" name="Freeform 72"/>
                <p:cNvSpPr/>
                <p:nvPr/>
              </p:nvSpPr>
              <p:spPr bwMode="auto">
                <a:xfrm>
                  <a:off x="1421" y="3298"/>
                  <a:ext cx="374" cy="377"/>
                </a:xfrm>
                <a:custGeom>
                  <a:avLst/>
                  <a:gdLst>
                    <a:gd name="T0" fmla="*/ 0 w 374"/>
                    <a:gd name="T1" fmla="*/ 374 h 374"/>
                    <a:gd name="T2" fmla="*/ 374 w 374"/>
                    <a:gd name="T3" fmla="*/ 0 h 374"/>
                    <a:gd name="T4" fmla="*/ 0 60000 65536"/>
                    <a:gd name="T5" fmla="*/ 0 60000 65536"/>
                    <a:gd name="T6" fmla="*/ 0 w 374"/>
                    <a:gd name="T7" fmla="*/ 0 h 374"/>
                    <a:gd name="T8" fmla="*/ 374 w 374"/>
                    <a:gd name="T9" fmla="*/ 374 h 374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74" h="374">
                      <a:moveTo>
                        <a:pt x="0" y="374"/>
                      </a:moveTo>
                      <a:lnTo>
                        <a:pt x="374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0" name="Freeform 73"/>
                <p:cNvSpPr/>
                <p:nvPr/>
              </p:nvSpPr>
              <p:spPr bwMode="auto">
                <a:xfrm>
                  <a:off x="1876" y="3293"/>
                  <a:ext cx="193" cy="193"/>
                </a:xfrm>
                <a:custGeom>
                  <a:avLst/>
                  <a:gdLst>
                    <a:gd name="T0" fmla="*/ 0 w 193"/>
                    <a:gd name="T1" fmla="*/ 193 h 193"/>
                    <a:gd name="T2" fmla="*/ 193 w 193"/>
                    <a:gd name="T3" fmla="*/ 0 h 193"/>
                    <a:gd name="T4" fmla="*/ 0 60000 65536"/>
                    <a:gd name="T5" fmla="*/ 0 60000 65536"/>
                    <a:gd name="T6" fmla="*/ 0 w 193"/>
                    <a:gd name="T7" fmla="*/ 0 h 193"/>
                    <a:gd name="T8" fmla="*/ 193 w 193"/>
                    <a:gd name="T9" fmla="*/ 193 h 19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93" h="193">
                      <a:moveTo>
                        <a:pt x="0" y="193"/>
                      </a:moveTo>
                      <a:lnTo>
                        <a:pt x="193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" name="Freeform 74"/>
                <p:cNvSpPr/>
                <p:nvPr/>
              </p:nvSpPr>
              <p:spPr bwMode="auto">
                <a:xfrm>
                  <a:off x="2124" y="3307"/>
                  <a:ext cx="180" cy="185"/>
                </a:xfrm>
                <a:custGeom>
                  <a:avLst/>
                  <a:gdLst>
                    <a:gd name="T0" fmla="*/ 0 w 180"/>
                    <a:gd name="T1" fmla="*/ 185 h 185"/>
                    <a:gd name="T2" fmla="*/ 180 w 180"/>
                    <a:gd name="T3" fmla="*/ 0 h 185"/>
                    <a:gd name="T4" fmla="*/ 0 60000 65536"/>
                    <a:gd name="T5" fmla="*/ 0 60000 65536"/>
                    <a:gd name="T6" fmla="*/ 0 w 180"/>
                    <a:gd name="T7" fmla="*/ 0 h 185"/>
                    <a:gd name="T8" fmla="*/ 180 w 180"/>
                    <a:gd name="T9" fmla="*/ 185 h 185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80" h="185">
                      <a:moveTo>
                        <a:pt x="0" y="185"/>
                      </a:moveTo>
                      <a:lnTo>
                        <a:pt x="180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" name="Line 75"/>
                <p:cNvSpPr>
                  <a:spLocks noChangeShapeType="1"/>
                </p:cNvSpPr>
                <p:nvPr/>
              </p:nvSpPr>
              <p:spPr bwMode="auto">
                <a:xfrm flipV="1">
                  <a:off x="2255" y="3442"/>
                  <a:ext cx="43" cy="4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63" name="Line 77"/>
              <p:cNvSpPr>
                <a:spLocks noChangeShapeType="1"/>
              </p:cNvSpPr>
              <p:nvPr/>
            </p:nvSpPr>
            <p:spPr bwMode="auto">
              <a:xfrm>
                <a:off x="747" y="2386"/>
                <a:ext cx="0" cy="7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4" name="Line 78"/>
              <p:cNvSpPr>
                <a:spLocks noChangeShapeType="1"/>
              </p:cNvSpPr>
              <p:nvPr/>
            </p:nvSpPr>
            <p:spPr bwMode="auto">
              <a:xfrm flipV="1">
                <a:off x="755" y="2377"/>
                <a:ext cx="51" cy="5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5" name="AutoShape 81"/>
              <p:cNvSpPr>
                <a:spLocks noChangeArrowheads="1"/>
              </p:cNvSpPr>
              <p:nvPr/>
            </p:nvSpPr>
            <p:spPr bwMode="auto">
              <a:xfrm>
                <a:off x="964" y="1013"/>
                <a:ext cx="864" cy="81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75 w 21600"/>
                  <a:gd name="T25" fmla="*/ 3162 h 21600"/>
                  <a:gd name="T26" fmla="*/ 18425 w 21600"/>
                  <a:gd name="T27" fmla="*/ 18438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4034" y="10800"/>
                    </a:moveTo>
                    <a:cubicBezTo>
                      <a:pt x="4034" y="14537"/>
                      <a:pt x="7063" y="17566"/>
                      <a:pt x="10800" y="17566"/>
                    </a:cubicBezTo>
                    <a:cubicBezTo>
                      <a:pt x="14537" y="17566"/>
                      <a:pt x="17566" y="14537"/>
                      <a:pt x="17566" y="10800"/>
                    </a:cubicBezTo>
                    <a:cubicBezTo>
                      <a:pt x="17566" y="7063"/>
                      <a:pt x="14537" y="4034"/>
                      <a:pt x="10800" y="4034"/>
                    </a:cubicBezTo>
                    <a:cubicBezTo>
                      <a:pt x="7063" y="4034"/>
                      <a:pt x="4034" y="7063"/>
                      <a:pt x="4034" y="10800"/>
                    </a:cubicBez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6" name="Rectangle 82"/>
              <p:cNvSpPr>
                <a:spLocks noChangeArrowheads="1"/>
              </p:cNvSpPr>
              <p:nvPr/>
            </p:nvSpPr>
            <p:spPr bwMode="auto">
              <a:xfrm>
                <a:off x="519" y="2386"/>
                <a:ext cx="1752" cy="217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7" name="Line 83"/>
              <p:cNvSpPr>
                <a:spLocks noChangeShapeType="1"/>
              </p:cNvSpPr>
              <p:nvPr/>
            </p:nvSpPr>
            <p:spPr bwMode="auto">
              <a:xfrm flipV="1">
                <a:off x="519" y="1308"/>
                <a:ext cx="455" cy="107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8" name="Line 84"/>
              <p:cNvSpPr>
                <a:spLocks noChangeShapeType="1"/>
              </p:cNvSpPr>
              <p:nvPr/>
            </p:nvSpPr>
            <p:spPr bwMode="auto">
              <a:xfrm flipH="1" flipV="1">
                <a:off x="1813" y="1309"/>
                <a:ext cx="458" cy="107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grpSp>
            <p:nvGrpSpPr>
              <p:cNvPr id="69" name="Group 85"/>
              <p:cNvGrpSpPr/>
              <p:nvPr/>
            </p:nvGrpSpPr>
            <p:grpSpPr bwMode="auto">
              <a:xfrm>
                <a:off x="1245" y="1800"/>
                <a:ext cx="290" cy="587"/>
                <a:chOff x="1373" y="1891"/>
                <a:chExt cx="331" cy="667"/>
              </a:xfrm>
            </p:grpSpPr>
            <p:sp>
              <p:nvSpPr>
                <p:cNvPr id="81" name="Line 86"/>
                <p:cNvSpPr>
                  <a:spLocks noChangeShapeType="1"/>
                </p:cNvSpPr>
                <p:nvPr/>
              </p:nvSpPr>
              <p:spPr bwMode="auto">
                <a:xfrm>
                  <a:off x="1427" y="1953"/>
                  <a:ext cx="0" cy="559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2" name="Line 87"/>
                <p:cNvSpPr>
                  <a:spLocks noChangeShapeType="1"/>
                </p:cNvSpPr>
                <p:nvPr/>
              </p:nvSpPr>
              <p:spPr bwMode="auto">
                <a:xfrm>
                  <a:off x="1654" y="1944"/>
                  <a:ext cx="0" cy="568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3" name="Freeform 88"/>
                <p:cNvSpPr/>
                <p:nvPr/>
              </p:nvSpPr>
              <p:spPr bwMode="auto">
                <a:xfrm>
                  <a:off x="1656" y="1891"/>
                  <a:ext cx="43" cy="58"/>
                </a:xfrm>
                <a:custGeom>
                  <a:avLst/>
                  <a:gdLst>
                    <a:gd name="T0" fmla="*/ 0 w 43"/>
                    <a:gd name="T1" fmla="*/ 58 h 58"/>
                    <a:gd name="T2" fmla="*/ 14 w 43"/>
                    <a:gd name="T3" fmla="*/ 24 h 58"/>
                    <a:gd name="T4" fmla="*/ 43 w 43"/>
                    <a:gd name="T5" fmla="*/ 0 h 58"/>
                    <a:gd name="T6" fmla="*/ 0 60000 65536"/>
                    <a:gd name="T7" fmla="*/ 0 60000 65536"/>
                    <a:gd name="T8" fmla="*/ 0 60000 65536"/>
                    <a:gd name="T9" fmla="*/ 0 w 43"/>
                    <a:gd name="T10" fmla="*/ 0 h 58"/>
                    <a:gd name="T11" fmla="*/ 43 w 43"/>
                    <a:gd name="T12" fmla="*/ 58 h 5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" h="58">
                      <a:moveTo>
                        <a:pt x="0" y="58"/>
                      </a:moveTo>
                      <a:cubicBezTo>
                        <a:pt x="3" y="46"/>
                        <a:pt x="7" y="34"/>
                        <a:pt x="14" y="24"/>
                      </a:cubicBezTo>
                      <a:cubicBezTo>
                        <a:pt x="21" y="14"/>
                        <a:pt x="38" y="4"/>
                        <a:pt x="43" y="0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4" name="Freeform 89"/>
                <p:cNvSpPr/>
                <p:nvPr/>
              </p:nvSpPr>
              <p:spPr bwMode="auto">
                <a:xfrm>
                  <a:off x="1382" y="1896"/>
                  <a:ext cx="43" cy="62"/>
                </a:xfrm>
                <a:custGeom>
                  <a:avLst/>
                  <a:gdLst>
                    <a:gd name="T0" fmla="*/ 44 w 44"/>
                    <a:gd name="T1" fmla="*/ 62 h 62"/>
                    <a:gd name="T2" fmla="*/ 29 w 44"/>
                    <a:gd name="T3" fmla="*/ 29 h 62"/>
                    <a:gd name="T4" fmla="*/ 0 w 44"/>
                    <a:gd name="T5" fmla="*/ 0 h 62"/>
                    <a:gd name="T6" fmla="*/ 0 60000 65536"/>
                    <a:gd name="T7" fmla="*/ 0 60000 65536"/>
                    <a:gd name="T8" fmla="*/ 0 60000 65536"/>
                    <a:gd name="T9" fmla="*/ 0 w 44"/>
                    <a:gd name="T10" fmla="*/ 0 h 62"/>
                    <a:gd name="T11" fmla="*/ 44 w 44"/>
                    <a:gd name="T12" fmla="*/ 62 h 6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4" h="62">
                      <a:moveTo>
                        <a:pt x="44" y="62"/>
                      </a:moveTo>
                      <a:cubicBezTo>
                        <a:pt x="40" y="50"/>
                        <a:pt x="36" y="39"/>
                        <a:pt x="29" y="29"/>
                      </a:cubicBezTo>
                      <a:cubicBezTo>
                        <a:pt x="22" y="19"/>
                        <a:pt x="11" y="9"/>
                        <a:pt x="0" y="0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5" name="Freeform 90"/>
                <p:cNvSpPr/>
                <p:nvPr/>
              </p:nvSpPr>
              <p:spPr bwMode="auto">
                <a:xfrm>
                  <a:off x="1656" y="2510"/>
                  <a:ext cx="48" cy="48"/>
                </a:xfrm>
                <a:custGeom>
                  <a:avLst/>
                  <a:gdLst>
                    <a:gd name="T0" fmla="*/ 0 w 48"/>
                    <a:gd name="T1" fmla="*/ 0 h 48"/>
                    <a:gd name="T2" fmla="*/ 14 w 48"/>
                    <a:gd name="T3" fmla="*/ 34 h 48"/>
                    <a:gd name="T4" fmla="*/ 48 w 48"/>
                    <a:gd name="T5" fmla="*/ 48 h 48"/>
                    <a:gd name="T6" fmla="*/ 0 60000 65536"/>
                    <a:gd name="T7" fmla="*/ 0 60000 65536"/>
                    <a:gd name="T8" fmla="*/ 0 60000 65536"/>
                    <a:gd name="T9" fmla="*/ 0 w 48"/>
                    <a:gd name="T10" fmla="*/ 0 h 48"/>
                    <a:gd name="T11" fmla="*/ 48 w 48"/>
                    <a:gd name="T12" fmla="*/ 48 h 4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8" h="48">
                      <a:moveTo>
                        <a:pt x="0" y="0"/>
                      </a:moveTo>
                      <a:cubicBezTo>
                        <a:pt x="3" y="13"/>
                        <a:pt x="6" y="26"/>
                        <a:pt x="14" y="34"/>
                      </a:cubicBezTo>
                      <a:cubicBezTo>
                        <a:pt x="22" y="42"/>
                        <a:pt x="35" y="45"/>
                        <a:pt x="48" y="48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6" name="Freeform 91"/>
                <p:cNvSpPr/>
                <p:nvPr/>
              </p:nvSpPr>
              <p:spPr bwMode="auto">
                <a:xfrm>
                  <a:off x="1373" y="2506"/>
                  <a:ext cx="53" cy="52"/>
                </a:xfrm>
                <a:custGeom>
                  <a:avLst/>
                  <a:gdLst>
                    <a:gd name="T0" fmla="*/ 53 w 53"/>
                    <a:gd name="T1" fmla="*/ 0 h 52"/>
                    <a:gd name="T2" fmla="*/ 38 w 53"/>
                    <a:gd name="T3" fmla="*/ 28 h 52"/>
                    <a:gd name="T4" fmla="*/ 0 w 53"/>
                    <a:gd name="T5" fmla="*/ 52 h 52"/>
                    <a:gd name="T6" fmla="*/ 0 60000 65536"/>
                    <a:gd name="T7" fmla="*/ 0 60000 65536"/>
                    <a:gd name="T8" fmla="*/ 0 60000 65536"/>
                    <a:gd name="T9" fmla="*/ 0 w 53"/>
                    <a:gd name="T10" fmla="*/ 0 h 52"/>
                    <a:gd name="T11" fmla="*/ 53 w 53"/>
                    <a:gd name="T12" fmla="*/ 52 h 5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3" h="52">
                      <a:moveTo>
                        <a:pt x="53" y="0"/>
                      </a:moveTo>
                      <a:cubicBezTo>
                        <a:pt x="50" y="9"/>
                        <a:pt x="47" y="19"/>
                        <a:pt x="38" y="28"/>
                      </a:cubicBezTo>
                      <a:cubicBezTo>
                        <a:pt x="29" y="37"/>
                        <a:pt x="14" y="44"/>
                        <a:pt x="0" y="52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70" name="Line 92"/>
              <p:cNvSpPr>
                <a:spLocks noChangeShapeType="1"/>
              </p:cNvSpPr>
              <p:nvPr/>
            </p:nvSpPr>
            <p:spPr bwMode="auto">
              <a:xfrm>
                <a:off x="582" y="2386"/>
                <a:ext cx="0" cy="7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Freeform 93"/>
              <p:cNvSpPr/>
              <p:nvPr/>
            </p:nvSpPr>
            <p:spPr bwMode="auto">
              <a:xfrm>
                <a:off x="574" y="2455"/>
                <a:ext cx="184" cy="1"/>
              </a:xfrm>
              <a:custGeom>
                <a:avLst/>
                <a:gdLst>
                  <a:gd name="T0" fmla="*/ 0 w 209"/>
                  <a:gd name="T1" fmla="*/ 0 h 1"/>
                  <a:gd name="T2" fmla="*/ 98 w 209"/>
                  <a:gd name="T3" fmla="*/ 0 h 1"/>
                  <a:gd name="T4" fmla="*/ 0 60000 65536"/>
                  <a:gd name="T5" fmla="*/ 0 60000 65536"/>
                  <a:gd name="T6" fmla="*/ 0 w 209"/>
                  <a:gd name="T7" fmla="*/ 0 h 1"/>
                  <a:gd name="T8" fmla="*/ 209 w 209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9" h="1">
                    <a:moveTo>
                      <a:pt x="0" y="0"/>
                    </a:moveTo>
                    <a:lnTo>
                      <a:pt x="209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2" name="Line 94"/>
              <p:cNvSpPr>
                <a:spLocks noChangeShapeType="1"/>
              </p:cNvSpPr>
              <p:nvPr/>
            </p:nvSpPr>
            <p:spPr bwMode="auto">
              <a:xfrm flipV="1">
                <a:off x="716" y="2460"/>
                <a:ext cx="0" cy="14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3" name="Line 95"/>
              <p:cNvSpPr>
                <a:spLocks noChangeShapeType="1"/>
              </p:cNvSpPr>
              <p:nvPr/>
            </p:nvSpPr>
            <p:spPr bwMode="auto">
              <a:xfrm flipV="1">
                <a:off x="617" y="2460"/>
                <a:ext cx="0" cy="14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4" name="Freeform 96"/>
              <p:cNvSpPr/>
              <p:nvPr/>
            </p:nvSpPr>
            <p:spPr bwMode="auto">
              <a:xfrm>
                <a:off x="828" y="2384"/>
                <a:ext cx="22" cy="224"/>
              </a:xfrm>
              <a:custGeom>
                <a:avLst/>
                <a:gdLst>
                  <a:gd name="T0" fmla="*/ 1 w 25"/>
                  <a:gd name="T1" fmla="*/ 0 h 254"/>
                  <a:gd name="T2" fmla="*/ 11 w 25"/>
                  <a:gd name="T3" fmla="*/ 41 h 254"/>
                  <a:gd name="T4" fmla="*/ 1 w 25"/>
                  <a:gd name="T5" fmla="*/ 81 h 254"/>
                  <a:gd name="T6" fmla="*/ 10 w 25"/>
                  <a:gd name="T7" fmla="*/ 108 h 254"/>
                  <a:gd name="T8" fmla="*/ 4 w 25"/>
                  <a:gd name="T9" fmla="*/ 120 h 25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254"/>
                  <a:gd name="T17" fmla="*/ 25 w 25"/>
                  <a:gd name="T18" fmla="*/ 254 h 25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254">
                    <a:moveTo>
                      <a:pt x="1" y="0"/>
                    </a:moveTo>
                    <a:cubicBezTo>
                      <a:pt x="13" y="28"/>
                      <a:pt x="25" y="57"/>
                      <a:pt x="25" y="86"/>
                    </a:cubicBezTo>
                    <a:cubicBezTo>
                      <a:pt x="25" y="115"/>
                      <a:pt x="2" y="148"/>
                      <a:pt x="1" y="172"/>
                    </a:cubicBezTo>
                    <a:cubicBezTo>
                      <a:pt x="0" y="196"/>
                      <a:pt x="19" y="216"/>
                      <a:pt x="20" y="230"/>
                    </a:cubicBezTo>
                    <a:cubicBezTo>
                      <a:pt x="21" y="244"/>
                      <a:pt x="15" y="249"/>
                      <a:pt x="10" y="254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5" name="Freeform 97"/>
              <p:cNvSpPr/>
              <p:nvPr/>
            </p:nvSpPr>
            <p:spPr bwMode="auto">
              <a:xfrm>
                <a:off x="513" y="2422"/>
                <a:ext cx="71" cy="72"/>
              </a:xfrm>
              <a:custGeom>
                <a:avLst/>
                <a:gdLst>
                  <a:gd name="T0" fmla="*/ 0 w 81"/>
                  <a:gd name="T1" fmla="*/ 37 h 82"/>
                  <a:gd name="T2" fmla="*/ 36 w 81"/>
                  <a:gd name="T3" fmla="*/ 0 h 82"/>
                  <a:gd name="T4" fmla="*/ 0 60000 65536"/>
                  <a:gd name="T5" fmla="*/ 0 60000 65536"/>
                  <a:gd name="T6" fmla="*/ 0 w 81"/>
                  <a:gd name="T7" fmla="*/ 0 h 82"/>
                  <a:gd name="T8" fmla="*/ 81 w 81"/>
                  <a:gd name="T9" fmla="*/ 82 h 8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81" h="82">
                    <a:moveTo>
                      <a:pt x="0" y="82"/>
                    </a:moveTo>
                    <a:lnTo>
                      <a:pt x="81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6" name="Freeform 98"/>
              <p:cNvSpPr/>
              <p:nvPr/>
            </p:nvSpPr>
            <p:spPr bwMode="auto">
              <a:xfrm>
                <a:off x="521" y="2502"/>
                <a:ext cx="97" cy="98"/>
              </a:xfrm>
              <a:custGeom>
                <a:avLst/>
                <a:gdLst>
                  <a:gd name="T0" fmla="*/ 0 w 111"/>
                  <a:gd name="T1" fmla="*/ 53 h 111"/>
                  <a:gd name="T2" fmla="*/ 50 w 111"/>
                  <a:gd name="T3" fmla="*/ 0 h 111"/>
                  <a:gd name="T4" fmla="*/ 0 60000 65536"/>
                  <a:gd name="T5" fmla="*/ 0 60000 65536"/>
                  <a:gd name="T6" fmla="*/ 0 w 111"/>
                  <a:gd name="T7" fmla="*/ 0 h 111"/>
                  <a:gd name="T8" fmla="*/ 111 w 111"/>
                  <a:gd name="T9" fmla="*/ 111 h 11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1" h="111">
                    <a:moveTo>
                      <a:pt x="0" y="111"/>
                    </a:moveTo>
                    <a:lnTo>
                      <a:pt x="111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7" name="Line 99"/>
              <p:cNvSpPr>
                <a:spLocks noChangeShapeType="1"/>
              </p:cNvSpPr>
              <p:nvPr/>
            </p:nvSpPr>
            <p:spPr bwMode="auto">
              <a:xfrm flipV="1">
                <a:off x="717" y="2443"/>
                <a:ext cx="131" cy="13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8" name="Freeform 100"/>
              <p:cNvSpPr/>
              <p:nvPr/>
            </p:nvSpPr>
            <p:spPr bwMode="auto">
              <a:xfrm>
                <a:off x="794" y="2562"/>
                <a:ext cx="43" cy="42"/>
              </a:xfrm>
              <a:custGeom>
                <a:avLst/>
                <a:gdLst>
                  <a:gd name="T0" fmla="*/ 0 w 48"/>
                  <a:gd name="T1" fmla="*/ 21 h 48"/>
                  <a:gd name="T2" fmla="*/ 25 w 48"/>
                  <a:gd name="T3" fmla="*/ 0 h 48"/>
                  <a:gd name="T4" fmla="*/ 0 60000 65536"/>
                  <a:gd name="T5" fmla="*/ 0 60000 65536"/>
                  <a:gd name="T6" fmla="*/ 0 w 48"/>
                  <a:gd name="T7" fmla="*/ 0 h 48"/>
                  <a:gd name="T8" fmla="*/ 48 w 48"/>
                  <a:gd name="T9" fmla="*/ 48 h 4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8" h="48">
                    <a:moveTo>
                      <a:pt x="0" y="48"/>
                    </a:moveTo>
                    <a:lnTo>
                      <a:pt x="48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9" name="Line 101"/>
              <p:cNvSpPr>
                <a:spLocks noChangeShapeType="1"/>
              </p:cNvSpPr>
              <p:nvPr/>
            </p:nvSpPr>
            <p:spPr bwMode="auto">
              <a:xfrm>
                <a:off x="564" y="1914"/>
                <a:ext cx="0" cy="14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triangle" w="sm" len="lg"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80" name="Line 102"/>
              <p:cNvSpPr>
                <a:spLocks noChangeShapeType="1"/>
              </p:cNvSpPr>
              <p:nvPr/>
            </p:nvSpPr>
            <p:spPr bwMode="auto">
              <a:xfrm>
                <a:off x="2203" y="1914"/>
                <a:ext cx="0" cy="14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triangle" w="sm" len="lg"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56" t="18702" r="45183" b="7014"/>
            <a:stretch>
              <a:fillRect/>
            </a:stretch>
          </p:blipFill>
          <p:spPr>
            <a:xfrm>
              <a:off x="3295650" y="2119043"/>
              <a:ext cx="1790699" cy="251175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34" t="23503" r="49158" b="17242"/>
            <a:stretch>
              <a:fillRect/>
            </a:stretch>
          </p:blipFill>
          <p:spPr>
            <a:xfrm rot="16200000">
              <a:off x="2814472" y="2730065"/>
              <a:ext cx="2730500" cy="200356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10" t="35351" r="64503" b="27090"/>
            <a:stretch>
              <a:fillRect/>
            </a:stretch>
          </p:blipFill>
          <p:spPr>
            <a:xfrm rot="16200000">
              <a:off x="2771145" y="3888741"/>
              <a:ext cx="518160" cy="126997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69" t="23503" r="49158" b="17445"/>
            <a:stretch>
              <a:fillRect/>
            </a:stretch>
          </p:blipFill>
          <p:spPr>
            <a:xfrm rot="10800000">
              <a:off x="2657336" y="5425439"/>
              <a:ext cx="3042423" cy="199669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18" t="23504" r="62666" b="24002"/>
            <a:stretch>
              <a:fillRect/>
            </a:stretch>
          </p:blipFill>
          <p:spPr>
            <a:xfrm rot="16200000">
              <a:off x="3459636" y="5415432"/>
              <a:ext cx="1417320" cy="177496"/>
            </a:xfrm>
            <a:prstGeom prst="rect">
              <a:avLst/>
            </a:prstGeom>
          </p:spPr>
        </p:pic>
      </p:grpSp>
      <p:grpSp>
        <p:nvGrpSpPr>
          <p:cNvPr id="115" name="组合 114"/>
          <p:cNvGrpSpPr/>
          <p:nvPr/>
        </p:nvGrpSpPr>
        <p:grpSpPr>
          <a:xfrm>
            <a:off x="6807200" y="1167931"/>
            <a:ext cx="1377950" cy="3034946"/>
            <a:chOff x="6807200" y="1167931"/>
            <a:chExt cx="1377950" cy="3034946"/>
          </a:xfrm>
        </p:grpSpPr>
        <p:grpSp>
          <p:nvGrpSpPr>
            <p:cNvPr id="116" name="Group 110"/>
            <p:cNvGrpSpPr/>
            <p:nvPr/>
          </p:nvGrpSpPr>
          <p:grpSpPr bwMode="auto">
            <a:xfrm>
              <a:off x="6868808" y="1167931"/>
              <a:ext cx="1244600" cy="2978150"/>
              <a:chOff x="2689" y="744"/>
              <a:chExt cx="784" cy="1876"/>
            </a:xfrm>
          </p:grpSpPr>
          <p:grpSp>
            <p:nvGrpSpPr>
              <p:cNvPr id="119" name="Group 111"/>
              <p:cNvGrpSpPr/>
              <p:nvPr/>
            </p:nvGrpSpPr>
            <p:grpSpPr bwMode="auto">
              <a:xfrm>
                <a:off x="2693" y="1009"/>
                <a:ext cx="778" cy="1611"/>
                <a:chOff x="3022" y="864"/>
                <a:chExt cx="886" cy="1828"/>
              </a:xfrm>
            </p:grpSpPr>
            <p:sp>
              <p:nvSpPr>
                <p:cNvPr id="144" name="Line 114"/>
                <p:cNvSpPr>
                  <a:spLocks noChangeShapeType="1"/>
                </p:cNvSpPr>
                <p:nvPr/>
              </p:nvSpPr>
              <p:spPr bwMode="auto">
                <a:xfrm>
                  <a:off x="3051" y="864"/>
                  <a:ext cx="0" cy="91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5" name="Line 115"/>
                <p:cNvSpPr>
                  <a:spLocks noChangeShapeType="1"/>
                </p:cNvSpPr>
                <p:nvPr/>
              </p:nvSpPr>
              <p:spPr bwMode="auto">
                <a:xfrm>
                  <a:off x="3046" y="869"/>
                  <a:ext cx="840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6" name="Line 116"/>
                <p:cNvSpPr>
                  <a:spLocks noChangeShapeType="1"/>
                </p:cNvSpPr>
                <p:nvPr/>
              </p:nvSpPr>
              <p:spPr bwMode="auto">
                <a:xfrm>
                  <a:off x="3044" y="1056"/>
                  <a:ext cx="842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7" name="Line 117"/>
                <p:cNvSpPr>
                  <a:spLocks noChangeShapeType="1"/>
                </p:cNvSpPr>
                <p:nvPr/>
              </p:nvSpPr>
              <p:spPr bwMode="auto">
                <a:xfrm>
                  <a:off x="3055" y="1616"/>
                  <a:ext cx="839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8" name="Line 118"/>
                <p:cNvSpPr>
                  <a:spLocks noChangeShapeType="1"/>
                </p:cNvSpPr>
                <p:nvPr/>
              </p:nvSpPr>
              <p:spPr bwMode="auto">
                <a:xfrm flipH="1">
                  <a:off x="3886" y="864"/>
                  <a:ext cx="0" cy="909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9" name="Line 119"/>
                <p:cNvSpPr>
                  <a:spLocks noChangeShapeType="1"/>
                </p:cNvSpPr>
                <p:nvPr/>
              </p:nvSpPr>
              <p:spPr bwMode="auto">
                <a:xfrm>
                  <a:off x="3355" y="1822"/>
                  <a:ext cx="0" cy="558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0" name="Freeform 120"/>
                <p:cNvSpPr/>
                <p:nvPr/>
              </p:nvSpPr>
              <p:spPr bwMode="auto">
                <a:xfrm>
                  <a:off x="3583" y="1812"/>
                  <a:ext cx="1" cy="571"/>
                </a:xfrm>
                <a:custGeom>
                  <a:avLst/>
                  <a:gdLst>
                    <a:gd name="T0" fmla="*/ 0 w 1"/>
                    <a:gd name="T1" fmla="*/ 0 h 571"/>
                    <a:gd name="T2" fmla="*/ 0 w 1"/>
                    <a:gd name="T3" fmla="*/ 571 h 571"/>
                    <a:gd name="T4" fmla="*/ 0 60000 65536"/>
                    <a:gd name="T5" fmla="*/ 0 60000 65536"/>
                    <a:gd name="T6" fmla="*/ 0 w 1"/>
                    <a:gd name="T7" fmla="*/ 0 h 571"/>
                    <a:gd name="T8" fmla="*/ 1 w 1"/>
                    <a:gd name="T9" fmla="*/ 571 h 57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571">
                      <a:moveTo>
                        <a:pt x="0" y="0"/>
                      </a:moveTo>
                      <a:lnTo>
                        <a:pt x="0" y="571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1" name="Freeform 121"/>
                <p:cNvSpPr/>
                <p:nvPr/>
              </p:nvSpPr>
              <p:spPr bwMode="auto">
                <a:xfrm>
                  <a:off x="3583" y="1757"/>
                  <a:ext cx="51" cy="57"/>
                </a:xfrm>
                <a:custGeom>
                  <a:avLst/>
                  <a:gdLst>
                    <a:gd name="T0" fmla="*/ 0 w 51"/>
                    <a:gd name="T1" fmla="*/ 57 h 57"/>
                    <a:gd name="T2" fmla="*/ 3 w 51"/>
                    <a:gd name="T3" fmla="*/ 26 h 57"/>
                    <a:gd name="T4" fmla="*/ 19 w 51"/>
                    <a:gd name="T5" fmla="*/ 9 h 57"/>
                    <a:gd name="T6" fmla="*/ 51 w 51"/>
                    <a:gd name="T7" fmla="*/ 0 h 5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"/>
                    <a:gd name="T13" fmla="*/ 0 h 57"/>
                    <a:gd name="T14" fmla="*/ 51 w 51"/>
                    <a:gd name="T15" fmla="*/ 57 h 5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" h="57">
                      <a:moveTo>
                        <a:pt x="0" y="57"/>
                      </a:moveTo>
                      <a:cubicBezTo>
                        <a:pt x="0" y="52"/>
                        <a:pt x="0" y="34"/>
                        <a:pt x="3" y="26"/>
                      </a:cubicBezTo>
                      <a:cubicBezTo>
                        <a:pt x="6" y="18"/>
                        <a:pt x="11" y="13"/>
                        <a:pt x="19" y="9"/>
                      </a:cubicBezTo>
                      <a:cubicBezTo>
                        <a:pt x="27" y="5"/>
                        <a:pt x="44" y="2"/>
                        <a:pt x="51" y="0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2" name="Freeform 122"/>
                <p:cNvSpPr/>
                <p:nvPr/>
              </p:nvSpPr>
              <p:spPr bwMode="auto">
                <a:xfrm>
                  <a:off x="3294" y="1764"/>
                  <a:ext cx="65" cy="62"/>
                </a:xfrm>
                <a:custGeom>
                  <a:avLst/>
                  <a:gdLst>
                    <a:gd name="T0" fmla="*/ 62 w 63"/>
                    <a:gd name="T1" fmla="*/ 62 h 62"/>
                    <a:gd name="T2" fmla="*/ 60 w 63"/>
                    <a:gd name="T3" fmla="*/ 33 h 62"/>
                    <a:gd name="T4" fmla="*/ 43 w 63"/>
                    <a:gd name="T5" fmla="*/ 7 h 62"/>
                    <a:gd name="T6" fmla="*/ 0 w 63"/>
                    <a:gd name="T7" fmla="*/ 0 h 6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3"/>
                    <a:gd name="T13" fmla="*/ 0 h 62"/>
                    <a:gd name="T14" fmla="*/ 63 w 63"/>
                    <a:gd name="T15" fmla="*/ 62 h 6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3" h="62">
                      <a:moveTo>
                        <a:pt x="62" y="62"/>
                      </a:moveTo>
                      <a:cubicBezTo>
                        <a:pt x="62" y="57"/>
                        <a:pt x="63" y="42"/>
                        <a:pt x="60" y="33"/>
                      </a:cubicBezTo>
                      <a:cubicBezTo>
                        <a:pt x="57" y="24"/>
                        <a:pt x="53" y="12"/>
                        <a:pt x="43" y="7"/>
                      </a:cubicBezTo>
                      <a:cubicBezTo>
                        <a:pt x="33" y="2"/>
                        <a:pt x="9" y="1"/>
                        <a:pt x="0" y="0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3" name="Freeform 123"/>
                <p:cNvSpPr/>
                <p:nvPr/>
              </p:nvSpPr>
              <p:spPr bwMode="auto">
                <a:xfrm>
                  <a:off x="3584" y="2378"/>
                  <a:ext cx="50" cy="45"/>
                </a:xfrm>
                <a:custGeom>
                  <a:avLst/>
                  <a:gdLst>
                    <a:gd name="T0" fmla="*/ 0 w 50"/>
                    <a:gd name="T1" fmla="*/ 0 h 46"/>
                    <a:gd name="T2" fmla="*/ 14 w 50"/>
                    <a:gd name="T3" fmla="*/ 34 h 46"/>
                    <a:gd name="T4" fmla="*/ 50 w 50"/>
                    <a:gd name="T5" fmla="*/ 46 h 46"/>
                    <a:gd name="T6" fmla="*/ 0 60000 65536"/>
                    <a:gd name="T7" fmla="*/ 0 60000 65536"/>
                    <a:gd name="T8" fmla="*/ 0 60000 65536"/>
                    <a:gd name="T9" fmla="*/ 0 w 50"/>
                    <a:gd name="T10" fmla="*/ 0 h 46"/>
                    <a:gd name="T11" fmla="*/ 50 w 50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0" h="46">
                      <a:moveTo>
                        <a:pt x="0" y="0"/>
                      </a:moveTo>
                      <a:cubicBezTo>
                        <a:pt x="3" y="13"/>
                        <a:pt x="6" y="26"/>
                        <a:pt x="14" y="34"/>
                      </a:cubicBezTo>
                      <a:cubicBezTo>
                        <a:pt x="22" y="42"/>
                        <a:pt x="43" y="44"/>
                        <a:pt x="50" y="46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4" name="Freeform 124"/>
                <p:cNvSpPr/>
                <p:nvPr/>
              </p:nvSpPr>
              <p:spPr bwMode="auto">
                <a:xfrm>
                  <a:off x="3295" y="2366"/>
                  <a:ext cx="64" cy="62"/>
                </a:xfrm>
                <a:custGeom>
                  <a:avLst/>
                  <a:gdLst>
                    <a:gd name="T0" fmla="*/ 63 w 63"/>
                    <a:gd name="T1" fmla="*/ 0 h 62"/>
                    <a:gd name="T2" fmla="*/ 46 w 63"/>
                    <a:gd name="T3" fmla="*/ 41 h 62"/>
                    <a:gd name="T4" fmla="*/ 0 w 63"/>
                    <a:gd name="T5" fmla="*/ 62 h 62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62"/>
                    <a:gd name="T11" fmla="*/ 63 w 63"/>
                    <a:gd name="T12" fmla="*/ 62 h 6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62">
                      <a:moveTo>
                        <a:pt x="63" y="0"/>
                      </a:moveTo>
                      <a:cubicBezTo>
                        <a:pt x="61" y="7"/>
                        <a:pt x="57" y="31"/>
                        <a:pt x="46" y="41"/>
                      </a:cubicBezTo>
                      <a:cubicBezTo>
                        <a:pt x="35" y="51"/>
                        <a:pt x="10" y="58"/>
                        <a:pt x="0" y="62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5" name="Freeform 125"/>
                <p:cNvSpPr/>
                <p:nvPr/>
              </p:nvSpPr>
              <p:spPr bwMode="auto">
                <a:xfrm>
                  <a:off x="3024" y="2420"/>
                  <a:ext cx="1" cy="268"/>
                </a:xfrm>
                <a:custGeom>
                  <a:avLst/>
                  <a:gdLst>
                    <a:gd name="T0" fmla="*/ 1 w 1"/>
                    <a:gd name="T1" fmla="*/ 0 h 268"/>
                    <a:gd name="T2" fmla="*/ 0 w 1"/>
                    <a:gd name="T3" fmla="*/ 268 h 268"/>
                    <a:gd name="T4" fmla="*/ 0 60000 65536"/>
                    <a:gd name="T5" fmla="*/ 0 60000 65536"/>
                    <a:gd name="T6" fmla="*/ 0 w 1"/>
                    <a:gd name="T7" fmla="*/ 0 h 268"/>
                    <a:gd name="T8" fmla="*/ 1 w 1"/>
                    <a:gd name="T9" fmla="*/ 268 h 268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268">
                      <a:moveTo>
                        <a:pt x="1" y="0"/>
                      </a:moveTo>
                      <a:lnTo>
                        <a:pt x="0" y="268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6" name="Line 126"/>
                <p:cNvSpPr>
                  <a:spLocks noChangeShapeType="1"/>
                </p:cNvSpPr>
                <p:nvPr/>
              </p:nvSpPr>
              <p:spPr bwMode="auto">
                <a:xfrm>
                  <a:off x="3025" y="2678"/>
                  <a:ext cx="882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7" name="Freeform 127"/>
                <p:cNvSpPr/>
                <p:nvPr/>
              </p:nvSpPr>
              <p:spPr bwMode="auto">
                <a:xfrm>
                  <a:off x="3907" y="2412"/>
                  <a:ext cx="1" cy="280"/>
                </a:xfrm>
                <a:custGeom>
                  <a:avLst/>
                  <a:gdLst>
                    <a:gd name="T0" fmla="*/ 0 w 1"/>
                    <a:gd name="T1" fmla="*/ 281 h 281"/>
                    <a:gd name="T2" fmla="*/ 0 w 1"/>
                    <a:gd name="T3" fmla="*/ 0 h 281"/>
                    <a:gd name="T4" fmla="*/ 0 60000 65536"/>
                    <a:gd name="T5" fmla="*/ 0 60000 65536"/>
                    <a:gd name="T6" fmla="*/ 0 w 1"/>
                    <a:gd name="T7" fmla="*/ 0 h 281"/>
                    <a:gd name="T8" fmla="*/ 1 w 1"/>
                    <a:gd name="T9" fmla="*/ 281 h 28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281">
                      <a:moveTo>
                        <a:pt x="0" y="281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8" name="Line 128"/>
                <p:cNvSpPr>
                  <a:spLocks noChangeShapeType="1"/>
                </p:cNvSpPr>
                <p:nvPr/>
              </p:nvSpPr>
              <p:spPr bwMode="auto">
                <a:xfrm flipH="1">
                  <a:off x="3627" y="2423"/>
                  <a:ext cx="279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9" name="Freeform 129"/>
                <p:cNvSpPr/>
                <p:nvPr/>
              </p:nvSpPr>
              <p:spPr bwMode="auto">
                <a:xfrm>
                  <a:off x="3025" y="2428"/>
                  <a:ext cx="285" cy="1"/>
                </a:xfrm>
                <a:custGeom>
                  <a:avLst/>
                  <a:gdLst>
                    <a:gd name="T0" fmla="*/ 0 w 282"/>
                    <a:gd name="T1" fmla="*/ 0 h 1"/>
                    <a:gd name="T2" fmla="*/ 282 w 282"/>
                    <a:gd name="T3" fmla="*/ 0 h 1"/>
                    <a:gd name="T4" fmla="*/ 0 60000 65536"/>
                    <a:gd name="T5" fmla="*/ 0 60000 65536"/>
                    <a:gd name="T6" fmla="*/ 0 w 282"/>
                    <a:gd name="T7" fmla="*/ 0 h 1"/>
                    <a:gd name="T8" fmla="*/ 282 w 282"/>
                    <a:gd name="T9" fmla="*/ 1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282" h="1">
                      <a:moveTo>
                        <a:pt x="0" y="0"/>
                      </a:moveTo>
                      <a:lnTo>
                        <a:pt x="282" y="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0" name="Line 130"/>
                <p:cNvSpPr>
                  <a:spLocks noChangeShapeType="1"/>
                </p:cNvSpPr>
                <p:nvPr/>
              </p:nvSpPr>
              <p:spPr bwMode="auto">
                <a:xfrm>
                  <a:off x="3046" y="1766"/>
                  <a:ext cx="263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1" name="Line 131"/>
                <p:cNvSpPr>
                  <a:spLocks noChangeShapeType="1"/>
                </p:cNvSpPr>
                <p:nvPr/>
              </p:nvSpPr>
              <p:spPr bwMode="auto">
                <a:xfrm>
                  <a:off x="3621" y="1760"/>
                  <a:ext cx="271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2" name="Line 132"/>
                <p:cNvSpPr>
                  <a:spLocks noChangeShapeType="1"/>
                </p:cNvSpPr>
                <p:nvPr/>
              </p:nvSpPr>
              <p:spPr bwMode="auto">
                <a:xfrm flipH="1" flipV="1">
                  <a:off x="3811" y="1805"/>
                  <a:ext cx="96" cy="619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3" name="Line 133"/>
                <p:cNvSpPr>
                  <a:spLocks noChangeShapeType="1"/>
                </p:cNvSpPr>
                <p:nvPr/>
              </p:nvSpPr>
              <p:spPr bwMode="auto">
                <a:xfrm flipV="1">
                  <a:off x="3022" y="1819"/>
                  <a:ext cx="105" cy="61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4" name="Freeform 134"/>
                <p:cNvSpPr/>
                <p:nvPr/>
              </p:nvSpPr>
              <p:spPr bwMode="auto">
                <a:xfrm>
                  <a:off x="3811" y="1756"/>
                  <a:ext cx="31" cy="60"/>
                </a:xfrm>
                <a:custGeom>
                  <a:avLst/>
                  <a:gdLst>
                    <a:gd name="T0" fmla="*/ 0 w 31"/>
                    <a:gd name="T1" fmla="*/ 60 h 60"/>
                    <a:gd name="T2" fmla="*/ 3 w 31"/>
                    <a:gd name="T3" fmla="*/ 34 h 60"/>
                    <a:gd name="T4" fmla="*/ 12 w 31"/>
                    <a:gd name="T5" fmla="*/ 17 h 60"/>
                    <a:gd name="T6" fmla="*/ 31 w 31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"/>
                    <a:gd name="T13" fmla="*/ 0 h 60"/>
                    <a:gd name="T14" fmla="*/ 31 w 31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" h="60">
                      <a:moveTo>
                        <a:pt x="0" y="60"/>
                      </a:moveTo>
                      <a:cubicBezTo>
                        <a:pt x="1" y="56"/>
                        <a:pt x="1" y="41"/>
                        <a:pt x="3" y="34"/>
                      </a:cubicBezTo>
                      <a:cubicBezTo>
                        <a:pt x="5" y="27"/>
                        <a:pt x="7" y="23"/>
                        <a:pt x="12" y="17"/>
                      </a:cubicBezTo>
                      <a:cubicBezTo>
                        <a:pt x="17" y="11"/>
                        <a:pt x="28" y="3"/>
                        <a:pt x="31" y="0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5" name="Freeform 135"/>
                <p:cNvSpPr/>
                <p:nvPr/>
              </p:nvSpPr>
              <p:spPr bwMode="auto">
                <a:xfrm>
                  <a:off x="3086" y="1767"/>
                  <a:ext cx="42" cy="59"/>
                </a:xfrm>
                <a:custGeom>
                  <a:avLst/>
                  <a:gdLst>
                    <a:gd name="T0" fmla="*/ 39 w 42"/>
                    <a:gd name="T1" fmla="*/ 58 h 58"/>
                    <a:gd name="T2" fmla="*/ 41 w 42"/>
                    <a:gd name="T3" fmla="*/ 44 h 58"/>
                    <a:gd name="T4" fmla="*/ 36 w 42"/>
                    <a:gd name="T5" fmla="*/ 22 h 58"/>
                    <a:gd name="T6" fmla="*/ 24 w 42"/>
                    <a:gd name="T7" fmla="*/ 10 h 58"/>
                    <a:gd name="T8" fmla="*/ 0 w 42"/>
                    <a:gd name="T9" fmla="*/ 0 h 5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2"/>
                    <a:gd name="T16" fmla="*/ 0 h 58"/>
                    <a:gd name="T17" fmla="*/ 42 w 42"/>
                    <a:gd name="T18" fmla="*/ 58 h 5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2" h="58">
                      <a:moveTo>
                        <a:pt x="39" y="58"/>
                      </a:moveTo>
                      <a:cubicBezTo>
                        <a:pt x="40" y="53"/>
                        <a:pt x="42" y="50"/>
                        <a:pt x="41" y="44"/>
                      </a:cubicBezTo>
                      <a:cubicBezTo>
                        <a:pt x="40" y="38"/>
                        <a:pt x="39" y="28"/>
                        <a:pt x="36" y="22"/>
                      </a:cubicBezTo>
                      <a:cubicBezTo>
                        <a:pt x="33" y="16"/>
                        <a:pt x="30" y="14"/>
                        <a:pt x="24" y="10"/>
                      </a:cubicBezTo>
                      <a:cubicBezTo>
                        <a:pt x="18" y="6"/>
                        <a:pt x="5" y="2"/>
                        <a:pt x="0" y="0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20" name="Freeform 136"/>
              <p:cNvSpPr/>
              <p:nvPr/>
            </p:nvSpPr>
            <p:spPr bwMode="auto">
              <a:xfrm>
                <a:off x="2720" y="1009"/>
                <a:ext cx="116" cy="118"/>
              </a:xfrm>
              <a:custGeom>
                <a:avLst/>
                <a:gdLst>
                  <a:gd name="T0" fmla="*/ 0 w 133"/>
                  <a:gd name="T1" fmla="*/ 66 h 133"/>
                  <a:gd name="T2" fmla="*/ 58 w 133"/>
                  <a:gd name="T3" fmla="*/ 0 h 133"/>
                  <a:gd name="T4" fmla="*/ 0 60000 65536"/>
                  <a:gd name="T5" fmla="*/ 0 60000 65536"/>
                  <a:gd name="T6" fmla="*/ 0 w 133"/>
                  <a:gd name="T7" fmla="*/ 0 h 133"/>
                  <a:gd name="T8" fmla="*/ 133 w 133"/>
                  <a:gd name="T9" fmla="*/ 133 h 13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3" h="133">
                    <a:moveTo>
                      <a:pt x="0" y="133"/>
                    </a:moveTo>
                    <a:lnTo>
                      <a:pt x="133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21" name="Freeform 137"/>
              <p:cNvSpPr/>
              <p:nvPr/>
            </p:nvSpPr>
            <p:spPr bwMode="auto">
              <a:xfrm>
                <a:off x="2782" y="1009"/>
                <a:ext cx="169" cy="169"/>
              </a:xfrm>
              <a:custGeom>
                <a:avLst/>
                <a:gdLst>
                  <a:gd name="T0" fmla="*/ 0 w 192"/>
                  <a:gd name="T1" fmla="*/ 89 h 192"/>
                  <a:gd name="T2" fmla="*/ 89 w 192"/>
                  <a:gd name="T3" fmla="*/ 0 h 192"/>
                  <a:gd name="T4" fmla="*/ 0 60000 65536"/>
                  <a:gd name="T5" fmla="*/ 0 60000 65536"/>
                  <a:gd name="T6" fmla="*/ 0 w 192"/>
                  <a:gd name="T7" fmla="*/ 0 h 192"/>
                  <a:gd name="T8" fmla="*/ 192 w 192"/>
                  <a:gd name="T9" fmla="*/ 192 h 19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92" h="192">
                    <a:moveTo>
                      <a:pt x="0" y="192"/>
                    </a:moveTo>
                    <a:lnTo>
                      <a:pt x="192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22" name="Freeform 138"/>
              <p:cNvSpPr/>
              <p:nvPr/>
            </p:nvSpPr>
            <p:spPr bwMode="auto">
              <a:xfrm>
                <a:off x="2895" y="1005"/>
                <a:ext cx="178" cy="178"/>
              </a:xfrm>
              <a:custGeom>
                <a:avLst/>
                <a:gdLst>
                  <a:gd name="T0" fmla="*/ 0 w 202"/>
                  <a:gd name="T1" fmla="*/ 95 h 202"/>
                  <a:gd name="T2" fmla="*/ 95 w 202"/>
                  <a:gd name="T3" fmla="*/ 0 h 202"/>
                  <a:gd name="T4" fmla="*/ 0 60000 65536"/>
                  <a:gd name="T5" fmla="*/ 0 60000 65536"/>
                  <a:gd name="T6" fmla="*/ 0 w 202"/>
                  <a:gd name="T7" fmla="*/ 0 h 202"/>
                  <a:gd name="T8" fmla="*/ 202 w 202"/>
                  <a:gd name="T9" fmla="*/ 202 h 20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2" h="202">
                    <a:moveTo>
                      <a:pt x="0" y="202"/>
                    </a:moveTo>
                    <a:lnTo>
                      <a:pt x="202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23" name="Freeform 139"/>
              <p:cNvSpPr/>
              <p:nvPr/>
            </p:nvSpPr>
            <p:spPr bwMode="auto">
              <a:xfrm>
                <a:off x="3014" y="1009"/>
                <a:ext cx="173" cy="176"/>
              </a:xfrm>
              <a:custGeom>
                <a:avLst/>
                <a:gdLst>
                  <a:gd name="T0" fmla="*/ 0 w 197"/>
                  <a:gd name="T1" fmla="*/ 96 h 199"/>
                  <a:gd name="T2" fmla="*/ 90 w 197"/>
                  <a:gd name="T3" fmla="*/ 0 h 199"/>
                  <a:gd name="T4" fmla="*/ 0 60000 65536"/>
                  <a:gd name="T5" fmla="*/ 0 60000 65536"/>
                  <a:gd name="T6" fmla="*/ 0 w 197"/>
                  <a:gd name="T7" fmla="*/ 0 h 199"/>
                  <a:gd name="T8" fmla="*/ 197 w 197"/>
                  <a:gd name="T9" fmla="*/ 199 h 19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97" h="199">
                    <a:moveTo>
                      <a:pt x="0" y="199"/>
                    </a:moveTo>
                    <a:lnTo>
                      <a:pt x="197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24" name="Freeform 140"/>
              <p:cNvSpPr/>
              <p:nvPr/>
            </p:nvSpPr>
            <p:spPr bwMode="auto">
              <a:xfrm>
                <a:off x="3140" y="1006"/>
                <a:ext cx="174" cy="172"/>
              </a:xfrm>
              <a:custGeom>
                <a:avLst/>
                <a:gdLst>
                  <a:gd name="T0" fmla="*/ 0 w 198"/>
                  <a:gd name="T1" fmla="*/ 90 h 196"/>
                  <a:gd name="T2" fmla="*/ 91 w 198"/>
                  <a:gd name="T3" fmla="*/ 0 h 196"/>
                  <a:gd name="T4" fmla="*/ 0 60000 65536"/>
                  <a:gd name="T5" fmla="*/ 0 60000 65536"/>
                  <a:gd name="T6" fmla="*/ 0 w 198"/>
                  <a:gd name="T7" fmla="*/ 0 h 196"/>
                  <a:gd name="T8" fmla="*/ 198 w 198"/>
                  <a:gd name="T9" fmla="*/ 196 h 19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98" h="196">
                    <a:moveTo>
                      <a:pt x="0" y="196"/>
                    </a:moveTo>
                    <a:lnTo>
                      <a:pt x="198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25" name="Freeform 141"/>
              <p:cNvSpPr/>
              <p:nvPr/>
            </p:nvSpPr>
            <p:spPr bwMode="auto">
              <a:xfrm>
                <a:off x="3265" y="1005"/>
                <a:ext cx="166" cy="166"/>
              </a:xfrm>
              <a:custGeom>
                <a:avLst/>
                <a:gdLst>
                  <a:gd name="T0" fmla="*/ 0 w 166"/>
                  <a:gd name="T1" fmla="*/ 166 h 166"/>
                  <a:gd name="T2" fmla="*/ 166 w 166"/>
                  <a:gd name="T3" fmla="*/ 0 h 166"/>
                  <a:gd name="T4" fmla="*/ 0 60000 65536"/>
                  <a:gd name="T5" fmla="*/ 0 60000 65536"/>
                  <a:gd name="T6" fmla="*/ 0 w 166"/>
                  <a:gd name="T7" fmla="*/ 0 h 166"/>
                  <a:gd name="T8" fmla="*/ 166 w 166"/>
                  <a:gd name="T9" fmla="*/ 166 h 16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6" h="166">
                    <a:moveTo>
                      <a:pt x="0" y="166"/>
                    </a:moveTo>
                    <a:lnTo>
                      <a:pt x="166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26" name="Freeform 142"/>
              <p:cNvSpPr/>
              <p:nvPr/>
            </p:nvSpPr>
            <p:spPr bwMode="auto">
              <a:xfrm>
                <a:off x="3384" y="1116"/>
                <a:ext cx="64" cy="62"/>
              </a:xfrm>
              <a:custGeom>
                <a:avLst/>
                <a:gdLst>
                  <a:gd name="T0" fmla="*/ 0 w 72"/>
                  <a:gd name="T1" fmla="*/ 31 h 71"/>
                  <a:gd name="T2" fmla="*/ 36 w 72"/>
                  <a:gd name="T3" fmla="*/ 0 h 71"/>
                  <a:gd name="T4" fmla="*/ 0 60000 65536"/>
                  <a:gd name="T5" fmla="*/ 0 60000 65536"/>
                  <a:gd name="T6" fmla="*/ 0 w 72"/>
                  <a:gd name="T7" fmla="*/ 0 h 71"/>
                  <a:gd name="T8" fmla="*/ 72 w 72"/>
                  <a:gd name="T9" fmla="*/ 71 h 7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71">
                    <a:moveTo>
                      <a:pt x="0" y="71"/>
                    </a:moveTo>
                    <a:lnTo>
                      <a:pt x="72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27" name="Freeform 143"/>
              <p:cNvSpPr/>
              <p:nvPr/>
            </p:nvSpPr>
            <p:spPr bwMode="auto">
              <a:xfrm>
                <a:off x="2720" y="1673"/>
                <a:ext cx="104" cy="108"/>
              </a:xfrm>
              <a:custGeom>
                <a:avLst/>
                <a:gdLst>
                  <a:gd name="T0" fmla="*/ 0 w 119"/>
                  <a:gd name="T1" fmla="*/ 58 h 122"/>
                  <a:gd name="T2" fmla="*/ 53 w 119"/>
                  <a:gd name="T3" fmla="*/ 0 h 122"/>
                  <a:gd name="T4" fmla="*/ 0 60000 65536"/>
                  <a:gd name="T5" fmla="*/ 0 60000 65536"/>
                  <a:gd name="T6" fmla="*/ 0 w 119"/>
                  <a:gd name="T7" fmla="*/ 0 h 122"/>
                  <a:gd name="T8" fmla="*/ 119 w 119"/>
                  <a:gd name="T9" fmla="*/ 122 h 12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9" h="122">
                    <a:moveTo>
                      <a:pt x="0" y="122"/>
                    </a:moveTo>
                    <a:lnTo>
                      <a:pt x="119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28" name="Freeform 144"/>
              <p:cNvSpPr/>
              <p:nvPr/>
            </p:nvSpPr>
            <p:spPr bwMode="auto">
              <a:xfrm>
                <a:off x="2803" y="1672"/>
                <a:ext cx="141" cy="141"/>
              </a:xfrm>
              <a:custGeom>
                <a:avLst/>
                <a:gdLst>
                  <a:gd name="T0" fmla="*/ 0 w 160"/>
                  <a:gd name="T1" fmla="*/ 75 h 160"/>
                  <a:gd name="T2" fmla="*/ 75 w 160"/>
                  <a:gd name="T3" fmla="*/ 0 h 160"/>
                  <a:gd name="T4" fmla="*/ 0 60000 65536"/>
                  <a:gd name="T5" fmla="*/ 0 60000 65536"/>
                  <a:gd name="T6" fmla="*/ 0 w 160"/>
                  <a:gd name="T7" fmla="*/ 0 h 160"/>
                  <a:gd name="T8" fmla="*/ 160 w 160"/>
                  <a:gd name="T9" fmla="*/ 160 h 16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160">
                    <a:moveTo>
                      <a:pt x="0" y="160"/>
                    </a:moveTo>
                    <a:lnTo>
                      <a:pt x="16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29" name="Freeform 145"/>
              <p:cNvSpPr/>
              <p:nvPr/>
            </p:nvSpPr>
            <p:spPr bwMode="auto">
              <a:xfrm>
                <a:off x="2930" y="1669"/>
                <a:ext cx="134" cy="136"/>
              </a:xfrm>
              <a:custGeom>
                <a:avLst/>
                <a:gdLst>
                  <a:gd name="T0" fmla="*/ 0 w 152"/>
                  <a:gd name="T1" fmla="*/ 70 h 155"/>
                  <a:gd name="T2" fmla="*/ 71 w 152"/>
                  <a:gd name="T3" fmla="*/ 0 h 155"/>
                  <a:gd name="T4" fmla="*/ 0 60000 65536"/>
                  <a:gd name="T5" fmla="*/ 0 60000 65536"/>
                  <a:gd name="T6" fmla="*/ 0 w 152"/>
                  <a:gd name="T7" fmla="*/ 0 h 155"/>
                  <a:gd name="T8" fmla="*/ 152 w 152"/>
                  <a:gd name="T9" fmla="*/ 155 h 15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52" h="155">
                    <a:moveTo>
                      <a:pt x="0" y="155"/>
                    </a:moveTo>
                    <a:lnTo>
                      <a:pt x="152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30" name="Freeform 146"/>
              <p:cNvSpPr/>
              <p:nvPr/>
            </p:nvSpPr>
            <p:spPr bwMode="auto">
              <a:xfrm>
                <a:off x="2981" y="1672"/>
                <a:ext cx="211" cy="211"/>
              </a:xfrm>
              <a:custGeom>
                <a:avLst/>
                <a:gdLst>
                  <a:gd name="T0" fmla="*/ 0 w 240"/>
                  <a:gd name="T1" fmla="*/ 112 h 240"/>
                  <a:gd name="T2" fmla="*/ 112 w 240"/>
                  <a:gd name="T3" fmla="*/ 0 h 240"/>
                  <a:gd name="T4" fmla="*/ 0 60000 65536"/>
                  <a:gd name="T5" fmla="*/ 0 60000 65536"/>
                  <a:gd name="T6" fmla="*/ 0 w 240"/>
                  <a:gd name="T7" fmla="*/ 0 h 240"/>
                  <a:gd name="T8" fmla="*/ 240 w 240"/>
                  <a:gd name="T9" fmla="*/ 240 h 2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40" h="240">
                    <a:moveTo>
                      <a:pt x="0" y="240"/>
                    </a:moveTo>
                    <a:lnTo>
                      <a:pt x="24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31" name="Freeform 147"/>
              <p:cNvSpPr/>
              <p:nvPr/>
            </p:nvSpPr>
            <p:spPr bwMode="auto">
              <a:xfrm>
                <a:off x="2980" y="1669"/>
                <a:ext cx="337" cy="338"/>
              </a:xfrm>
              <a:custGeom>
                <a:avLst/>
                <a:gdLst>
                  <a:gd name="T0" fmla="*/ 0 w 384"/>
                  <a:gd name="T1" fmla="*/ 179 h 384"/>
                  <a:gd name="T2" fmla="*/ 176 w 384"/>
                  <a:gd name="T3" fmla="*/ 0 h 384"/>
                  <a:gd name="T4" fmla="*/ 0 60000 65536"/>
                  <a:gd name="T5" fmla="*/ 0 60000 65536"/>
                  <a:gd name="T6" fmla="*/ 0 w 384"/>
                  <a:gd name="T7" fmla="*/ 0 h 384"/>
                  <a:gd name="T8" fmla="*/ 384 w 384"/>
                  <a:gd name="T9" fmla="*/ 384 h 38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84" h="384">
                    <a:moveTo>
                      <a:pt x="0" y="384"/>
                    </a:moveTo>
                    <a:lnTo>
                      <a:pt x="384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32" name="Freeform 148"/>
              <p:cNvSpPr/>
              <p:nvPr/>
            </p:nvSpPr>
            <p:spPr bwMode="auto">
              <a:xfrm>
                <a:off x="3317" y="1669"/>
                <a:ext cx="126" cy="127"/>
              </a:xfrm>
              <a:custGeom>
                <a:avLst/>
                <a:gdLst>
                  <a:gd name="T0" fmla="*/ 0 w 144"/>
                  <a:gd name="T1" fmla="*/ 68 h 144"/>
                  <a:gd name="T2" fmla="*/ 64 w 144"/>
                  <a:gd name="T3" fmla="*/ 0 h 144"/>
                  <a:gd name="T4" fmla="*/ 0 60000 65536"/>
                  <a:gd name="T5" fmla="*/ 0 60000 65536"/>
                  <a:gd name="T6" fmla="*/ 0 w 144"/>
                  <a:gd name="T7" fmla="*/ 0 h 144"/>
                  <a:gd name="T8" fmla="*/ 144 w 144"/>
                  <a:gd name="T9" fmla="*/ 144 h 14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44" h="144">
                    <a:moveTo>
                      <a:pt x="0" y="144"/>
                    </a:moveTo>
                    <a:lnTo>
                      <a:pt x="144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33" name="Line 149"/>
              <p:cNvSpPr>
                <a:spLocks noChangeShapeType="1"/>
              </p:cNvSpPr>
              <p:nvPr/>
            </p:nvSpPr>
            <p:spPr bwMode="auto">
              <a:xfrm flipH="1">
                <a:off x="2975" y="1928"/>
                <a:ext cx="217" cy="21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34" name="Line 150"/>
              <p:cNvSpPr>
                <a:spLocks noChangeShapeType="1"/>
              </p:cNvSpPr>
              <p:nvPr/>
            </p:nvSpPr>
            <p:spPr bwMode="auto">
              <a:xfrm flipV="1">
                <a:off x="2981" y="2055"/>
                <a:ext cx="211" cy="21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35" name="Freeform 151"/>
              <p:cNvSpPr/>
              <p:nvPr/>
            </p:nvSpPr>
            <p:spPr bwMode="auto">
              <a:xfrm>
                <a:off x="2769" y="2190"/>
                <a:ext cx="417" cy="417"/>
              </a:xfrm>
              <a:custGeom>
                <a:avLst/>
                <a:gdLst>
                  <a:gd name="T0" fmla="*/ 218 w 475"/>
                  <a:gd name="T1" fmla="*/ 0 h 473"/>
                  <a:gd name="T2" fmla="*/ 0 w 475"/>
                  <a:gd name="T3" fmla="*/ 222 h 473"/>
                  <a:gd name="T4" fmla="*/ 0 60000 65536"/>
                  <a:gd name="T5" fmla="*/ 0 60000 65536"/>
                  <a:gd name="T6" fmla="*/ 0 w 475"/>
                  <a:gd name="T7" fmla="*/ 0 h 473"/>
                  <a:gd name="T8" fmla="*/ 475 w 475"/>
                  <a:gd name="T9" fmla="*/ 473 h 4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75" h="473">
                    <a:moveTo>
                      <a:pt x="475" y="0"/>
                    </a:moveTo>
                    <a:lnTo>
                      <a:pt x="0" y="473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36" name="Freeform 152"/>
              <p:cNvSpPr/>
              <p:nvPr/>
            </p:nvSpPr>
            <p:spPr bwMode="auto">
              <a:xfrm>
                <a:off x="2689" y="2388"/>
                <a:ext cx="166" cy="164"/>
              </a:xfrm>
              <a:custGeom>
                <a:avLst/>
                <a:gdLst>
                  <a:gd name="T0" fmla="*/ 86 w 189"/>
                  <a:gd name="T1" fmla="*/ 0 h 186"/>
                  <a:gd name="T2" fmla="*/ 0 w 189"/>
                  <a:gd name="T3" fmla="*/ 88 h 186"/>
                  <a:gd name="T4" fmla="*/ 0 60000 65536"/>
                  <a:gd name="T5" fmla="*/ 0 60000 65536"/>
                  <a:gd name="T6" fmla="*/ 0 w 189"/>
                  <a:gd name="T7" fmla="*/ 0 h 186"/>
                  <a:gd name="T8" fmla="*/ 189 w 189"/>
                  <a:gd name="T9" fmla="*/ 186 h 18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89" h="186">
                    <a:moveTo>
                      <a:pt x="189" y="0"/>
                    </a:moveTo>
                    <a:lnTo>
                      <a:pt x="0" y="186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37" name="Line 153"/>
              <p:cNvSpPr>
                <a:spLocks noChangeShapeType="1"/>
              </p:cNvSpPr>
              <p:nvPr/>
            </p:nvSpPr>
            <p:spPr bwMode="auto">
              <a:xfrm flipH="1">
                <a:off x="2694" y="2388"/>
                <a:ext cx="32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38" name="Line 154"/>
              <p:cNvSpPr>
                <a:spLocks noChangeShapeType="1"/>
              </p:cNvSpPr>
              <p:nvPr/>
            </p:nvSpPr>
            <p:spPr bwMode="auto">
              <a:xfrm flipV="1">
                <a:off x="2906" y="2313"/>
                <a:ext cx="286" cy="28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39" name="Freeform 155"/>
              <p:cNvSpPr/>
              <p:nvPr/>
            </p:nvSpPr>
            <p:spPr bwMode="auto">
              <a:xfrm>
                <a:off x="3025" y="2386"/>
                <a:ext cx="226" cy="225"/>
              </a:xfrm>
              <a:custGeom>
                <a:avLst/>
                <a:gdLst>
                  <a:gd name="T0" fmla="*/ 0 w 226"/>
                  <a:gd name="T1" fmla="*/ 225 h 225"/>
                  <a:gd name="T2" fmla="*/ 226 w 226"/>
                  <a:gd name="T3" fmla="*/ 0 h 225"/>
                  <a:gd name="T4" fmla="*/ 0 60000 65536"/>
                  <a:gd name="T5" fmla="*/ 0 60000 65536"/>
                  <a:gd name="T6" fmla="*/ 0 w 226"/>
                  <a:gd name="T7" fmla="*/ 0 h 225"/>
                  <a:gd name="T8" fmla="*/ 226 w 226"/>
                  <a:gd name="T9" fmla="*/ 225 h 22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26" h="225">
                    <a:moveTo>
                      <a:pt x="0" y="225"/>
                    </a:moveTo>
                    <a:lnTo>
                      <a:pt x="226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40" name="Freeform 156"/>
              <p:cNvSpPr/>
              <p:nvPr/>
            </p:nvSpPr>
            <p:spPr bwMode="auto">
              <a:xfrm>
                <a:off x="3156" y="2386"/>
                <a:ext cx="225" cy="225"/>
              </a:xfrm>
              <a:custGeom>
                <a:avLst/>
                <a:gdLst>
                  <a:gd name="T0" fmla="*/ 0 w 225"/>
                  <a:gd name="T1" fmla="*/ 225 h 225"/>
                  <a:gd name="T2" fmla="*/ 225 w 225"/>
                  <a:gd name="T3" fmla="*/ 0 h 225"/>
                  <a:gd name="T4" fmla="*/ 0 60000 65536"/>
                  <a:gd name="T5" fmla="*/ 0 60000 65536"/>
                  <a:gd name="T6" fmla="*/ 0 w 225"/>
                  <a:gd name="T7" fmla="*/ 0 h 225"/>
                  <a:gd name="T8" fmla="*/ 225 w 225"/>
                  <a:gd name="T9" fmla="*/ 225 h 22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25" h="225">
                    <a:moveTo>
                      <a:pt x="0" y="225"/>
                    </a:moveTo>
                    <a:lnTo>
                      <a:pt x="225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41" name="Freeform 157"/>
              <p:cNvSpPr/>
              <p:nvPr/>
            </p:nvSpPr>
            <p:spPr bwMode="auto">
              <a:xfrm>
                <a:off x="3294" y="2421"/>
                <a:ext cx="179" cy="183"/>
              </a:xfrm>
              <a:custGeom>
                <a:avLst/>
                <a:gdLst>
                  <a:gd name="T0" fmla="*/ 0 w 179"/>
                  <a:gd name="T1" fmla="*/ 183 h 183"/>
                  <a:gd name="T2" fmla="*/ 179 w 179"/>
                  <a:gd name="T3" fmla="*/ 0 h 183"/>
                  <a:gd name="T4" fmla="*/ 0 60000 65536"/>
                  <a:gd name="T5" fmla="*/ 0 60000 65536"/>
                  <a:gd name="T6" fmla="*/ 0 w 179"/>
                  <a:gd name="T7" fmla="*/ 0 h 183"/>
                  <a:gd name="T8" fmla="*/ 179 w 179"/>
                  <a:gd name="T9" fmla="*/ 183 h 18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79" h="183">
                    <a:moveTo>
                      <a:pt x="0" y="183"/>
                    </a:moveTo>
                    <a:lnTo>
                      <a:pt x="179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42" name="Line 158"/>
              <p:cNvSpPr>
                <a:spLocks noChangeShapeType="1"/>
              </p:cNvSpPr>
              <p:nvPr/>
            </p:nvSpPr>
            <p:spPr bwMode="auto">
              <a:xfrm flipV="1">
                <a:off x="3409" y="2555"/>
                <a:ext cx="51" cy="5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43" name="Text Box 159"/>
              <p:cNvSpPr txBox="1">
                <a:spLocks noChangeArrowheads="1"/>
              </p:cNvSpPr>
              <p:nvPr/>
            </p:nvSpPr>
            <p:spPr bwMode="auto">
              <a:xfrm>
                <a:off x="2801" y="744"/>
                <a:ext cx="56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－</a:t>
                </a: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117" name="图片 116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663" t="24579" r="47823" b="7013"/>
            <a:stretch>
              <a:fillRect/>
            </a:stretch>
          </p:blipFill>
          <p:spPr>
            <a:xfrm>
              <a:off x="6807200" y="2146300"/>
              <a:ext cx="1377950" cy="231302"/>
            </a:xfrm>
            <a:prstGeom prst="rect">
              <a:avLst/>
            </a:prstGeom>
          </p:spPr>
        </p:pic>
        <p:pic>
          <p:nvPicPr>
            <p:cNvPr id="118" name="图片 117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34" t="23503" r="49158" b="17242"/>
            <a:stretch>
              <a:fillRect/>
            </a:stretch>
          </p:blipFill>
          <p:spPr>
            <a:xfrm rot="16200000">
              <a:off x="6120931" y="2737449"/>
              <a:ext cx="2730500" cy="200356"/>
            </a:xfrm>
            <a:prstGeom prst="rect">
              <a:avLst/>
            </a:prstGeom>
          </p:spPr>
        </p:pic>
      </p:grpSp>
      <p:grpSp>
        <p:nvGrpSpPr>
          <p:cNvPr id="166" name="组合 165"/>
          <p:cNvGrpSpPr/>
          <p:nvPr/>
        </p:nvGrpSpPr>
        <p:grpSpPr>
          <a:xfrm>
            <a:off x="9354583" y="1172693"/>
            <a:ext cx="1377950" cy="3030184"/>
            <a:chOff x="9228292" y="1172693"/>
            <a:chExt cx="1377950" cy="3030184"/>
          </a:xfrm>
        </p:grpSpPr>
        <p:grpSp>
          <p:nvGrpSpPr>
            <p:cNvPr id="167" name="Group 160"/>
            <p:cNvGrpSpPr/>
            <p:nvPr/>
          </p:nvGrpSpPr>
          <p:grpSpPr bwMode="auto">
            <a:xfrm>
              <a:off x="9289748" y="1172693"/>
              <a:ext cx="1255713" cy="2949575"/>
              <a:chOff x="4214" y="747"/>
              <a:chExt cx="791" cy="1858"/>
            </a:xfrm>
          </p:grpSpPr>
          <p:grpSp>
            <p:nvGrpSpPr>
              <p:cNvPr id="170" name="Group 161"/>
              <p:cNvGrpSpPr/>
              <p:nvPr/>
            </p:nvGrpSpPr>
            <p:grpSpPr bwMode="auto">
              <a:xfrm>
                <a:off x="4214" y="998"/>
                <a:ext cx="791" cy="1607"/>
                <a:chOff x="4259" y="981"/>
                <a:chExt cx="901" cy="1824"/>
              </a:xfrm>
            </p:grpSpPr>
            <p:sp>
              <p:nvSpPr>
                <p:cNvPr id="172" name="Line 164"/>
                <p:cNvSpPr>
                  <a:spLocks noChangeShapeType="1"/>
                </p:cNvSpPr>
                <p:nvPr/>
              </p:nvSpPr>
              <p:spPr bwMode="auto">
                <a:xfrm>
                  <a:off x="4288" y="981"/>
                  <a:ext cx="0" cy="91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3" name="Line 165"/>
                <p:cNvSpPr>
                  <a:spLocks noChangeShapeType="1"/>
                </p:cNvSpPr>
                <p:nvPr/>
              </p:nvSpPr>
              <p:spPr bwMode="auto">
                <a:xfrm>
                  <a:off x="4283" y="986"/>
                  <a:ext cx="840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4" name="Line 166"/>
                <p:cNvSpPr>
                  <a:spLocks noChangeShapeType="1"/>
                </p:cNvSpPr>
                <p:nvPr/>
              </p:nvSpPr>
              <p:spPr bwMode="auto">
                <a:xfrm>
                  <a:off x="4281" y="1173"/>
                  <a:ext cx="842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5" name="Line 167"/>
                <p:cNvSpPr>
                  <a:spLocks noChangeShapeType="1"/>
                </p:cNvSpPr>
                <p:nvPr/>
              </p:nvSpPr>
              <p:spPr bwMode="auto">
                <a:xfrm>
                  <a:off x="4292" y="1733"/>
                  <a:ext cx="839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6" name="Line 168"/>
                <p:cNvSpPr>
                  <a:spLocks noChangeShapeType="1"/>
                </p:cNvSpPr>
                <p:nvPr/>
              </p:nvSpPr>
              <p:spPr bwMode="auto">
                <a:xfrm flipH="1">
                  <a:off x="5123" y="981"/>
                  <a:ext cx="0" cy="909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7" name="Freeform 169"/>
                <p:cNvSpPr/>
                <p:nvPr/>
              </p:nvSpPr>
              <p:spPr bwMode="auto">
                <a:xfrm>
                  <a:off x="4593" y="1378"/>
                  <a:ext cx="1" cy="1119"/>
                </a:xfrm>
                <a:custGeom>
                  <a:avLst/>
                  <a:gdLst>
                    <a:gd name="T0" fmla="*/ 1 w 1"/>
                    <a:gd name="T1" fmla="*/ 0 h 1119"/>
                    <a:gd name="T2" fmla="*/ 0 w 1"/>
                    <a:gd name="T3" fmla="*/ 1119 h 1119"/>
                    <a:gd name="T4" fmla="*/ 0 60000 65536"/>
                    <a:gd name="T5" fmla="*/ 0 60000 65536"/>
                    <a:gd name="T6" fmla="*/ 0 w 1"/>
                    <a:gd name="T7" fmla="*/ 0 h 1119"/>
                    <a:gd name="T8" fmla="*/ 1 w 1"/>
                    <a:gd name="T9" fmla="*/ 1119 h 1119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1119">
                      <a:moveTo>
                        <a:pt x="1" y="0"/>
                      </a:moveTo>
                      <a:lnTo>
                        <a:pt x="0" y="1119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dash"/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8" name="Freeform 170"/>
                <p:cNvSpPr/>
                <p:nvPr/>
              </p:nvSpPr>
              <p:spPr bwMode="auto">
                <a:xfrm>
                  <a:off x="4819" y="1382"/>
                  <a:ext cx="1" cy="1118"/>
                </a:xfrm>
                <a:custGeom>
                  <a:avLst/>
                  <a:gdLst>
                    <a:gd name="T0" fmla="*/ 0 w 1"/>
                    <a:gd name="T1" fmla="*/ 0 h 1118"/>
                    <a:gd name="T2" fmla="*/ 1 w 1"/>
                    <a:gd name="T3" fmla="*/ 1118 h 1118"/>
                    <a:gd name="T4" fmla="*/ 0 60000 65536"/>
                    <a:gd name="T5" fmla="*/ 0 60000 65536"/>
                    <a:gd name="T6" fmla="*/ 0 w 1"/>
                    <a:gd name="T7" fmla="*/ 0 h 1118"/>
                    <a:gd name="T8" fmla="*/ 1 w 1"/>
                    <a:gd name="T9" fmla="*/ 1118 h 1118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1118">
                      <a:moveTo>
                        <a:pt x="0" y="0"/>
                      </a:moveTo>
                      <a:lnTo>
                        <a:pt x="1" y="1118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dash"/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9" name="Freeform 171"/>
                <p:cNvSpPr/>
                <p:nvPr/>
              </p:nvSpPr>
              <p:spPr bwMode="auto">
                <a:xfrm>
                  <a:off x="4821" y="2495"/>
                  <a:ext cx="50" cy="45"/>
                </a:xfrm>
                <a:custGeom>
                  <a:avLst/>
                  <a:gdLst>
                    <a:gd name="T0" fmla="*/ 0 w 50"/>
                    <a:gd name="T1" fmla="*/ 0 h 46"/>
                    <a:gd name="T2" fmla="*/ 14 w 50"/>
                    <a:gd name="T3" fmla="*/ 34 h 46"/>
                    <a:gd name="T4" fmla="*/ 50 w 50"/>
                    <a:gd name="T5" fmla="*/ 46 h 46"/>
                    <a:gd name="T6" fmla="*/ 0 60000 65536"/>
                    <a:gd name="T7" fmla="*/ 0 60000 65536"/>
                    <a:gd name="T8" fmla="*/ 0 60000 65536"/>
                    <a:gd name="T9" fmla="*/ 0 w 50"/>
                    <a:gd name="T10" fmla="*/ 0 h 46"/>
                    <a:gd name="T11" fmla="*/ 50 w 50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0" h="46">
                      <a:moveTo>
                        <a:pt x="0" y="0"/>
                      </a:moveTo>
                      <a:cubicBezTo>
                        <a:pt x="3" y="13"/>
                        <a:pt x="6" y="26"/>
                        <a:pt x="14" y="34"/>
                      </a:cubicBezTo>
                      <a:cubicBezTo>
                        <a:pt x="22" y="42"/>
                        <a:pt x="43" y="44"/>
                        <a:pt x="50" y="46"/>
                      </a:cubicBez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dash"/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0" name="Freeform 172"/>
                <p:cNvSpPr/>
                <p:nvPr/>
              </p:nvSpPr>
              <p:spPr bwMode="auto">
                <a:xfrm>
                  <a:off x="4532" y="2483"/>
                  <a:ext cx="64" cy="62"/>
                </a:xfrm>
                <a:custGeom>
                  <a:avLst/>
                  <a:gdLst>
                    <a:gd name="T0" fmla="*/ 63 w 63"/>
                    <a:gd name="T1" fmla="*/ 0 h 62"/>
                    <a:gd name="T2" fmla="*/ 46 w 63"/>
                    <a:gd name="T3" fmla="*/ 41 h 62"/>
                    <a:gd name="T4" fmla="*/ 0 w 63"/>
                    <a:gd name="T5" fmla="*/ 62 h 62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62"/>
                    <a:gd name="T11" fmla="*/ 63 w 63"/>
                    <a:gd name="T12" fmla="*/ 62 h 6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62">
                      <a:moveTo>
                        <a:pt x="63" y="0"/>
                      </a:moveTo>
                      <a:cubicBezTo>
                        <a:pt x="61" y="7"/>
                        <a:pt x="57" y="31"/>
                        <a:pt x="46" y="41"/>
                      </a:cubicBezTo>
                      <a:cubicBezTo>
                        <a:pt x="35" y="51"/>
                        <a:pt x="10" y="58"/>
                        <a:pt x="0" y="62"/>
                      </a:cubicBez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dash"/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1" name="Freeform 173"/>
                <p:cNvSpPr/>
                <p:nvPr/>
              </p:nvSpPr>
              <p:spPr bwMode="auto">
                <a:xfrm>
                  <a:off x="4261" y="2537"/>
                  <a:ext cx="1" cy="268"/>
                </a:xfrm>
                <a:custGeom>
                  <a:avLst/>
                  <a:gdLst>
                    <a:gd name="T0" fmla="*/ 1 w 1"/>
                    <a:gd name="T1" fmla="*/ 0 h 268"/>
                    <a:gd name="T2" fmla="*/ 0 w 1"/>
                    <a:gd name="T3" fmla="*/ 268 h 268"/>
                    <a:gd name="T4" fmla="*/ 0 60000 65536"/>
                    <a:gd name="T5" fmla="*/ 0 60000 65536"/>
                    <a:gd name="T6" fmla="*/ 0 w 1"/>
                    <a:gd name="T7" fmla="*/ 0 h 268"/>
                    <a:gd name="T8" fmla="*/ 1 w 1"/>
                    <a:gd name="T9" fmla="*/ 268 h 268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268">
                      <a:moveTo>
                        <a:pt x="1" y="0"/>
                      </a:moveTo>
                      <a:lnTo>
                        <a:pt x="0" y="268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2" name="Line 174"/>
                <p:cNvSpPr>
                  <a:spLocks noChangeShapeType="1"/>
                </p:cNvSpPr>
                <p:nvPr/>
              </p:nvSpPr>
              <p:spPr bwMode="auto">
                <a:xfrm>
                  <a:off x="4262" y="2795"/>
                  <a:ext cx="898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3" name="Freeform 175"/>
                <p:cNvSpPr/>
                <p:nvPr/>
              </p:nvSpPr>
              <p:spPr bwMode="auto">
                <a:xfrm>
                  <a:off x="5144" y="2529"/>
                  <a:ext cx="1" cy="272"/>
                </a:xfrm>
                <a:custGeom>
                  <a:avLst/>
                  <a:gdLst>
                    <a:gd name="T0" fmla="*/ 0 w 1"/>
                    <a:gd name="T1" fmla="*/ 273 h 273"/>
                    <a:gd name="T2" fmla="*/ 0 w 1"/>
                    <a:gd name="T3" fmla="*/ 0 h 273"/>
                    <a:gd name="T4" fmla="*/ 0 60000 65536"/>
                    <a:gd name="T5" fmla="*/ 0 60000 65536"/>
                    <a:gd name="T6" fmla="*/ 0 w 1"/>
                    <a:gd name="T7" fmla="*/ 0 h 273"/>
                    <a:gd name="T8" fmla="*/ 1 w 1"/>
                    <a:gd name="T9" fmla="*/ 273 h 2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273">
                      <a:moveTo>
                        <a:pt x="0" y="27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4" name="Line 176"/>
                <p:cNvSpPr>
                  <a:spLocks noChangeShapeType="1"/>
                </p:cNvSpPr>
                <p:nvPr/>
              </p:nvSpPr>
              <p:spPr bwMode="auto">
                <a:xfrm flipH="1">
                  <a:off x="4864" y="2540"/>
                  <a:ext cx="279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dash"/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5" name="Freeform 177"/>
                <p:cNvSpPr/>
                <p:nvPr/>
              </p:nvSpPr>
              <p:spPr bwMode="auto">
                <a:xfrm>
                  <a:off x="4262" y="2545"/>
                  <a:ext cx="285" cy="1"/>
                </a:xfrm>
                <a:custGeom>
                  <a:avLst/>
                  <a:gdLst>
                    <a:gd name="T0" fmla="*/ 0 w 282"/>
                    <a:gd name="T1" fmla="*/ 0 h 1"/>
                    <a:gd name="T2" fmla="*/ 282 w 282"/>
                    <a:gd name="T3" fmla="*/ 0 h 1"/>
                    <a:gd name="T4" fmla="*/ 0 60000 65536"/>
                    <a:gd name="T5" fmla="*/ 0 60000 65536"/>
                    <a:gd name="T6" fmla="*/ 0 w 282"/>
                    <a:gd name="T7" fmla="*/ 0 h 1"/>
                    <a:gd name="T8" fmla="*/ 282 w 282"/>
                    <a:gd name="T9" fmla="*/ 1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282" h="1">
                      <a:moveTo>
                        <a:pt x="0" y="0"/>
                      </a:moveTo>
                      <a:lnTo>
                        <a:pt x="282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dash"/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6" name="Freeform 178"/>
                <p:cNvSpPr/>
                <p:nvPr/>
              </p:nvSpPr>
              <p:spPr bwMode="auto">
                <a:xfrm>
                  <a:off x="4283" y="1883"/>
                  <a:ext cx="49" cy="1"/>
                </a:xfrm>
                <a:custGeom>
                  <a:avLst/>
                  <a:gdLst>
                    <a:gd name="T0" fmla="*/ 0 w 49"/>
                    <a:gd name="T1" fmla="*/ 0 h 1"/>
                    <a:gd name="T2" fmla="*/ 49 w 49"/>
                    <a:gd name="T3" fmla="*/ 1 h 1"/>
                    <a:gd name="T4" fmla="*/ 0 60000 65536"/>
                    <a:gd name="T5" fmla="*/ 0 60000 65536"/>
                    <a:gd name="T6" fmla="*/ 0 w 49"/>
                    <a:gd name="T7" fmla="*/ 0 h 1"/>
                    <a:gd name="T8" fmla="*/ 49 w 49"/>
                    <a:gd name="T9" fmla="*/ 1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49" h="1">
                      <a:moveTo>
                        <a:pt x="0" y="0"/>
                      </a:moveTo>
                      <a:lnTo>
                        <a:pt x="49" y="1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7" name="Freeform 179"/>
                <p:cNvSpPr/>
                <p:nvPr/>
              </p:nvSpPr>
              <p:spPr bwMode="auto">
                <a:xfrm>
                  <a:off x="5093" y="1876"/>
                  <a:ext cx="33" cy="0"/>
                </a:xfrm>
                <a:custGeom>
                  <a:avLst/>
                  <a:gdLst>
                    <a:gd name="T0" fmla="*/ 0 w 36"/>
                    <a:gd name="T1" fmla="*/ 0 h 1"/>
                    <a:gd name="T2" fmla="*/ 36 w 36"/>
                    <a:gd name="T3" fmla="*/ 0 h 1"/>
                    <a:gd name="T4" fmla="*/ 0 60000 65536"/>
                    <a:gd name="T5" fmla="*/ 0 60000 65536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6" h="1">
                      <a:moveTo>
                        <a:pt x="0" y="0"/>
                      </a:moveTo>
                      <a:lnTo>
                        <a:pt x="36" y="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8" name="Line 180"/>
                <p:cNvSpPr>
                  <a:spLocks noChangeShapeType="1"/>
                </p:cNvSpPr>
                <p:nvPr/>
              </p:nvSpPr>
              <p:spPr bwMode="auto">
                <a:xfrm flipH="1" flipV="1">
                  <a:off x="5048" y="1922"/>
                  <a:ext cx="96" cy="619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9" name="Line 181"/>
                <p:cNvSpPr>
                  <a:spLocks noChangeShapeType="1"/>
                </p:cNvSpPr>
                <p:nvPr/>
              </p:nvSpPr>
              <p:spPr bwMode="auto">
                <a:xfrm flipV="1">
                  <a:off x="4259" y="1936"/>
                  <a:ext cx="105" cy="61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0" name="Freeform 182"/>
                <p:cNvSpPr/>
                <p:nvPr/>
              </p:nvSpPr>
              <p:spPr bwMode="auto">
                <a:xfrm>
                  <a:off x="5048" y="1874"/>
                  <a:ext cx="47" cy="59"/>
                </a:xfrm>
                <a:custGeom>
                  <a:avLst/>
                  <a:gdLst>
                    <a:gd name="T0" fmla="*/ 0 w 47"/>
                    <a:gd name="T1" fmla="*/ 59 h 59"/>
                    <a:gd name="T2" fmla="*/ 3 w 47"/>
                    <a:gd name="T3" fmla="*/ 33 h 59"/>
                    <a:gd name="T4" fmla="*/ 18 w 47"/>
                    <a:gd name="T5" fmla="*/ 8 h 59"/>
                    <a:gd name="T6" fmla="*/ 47 w 47"/>
                    <a:gd name="T7" fmla="*/ 0 h 5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59"/>
                    <a:gd name="T14" fmla="*/ 47 w 47"/>
                    <a:gd name="T15" fmla="*/ 59 h 5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59">
                      <a:moveTo>
                        <a:pt x="0" y="59"/>
                      </a:moveTo>
                      <a:cubicBezTo>
                        <a:pt x="1" y="55"/>
                        <a:pt x="0" y="41"/>
                        <a:pt x="3" y="33"/>
                      </a:cubicBezTo>
                      <a:cubicBezTo>
                        <a:pt x="6" y="25"/>
                        <a:pt x="11" y="13"/>
                        <a:pt x="18" y="8"/>
                      </a:cubicBezTo>
                      <a:cubicBezTo>
                        <a:pt x="25" y="3"/>
                        <a:pt x="41" y="2"/>
                        <a:pt x="47" y="0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1" name="Freeform 183"/>
                <p:cNvSpPr/>
                <p:nvPr/>
              </p:nvSpPr>
              <p:spPr bwMode="auto">
                <a:xfrm>
                  <a:off x="4322" y="1882"/>
                  <a:ext cx="43" cy="61"/>
                </a:xfrm>
                <a:custGeom>
                  <a:avLst/>
                  <a:gdLst>
                    <a:gd name="T0" fmla="*/ 40 w 43"/>
                    <a:gd name="T1" fmla="*/ 61 h 61"/>
                    <a:gd name="T2" fmla="*/ 42 w 43"/>
                    <a:gd name="T3" fmla="*/ 47 h 61"/>
                    <a:gd name="T4" fmla="*/ 36 w 43"/>
                    <a:gd name="T5" fmla="*/ 28 h 61"/>
                    <a:gd name="T6" fmla="*/ 24 w 43"/>
                    <a:gd name="T7" fmla="*/ 9 h 61"/>
                    <a:gd name="T8" fmla="*/ 0 w 43"/>
                    <a:gd name="T9" fmla="*/ 0 h 6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3"/>
                    <a:gd name="T16" fmla="*/ 0 h 61"/>
                    <a:gd name="T17" fmla="*/ 43 w 43"/>
                    <a:gd name="T18" fmla="*/ 61 h 6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3" h="61">
                      <a:moveTo>
                        <a:pt x="40" y="61"/>
                      </a:moveTo>
                      <a:cubicBezTo>
                        <a:pt x="41" y="56"/>
                        <a:pt x="43" y="52"/>
                        <a:pt x="42" y="47"/>
                      </a:cubicBezTo>
                      <a:cubicBezTo>
                        <a:pt x="41" y="42"/>
                        <a:pt x="39" y="34"/>
                        <a:pt x="36" y="28"/>
                      </a:cubicBezTo>
                      <a:cubicBezTo>
                        <a:pt x="33" y="22"/>
                        <a:pt x="30" y="14"/>
                        <a:pt x="24" y="9"/>
                      </a:cubicBezTo>
                      <a:cubicBezTo>
                        <a:pt x="18" y="4"/>
                        <a:pt x="5" y="2"/>
                        <a:pt x="0" y="0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2" name="Freeform 184"/>
                <p:cNvSpPr/>
                <p:nvPr/>
              </p:nvSpPr>
              <p:spPr bwMode="auto">
                <a:xfrm>
                  <a:off x="4594" y="1344"/>
                  <a:ext cx="17" cy="48"/>
                </a:xfrm>
                <a:custGeom>
                  <a:avLst/>
                  <a:gdLst>
                    <a:gd name="T0" fmla="*/ 0 w 19"/>
                    <a:gd name="T1" fmla="*/ 48 h 48"/>
                    <a:gd name="T2" fmla="*/ 4 w 19"/>
                    <a:gd name="T3" fmla="*/ 24 h 48"/>
                    <a:gd name="T4" fmla="*/ 19 w 19"/>
                    <a:gd name="T5" fmla="*/ 0 h 48"/>
                    <a:gd name="T6" fmla="*/ 0 60000 65536"/>
                    <a:gd name="T7" fmla="*/ 0 60000 65536"/>
                    <a:gd name="T8" fmla="*/ 0 60000 65536"/>
                    <a:gd name="T9" fmla="*/ 0 w 19"/>
                    <a:gd name="T10" fmla="*/ 0 h 48"/>
                    <a:gd name="T11" fmla="*/ 19 w 19"/>
                    <a:gd name="T12" fmla="*/ 48 h 4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" h="48">
                      <a:moveTo>
                        <a:pt x="0" y="48"/>
                      </a:moveTo>
                      <a:cubicBezTo>
                        <a:pt x="1" y="44"/>
                        <a:pt x="1" y="32"/>
                        <a:pt x="4" y="24"/>
                      </a:cubicBezTo>
                      <a:cubicBezTo>
                        <a:pt x="7" y="16"/>
                        <a:pt x="16" y="5"/>
                        <a:pt x="19" y="0"/>
                      </a:cubicBez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dash"/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3" name="Freeform 185"/>
                <p:cNvSpPr/>
                <p:nvPr/>
              </p:nvSpPr>
              <p:spPr bwMode="auto">
                <a:xfrm>
                  <a:off x="4781" y="1344"/>
                  <a:ext cx="38" cy="52"/>
                </a:xfrm>
                <a:custGeom>
                  <a:avLst/>
                  <a:gdLst>
                    <a:gd name="T0" fmla="*/ 38 w 38"/>
                    <a:gd name="T1" fmla="*/ 52 h 52"/>
                    <a:gd name="T2" fmla="*/ 29 w 38"/>
                    <a:gd name="T3" fmla="*/ 24 h 52"/>
                    <a:gd name="T4" fmla="*/ 0 w 38"/>
                    <a:gd name="T5" fmla="*/ 0 h 52"/>
                    <a:gd name="T6" fmla="*/ 0 60000 65536"/>
                    <a:gd name="T7" fmla="*/ 0 60000 65536"/>
                    <a:gd name="T8" fmla="*/ 0 60000 65536"/>
                    <a:gd name="T9" fmla="*/ 0 w 38"/>
                    <a:gd name="T10" fmla="*/ 0 h 52"/>
                    <a:gd name="T11" fmla="*/ 38 w 38"/>
                    <a:gd name="T12" fmla="*/ 52 h 5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8" h="52">
                      <a:moveTo>
                        <a:pt x="38" y="52"/>
                      </a:moveTo>
                      <a:cubicBezTo>
                        <a:pt x="37" y="48"/>
                        <a:pt x="35" y="33"/>
                        <a:pt x="29" y="24"/>
                      </a:cubicBezTo>
                      <a:cubicBezTo>
                        <a:pt x="23" y="15"/>
                        <a:pt x="6" y="5"/>
                        <a:pt x="0" y="0"/>
                      </a:cubicBez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dash"/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4" name="Line 186"/>
                <p:cNvSpPr>
                  <a:spLocks noChangeShapeType="1"/>
                </p:cNvSpPr>
                <p:nvPr/>
              </p:nvSpPr>
              <p:spPr bwMode="auto">
                <a:xfrm flipV="1">
                  <a:off x="4290" y="989"/>
                  <a:ext cx="95" cy="9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" name="Line 187"/>
                <p:cNvSpPr>
                  <a:spLocks noChangeShapeType="1"/>
                </p:cNvSpPr>
                <p:nvPr/>
              </p:nvSpPr>
              <p:spPr bwMode="auto">
                <a:xfrm flipV="1">
                  <a:off x="4335" y="989"/>
                  <a:ext cx="182" cy="18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6" name="Line 188"/>
                <p:cNvSpPr>
                  <a:spLocks noChangeShapeType="1"/>
                </p:cNvSpPr>
                <p:nvPr/>
              </p:nvSpPr>
              <p:spPr bwMode="auto">
                <a:xfrm flipV="1">
                  <a:off x="4472" y="989"/>
                  <a:ext cx="180" cy="18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7" name="Line 189"/>
                <p:cNvSpPr>
                  <a:spLocks noChangeShapeType="1"/>
                </p:cNvSpPr>
                <p:nvPr/>
              </p:nvSpPr>
              <p:spPr bwMode="auto">
                <a:xfrm flipV="1">
                  <a:off x="4603" y="989"/>
                  <a:ext cx="180" cy="18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8" name="Line 190"/>
                <p:cNvSpPr>
                  <a:spLocks noChangeShapeType="1"/>
                </p:cNvSpPr>
                <p:nvPr/>
              </p:nvSpPr>
              <p:spPr bwMode="auto">
                <a:xfrm flipV="1">
                  <a:off x="4735" y="982"/>
                  <a:ext cx="196" cy="19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9" name="Line 191"/>
                <p:cNvSpPr>
                  <a:spLocks noChangeShapeType="1"/>
                </p:cNvSpPr>
                <p:nvPr/>
              </p:nvSpPr>
              <p:spPr bwMode="auto">
                <a:xfrm flipV="1">
                  <a:off x="4879" y="982"/>
                  <a:ext cx="189" cy="18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0" name="Line 192"/>
                <p:cNvSpPr>
                  <a:spLocks noChangeShapeType="1"/>
                </p:cNvSpPr>
                <p:nvPr/>
              </p:nvSpPr>
              <p:spPr bwMode="auto">
                <a:xfrm flipV="1">
                  <a:off x="5011" y="1062"/>
                  <a:ext cx="107" cy="10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1" name="Line 193"/>
                <p:cNvSpPr>
                  <a:spLocks noChangeShapeType="1"/>
                </p:cNvSpPr>
                <p:nvPr/>
              </p:nvSpPr>
              <p:spPr bwMode="auto">
                <a:xfrm flipV="1">
                  <a:off x="4290" y="1731"/>
                  <a:ext cx="116" cy="11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2" name="Line 194"/>
                <p:cNvSpPr>
                  <a:spLocks noChangeShapeType="1"/>
                </p:cNvSpPr>
                <p:nvPr/>
              </p:nvSpPr>
              <p:spPr bwMode="auto">
                <a:xfrm flipV="1">
                  <a:off x="4363" y="1726"/>
                  <a:ext cx="182" cy="18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3" name="Line 195"/>
                <p:cNvSpPr>
                  <a:spLocks noChangeShapeType="1"/>
                </p:cNvSpPr>
                <p:nvPr/>
              </p:nvSpPr>
              <p:spPr bwMode="auto">
                <a:xfrm flipV="1">
                  <a:off x="4349" y="1724"/>
                  <a:ext cx="334" cy="334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4" name="Line 196"/>
                <p:cNvSpPr>
                  <a:spLocks noChangeShapeType="1"/>
                </p:cNvSpPr>
                <p:nvPr/>
              </p:nvSpPr>
              <p:spPr bwMode="auto">
                <a:xfrm flipV="1">
                  <a:off x="4305" y="1723"/>
                  <a:ext cx="516" cy="51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5" name="Line 197"/>
                <p:cNvSpPr>
                  <a:spLocks noChangeShapeType="1"/>
                </p:cNvSpPr>
                <p:nvPr/>
              </p:nvSpPr>
              <p:spPr bwMode="auto">
                <a:xfrm flipV="1">
                  <a:off x="4297" y="1723"/>
                  <a:ext cx="662" cy="66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6" name="Line 198"/>
                <p:cNvSpPr>
                  <a:spLocks noChangeShapeType="1"/>
                </p:cNvSpPr>
                <p:nvPr/>
              </p:nvSpPr>
              <p:spPr bwMode="auto">
                <a:xfrm flipV="1">
                  <a:off x="4261" y="1724"/>
                  <a:ext cx="829" cy="82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7" name="Line 199"/>
                <p:cNvSpPr>
                  <a:spLocks noChangeShapeType="1"/>
                </p:cNvSpPr>
                <p:nvPr/>
              </p:nvSpPr>
              <p:spPr bwMode="auto">
                <a:xfrm flipV="1">
                  <a:off x="4261" y="1825"/>
                  <a:ext cx="866" cy="86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8" name="Line 200"/>
                <p:cNvSpPr>
                  <a:spLocks noChangeShapeType="1"/>
                </p:cNvSpPr>
                <p:nvPr/>
              </p:nvSpPr>
              <p:spPr bwMode="auto">
                <a:xfrm flipV="1">
                  <a:off x="4305" y="2037"/>
                  <a:ext cx="757" cy="75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9" name="Line 201"/>
                <p:cNvSpPr>
                  <a:spLocks noChangeShapeType="1"/>
                </p:cNvSpPr>
                <p:nvPr/>
              </p:nvSpPr>
              <p:spPr bwMode="auto">
                <a:xfrm flipV="1">
                  <a:off x="4458" y="2161"/>
                  <a:ext cx="628" cy="62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0" name="Line 202"/>
                <p:cNvSpPr>
                  <a:spLocks noChangeShapeType="1"/>
                </p:cNvSpPr>
                <p:nvPr/>
              </p:nvSpPr>
              <p:spPr bwMode="auto">
                <a:xfrm flipV="1">
                  <a:off x="4603" y="2284"/>
                  <a:ext cx="499" cy="50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1" name="Line 203"/>
                <p:cNvSpPr>
                  <a:spLocks noChangeShapeType="1"/>
                </p:cNvSpPr>
                <p:nvPr/>
              </p:nvSpPr>
              <p:spPr bwMode="auto">
                <a:xfrm flipV="1">
                  <a:off x="4735" y="2400"/>
                  <a:ext cx="392" cy="394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2" name="Line 204"/>
                <p:cNvSpPr>
                  <a:spLocks noChangeShapeType="1"/>
                </p:cNvSpPr>
                <p:nvPr/>
              </p:nvSpPr>
              <p:spPr bwMode="auto">
                <a:xfrm flipV="1">
                  <a:off x="4872" y="2531"/>
                  <a:ext cx="262" cy="26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3" name="Line 205"/>
                <p:cNvSpPr>
                  <a:spLocks noChangeShapeType="1"/>
                </p:cNvSpPr>
                <p:nvPr/>
              </p:nvSpPr>
              <p:spPr bwMode="auto">
                <a:xfrm flipV="1">
                  <a:off x="5017" y="2663"/>
                  <a:ext cx="124" cy="124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71" name="Text Box 206"/>
              <p:cNvSpPr txBox="1">
                <a:spLocks noChangeArrowheads="1"/>
              </p:cNvSpPr>
              <p:nvPr/>
            </p:nvSpPr>
            <p:spPr bwMode="auto">
              <a:xfrm>
                <a:off x="4324" y="747"/>
                <a:ext cx="56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－</a:t>
                </a: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168" name="图片 167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663" t="24579" r="47823" b="7013"/>
            <a:stretch>
              <a:fillRect/>
            </a:stretch>
          </p:blipFill>
          <p:spPr>
            <a:xfrm>
              <a:off x="9228292" y="2146300"/>
              <a:ext cx="1377950" cy="231302"/>
            </a:xfrm>
            <a:prstGeom prst="rect">
              <a:avLst/>
            </a:prstGeom>
          </p:spPr>
        </p:pic>
        <p:pic>
          <p:nvPicPr>
            <p:cNvPr id="169" name="图片 16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34" t="23503" r="49158" b="17242"/>
            <a:stretch>
              <a:fillRect/>
            </a:stretch>
          </p:blipFill>
          <p:spPr>
            <a:xfrm rot="16200000">
              <a:off x="8542023" y="2737449"/>
              <a:ext cx="2730500" cy="200356"/>
            </a:xfrm>
            <a:prstGeom prst="rect">
              <a:avLst/>
            </a:prstGeom>
          </p:spPr>
        </p:pic>
      </p:grpSp>
      <p:sp>
        <p:nvSpPr>
          <p:cNvPr id="214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规定画法和简化画法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97690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均匀分布在回转体上的轮幅、肋、孔等，先转正，后投影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Line 5"/>
          <p:cNvSpPr>
            <a:spLocks noChangeShapeType="1"/>
          </p:cNvSpPr>
          <p:nvPr/>
        </p:nvSpPr>
        <p:spPr bwMode="auto">
          <a:xfrm>
            <a:off x="7085556" y="2066962"/>
            <a:ext cx="954087" cy="7556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 flipV="1">
            <a:off x="7082381" y="3803687"/>
            <a:ext cx="942975" cy="7429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4" name="Group 7"/>
          <p:cNvGrpSpPr/>
          <p:nvPr/>
        </p:nvGrpSpPr>
        <p:grpSpPr bwMode="auto">
          <a:xfrm>
            <a:off x="6666456" y="2149512"/>
            <a:ext cx="434975" cy="469900"/>
            <a:chOff x="2330" y="944"/>
            <a:chExt cx="274" cy="296"/>
          </a:xfrm>
        </p:grpSpPr>
        <p:sp>
          <p:nvSpPr>
            <p:cNvPr id="5" name="Line 8"/>
            <p:cNvSpPr>
              <a:spLocks noChangeShapeType="1"/>
            </p:cNvSpPr>
            <p:nvPr/>
          </p:nvSpPr>
          <p:spPr bwMode="auto">
            <a:xfrm>
              <a:off x="2332" y="1024"/>
              <a:ext cx="18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" name="Line 9"/>
            <p:cNvSpPr>
              <a:spLocks noChangeShapeType="1"/>
            </p:cNvSpPr>
            <p:nvPr/>
          </p:nvSpPr>
          <p:spPr bwMode="auto">
            <a:xfrm>
              <a:off x="2330" y="1160"/>
              <a:ext cx="1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" name="Line 10"/>
            <p:cNvSpPr>
              <a:spLocks noChangeShapeType="1"/>
            </p:cNvSpPr>
            <p:nvPr/>
          </p:nvSpPr>
          <p:spPr bwMode="auto">
            <a:xfrm>
              <a:off x="2516" y="1232"/>
              <a:ext cx="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" name="Line 11"/>
            <p:cNvSpPr>
              <a:spLocks noChangeShapeType="1"/>
            </p:cNvSpPr>
            <p:nvPr/>
          </p:nvSpPr>
          <p:spPr bwMode="auto">
            <a:xfrm>
              <a:off x="2518" y="948"/>
              <a:ext cx="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" name="Line 12"/>
            <p:cNvSpPr>
              <a:spLocks noChangeShapeType="1"/>
            </p:cNvSpPr>
            <p:nvPr/>
          </p:nvSpPr>
          <p:spPr bwMode="auto">
            <a:xfrm>
              <a:off x="2516" y="944"/>
              <a:ext cx="0" cy="29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1478194" y="5232015"/>
            <a:ext cx="9235612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1" lang="zh-CN" altLang="en-US" sz="24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回转体上均匀分布的肋、轮辐、孔等结构不处于剖切平面上时，可将其旋转到剖切平面上画出。</a:t>
            </a:r>
            <a:endParaRPr kumimoji="1" lang="zh-CN" altLang="en-US" sz="2400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Group 15"/>
          <p:cNvGrpSpPr/>
          <p:nvPr/>
        </p:nvGrpSpPr>
        <p:grpSpPr bwMode="auto">
          <a:xfrm>
            <a:off x="6656931" y="2071725"/>
            <a:ext cx="1371600" cy="2484437"/>
            <a:chOff x="2145" y="1039"/>
            <a:chExt cx="864" cy="1565"/>
          </a:xfrm>
        </p:grpSpPr>
        <p:grpSp>
          <p:nvGrpSpPr>
            <p:cNvPr id="12" name="Group 16"/>
            <p:cNvGrpSpPr/>
            <p:nvPr/>
          </p:nvGrpSpPr>
          <p:grpSpPr bwMode="auto">
            <a:xfrm>
              <a:off x="2145" y="1039"/>
              <a:ext cx="864" cy="1565"/>
              <a:chOff x="2324" y="895"/>
              <a:chExt cx="864" cy="1565"/>
            </a:xfrm>
          </p:grpSpPr>
          <p:sp>
            <p:nvSpPr>
              <p:cNvPr id="14" name="Line 17"/>
              <p:cNvSpPr>
                <a:spLocks noChangeShapeType="1"/>
              </p:cNvSpPr>
              <p:nvPr/>
            </p:nvSpPr>
            <p:spPr bwMode="auto">
              <a:xfrm flipV="1">
                <a:off x="2335" y="895"/>
                <a:ext cx="121" cy="12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" name="Line 18"/>
              <p:cNvSpPr>
                <a:spLocks noChangeShapeType="1"/>
              </p:cNvSpPr>
              <p:nvPr/>
            </p:nvSpPr>
            <p:spPr bwMode="auto">
              <a:xfrm flipV="1">
                <a:off x="2448" y="896"/>
                <a:ext cx="124" cy="12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" name="Line 19"/>
              <p:cNvSpPr>
                <a:spLocks noChangeShapeType="1"/>
              </p:cNvSpPr>
              <p:nvPr/>
            </p:nvSpPr>
            <p:spPr bwMode="auto">
              <a:xfrm flipV="1">
                <a:off x="2324" y="1160"/>
                <a:ext cx="180" cy="1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" name="Line 20"/>
              <p:cNvSpPr>
                <a:spLocks noChangeShapeType="1"/>
              </p:cNvSpPr>
              <p:nvPr/>
            </p:nvSpPr>
            <p:spPr bwMode="auto">
              <a:xfrm flipV="1">
                <a:off x="2328" y="1232"/>
                <a:ext cx="224" cy="22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8" name="Line 21"/>
              <p:cNvSpPr>
                <a:spLocks noChangeShapeType="1"/>
              </p:cNvSpPr>
              <p:nvPr/>
            </p:nvSpPr>
            <p:spPr bwMode="auto">
              <a:xfrm flipV="1">
                <a:off x="2447" y="1317"/>
                <a:ext cx="140" cy="1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9" name="Line 22"/>
              <p:cNvSpPr>
                <a:spLocks noChangeShapeType="1"/>
              </p:cNvSpPr>
              <p:nvPr/>
            </p:nvSpPr>
            <p:spPr bwMode="auto">
              <a:xfrm flipV="1">
                <a:off x="2564" y="1368"/>
                <a:ext cx="92" cy="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" name="Line 23"/>
              <p:cNvSpPr>
                <a:spLocks noChangeShapeType="1"/>
              </p:cNvSpPr>
              <p:nvPr/>
            </p:nvSpPr>
            <p:spPr bwMode="auto">
              <a:xfrm flipV="1">
                <a:off x="2684" y="1368"/>
                <a:ext cx="96" cy="9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" name="Line 24"/>
              <p:cNvSpPr>
                <a:spLocks noChangeShapeType="1"/>
              </p:cNvSpPr>
              <p:nvPr/>
            </p:nvSpPr>
            <p:spPr bwMode="auto">
              <a:xfrm flipV="1">
                <a:off x="2326" y="1894"/>
                <a:ext cx="56" cy="5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2" name="Line 25"/>
              <p:cNvSpPr>
                <a:spLocks noChangeShapeType="1"/>
              </p:cNvSpPr>
              <p:nvPr/>
            </p:nvSpPr>
            <p:spPr bwMode="auto">
              <a:xfrm flipV="1">
                <a:off x="2812" y="1364"/>
                <a:ext cx="96" cy="9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3" name="Line 26"/>
              <p:cNvSpPr>
                <a:spLocks noChangeShapeType="1"/>
              </p:cNvSpPr>
              <p:nvPr/>
            </p:nvSpPr>
            <p:spPr bwMode="auto">
              <a:xfrm flipV="1">
                <a:off x="2324" y="1891"/>
                <a:ext cx="181" cy="1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" name="Line 27"/>
              <p:cNvSpPr>
                <a:spLocks noChangeShapeType="1"/>
              </p:cNvSpPr>
              <p:nvPr/>
            </p:nvSpPr>
            <p:spPr bwMode="auto">
              <a:xfrm flipV="1">
                <a:off x="2932" y="1372"/>
                <a:ext cx="88" cy="8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28"/>
              <p:cNvSpPr>
                <a:spLocks noChangeShapeType="1"/>
              </p:cNvSpPr>
              <p:nvPr/>
            </p:nvSpPr>
            <p:spPr bwMode="auto">
              <a:xfrm flipV="1">
                <a:off x="2331" y="1890"/>
                <a:ext cx="294" cy="29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7" name="Line 29"/>
              <p:cNvSpPr>
                <a:spLocks noChangeShapeType="1"/>
              </p:cNvSpPr>
              <p:nvPr/>
            </p:nvSpPr>
            <p:spPr bwMode="auto">
              <a:xfrm flipV="1">
                <a:off x="2328" y="2040"/>
                <a:ext cx="264" cy="2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30"/>
              <p:cNvSpPr>
                <a:spLocks noChangeShapeType="1"/>
              </p:cNvSpPr>
              <p:nvPr/>
            </p:nvSpPr>
            <p:spPr bwMode="auto">
              <a:xfrm flipV="1">
                <a:off x="2652" y="1896"/>
                <a:ext cx="84" cy="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" name="Line 31"/>
              <p:cNvSpPr>
                <a:spLocks noChangeShapeType="1"/>
              </p:cNvSpPr>
              <p:nvPr/>
            </p:nvSpPr>
            <p:spPr bwMode="auto">
              <a:xfrm flipV="1">
                <a:off x="2769" y="1893"/>
                <a:ext cx="87" cy="8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0" name="Line 32"/>
              <p:cNvSpPr>
                <a:spLocks noChangeShapeType="1"/>
              </p:cNvSpPr>
              <p:nvPr/>
            </p:nvSpPr>
            <p:spPr bwMode="auto">
              <a:xfrm flipV="1">
                <a:off x="2889" y="1896"/>
                <a:ext cx="84" cy="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1" name="Line 33"/>
              <p:cNvSpPr>
                <a:spLocks noChangeShapeType="1"/>
              </p:cNvSpPr>
              <p:nvPr/>
            </p:nvSpPr>
            <p:spPr bwMode="auto">
              <a:xfrm flipV="1">
                <a:off x="3048" y="1364"/>
                <a:ext cx="96" cy="9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2" name="Line 34"/>
              <p:cNvSpPr>
                <a:spLocks noChangeShapeType="1"/>
              </p:cNvSpPr>
              <p:nvPr/>
            </p:nvSpPr>
            <p:spPr bwMode="auto">
              <a:xfrm flipV="1">
                <a:off x="2328" y="2152"/>
                <a:ext cx="264" cy="2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3" name="Line 35"/>
              <p:cNvSpPr>
                <a:spLocks noChangeShapeType="1"/>
              </p:cNvSpPr>
              <p:nvPr/>
            </p:nvSpPr>
            <p:spPr bwMode="auto">
              <a:xfrm flipV="1">
                <a:off x="2396" y="2268"/>
                <a:ext cx="192" cy="1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4" name="Line 36"/>
              <p:cNvSpPr>
                <a:spLocks noChangeShapeType="1"/>
              </p:cNvSpPr>
              <p:nvPr/>
            </p:nvSpPr>
            <p:spPr bwMode="auto">
              <a:xfrm flipV="1">
                <a:off x="2508" y="2384"/>
                <a:ext cx="76" cy="7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5" name="Line 37"/>
              <p:cNvSpPr>
                <a:spLocks noChangeShapeType="1"/>
              </p:cNvSpPr>
              <p:nvPr/>
            </p:nvSpPr>
            <p:spPr bwMode="auto">
              <a:xfrm flipV="1">
                <a:off x="2984" y="1892"/>
                <a:ext cx="92" cy="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6" name="Line 38"/>
              <p:cNvSpPr>
                <a:spLocks noChangeShapeType="1"/>
              </p:cNvSpPr>
              <p:nvPr/>
            </p:nvSpPr>
            <p:spPr bwMode="auto">
              <a:xfrm flipV="1">
                <a:off x="3092" y="1892"/>
                <a:ext cx="96" cy="9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8" name="Line 39"/>
              <p:cNvSpPr>
                <a:spLocks noChangeShapeType="1"/>
              </p:cNvSpPr>
              <p:nvPr/>
            </p:nvSpPr>
            <p:spPr bwMode="auto">
              <a:xfrm flipV="1">
                <a:off x="3156" y="1428"/>
                <a:ext cx="32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" name="Line 40"/>
            <p:cNvSpPr>
              <a:spLocks noChangeShapeType="1"/>
            </p:cNvSpPr>
            <p:nvPr/>
          </p:nvSpPr>
          <p:spPr bwMode="auto">
            <a:xfrm flipV="1">
              <a:off x="2145" y="1305"/>
              <a:ext cx="75" cy="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39" name="Group 41"/>
          <p:cNvGrpSpPr/>
          <p:nvPr/>
        </p:nvGrpSpPr>
        <p:grpSpPr bwMode="auto">
          <a:xfrm>
            <a:off x="5475831" y="2619412"/>
            <a:ext cx="2562225" cy="509588"/>
            <a:chOff x="2151" y="1494"/>
            <a:chExt cx="1614" cy="321"/>
          </a:xfrm>
        </p:grpSpPr>
        <p:grpSp>
          <p:nvGrpSpPr>
            <p:cNvPr id="40" name="Group 42"/>
            <p:cNvGrpSpPr/>
            <p:nvPr/>
          </p:nvGrpSpPr>
          <p:grpSpPr bwMode="auto">
            <a:xfrm>
              <a:off x="2151" y="1494"/>
              <a:ext cx="1614" cy="243"/>
              <a:chOff x="2151" y="1494"/>
              <a:chExt cx="1614" cy="243"/>
            </a:xfrm>
          </p:grpSpPr>
          <p:sp>
            <p:nvSpPr>
              <p:cNvPr id="47" name="Line 43"/>
              <p:cNvSpPr>
                <a:spLocks noChangeShapeType="1"/>
              </p:cNvSpPr>
              <p:nvPr/>
            </p:nvSpPr>
            <p:spPr bwMode="auto">
              <a:xfrm>
                <a:off x="2557" y="1496"/>
                <a:ext cx="283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tailEnd type="triangl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8" name="Line 44"/>
              <p:cNvSpPr>
                <a:spLocks noChangeShapeType="1"/>
              </p:cNvSpPr>
              <p:nvPr/>
            </p:nvSpPr>
            <p:spPr bwMode="auto">
              <a:xfrm>
                <a:off x="2151" y="1736"/>
                <a:ext cx="678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tailEnd type="triangl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9" name="Line 45"/>
              <p:cNvSpPr>
                <a:spLocks noChangeShapeType="1"/>
              </p:cNvSpPr>
              <p:nvPr/>
            </p:nvSpPr>
            <p:spPr bwMode="auto">
              <a:xfrm>
                <a:off x="3165" y="1494"/>
                <a:ext cx="317" cy="12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0" name="Line 46"/>
              <p:cNvSpPr>
                <a:spLocks noChangeShapeType="1"/>
              </p:cNvSpPr>
              <p:nvPr/>
            </p:nvSpPr>
            <p:spPr bwMode="auto">
              <a:xfrm>
                <a:off x="3480" y="1620"/>
                <a:ext cx="285" cy="114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prstDash val="lgDash"/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1" name="Line 47"/>
              <p:cNvSpPr>
                <a:spLocks noChangeShapeType="1"/>
              </p:cNvSpPr>
              <p:nvPr/>
            </p:nvSpPr>
            <p:spPr bwMode="auto">
              <a:xfrm>
                <a:off x="2836" y="1497"/>
                <a:ext cx="330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2" name="Line 48"/>
              <p:cNvSpPr>
                <a:spLocks noChangeShapeType="1"/>
              </p:cNvSpPr>
              <p:nvPr/>
            </p:nvSpPr>
            <p:spPr bwMode="auto">
              <a:xfrm>
                <a:off x="2820" y="1737"/>
                <a:ext cx="943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1" name="Group 49"/>
            <p:cNvGrpSpPr/>
            <p:nvPr/>
          </p:nvGrpSpPr>
          <p:grpSpPr bwMode="auto">
            <a:xfrm>
              <a:off x="2196" y="1572"/>
              <a:ext cx="1565" cy="243"/>
              <a:chOff x="2196" y="1572"/>
              <a:chExt cx="1565" cy="243"/>
            </a:xfrm>
          </p:grpSpPr>
          <p:sp>
            <p:nvSpPr>
              <p:cNvPr id="42" name="Line 50"/>
              <p:cNvSpPr>
                <a:spLocks noChangeShapeType="1"/>
              </p:cNvSpPr>
              <p:nvPr/>
            </p:nvSpPr>
            <p:spPr bwMode="auto">
              <a:xfrm>
                <a:off x="2606" y="1575"/>
                <a:ext cx="235" cy="0"/>
              </a:xfrm>
              <a:prstGeom prst="line">
                <a:avLst/>
              </a:prstGeom>
              <a:noFill/>
              <a:ln w="9525">
                <a:solidFill>
                  <a:srgbClr val="FF3399"/>
                </a:solidFill>
                <a:round/>
                <a:tailEnd type="triangl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3" name="Line 51"/>
              <p:cNvSpPr>
                <a:spLocks noChangeShapeType="1"/>
              </p:cNvSpPr>
              <p:nvPr/>
            </p:nvSpPr>
            <p:spPr bwMode="auto">
              <a:xfrm>
                <a:off x="2196" y="1815"/>
                <a:ext cx="632" cy="0"/>
              </a:xfrm>
              <a:prstGeom prst="line">
                <a:avLst/>
              </a:prstGeom>
              <a:noFill/>
              <a:ln w="9525">
                <a:solidFill>
                  <a:srgbClr val="FF3399"/>
                </a:solidFill>
                <a:round/>
                <a:tailEnd type="triangl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4" name="Line 52"/>
              <p:cNvSpPr>
                <a:spLocks noChangeShapeType="1"/>
              </p:cNvSpPr>
              <p:nvPr/>
            </p:nvSpPr>
            <p:spPr bwMode="auto">
              <a:xfrm>
                <a:off x="3163" y="1572"/>
                <a:ext cx="595" cy="238"/>
              </a:xfrm>
              <a:prstGeom prst="line">
                <a:avLst/>
              </a:prstGeom>
              <a:noFill/>
              <a:ln w="9525">
                <a:solidFill>
                  <a:srgbClr val="FF3399"/>
                </a:solidFill>
                <a:prstDash val="lgDash"/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5" name="Line 53"/>
              <p:cNvSpPr>
                <a:spLocks noChangeShapeType="1"/>
              </p:cNvSpPr>
              <p:nvPr/>
            </p:nvSpPr>
            <p:spPr bwMode="auto">
              <a:xfrm>
                <a:off x="2837" y="1576"/>
                <a:ext cx="330" cy="0"/>
              </a:xfrm>
              <a:prstGeom prst="line">
                <a:avLst/>
              </a:prstGeom>
              <a:noFill/>
              <a:ln w="9525">
                <a:solidFill>
                  <a:srgbClr val="FF3399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6" name="Line 54"/>
              <p:cNvSpPr>
                <a:spLocks noChangeShapeType="1"/>
              </p:cNvSpPr>
              <p:nvPr/>
            </p:nvSpPr>
            <p:spPr bwMode="auto">
              <a:xfrm>
                <a:off x="2825" y="1814"/>
                <a:ext cx="936" cy="0"/>
              </a:xfrm>
              <a:prstGeom prst="line">
                <a:avLst/>
              </a:prstGeom>
              <a:noFill/>
              <a:ln w="9525">
                <a:solidFill>
                  <a:srgbClr val="FF3399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53" name="Group 55"/>
          <p:cNvGrpSpPr/>
          <p:nvPr/>
        </p:nvGrpSpPr>
        <p:grpSpPr bwMode="auto">
          <a:xfrm>
            <a:off x="6655343" y="2066962"/>
            <a:ext cx="1389063" cy="2497138"/>
            <a:chOff x="2323" y="892"/>
            <a:chExt cx="875" cy="1573"/>
          </a:xfrm>
        </p:grpSpPr>
        <p:sp>
          <p:nvSpPr>
            <p:cNvPr id="54" name="Line 56"/>
            <p:cNvSpPr>
              <a:spLocks noChangeShapeType="1"/>
            </p:cNvSpPr>
            <p:nvPr/>
          </p:nvSpPr>
          <p:spPr bwMode="auto">
            <a:xfrm>
              <a:off x="2595" y="1368"/>
              <a:ext cx="59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5" name="Line 57"/>
            <p:cNvSpPr>
              <a:spLocks noChangeShapeType="1"/>
            </p:cNvSpPr>
            <p:nvPr/>
          </p:nvSpPr>
          <p:spPr bwMode="auto">
            <a:xfrm>
              <a:off x="2332" y="1464"/>
              <a:ext cx="85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6" name="Line 58"/>
            <p:cNvSpPr>
              <a:spLocks noChangeShapeType="1"/>
            </p:cNvSpPr>
            <p:nvPr/>
          </p:nvSpPr>
          <p:spPr bwMode="auto">
            <a:xfrm>
              <a:off x="2325" y="2460"/>
              <a:ext cx="27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7" name="Line 59"/>
            <p:cNvSpPr>
              <a:spLocks noChangeShapeType="1"/>
            </p:cNvSpPr>
            <p:nvPr/>
          </p:nvSpPr>
          <p:spPr bwMode="auto">
            <a:xfrm>
              <a:off x="2596" y="892"/>
              <a:ext cx="0" cy="4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8" name="Line 60"/>
            <p:cNvSpPr>
              <a:spLocks noChangeShapeType="1"/>
            </p:cNvSpPr>
            <p:nvPr/>
          </p:nvSpPr>
          <p:spPr bwMode="auto">
            <a:xfrm>
              <a:off x="3192" y="1366"/>
              <a:ext cx="0" cy="6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9" name="Line 61"/>
            <p:cNvSpPr>
              <a:spLocks noChangeShapeType="1"/>
            </p:cNvSpPr>
            <p:nvPr/>
          </p:nvSpPr>
          <p:spPr bwMode="auto">
            <a:xfrm>
              <a:off x="2328" y="1892"/>
              <a:ext cx="87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0" name="Line 62"/>
            <p:cNvSpPr>
              <a:spLocks noChangeShapeType="1"/>
            </p:cNvSpPr>
            <p:nvPr/>
          </p:nvSpPr>
          <p:spPr bwMode="auto">
            <a:xfrm>
              <a:off x="2591" y="1987"/>
              <a:ext cx="60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" name="Line 63"/>
            <p:cNvSpPr>
              <a:spLocks noChangeShapeType="1"/>
            </p:cNvSpPr>
            <p:nvPr/>
          </p:nvSpPr>
          <p:spPr bwMode="auto">
            <a:xfrm>
              <a:off x="2323" y="892"/>
              <a:ext cx="27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2" name="Line 64"/>
            <p:cNvSpPr>
              <a:spLocks noChangeShapeType="1"/>
            </p:cNvSpPr>
            <p:nvPr/>
          </p:nvSpPr>
          <p:spPr bwMode="auto">
            <a:xfrm>
              <a:off x="2593" y="1979"/>
              <a:ext cx="0" cy="4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3" name="Line 65"/>
            <p:cNvSpPr>
              <a:spLocks noChangeShapeType="1"/>
            </p:cNvSpPr>
            <p:nvPr/>
          </p:nvSpPr>
          <p:spPr bwMode="auto">
            <a:xfrm>
              <a:off x="2328" y="897"/>
              <a:ext cx="0" cy="156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3771385" y="1960033"/>
            <a:ext cx="2671234" cy="2671234"/>
            <a:chOff x="3771385" y="1960033"/>
            <a:chExt cx="2671234" cy="2671234"/>
          </a:xfrm>
        </p:grpSpPr>
        <p:grpSp>
          <p:nvGrpSpPr>
            <p:cNvPr id="65" name="Group 66"/>
            <p:cNvGrpSpPr/>
            <p:nvPr/>
          </p:nvGrpSpPr>
          <p:grpSpPr bwMode="auto">
            <a:xfrm>
              <a:off x="3854993" y="2066963"/>
              <a:ext cx="2484437" cy="2484438"/>
              <a:chOff x="559" y="892"/>
              <a:chExt cx="1565" cy="1565"/>
            </a:xfrm>
          </p:grpSpPr>
          <p:sp>
            <p:nvSpPr>
              <p:cNvPr id="72" name="Oval 67"/>
              <p:cNvSpPr>
                <a:spLocks noChangeArrowheads="1"/>
              </p:cNvSpPr>
              <p:nvPr/>
            </p:nvSpPr>
            <p:spPr bwMode="auto">
              <a:xfrm>
                <a:off x="697" y="1820"/>
                <a:ext cx="284" cy="284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3" name="Oval 68"/>
              <p:cNvSpPr>
                <a:spLocks noChangeArrowheads="1"/>
              </p:cNvSpPr>
              <p:nvPr/>
            </p:nvSpPr>
            <p:spPr bwMode="auto">
              <a:xfrm rot="5400000">
                <a:off x="766" y="1893"/>
                <a:ext cx="141" cy="141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" name="Oval 71"/>
              <p:cNvSpPr>
                <a:spLocks noChangeArrowheads="1"/>
              </p:cNvSpPr>
              <p:nvPr/>
            </p:nvSpPr>
            <p:spPr bwMode="auto">
              <a:xfrm>
                <a:off x="559" y="892"/>
                <a:ext cx="1565" cy="1565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5" name="Oval 72"/>
              <p:cNvSpPr>
                <a:spLocks noChangeArrowheads="1"/>
              </p:cNvSpPr>
              <p:nvPr/>
            </p:nvSpPr>
            <p:spPr bwMode="auto">
              <a:xfrm>
                <a:off x="1030" y="1364"/>
                <a:ext cx="618" cy="61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6" name="Oval 73"/>
              <p:cNvSpPr>
                <a:spLocks noChangeArrowheads="1"/>
              </p:cNvSpPr>
              <p:nvPr/>
            </p:nvSpPr>
            <p:spPr bwMode="auto">
              <a:xfrm>
                <a:off x="1126" y="1460"/>
                <a:ext cx="426" cy="426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7" name="Oval 74"/>
              <p:cNvSpPr>
                <a:spLocks noChangeArrowheads="1"/>
              </p:cNvSpPr>
              <p:nvPr/>
            </p:nvSpPr>
            <p:spPr bwMode="auto">
              <a:xfrm>
                <a:off x="1270" y="1022"/>
                <a:ext cx="141" cy="141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8" name="Oval 75"/>
              <p:cNvSpPr>
                <a:spLocks noChangeArrowheads="1"/>
              </p:cNvSpPr>
              <p:nvPr/>
            </p:nvSpPr>
            <p:spPr bwMode="auto">
              <a:xfrm rot="5400000">
                <a:off x="1778" y="1898"/>
                <a:ext cx="141" cy="141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9" name="Oval 76"/>
              <p:cNvSpPr>
                <a:spLocks noChangeArrowheads="1"/>
              </p:cNvSpPr>
              <p:nvPr/>
            </p:nvSpPr>
            <p:spPr bwMode="auto">
              <a:xfrm>
                <a:off x="1703" y="1827"/>
                <a:ext cx="284" cy="284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0" name="Oval 77"/>
              <p:cNvSpPr>
                <a:spLocks noChangeArrowheads="1"/>
              </p:cNvSpPr>
              <p:nvPr/>
            </p:nvSpPr>
            <p:spPr bwMode="auto">
              <a:xfrm>
                <a:off x="1196" y="956"/>
                <a:ext cx="284" cy="284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1" name="Line 81"/>
              <p:cNvSpPr>
                <a:spLocks noChangeShapeType="1"/>
              </p:cNvSpPr>
              <p:nvPr/>
            </p:nvSpPr>
            <p:spPr bwMode="auto">
              <a:xfrm flipV="1">
                <a:off x="1581" y="1239"/>
                <a:ext cx="411" cy="23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2" name="Line 82"/>
              <p:cNvSpPr>
                <a:spLocks noChangeShapeType="1"/>
              </p:cNvSpPr>
              <p:nvPr/>
            </p:nvSpPr>
            <p:spPr bwMode="auto">
              <a:xfrm flipV="1">
                <a:off x="1626" y="1317"/>
                <a:ext cx="411" cy="23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3" name="Line 84"/>
              <p:cNvSpPr>
                <a:spLocks noChangeShapeType="1"/>
              </p:cNvSpPr>
              <p:nvPr/>
            </p:nvSpPr>
            <p:spPr bwMode="auto">
              <a:xfrm rot="14400000" flipV="1">
                <a:off x="637" y="1319"/>
                <a:ext cx="411" cy="23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4" name="Line 85"/>
              <p:cNvSpPr>
                <a:spLocks noChangeShapeType="1"/>
              </p:cNvSpPr>
              <p:nvPr/>
            </p:nvSpPr>
            <p:spPr bwMode="auto">
              <a:xfrm rot="14400000" flipV="1">
                <a:off x="682" y="1241"/>
                <a:ext cx="411" cy="23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5" name="Line 86"/>
              <p:cNvSpPr>
                <a:spLocks noChangeShapeType="1"/>
              </p:cNvSpPr>
              <p:nvPr/>
            </p:nvSpPr>
            <p:spPr bwMode="auto">
              <a:xfrm rot="7200000" flipV="1">
                <a:off x="1180" y="2100"/>
                <a:ext cx="411" cy="23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6" name="Line 87"/>
              <p:cNvSpPr>
                <a:spLocks noChangeShapeType="1"/>
              </p:cNvSpPr>
              <p:nvPr/>
            </p:nvSpPr>
            <p:spPr bwMode="auto">
              <a:xfrm rot="7200000" flipV="1">
                <a:off x="1090" y="2100"/>
                <a:ext cx="411" cy="23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7" name="Arc 88"/>
              <p:cNvSpPr/>
              <p:nvPr/>
            </p:nvSpPr>
            <p:spPr bwMode="auto">
              <a:xfrm>
                <a:off x="1139" y="1094"/>
                <a:ext cx="406" cy="580"/>
              </a:xfrm>
              <a:custGeom>
                <a:avLst/>
                <a:gdLst>
                  <a:gd name="T0" fmla="*/ 0 w 15082"/>
                  <a:gd name="T1" fmla="*/ 0 h 21600"/>
                  <a:gd name="T2" fmla="*/ 0 w 15082"/>
                  <a:gd name="T3" fmla="*/ 0 h 21600"/>
                  <a:gd name="T4" fmla="*/ 0 w 1508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5082"/>
                  <a:gd name="T10" fmla="*/ 0 h 21600"/>
                  <a:gd name="T11" fmla="*/ 15082 w 1508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082" h="21600" fill="none" extrusionOk="0">
                    <a:moveTo>
                      <a:pt x="0" y="1288"/>
                    </a:moveTo>
                    <a:cubicBezTo>
                      <a:pt x="2356" y="435"/>
                      <a:pt x="4842" y="-1"/>
                      <a:pt x="7348" y="0"/>
                    </a:cubicBezTo>
                    <a:cubicBezTo>
                      <a:pt x="9991" y="0"/>
                      <a:pt x="12613" y="485"/>
                      <a:pt x="15081" y="1432"/>
                    </a:cubicBezTo>
                  </a:path>
                  <a:path w="15082" h="21600" stroke="0" extrusionOk="0">
                    <a:moveTo>
                      <a:pt x="0" y="1288"/>
                    </a:moveTo>
                    <a:cubicBezTo>
                      <a:pt x="2356" y="435"/>
                      <a:pt x="4842" y="-1"/>
                      <a:pt x="7348" y="0"/>
                    </a:cubicBezTo>
                    <a:cubicBezTo>
                      <a:pt x="9991" y="0"/>
                      <a:pt x="12613" y="485"/>
                      <a:pt x="15081" y="1432"/>
                    </a:cubicBezTo>
                    <a:lnTo>
                      <a:pt x="7348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8" name="Arc 89"/>
              <p:cNvSpPr/>
              <p:nvPr/>
            </p:nvSpPr>
            <p:spPr bwMode="auto">
              <a:xfrm>
                <a:off x="767" y="1674"/>
                <a:ext cx="573" cy="430"/>
              </a:xfrm>
              <a:custGeom>
                <a:avLst/>
                <a:gdLst>
                  <a:gd name="T0" fmla="*/ 0 w 21289"/>
                  <a:gd name="T1" fmla="*/ 0 h 15988"/>
                  <a:gd name="T2" fmla="*/ 0 w 21289"/>
                  <a:gd name="T3" fmla="*/ 0 h 15988"/>
                  <a:gd name="T4" fmla="*/ 0 w 21289"/>
                  <a:gd name="T5" fmla="*/ 0 h 15988"/>
                  <a:gd name="T6" fmla="*/ 0 60000 65536"/>
                  <a:gd name="T7" fmla="*/ 0 60000 65536"/>
                  <a:gd name="T8" fmla="*/ 0 60000 65536"/>
                  <a:gd name="T9" fmla="*/ 0 w 21289"/>
                  <a:gd name="T10" fmla="*/ 0 h 15988"/>
                  <a:gd name="T11" fmla="*/ 21289 w 21289"/>
                  <a:gd name="T12" fmla="*/ 15988 h 159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289" h="15988" fill="none" extrusionOk="0">
                    <a:moveTo>
                      <a:pt x="6765" y="15987"/>
                    </a:moveTo>
                    <a:cubicBezTo>
                      <a:pt x="3196" y="12746"/>
                      <a:pt x="815" y="8403"/>
                      <a:pt x="-1" y="3652"/>
                    </a:cubicBezTo>
                  </a:path>
                  <a:path w="21289" h="15988" stroke="0" extrusionOk="0">
                    <a:moveTo>
                      <a:pt x="6765" y="15987"/>
                    </a:moveTo>
                    <a:cubicBezTo>
                      <a:pt x="3196" y="12746"/>
                      <a:pt x="815" y="8403"/>
                      <a:pt x="-1" y="3652"/>
                    </a:cubicBezTo>
                    <a:lnTo>
                      <a:pt x="21289" y="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9" name="Arc 90"/>
              <p:cNvSpPr/>
              <p:nvPr/>
            </p:nvSpPr>
            <p:spPr bwMode="auto">
              <a:xfrm>
                <a:off x="1338" y="1674"/>
                <a:ext cx="571" cy="453"/>
              </a:xfrm>
              <a:custGeom>
                <a:avLst/>
                <a:gdLst>
                  <a:gd name="T0" fmla="*/ 0 w 21228"/>
                  <a:gd name="T1" fmla="*/ 0 h 16870"/>
                  <a:gd name="T2" fmla="*/ 0 w 21228"/>
                  <a:gd name="T3" fmla="*/ 0 h 16870"/>
                  <a:gd name="T4" fmla="*/ 0 w 21228"/>
                  <a:gd name="T5" fmla="*/ 0 h 16870"/>
                  <a:gd name="T6" fmla="*/ 0 60000 65536"/>
                  <a:gd name="T7" fmla="*/ 0 60000 65536"/>
                  <a:gd name="T8" fmla="*/ 0 60000 65536"/>
                  <a:gd name="T9" fmla="*/ 0 w 21228"/>
                  <a:gd name="T10" fmla="*/ 0 h 16870"/>
                  <a:gd name="T11" fmla="*/ 21228 w 21228"/>
                  <a:gd name="T12" fmla="*/ 16870 h 168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228" h="16870" fill="none" extrusionOk="0">
                    <a:moveTo>
                      <a:pt x="21227" y="3991"/>
                    </a:moveTo>
                    <a:cubicBezTo>
                      <a:pt x="20272" y="9072"/>
                      <a:pt x="17526" y="13641"/>
                      <a:pt x="13489" y="16870"/>
                    </a:cubicBezTo>
                  </a:path>
                  <a:path w="21228" h="16870" stroke="0" extrusionOk="0">
                    <a:moveTo>
                      <a:pt x="21227" y="3991"/>
                    </a:moveTo>
                    <a:cubicBezTo>
                      <a:pt x="20272" y="9072"/>
                      <a:pt x="17526" y="13641"/>
                      <a:pt x="13489" y="1687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66" name="图片 65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02" t="23504" r="48318" b="19195"/>
            <a:stretch>
              <a:fillRect/>
            </a:stretch>
          </p:blipFill>
          <p:spPr>
            <a:xfrm rot="16200000">
              <a:off x="3749109" y="3198775"/>
              <a:ext cx="2671234" cy="193749"/>
            </a:xfrm>
            <a:prstGeom prst="rect">
              <a:avLst/>
            </a:prstGeom>
          </p:spPr>
        </p:pic>
        <p:pic>
          <p:nvPicPr>
            <p:cNvPr id="67" name="图片 66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02" t="23504" r="48318" b="19195"/>
            <a:stretch>
              <a:fillRect/>
            </a:stretch>
          </p:blipFill>
          <p:spPr>
            <a:xfrm>
              <a:off x="3771385" y="3207319"/>
              <a:ext cx="2671234" cy="193749"/>
            </a:xfrm>
            <a:prstGeom prst="rect">
              <a:avLst/>
            </a:prstGeom>
          </p:spPr>
        </p:pic>
        <p:pic>
          <p:nvPicPr>
            <p:cNvPr id="68" name="图片 67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27" t="35966" r="65092" b="19194"/>
            <a:stretch>
              <a:fillRect/>
            </a:stretch>
          </p:blipFill>
          <p:spPr>
            <a:xfrm rot="1762405">
              <a:off x="3864828" y="2802995"/>
              <a:ext cx="939480" cy="151612"/>
            </a:xfrm>
            <a:prstGeom prst="rect">
              <a:avLst/>
            </a:prstGeom>
          </p:spPr>
        </p:pic>
        <p:pic>
          <p:nvPicPr>
            <p:cNvPr id="69" name="图片 6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27" t="35966" r="65092" b="19194"/>
            <a:stretch>
              <a:fillRect/>
            </a:stretch>
          </p:blipFill>
          <p:spPr>
            <a:xfrm rot="19800000">
              <a:off x="5373138" y="2804065"/>
              <a:ext cx="939480" cy="151612"/>
            </a:xfrm>
            <a:prstGeom prst="rect">
              <a:avLst/>
            </a:prstGeom>
          </p:spPr>
        </p:pic>
        <p:pic>
          <p:nvPicPr>
            <p:cNvPr id="70" name="图片 69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119" t="35966" r="62899" b="19194"/>
            <a:stretch>
              <a:fillRect/>
            </a:stretch>
          </p:blipFill>
          <p:spPr>
            <a:xfrm rot="19800000">
              <a:off x="4038549" y="3697153"/>
              <a:ext cx="545871" cy="151612"/>
            </a:xfrm>
            <a:prstGeom prst="rect">
              <a:avLst/>
            </a:prstGeom>
          </p:spPr>
        </p:pic>
        <p:pic>
          <p:nvPicPr>
            <p:cNvPr id="71" name="图片 70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119" t="35966" r="62899" b="19194"/>
            <a:stretch>
              <a:fillRect/>
            </a:stretch>
          </p:blipFill>
          <p:spPr>
            <a:xfrm rot="12600000">
              <a:off x="5616866" y="3681351"/>
              <a:ext cx="545871" cy="151612"/>
            </a:xfrm>
            <a:prstGeom prst="rect">
              <a:avLst/>
            </a:prstGeom>
          </p:spPr>
        </p:pic>
      </p:grpSp>
      <p:pic>
        <p:nvPicPr>
          <p:cNvPr id="90" name="图片 8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57" t="33978" r="65231" b="19195"/>
          <a:stretch>
            <a:fillRect/>
          </a:stretch>
        </p:blipFill>
        <p:spPr>
          <a:xfrm>
            <a:off x="6569619" y="3242733"/>
            <a:ext cx="1545681" cy="158335"/>
          </a:xfrm>
          <a:prstGeom prst="rect">
            <a:avLst/>
          </a:prstGeom>
        </p:spPr>
      </p:pic>
      <p:pic>
        <p:nvPicPr>
          <p:cNvPr id="91" name="图片 90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4" t="33092" r="78618" b="21836"/>
          <a:stretch>
            <a:fillRect/>
          </a:stretch>
        </p:blipFill>
        <p:spPr>
          <a:xfrm>
            <a:off x="6604001" y="2307168"/>
            <a:ext cx="584200" cy="152399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4" t="33092" r="78618" b="21836"/>
          <a:stretch>
            <a:fillRect/>
          </a:stretch>
        </p:blipFill>
        <p:spPr>
          <a:xfrm>
            <a:off x="6604001" y="4161230"/>
            <a:ext cx="584200" cy="152399"/>
          </a:xfrm>
          <a:prstGeom prst="rect">
            <a:avLst/>
          </a:prstGeom>
        </p:spPr>
      </p:pic>
      <p:sp>
        <p:nvSpPr>
          <p:cNvPr id="93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规定画法和简化画法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97690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均匀分布在回转体上的轮幅、肋、孔等，先转正，后投影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AutoShape 3"/>
          <p:cNvSpPr>
            <a:spLocks noChangeArrowheads="1"/>
          </p:cNvSpPr>
          <p:nvPr/>
        </p:nvSpPr>
        <p:spPr bwMode="auto">
          <a:xfrm>
            <a:off x="3359696" y="1937823"/>
            <a:ext cx="1958975" cy="837676"/>
          </a:xfrm>
          <a:prstGeom prst="wedgeRoundRectCallout">
            <a:avLst>
              <a:gd name="adj1" fmla="val 42870"/>
              <a:gd name="adj2" fmla="val 75171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肋不对称画成对称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4"/>
          <p:cNvSpPr>
            <a:spLocks noChangeArrowheads="1"/>
          </p:cNvSpPr>
          <p:nvPr/>
        </p:nvSpPr>
        <p:spPr bwMode="auto">
          <a:xfrm>
            <a:off x="7681143" y="1900271"/>
            <a:ext cx="1808163" cy="919401"/>
          </a:xfrm>
          <a:prstGeom prst="wedgeRoundRectCallout">
            <a:avLst>
              <a:gd name="adj1" fmla="val 55059"/>
              <a:gd name="adj2" fmla="val 10021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孔未剖到画成剖到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540596" y="3368006"/>
            <a:ext cx="3048536" cy="175432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90000"/>
              </a:lnSpc>
              <a:defRPr/>
            </a:pPr>
            <a:r>
              <a:rPr lang="en-US" altLang="zh-CN" sz="2400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若干</a:t>
            </a:r>
            <a:r>
              <a:rPr lang="zh-CN" altLang="en-US" sz="2400" b="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直径相同且成规律分布的孔</a:t>
            </a:r>
            <a:r>
              <a:rPr lang="zh-CN" altLang="en-US" sz="2400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，可以仅画出一个或几个，其余只需用</a:t>
            </a:r>
            <a:r>
              <a:rPr lang="zh-CN" altLang="en-US" sz="2400" b="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细点画线</a:t>
            </a:r>
            <a:r>
              <a:rPr lang="zh-CN" altLang="en-US" sz="2400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表示其中心位置。</a:t>
            </a:r>
            <a:endParaRPr lang="zh-CN" altLang="en-US" sz="2400" b="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Group 6"/>
          <p:cNvGrpSpPr/>
          <p:nvPr/>
        </p:nvGrpSpPr>
        <p:grpSpPr bwMode="auto">
          <a:xfrm>
            <a:off x="4447133" y="3812400"/>
            <a:ext cx="3429000" cy="2133600"/>
            <a:chOff x="1034" y="1760"/>
            <a:chExt cx="2160" cy="1344"/>
          </a:xfrm>
        </p:grpSpPr>
        <p:sp>
          <p:nvSpPr>
            <p:cNvPr id="6" name="Oval 7"/>
            <p:cNvSpPr>
              <a:spLocks noChangeArrowheads="1"/>
            </p:cNvSpPr>
            <p:nvPr/>
          </p:nvSpPr>
          <p:spPr bwMode="auto">
            <a:xfrm>
              <a:off x="1548" y="2368"/>
              <a:ext cx="140" cy="14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val 8"/>
            <p:cNvSpPr>
              <a:spLocks noChangeArrowheads="1"/>
            </p:cNvSpPr>
            <p:nvPr/>
          </p:nvSpPr>
          <p:spPr bwMode="auto">
            <a:xfrm>
              <a:off x="1880" y="2204"/>
              <a:ext cx="488" cy="456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val 9"/>
            <p:cNvSpPr>
              <a:spLocks noChangeArrowheads="1"/>
            </p:cNvSpPr>
            <p:nvPr/>
          </p:nvSpPr>
          <p:spPr bwMode="auto">
            <a:xfrm>
              <a:off x="2004" y="2312"/>
              <a:ext cx="240" cy="24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val 10"/>
            <p:cNvSpPr>
              <a:spLocks noChangeArrowheads="1"/>
            </p:cNvSpPr>
            <p:nvPr/>
          </p:nvSpPr>
          <p:spPr bwMode="auto">
            <a:xfrm>
              <a:off x="1816" y="2120"/>
              <a:ext cx="624" cy="616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val 11"/>
            <p:cNvSpPr>
              <a:spLocks noChangeArrowheads="1"/>
            </p:cNvSpPr>
            <p:nvPr/>
          </p:nvSpPr>
          <p:spPr bwMode="auto">
            <a:xfrm>
              <a:off x="1416" y="1760"/>
              <a:ext cx="1408" cy="13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Line 14"/>
            <p:cNvSpPr>
              <a:spLocks noChangeShapeType="1"/>
            </p:cNvSpPr>
            <p:nvPr/>
          </p:nvSpPr>
          <p:spPr bwMode="auto">
            <a:xfrm flipV="1">
              <a:off x="2310" y="1928"/>
              <a:ext cx="103" cy="1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Line 15"/>
            <p:cNvSpPr>
              <a:spLocks noChangeShapeType="1"/>
            </p:cNvSpPr>
            <p:nvPr/>
          </p:nvSpPr>
          <p:spPr bwMode="auto">
            <a:xfrm>
              <a:off x="2304" y="2752"/>
              <a:ext cx="95" cy="1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Arc 16"/>
            <p:cNvSpPr/>
            <p:nvPr/>
          </p:nvSpPr>
          <p:spPr bwMode="auto">
            <a:xfrm flipH="1">
              <a:off x="1615" y="2289"/>
              <a:ext cx="349" cy="312"/>
            </a:xfrm>
            <a:custGeom>
              <a:avLst/>
              <a:gdLst>
                <a:gd name="T0" fmla="*/ 331 w 21600"/>
                <a:gd name="T1" fmla="*/ 0 h 16533"/>
                <a:gd name="T2" fmla="*/ 311 w 21600"/>
                <a:gd name="T3" fmla="*/ 312 h 16533"/>
                <a:gd name="T4" fmla="*/ 0 w 21600"/>
                <a:gd name="T5" fmla="*/ 128 h 16533"/>
                <a:gd name="T6" fmla="*/ 0 60000 65536"/>
                <a:gd name="T7" fmla="*/ 0 60000 65536"/>
                <a:gd name="T8" fmla="*/ 0 60000 65536"/>
                <a:gd name="T9" fmla="*/ 0 w 21600"/>
                <a:gd name="T10" fmla="*/ 0 h 16533"/>
                <a:gd name="T11" fmla="*/ 21600 w 21600"/>
                <a:gd name="T12" fmla="*/ 16533 h 165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6533" fill="none" extrusionOk="0">
                  <a:moveTo>
                    <a:pt x="20514" y="0"/>
                  </a:moveTo>
                  <a:cubicBezTo>
                    <a:pt x="21233" y="2181"/>
                    <a:pt x="21600" y="4463"/>
                    <a:pt x="21600" y="6761"/>
                  </a:cubicBezTo>
                  <a:cubicBezTo>
                    <a:pt x="21600" y="10156"/>
                    <a:pt x="20799" y="13504"/>
                    <a:pt x="19263" y="16533"/>
                  </a:cubicBezTo>
                </a:path>
                <a:path w="21600" h="16533" stroke="0" extrusionOk="0">
                  <a:moveTo>
                    <a:pt x="20514" y="0"/>
                  </a:moveTo>
                  <a:cubicBezTo>
                    <a:pt x="21233" y="2181"/>
                    <a:pt x="21600" y="4463"/>
                    <a:pt x="21600" y="6761"/>
                  </a:cubicBezTo>
                  <a:cubicBezTo>
                    <a:pt x="21600" y="10156"/>
                    <a:pt x="20799" y="13504"/>
                    <a:pt x="19263" y="16533"/>
                  </a:cubicBezTo>
                  <a:lnTo>
                    <a:pt x="0" y="6761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Arc 17"/>
            <p:cNvSpPr/>
            <p:nvPr/>
          </p:nvSpPr>
          <p:spPr bwMode="auto">
            <a:xfrm rot="21228794" flipV="1">
              <a:off x="2112" y="2444"/>
              <a:ext cx="312" cy="417"/>
            </a:xfrm>
            <a:custGeom>
              <a:avLst/>
              <a:gdLst>
                <a:gd name="T0" fmla="*/ 125 w 14011"/>
                <a:gd name="T1" fmla="*/ 0 h 20863"/>
                <a:gd name="T2" fmla="*/ 312 w 14011"/>
                <a:gd name="T3" fmla="*/ 88 h 20863"/>
                <a:gd name="T4" fmla="*/ 0 w 14011"/>
                <a:gd name="T5" fmla="*/ 417 h 20863"/>
                <a:gd name="T6" fmla="*/ 0 60000 65536"/>
                <a:gd name="T7" fmla="*/ 0 60000 65536"/>
                <a:gd name="T8" fmla="*/ 0 60000 65536"/>
                <a:gd name="T9" fmla="*/ 0 w 14011"/>
                <a:gd name="T10" fmla="*/ 0 h 20863"/>
                <a:gd name="T11" fmla="*/ 14011 w 14011"/>
                <a:gd name="T12" fmla="*/ 20863 h 208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11" h="20863" fill="none" extrusionOk="0">
                  <a:moveTo>
                    <a:pt x="5595" y="0"/>
                  </a:moveTo>
                  <a:cubicBezTo>
                    <a:pt x="8694" y="831"/>
                    <a:pt x="11569" y="2342"/>
                    <a:pt x="14010" y="4423"/>
                  </a:cubicBezTo>
                </a:path>
                <a:path w="14011" h="20863" stroke="0" extrusionOk="0">
                  <a:moveTo>
                    <a:pt x="5595" y="0"/>
                  </a:moveTo>
                  <a:cubicBezTo>
                    <a:pt x="8694" y="831"/>
                    <a:pt x="11569" y="2342"/>
                    <a:pt x="14010" y="4423"/>
                  </a:cubicBezTo>
                  <a:lnTo>
                    <a:pt x="0" y="20863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Freeform 20"/>
            <p:cNvSpPr/>
            <p:nvPr/>
          </p:nvSpPr>
          <p:spPr bwMode="auto">
            <a:xfrm>
              <a:off x="2495" y="2364"/>
              <a:ext cx="271" cy="8"/>
            </a:xfrm>
            <a:custGeom>
              <a:avLst/>
              <a:gdLst>
                <a:gd name="T0" fmla="*/ 0 w 271"/>
                <a:gd name="T1" fmla="*/ 8 h 8"/>
                <a:gd name="T2" fmla="*/ 271 w 271"/>
                <a:gd name="T3" fmla="*/ 0 h 8"/>
                <a:gd name="T4" fmla="*/ 0 60000 65536"/>
                <a:gd name="T5" fmla="*/ 0 60000 65536"/>
                <a:gd name="T6" fmla="*/ 0 w 271"/>
                <a:gd name="T7" fmla="*/ 0 h 8"/>
                <a:gd name="T8" fmla="*/ 271 w 271"/>
                <a:gd name="T9" fmla="*/ 8 h 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1" h="8">
                  <a:moveTo>
                    <a:pt x="0" y="8"/>
                  </a:moveTo>
                  <a:lnTo>
                    <a:pt x="27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Freeform 21"/>
            <p:cNvSpPr/>
            <p:nvPr/>
          </p:nvSpPr>
          <p:spPr bwMode="auto">
            <a:xfrm>
              <a:off x="2495" y="2489"/>
              <a:ext cx="271" cy="1"/>
            </a:xfrm>
            <a:custGeom>
              <a:avLst/>
              <a:gdLst>
                <a:gd name="T0" fmla="*/ 0 w 271"/>
                <a:gd name="T1" fmla="*/ 0 h 1"/>
                <a:gd name="T2" fmla="*/ 271 w 271"/>
                <a:gd name="T3" fmla="*/ 1 h 1"/>
                <a:gd name="T4" fmla="*/ 0 60000 65536"/>
                <a:gd name="T5" fmla="*/ 0 60000 65536"/>
                <a:gd name="T6" fmla="*/ 0 w 271"/>
                <a:gd name="T7" fmla="*/ 0 h 1"/>
                <a:gd name="T8" fmla="*/ 271 w 271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1" h="1">
                  <a:moveTo>
                    <a:pt x="0" y="0"/>
                  </a:moveTo>
                  <a:lnTo>
                    <a:pt x="271" y="1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Line 22"/>
            <p:cNvSpPr>
              <a:spLocks noChangeShapeType="1"/>
            </p:cNvSpPr>
            <p:nvPr/>
          </p:nvSpPr>
          <p:spPr bwMode="auto">
            <a:xfrm>
              <a:off x="1861" y="1850"/>
              <a:ext cx="140" cy="24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Freeform 23"/>
            <p:cNvSpPr/>
            <p:nvPr/>
          </p:nvSpPr>
          <p:spPr bwMode="auto">
            <a:xfrm>
              <a:off x="1758" y="1920"/>
              <a:ext cx="138" cy="222"/>
            </a:xfrm>
            <a:custGeom>
              <a:avLst/>
              <a:gdLst>
                <a:gd name="T0" fmla="*/ 0 w 138"/>
                <a:gd name="T1" fmla="*/ 0 h 222"/>
                <a:gd name="T2" fmla="*/ 138 w 138"/>
                <a:gd name="T3" fmla="*/ 222 h 222"/>
                <a:gd name="T4" fmla="*/ 0 60000 65536"/>
                <a:gd name="T5" fmla="*/ 0 60000 65536"/>
                <a:gd name="T6" fmla="*/ 0 w 138"/>
                <a:gd name="T7" fmla="*/ 0 h 222"/>
                <a:gd name="T8" fmla="*/ 138 w 138"/>
                <a:gd name="T9" fmla="*/ 222 h 2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38" h="222">
                  <a:moveTo>
                    <a:pt x="0" y="0"/>
                  </a:moveTo>
                  <a:lnTo>
                    <a:pt x="138" y="22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Line 24"/>
            <p:cNvSpPr>
              <a:spLocks noChangeShapeType="1"/>
            </p:cNvSpPr>
            <p:nvPr/>
          </p:nvSpPr>
          <p:spPr bwMode="auto">
            <a:xfrm flipH="1">
              <a:off x="1879" y="2776"/>
              <a:ext cx="133" cy="23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Line 25"/>
            <p:cNvSpPr>
              <a:spLocks noChangeShapeType="1"/>
            </p:cNvSpPr>
            <p:nvPr/>
          </p:nvSpPr>
          <p:spPr bwMode="auto">
            <a:xfrm flipH="1">
              <a:off x="1774" y="2715"/>
              <a:ext cx="128" cy="2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Freeform 26"/>
            <p:cNvSpPr/>
            <p:nvPr/>
          </p:nvSpPr>
          <p:spPr bwMode="auto">
            <a:xfrm>
              <a:off x="2760" y="2310"/>
              <a:ext cx="54" cy="54"/>
            </a:xfrm>
            <a:custGeom>
              <a:avLst/>
              <a:gdLst>
                <a:gd name="T0" fmla="*/ 0 w 54"/>
                <a:gd name="T1" fmla="*/ 54 h 54"/>
                <a:gd name="T2" fmla="*/ 42 w 54"/>
                <a:gd name="T3" fmla="*/ 36 h 54"/>
                <a:gd name="T4" fmla="*/ 54 w 54"/>
                <a:gd name="T5" fmla="*/ 0 h 54"/>
                <a:gd name="T6" fmla="*/ 0 60000 65536"/>
                <a:gd name="T7" fmla="*/ 0 60000 65536"/>
                <a:gd name="T8" fmla="*/ 0 60000 65536"/>
                <a:gd name="T9" fmla="*/ 0 w 54"/>
                <a:gd name="T10" fmla="*/ 0 h 54"/>
                <a:gd name="T11" fmla="*/ 54 w 54"/>
                <a:gd name="T12" fmla="*/ 54 h 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" h="54">
                  <a:moveTo>
                    <a:pt x="0" y="54"/>
                  </a:moveTo>
                  <a:cubicBezTo>
                    <a:pt x="7" y="51"/>
                    <a:pt x="33" y="45"/>
                    <a:pt x="42" y="36"/>
                  </a:cubicBezTo>
                  <a:cubicBezTo>
                    <a:pt x="51" y="27"/>
                    <a:pt x="52" y="7"/>
                    <a:pt x="54" y="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 27"/>
            <p:cNvSpPr/>
            <p:nvPr/>
          </p:nvSpPr>
          <p:spPr bwMode="auto">
            <a:xfrm>
              <a:off x="2754" y="2490"/>
              <a:ext cx="66" cy="26"/>
            </a:xfrm>
            <a:custGeom>
              <a:avLst/>
              <a:gdLst>
                <a:gd name="T0" fmla="*/ 0 w 66"/>
                <a:gd name="T1" fmla="*/ 0 h 26"/>
                <a:gd name="T2" fmla="*/ 36 w 66"/>
                <a:gd name="T3" fmla="*/ 6 h 26"/>
                <a:gd name="T4" fmla="*/ 66 w 66"/>
                <a:gd name="T5" fmla="*/ 26 h 26"/>
                <a:gd name="T6" fmla="*/ 0 60000 65536"/>
                <a:gd name="T7" fmla="*/ 0 60000 65536"/>
                <a:gd name="T8" fmla="*/ 0 60000 65536"/>
                <a:gd name="T9" fmla="*/ 0 w 66"/>
                <a:gd name="T10" fmla="*/ 0 h 26"/>
                <a:gd name="T11" fmla="*/ 66 w 66"/>
                <a:gd name="T12" fmla="*/ 26 h 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6" h="26">
                  <a:moveTo>
                    <a:pt x="0" y="0"/>
                  </a:moveTo>
                  <a:cubicBezTo>
                    <a:pt x="6" y="1"/>
                    <a:pt x="25" y="2"/>
                    <a:pt x="36" y="6"/>
                  </a:cubicBezTo>
                  <a:cubicBezTo>
                    <a:pt x="47" y="10"/>
                    <a:pt x="60" y="22"/>
                    <a:pt x="66" y="26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Freeform 28"/>
            <p:cNvSpPr/>
            <p:nvPr/>
          </p:nvSpPr>
          <p:spPr bwMode="auto">
            <a:xfrm>
              <a:off x="2430" y="2322"/>
              <a:ext cx="78" cy="50"/>
            </a:xfrm>
            <a:custGeom>
              <a:avLst/>
              <a:gdLst>
                <a:gd name="T0" fmla="*/ 78 w 78"/>
                <a:gd name="T1" fmla="*/ 48 h 50"/>
                <a:gd name="T2" fmla="*/ 36 w 78"/>
                <a:gd name="T3" fmla="*/ 42 h 50"/>
                <a:gd name="T4" fmla="*/ 0 w 78"/>
                <a:gd name="T5" fmla="*/ 0 h 50"/>
                <a:gd name="T6" fmla="*/ 0 60000 65536"/>
                <a:gd name="T7" fmla="*/ 0 60000 65536"/>
                <a:gd name="T8" fmla="*/ 0 60000 65536"/>
                <a:gd name="T9" fmla="*/ 0 w 78"/>
                <a:gd name="T10" fmla="*/ 0 h 50"/>
                <a:gd name="T11" fmla="*/ 78 w 78"/>
                <a:gd name="T12" fmla="*/ 50 h 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8" h="50">
                  <a:moveTo>
                    <a:pt x="78" y="48"/>
                  </a:moveTo>
                  <a:cubicBezTo>
                    <a:pt x="71" y="46"/>
                    <a:pt x="49" y="50"/>
                    <a:pt x="36" y="42"/>
                  </a:cubicBezTo>
                  <a:cubicBezTo>
                    <a:pt x="23" y="34"/>
                    <a:pt x="7" y="9"/>
                    <a:pt x="0" y="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Freeform 29"/>
            <p:cNvSpPr/>
            <p:nvPr/>
          </p:nvSpPr>
          <p:spPr bwMode="auto">
            <a:xfrm>
              <a:off x="2424" y="2490"/>
              <a:ext cx="84" cy="48"/>
            </a:xfrm>
            <a:custGeom>
              <a:avLst/>
              <a:gdLst>
                <a:gd name="T0" fmla="*/ 84 w 84"/>
                <a:gd name="T1" fmla="*/ 0 h 48"/>
                <a:gd name="T2" fmla="*/ 42 w 84"/>
                <a:gd name="T3" fmla="*/ 12 h 48"/>
                <a:gd name="T4" fmla="*/ 0 w 84"/>
                <a:gd name="T5" fmla="*/ 48 h 48"/>
                <a:gd name="T6" fmla="*/ 0 60000 65536"/>
                <a:gd name="T7" fmla="*/ 0 60000 65536"/>
                <a:gd name="T8" fmla="*/ 0 60000 65536"/>
                <a:gd name="T9" fmla="*/ 0 w 84"/>
                <a:gd name="T10" fmla="*/ 0 h 48"/>
                <a:gd name="T11" fmla="*/ 84 w 84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" h="48">
                  <a:moveTo>
                    <a:pt x="84" y="0"/>
                  </a:moveTo>
                  <a:cubicBezTo>
                    <a:pt x="77" y="2"/>
                    <a:pt x="56" y="4"/>
                    <a:pt x="42" y="12"/>
                  </a:cubicBezTo>
                  <a:cubicBezTo>
                    <a:pt x="28" y="20"/>
                    <a:pt x="9" y="41"/>
                    <a:pt x="0" y="48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Freeform 30"/>
            <p:cNvSpPr/>
            <p:nvPr/>
          </p:nvSpPr>
          <p:spPr bwMode="auto">
            <a:xfrm>
              <a:off x="1995" y="2086"/>
              <a:ext cx="87" cy="38"/>
            </a:xfrm>
            <a:custGeom>
              <a:avLst/>
              <a:gdLst>
                <a:gd name="T0" fmla="*/ 0 w 87"/>
                <a:gd name="T1" fmla="*/ 0 h 38"/>
                <a:gd name="T2" fmla="*/ 45 w 87"/>
                <a:gd name="T3" fmla="*/ 32 h 38"/>
                <a:gd name="T4" fmla="*/ 87 w 87"/>
                <a:gd name="T5" fmla="*/ 38 h 38"/>
                <a:gd name="T6" fmla="*/ 0 60000 65536"/>
                <a:gd name="T7" fmla="*/ 0 60000 65536"/>
                <a:gd name="T8" fmla="*/ 0 60000 65536"/>
                <a:gd name="T9" fmla="*/ 0 w 87"/>
                <a:gd name="T10" fmla="*/ 0 h 38"/>
                <a:gd name="T11" fmla="*/ 87 w 87"/>
                <a:gd name="T12" fmla="*/ 38 h 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7" h="38">
                  <a:moveTo>
                    <a:pt x="0" y="0"/>
                  </a:moveTo>
                  <a:cubicBezTo>
                    <a:pt x="7" y="5"/>
                    <a:pt x="31" y="26"/>
                    <a:pt x="45" y="32"/>
                  </a:cubicBezTo>
                  <a:cubicBezTo>
                    <a:pt x="59" y="38"/>
                    <a:pt x="78" y="37"/>
                    <a:pt x="87" y="38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Freeform 31"/>
            <p:cNvSpPr/>
            <p:nvPr/>
          </p:nvSpPr>
          <p:spPr bwMode="auto">
            <a:xfrm>
              <a:off x="1898" y="2142"/>
              <a:ext cx="11" cy="75"/>
            </a:xfrm>
            <a:custGeom>
              <a:avLst/>
              <a:gdLst>
                <a:gd name="T0" fmla="*/ 4 w 11"/>
                <a:gd name="T1" fmla="*/ 0 h 75"/>
                <a:gd name="T2" fmla="*/ 10 w 11"/>
                <a:gd name="T3" fmla="*/ 36 h 75"/>
                <a:gd name="T4" fmla="*/ 0 w 11"/>
                <a:gd name="T5" fmla="*/ 75 h 75"/>
                <a:gd name="T6" fmla="*/ 0 60000 65536"/>
                <a:gd name="T7" fmla="*/ 0 60000 65536"/>
                <a:gd name="T8" fmla="*/ 0 60000 65536"/>
                <a:gd name="T9" fmla="*/ 0 w 11"/>
                <a:gd name="T10" fmla="*/ 0 h 75"/>
                <a:gd name="T11" fmla="*/ 11 w 11"/>
                <a:gd name="T12" fmla="*/ 75 h 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75">
                  <a:moveTo>
                    <a:pt x="4" y="0"/>
                  </a:moveTo>
                  <a:cubicBezTo>
                    <a:pt x="4" y="6"/>
                    <a:pt x="11" y="24"/>
                    <a:pt x="10" y="36"/>
                  </a:cubicBezTo>
                  <a:cubicBezTo>
                    <a:pt x="9" y="48"/>
                    <a:pt x="2" y="67"/>
                    <a:pt x="0" y="75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Freeform 32"/>
            <p:cNvSpPr/>
            <p:nvPr/>
          </p:nvSpPr>
          <p:spPr bwMode="auto">
            <a:xfrm>
              <a:off x="1863" y="1797"/>
              <a:ext cx="26" cy="70"/>
            </a:xfrm>
            <a:custGeom>
              <a:avLst/>
              <a:gdLst>
                <a:gd name="T0" fmla="*/ 6 w 26"/>
                <a:gd name="T1" fmla="*/ 70 h 70"/>
                <a:gd name="T2" fmla="*/ 3 w 26"/>
                <a:gd name="T3" fmla="*/ 33 h 70"/>
                <a:gd name="T4" fmla="*/ 26 w 26"/>
                <a:gd name="T5" fmla="*/ 0 h 70"/>
                <a:gd name="T6" fmla="*/ 0 60000 65536"/>
                <a:gd name="T7" fmla="*/ 0 60000 65536"/>
                <a:gd name="T8" fmla="*/ 0 60000 65536"/>
                <a:gd name="T9" fmla="*/ 0 w 26"/>
                <a:gd name="T10" fmla="*/ 0 h 70"/>
                <a:gd name="T11" fmla="*/ 26 w 26"/>
                <a:gd name="T12" fmla="*/ 70 h 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70">
                  <a:moveTo>
                    <a:pt x="6" y="70"/>
                  </a:moveTo>
                  <a:cubicBezTo>
                    <a:pt x="6" y="64"/>
                    <a:pt x="0" y="45"/>
                    <a:pt x="3" y="33"/>
                  </a:cubicBezTo>
                  <a:cubicBezTo>
                    <a:pt x="6" y="21"/>
                    <a:pt x="21" y="7"/>
                    <a:pt x="26" y="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Freeform 33"/>
            <p:cNvSpPr/>
            <p:nvPr/>
          </p:nvSpPr>
          <p:spPr bwMode="auto">
            <a:xfrm>
              <a:off x="1698" y="1898"/>
              <a:ext cx="66" cy="28"/>
            </a:xfrm>
            <a:custGeom>
              <a:avLst/>
              <a:gdLst>
                <a:gd name="T0" fmla="*/ 66 w 66"/>
                <a:gd name="T1" fmla="*/ 28 h 28"/>
                <a:gd name="T2" fmla="*/ 42 w 66"/>
                <a:gd name="T3" fmla="*/ 4 h 28"/>
                <a:gd name="T4" fmla="*/ 0 w 66"/>
                <a:gd name="T5" fmla="*/ 4 h 28"/>
                <a:gd name="T6" fmla="*/ 0 60000 65536"/>
                <a:gd name="T7" fmla="*/ 0 60000 65536"/>
                <a:gd name="T8" fmla="*/ 0 60000 65536"/>
                <a:gd name="T9" fmla="*/ 0 w 66"/>
                <a:gd name="T10" fmla="*/ 0 h 28"/>
                <a:gd name="T11" fmla="*/ 66 w 66"/>
                <a:gd name="T12" fmla="*/ 28 h 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6" h="28">
                  <a:moveTo>
                    <a:pt x="66" y="28"/>
                  </a:moveTo>
                  <a:cubicBezTo>
                    <a:pt x="61" y="24"/>
                    <a:pt x="53" y="8"/>
                    <a:pt x="42" y="4"/>
                  </a:cubicBezTo>
                  <a:cubicBezTo>
                    <a:pt x="31" y="0"/>
                    <a:pt x="9" y="4"/>
                    <a:pt x="0" y="4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Freeform 34"/>
            <p:cNvSpPr/>
            <p:nvPr/>
          </p:nvSpPr>
          <p:spPr bwMode="auto">
            <a:xfrm>
              <a:off x="2016" y="2735"/>
              <a:ext cx="80" cy="43"/>
            </a:xfrm>
            <a:custGeom>
              <a:avLst/>
              <a:gdLst>
                <a:gd name="T0" fmla="*/ 0 w 80"/>
                <a:gd name="T1" fmla="*/ 43 h 43"/>
                <a:gd name="T2" fmla="*/ 24 w 80"/>
                <a:gd name="T3" fmla="*/ 7 h 43"/>
                <a:gd name="T4" fmla="*/ 80 w 80"/>
                <a:gd name="T5" fmla="*/ 0 h 43"/>
                <a:gd name="T6" fmla="*/ 0 60000 65536"/>
                <a:gd name="T7" fmla="*/ 0 60000 65536"/>
                <a:gd name="T8" fmla="*/ 0 60000 65536"/>
                <a:gd name="T9" fmla="*/ 0 w 80"/>
                <a:gd name="T10" fmla="*/ 0 h 43"/>
                <a:gd name="T11" fmla="*/ 80 w 80"/>
                <a:gd name="T12" fmla="*/ 43 h 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0" h="43">
                  <a:moveTo>
                    <a:pt x="0" y="43"/>
                  </a:moveTo>
                  <a:cubicBezTo>
                    <a:pt x="4" y="37"/>
                    <a:pt x="11" y="14"/>
                    <a:pt x="24" y="7"/>
                  </a:cubicBezTo>
                  <a:cubicBezTo>
                    <a:pt x="37" y="0"/>
                    <a:pt x="68" y="1"/>
                    <a:pt x="80" y="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Freeform 35"/>
            <p:cNvSpPr/>
            <p:nvPr/>
          </p:nvSpPr>
          <p:spPr bwMode="auto">
            <a:xfrm>
              <a:off x="1895" y="2645"/>
              <a:ext cx="22" cy="80"/>
            </a:xfrm>
            <a:custGeom>
              <a:avLst/>
              <a:gdLst>
                <a:gd name="T0" fmla="*/ 0 w 25"/>
                <a:gd name="T1" fmla="*/ 91 h 91"/>
                <a:gd name="T2" fmla="*/ 16 w 25"/>
                <a:gd name="T3" fmla="*/ 64 h 91"/>
                <a:gd name="T4" fmla="*/ 21 w 25"/>
                <a:gd name="T5" fmla="*/ 48 h 91"/>
                <a:gd name="T6" fmla="*/ 24 w 25"/>
                <a:gd name="T7" fmla="*/ 31 h 91"/>
                <a:gd name="T8" fmla="*/ 16 w 25"/>
                <a:gd name="T9" fmla="*/ 14 h 91"/>
                <a:gd name="T10" fmla="*/ 9 w 25"/>
                <a:gd name="T11" fmla="*/ 0 h 9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91"/>
                <a:gd name="T20" fmla="*/ 25 w 25"/>
                <a:gd name="T21" fmla="*/ 91 h 9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91">
                  <a:moveTo>
                    <a:pt x="0" y="91"/>
                  </a:moveTo>
                  <a:cubicBezTo>
                    <a:pt x="6" y="81"/>
                    <a:pt x="13" y="71"/>
                    <a:pt x="16" y="64"/>
                  </a:cubicBezTo>
                  <a:cubicBezTo>
                    <a:pt x="19" y="57"/>
                    <a:pt x="20" y="53"/>
                    <a:pt x="21" y="48"/>
                  </a:cubicBezTo>
                  <a:cubicBezTo>
                    <a:pt x="22" y="43"/>
                    <a:pt x="25" y="37"/>
                    <a:pt x="24" y="31"/>
                  </a:cubicBezTo>
                  <a:cubicBezTo>
                    <a:pt x="23" y="25"/>
                    <a:pt x="18" y="19"/>
                    <a:pt x="16" y="14"/>
                  </a:cubicBezTo>
                  <a:cubicBezTo>
                    <a:pt x="14" y="9"/>
                    <a:pt x="11" y="4"/>
                    <a:pt x="9" y="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Freeform 36"/>
            <p:cNvSpPr/>
            <p:nvPr/>
          </p:nvSpPr>
          <p:spPr bwMode="auto">
            <a:xfrm>
              <a:off x="1885" y="2994"/>
              <a:ext cx="35" cy="90"/>
            </a:xfrm>
            <a:custGeom>
              <a:avLst/>
              <a:gdLst>
                <a:gd name="T0" fmla="*/ 5 w 35"/>
                <a:gd name="T1" fmla="*/ 0 h 90"/>
                <a:gd name="T2" fmla="*/ 5 w 35"/>
                <a:gd name="T3" fmla="*/ 48 h 90"/>
                <a:gd name="T4" fmla="*/ 35 w 35"/>
                <a:gd name="T5" fmla="*/ 90 h 90"/>
                <a:gd name="T6" fmla="*/ 0 60000 65536"/>
                <a:gd name="T7" fmla="*/ 0 60000 65536"/>
                <a:gd name="T8" fmla="*/ 0 60000 65536"/>
                <a:gd name="T9" fmla="*/ 0 w 35"/>
                <a:gd name="T10" fmla="*/ 0 h 90"/>
                <a:gd name="T11" fmla="*/ 35 w 35"/>
                <a:gd name="T12" fmla="*/ 90 h 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" h="90">
                  <a:moveTo>
                    <a:pt x="5" y="0"/>
                  </a:moveTo>
                  <a:cubicBezTo>
                    <a:pt x="5" y="8"/>
                    <a:pt x="0" y="33"/>
                    <a:pt x="5" y="48"/>
                  </a:cubicBezTo>
                  <a:cubicBezTo>
                    <a:pt x="10" y="63"/>
                    <a:pt x="29" y="81"/>
                    <a:pt x="35" y="9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Freeform 37"/>
            <p:cNvSpPr/>
            <p:nvPr/>
          </p:nvSpPr>
          <p:spPr bwMode="auto">
            <a:xfrm>
              <a:off x="1704" y="2931"/>
              <a:ext cx="73" cy="43"/>
            </a:xfrm>
            <a:custGeom>
              <a:avLst/>
              <a:gdLst>
                <a:gd name="T0" fmla="*/ 84 w 84"/>
                <a:gd name="T1" fmla="*/ 0 h 49"/>
                <a:gd name="T2" fmla="*/ 70 w 84"/>
                <a:gd name="T3" fmla="*/ 21 h 49"/>
                <a:gd name="T4" fmla="*/ 55 w 84"/>
                <a:gd name="T5" fmla="*/ 36 h 49"/>
                <a:gd name="T6" fmla="*/ 38 w 84"/>
                <a:gd name="T7" fmla="*/ 45 h 49"/>
                <a:gd name="T8" fmla="*/ 22 w 84"/>
                <a:gd name="T9" fmla="*/ 48 h 49"/>
                <a:gd name="T10" fmla="*/ 0 w 84"/>
                <a:gd name="T11" fmla="*/ 41 h 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4"/>
                <a:gd name="T19" fmla="*/ 0 h 49"/>
                <a:gd name="T20" fmla="*/ 84 w 84"/>
                <a:gd name="T21" fmla="*/ 49 h 4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4" h="49">
                  <a:moveTo>
                    <a:pt x="84" y="0"/>
                  </a:moveTo>
                  <a:cubicBezTo>
                    <a:pt x="82" y="4"/>
                    <a:pt x="75" y="15"/>
                    <a:pt x="70" y="21"/>
                  </a:cubicBezTo>
                  <a:cubicBezTo>
                    <a:pt x="65" y="27"/>
                    <a:pt x="60" y="32"/>
                    <a:pt x="55" y="36"/>
                  </a:cubicBezTo>
                  <a:cubicBezTo>
                    <a:pt x="50" y="40"/>
                    <a:pt x="43" y="43"/>
                    <a:pt x="38" y="45"/>
                  </a:cubicBezTo>
                  <a:cubicBezTo>
                    <a:pt x="33" y="47"/>
                    <a:pt x="28" y="49"/>
                    <a:pt x="22" y="48"/>
                  </a:cubicBezTo>
                  <a:cubicBezTo>
                    <a:pt x="16" y="47"/>
                    <a:pt x="5" y="42"/>
                    <a:pt x="0" y="41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Text Box 38"/>
            <p:cNvSpPr txBox="1">
              <a:spLocks noChangeArrowheads="1"/>
            </p:cNvSpPr>
            <p:nvPr/>
          </p:nvSpPr>
          <p:spPr bwMode="auto">
            <a:xfrm>
              <a:off x="2980" y="2248"/>
              <a:ext cx="214" cy="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A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Line 39"/>
            <p:cNvSpPr>
              <a:spLocks noChangeShapeType="1"/>
            </p:cNvSpPr>
            <p:nvPr/>
          </p:nvSpPr>
          <p:spPr bwMode="auto">
            <a:xfrm>
              <a:off x="2904" y="2440"/>
              <a:ext cx="8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Line 40"/>
            <p:cNvSpPr>
              <a:spLocks noChangeShapeType="1"/>
            </p:cNvSpPr>
            <p:nvPr/>
          </p:nvSpPr>
          <p:spPr bwMode="auto">
            <a:xfrm>
              <a:off x="1253" y="2441"/>
              <a:ext cx="8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Line 41"/>
            <p:cNvSpPr>
              <a:spLocks noChangeShapeType="1"/>
            </p:cNvSpPr>
            <p:nvPr/>
          </p:nvSpPr>
          <p:spPr bwMode="auto">
            <a:xfrm flipV="1">
              <a:off x="1251" y="2259"/>
              <a:ext cx="0" cy="18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sm" len="lg"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Line 42"/>
            <p:cNvSpPr>
              <a:spLocks noChangeShapeType="1"/>
            </p:cNvSpPr>
            <p:nvPr/>
          </p:nvSpPr>
          <p:spPr bwMode="auto">
            <a:xfrm flipV="1">
              <a:off x="2986" y="2262"/>
              <a:ext cx="0" cy="1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sm" len="lg"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Text Box 43"/>
            <p:cNvSpPr txBox="1">
              <a:spLocks noChangeArrowheads="1"/>
            </p:cNvSpPr>
            <p:nvPr/>
          </p:nvSpPr>
          <p:spPr bwMode="auto">
            <a:xfrm>
              <a:off x="1034" y="2276"/>
              <a:ext cx="214" cy="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A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" name="Freeform 44"/>
            <p:cNvSpPr/>
            <p:nvPr/>
          </p:nvSpPr>
          <p:spPr bwMode="auto">
            <a:xfrm>
              <a:off x="2241" y="1979"/>
              <a:ext cx="211" cy="116"/>
            </a:xfrm>
            <a:custGeom>
              <a:avLst/>
              <a:gdLst>
                <a:gd name="T0" fmla="*/ 0 w 211"/>
                <a:gd name="T1" fmla="*/ 0 h 116"/>
                <a:gd name="T2" fmla="*/ 109 w 211"/>
                <a:gd name="T3" fmla="*/ 43 h 116"/>
                <a:gd name="T4" fmla="*/ 211 w 211"/>
                <a:gd name="T5" fmla="*/ 116 h 116"/>
                <a:gd name="T6" fmla="*/ 0 60000 65536"/>
                <a:gd name="T7" fmla="*/ 0 60000 65536"/>
                <a:gd name="T8" fmla="*/ 0 60000 65536"/>
                <a:gd name="T9" fmla="*/ 0 w 211"/>
                <a:gd name="T10" fmla="*/ 0 h 116"/>
                <a:gd name="T11" fmla="*/ 211 w 211"/>
                <a:gd name="T12" fmla="*/ 116 h 1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" h="116">
                  <a:moveTo>
                    <a:pt x="0" y="0"/>
                  </a:moveTo>
                  <a:cubicBezTo>
                    <a:pt x="37" y="12"/>
                    <a:pt x="74" y="24"/>
                    <a:pt x="109" y="43"/>
                  </a:cubicBezTo>
                  <a:cubicBezTo>
                    <a:pt x="144" y="62"/>
                    <a:pt x="177" y="89"/>
                    <a:pt x="211" y="116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" name="Oval 45"/>
            <p:cNvSpPr>
              <a:spLocks noChangeArrowheads="1"/>
            </p:cNvSpPr>
            <p:nvPr/>
          </p:nvSpPr>
          <p:spPr bwMode="auto">
            <a:xfrm>
              <a:off x="1500" y="2324"/>
              <a:ext cx="232" cy="22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3" name="Group 46"/>
          <p:cNvGrpSpPr/>
          <p:nvPr/>
        </p:nvGrpSpPr>
        <p:grpSpPr bwMode="auto">
          <a:xfrm>
            <a:off x="8681268" y="3883972"/>
            <a:ext cx="3290888" cy="1966913"/>
            <a:chOff x="3342" y="1836"/>
            <a:chExt cx="2073" cy="1239"/>
          </a:xfrm>
        </p:grpSpPr>
        <p:sp>
          <p:nvSpPr>
            <p:cNvPr id="44" name="Oval 47"/>
            <p:cNvSpPr>
              <a:spLocks noChangeArrowheads="1"/>
            </p:cNvSpPr>
            <p:nvPr/>
          </p:nvSpPr>
          <p:spPr bwMode="auto">
            <a:xfrm>
              <a:off x="4200" y="2252"/>
              <a:ext cx="388" cy="38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Oval 50"/>
            <p:cNvSpPr>
              <a:spLocks noChangeArrowheads="1"/>
            </p:cNvSpPr>
            <p:nvPr/>
          </p:nvSpPr>
          <p:spPr bwMode="auto">
            <a:xfrm>
              <a:off x="3744" y="1836"/>
              <a:ext cx="1308" cy="1239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Arc 51"/>
            <p:cNvSpPr/>
            <p:nvPr/>
          </p:nvSpPr>
          <p:spPr bwMode="auto">
            <a:xfrm>
              <a:off x="4385" y="2085"/>
              <a:ext cx="380" cy="380"/>
            </a:xfrm>
            <a:custGeom>
              <a:avLst/>
              <a:gdLst>
                <a:gd name="T0" fmla="*/ 279 w 16339"/>
                <a:gd name="T1" fmla="*/ 0 h 17953"/>
                <a:gd name="T2" fmla="*/ 380 w 16339"/>
                <a:gd name="T3" fmla="*/ 81 h 17953"/>
                <a:gd name="T4" fmla="*/ 0 w 16339"/>
                <a:gd name="T5" fmla="*/ 380 h 17953"/>
                <a:gd name="T6" fmla="*/ 0 60000 65536"/>
                <a:gd name="T7" fmla="*/ 0 60000 65536"/>
                <a:gd name="T8" fmla="*/ 0 60000 65536"/>
                <a:gd name="T9" fmla="*/ 0 w 16339"/>
                <a:gd name="T10" fmla="*/ 0 h 17953"/>
                <a:gd name="T11" fmla="*/ 16339 w 16339"/>
                <a:gd name="T12" fmla="*/ 17953 h 179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339" h="17953" fill="none" extrusionOk="0">
                  <a:moveTo>
                    <a:pt x="12010" y="-1"/>
                  </a:moveTo>
                  <a:cubicBezTo>
                    <a:pt x="13617" y="1075"/>
                    <a:pt x="15073" y="2361"/>
                    <a:pt x="16338" y="3825"/>
                  </a:cubicBezTo>
                </a:path>
                <a:path w="16339" h="17953" stroke="0" extrusionOk="0">
                  <a:moveTo>
                    <a:pt x="12010" y="-1"/>
                  </a:moveTo>
                  <a:cubicBezTo>
                    <a:pt x="13617" y="1075"/>
                    <a:pt x="15073" y="2361"/>
                    <a:pt x="16338" y="3825"/>
                  </a:cubicBezTo>
                  <a:lnTo>
                    <a:pt x="0" y="17953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Arc 52"/>
            <p:cNvSpPr/>
            <p:nvPr/>
          </p:nvSpPr>
          <p:spPr bwMode="auto">
            <a:xfrm rot="5400000">
              <a:off x="4400" y="2448"/>
              <a:ext cx="367" cy="371"/>
            </a:xfrm>
            <a:custGeom>
              <a:avLst/>
              <a:gdLst>
                <a:gd name="T0" fmla="*/ 281 w 18079"/>
                <a:gd name="T1" fmla="*/ 0 h 16594"/>
                <a:gd name="T2" fmla="*/ 367 w 18079"/>
                <a:gd name="T3" fmla="*/ 107 h 16594"/>
                <a:gd name="T4" fmla="*/ 0 w 18079"/>
                <a:gd name="T5" fmla="*/ 371 h 16594"/>
                <a:gd name="T6" fmla="*/ 0 60000 65536"/>
                <a:gd name="T7" fmla="*/ 0 60000 65536"/>
                <a:gd name="T8" fmla="*/ 0 60000 65536"/>
                <a:gd name="T9" fmla="*/ 0 w 18079"/>
                <a:gd name="T10" fmla="*/ 0 h 16594"/>
                <a:gd name="T11" fmla="*/ 18079 w 18079"/>
                <a:gd name="T12" fmla="*/ 16594 h 165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079" h="16594" fill="none" extrusionOk="0">
                  <a:moveTo>
                    <a:pt x="13827" y="-1"/>
                  </a:moveTo>
                  <a:cubicBezTo>
                    <a:pt x="15473" y="1371"/>
                    <a:pt x="16905" y="2980"/>
                    <a:pt x="18078" y="4773"/>
                  </a:cubicBezTo>
                </a:path>
                <a:path w="18079" h="16594" stroke="0" extrusionOk="0">
                  <a:moveTo>
                    <a:pt x="13827" y="-1"/>
                  </a:moveTo>
                  <a:cubicBezTo>
                    <a:pt x="15473" y="1371"/>
                    <a:pt x="16905" y="2980"/>
                    <a:pt x="18078" y="4773"/>
                  </a:cubicBezTo>
                  <a:lnTo>
                    <a:pt x="0" y="16594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Line 53"/>
            <p:cNvSpPr>
              <a:spLocks noChangeShapeType="1"/>
            </p:cNvSpPr>
            <p:nvPr/>
          </p:nvSpPr>
          <p:spPr bwMode="auto">
            <a:xfrm>
              <a:off x="4669" y="2731"/>
              <a:ext cx="88" cy="9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Arc 54"/>
            <p:cNvSpPr/>
            <p:nvPr/>
          </p:nvSpPr>
          <p:spPr bwMode="auto">
            <a:xfrm flipH="1">
              <a:off x="4018" y="2084"/>
              <a:ext cx="367" cy="366"/>
            </a:xfrm>
            <a:custGeom>
              <a:avLst/>
              <a:gdLst>
                <a:gd name="T0" fmla="*/ 255 w 16601"/>
                <a:gd name="T1" fmla="*/ 0 h 18271"/>
                <a:gd name="T2" fmla="*/ 367 w 16601"/>
                <a:gd name="T3" fmla="*/ 89 h 18271"/>
                <a:gd name="T4" fmla="*/ 0 w 16601"/>
                <a:gd name="T5" fmla="*/ 366 h 18271"/>
                <a:gd name="T6" fmla="*/ 0 60000 65536"/>
                <a:gd name="T7" fmla="*/ 0 60000 65536"/>
                <a:gd name="T8" fmla="*/ 0 60000 65536"/>
                <a:gd name="T9" fmla="*/ 0 w 16601"/>
                <a:gd name="T10" fmla="*/ 0 h 18271"/>
                <a:gd name="T11" fmla="*/ 16601 w 16601"/>
                <a:gd name="T12" fmla="*/ 18271 h 1827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601" h="18271" fill="none" extrusionOk="0">
                  <a:moveTo>
                    <a:pt x="11520" y="0"/>
                  </a:moveTo>
                  <a:cubicBezTo>
                    <a:pt x="13437" y="1208"/>
                    <a:pt x="15151" y="2710"/>
                    <a:pt x="16601" y="4451"/>
                  </a:cubicBezTo>
                </a:path>
                <a:path w="16601" h="18271" stroke="0" extrusionOk="0">
                  <a:moveTo>
                    <a:pt x="11520" y="0"/>
                  </a:moveTo>
                  <a:cubicBezTo>
                    <a:pt x="13437" y="1208"/>
                    <a:pt x="15151" y="2710"/>
                    <a:pt x="16601" y="4451"/>
                  </a:cubicBezTo>
                  <a:lnTo>
                    <a:pt x="0" y="18271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Line 55"/>
            <p:cNvSpPr>
              <a:spLocks noChangeShapeType="1"/>
            </p:cNvSpPr>
            <p:nvPr/>
          </p:nvSpPr>
          <p:spPr bwMode="auto">
            <a:xfrm flipH="1" flipV="1">
              <a:off x="4026" y="2076"/>
              <a:ext cx="94" cy="9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Line 56"/>
            <p:cNvSpPr>
              <a:spLocks noChangeShapeType="1"/>
            </p:cNvSpPr>
            <p:nvPr/>
          </p:nvSpPr>
          <p:spPr bwMode="auto">
            <a:xfrm flipH="1">
              <a:off x="4021" y="2708"/>
              <a:ext cx="129" cy="13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Oval 57"/>
            <p:cNvSpPr>
              <a:spLocks noChangeArrowheads="1"/>
            </p:cNvSpPr>
            <p:nvPr/>
          </p:nvSpPr>
          <p:spPr bwMode="auto">
            <a:xfrm>
              <a:off x="4014" y="2720"/>
              <a:ext cx="124" cy="11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Freeform 58"/>
            <p:cNvSpPr/>
            <p:nvPr/>
          </p:nvSpPr>
          <p:spPr bwMode="auto">
            <a:xfrm>
              <a:off x="4755" y="2406"/>
              <a:ext cx="249" cy="1"/>
            </a:xfrm>
            <a:custGeom>
              <a:avLst/>
              <a:gdLst>
                <a:gd name="T0" fmla="*/ 0 w 249"/>
                <a:gd name="T1" fmla="*/ 1 h 1"/>
                <a:gd name="T2" fmla="*/ 249 w 249"/>
                <a:gd name="T3" fmla="*/ 0 h 1"/>
                <a:gd name="T4" fmla="*/ 0 60000 65536"/>
                <a:gd name="T5" fmla="*/ 0 60000 65536"/>
                <a:gd name="T6" fmla="*/ 0 w 249"/>
                <a:gd name="T7" fmla="*/ 0 h 1"/>
                <a:gd name="T8" fmla="*/ 249 w 249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49" h="1">
                  <a:moveTo>
                    <a:pt x="0" y="1"/>
                  </a:moveTo>
                  <a:lnTo>
                    <a:pt x="249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" name="Line 59"/>
            <p:cNvSpPr>
              <a:spLocks noChangeShapeType="1"/>
            </p:cNvSpPr>
            <p:nvPr/>
          </p:nvSpPr>
          <p:spPr bwMode="auto">
            <a:xfrm>
              <a:off x="4765" y="2505"/>
              <a:ext cx="24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" name="Line 60"/>
            <p:cNvSpPr>
              <a:spLocks noChangeShapeType="1"/>
            </p:cNvSpPr>
            <p:nvPr/>
          </p:nvSpPr>
          <p:spPr bwMode="auto">
            <a:xfrm>
              <a:off x="3792" y="2408"/>
              <a:ext cx="24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" name="Line 61"/>
            <p:cNvSpPr>
              <a:spLocks noChangeShapeType="1"/>
            </p:cNvSpPr>
            <p:nvPr/>
          </p:nvSpPr>
          <p:spPr bwMode="auto">
            <a:xfrm>
              <a:off x="3794" y="2506"/>
              <a:ext cx="24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Line 62"/>
            <p:cNvSpPr>
              <a:spLocks noChangeShapeType="1"/>
            </p:cNvSpPr>
            <p:nvPr/>
          </p:nvSpPr>
          <p:spPr bwMode="auto">
            <a:xfrm>
              <a:off x="4449" y="1878"/>
              <a:ext cx="0" cy="25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Line 63"/>
            <p:cNvSpPr>
              <a:spLocks noChangeShapeType="1"/>
            </p:cNvSpPr>
            <p:nvPr/>
          </p:nvSpPr>
          <p:spPr bwMode="auto">
            <a:xfrm flipH="1">
              <a:off x="4351" y="1889"/>
              <a:ext cx="0" cy="23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" name="Line 64"/>
            <p:cNvSpPr>
              <a:spLocks noChangeShapeType="1"/>
            </p:cNvSpPr>
            <p:nvPr/>
          </p:nvSpPr>
          <p:spPr bwMode="auto">
            <a:xfrm>
              <a:off x="4445" y="2786"/>
              <a:ext cx="0" cy="24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" name="Line 65"/>
            <p:cNvSpPr>
              <a:spLocks noChangeShapeType="1"/>
            </p:cNvSpPr>
            <p:nvPr/>
          </p:nvSpPr>
          <p:spPr bwMode="auto">
            <a:xfrm>
              <a:off x="4352" y="2786"/>
              <a:ext cx="0" cy="24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Line 66"/>
            <p:cNvSpPr>
              <a:spLocks noChangeShapeType="1"/>
            </p:cNvSpPr>
            <p:nvPr/>
          </p:nvSpPr>
          <p:spPr bwMode="auto">
            <a:xfrm flipH="1">
              <a:off x="4669" y="2083"/>
              <a:ext cx="94" cy="9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Freeform 67"/>
            <p:cNvSpPr/>
            <p:nvPr/>
          </p:nvSpPr>
          <p:spPr bwMode="auto">
            <a:xfrm>
              <a:off x="4992" y="2358"/>
              <a:ext cx="48" cy="48"/>
            </a:xfrm>
            <a:custGeom>
              <a:avLst/>
              <a:gdLst>
                <a:gd name="T0" fmla="*/ 0 w 48"/>
                <a:gd name="T1" fmla="*/ 48 h 48"/>
                <a:gd name="T2" fmla="*/ 36 w 48"/>
                <a:gd name="T3" fmla="*/ 36 h 48"/>
                <a:gd name="T4" fmla="*/ 48 w 48"/>
                <a:gd name="T5" fmla="*/ 0 h 48"/>
                <a:gd name="T6" fmla="*/ 0 60000 65536"/>
                <a:gd name="T7" fmla="*/ 0 60000 65536"/>
                <a:gd name="T8" fmla="*/ 0 60000 65536"/>
                <a:gd name="T9" fmla="*/ 0 w 48"/>
                <a:gd name="T10" fmla="*/ 0 h 48"/>
                <a:gd name="T11" fmla="*/ 48 w 4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48">
                  <a:moveTo>
                    <a:pt x="0" y="48"/>
                  </a:moveTo>
                  <a:cubicBezTo>
                    <a:pt x="6" y="45"/>
                    <a:pt x="28" y="44"/>
                    <a:pt x="36" y="36"/>
                  </a:cubicBezTo>
                  <a:cubicBezTo>
                    <a:pt x="44" y="28"/>
                    <a:pt x="46" y="7"/>
                    <a:pt x="48" y="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Freeform 68"/>
            <p:cNvSpPr/>
            <p:nvPr/>
          </p:nvSpPr>
          <p:spPr bwMode="auto">
            <a:xfrm>
              <a:off x="4980" y="2508"/>
              <a:ext cx="69" cy="35"/>
            </a:xfrm>
            <a:custGeom>
              <a:avLst/>
              <a:gdLst>
                <a:gd name="T0" fmla="*/ 0 w 69"/>
                <a:gd name="T1" fmla="*/ 0 h 35"/>
                <a:gd name="T2" fmla="*/ 54 w 69"/>
                <a:gd name="T3" fmla="*/ 8 h 35"/>
                <a:gd name="T4" fmla="*/ 69 w 69"/>
                <a:gd name="T5" fmla="*/ 35 h 35"/>
                <a:gd name="T6" fmla="*/ 0 60000 65536"/>
                <a:gd name="T7" fmla="*/ 0 60000 65536"/>
                <a:gd name="T8" fmla="*/ 0 60000 65536"/>
                <a:gd name="T9" fmla="*/ 0 w 69"/>
                <a:gd name="T10" fmla="*/ 0 h 35"/>
                <a:gd name="T11" fmla="*/ 69 w 69"/>
                <a:gd name="T12" fmla="*/ 35 h 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" h="35">
                  <a:moveTo>
                    <a:pt x="0" y="0"/>
                  </a:moveTo>
                  <a:cubicBezTo>
                    <a:pt x="9" y="2"/>
                    <a:pt x="42" y="2"/>
                    <a:pt x="54" y="8"/>
                  </a:cubicBezTo>
                  <a:cubicBezTo>
                    <a:pt x="66" y="14"/>
                    <a:pt x="66" y="29"/>
                    <a:pt x="69" y="35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" name="Freeform 69"/>
            <p:cNvSpPr/>
            <p:nvPr/>
          </p:nvSpPr>
          <p:spPr bwMode="auto">
            <a:xfrm>
              <a:off x="4680" y="2352"/>
              <a:ext cx="81" cy="57"/>
            </a:xfrm>
            <a:custGeom>
              <a:avLst/>
              <a:gdLst>
                <a:gd name="T0" fmla="*/ 81 w 81"/>
                <a:gd name="T1" fmla="*/ 56 h 57"/>
                <a:gd name="T2" fmla="*/ 42 w 81"/>
                <a:gd name="T3" fmla="*/ 48 h 57"/>
                <a:gd name="T4" fmla="*/ 0 w 81"/>
                <a:gd name="T5" fmla="*/ 0 h 57"/>
                <a:gd name="T6" fmla="*/ 0 60000 65536"/>
                <a:gd name="T7" fmla="*/ 0 60000 65536"/>
                <a:gd name="T8" fmla="*/ 0 60000 65536"/>
                <a:gd name="T9" fmla="*/ 0 w 81"/>
                <a:gd name="T10" fmla="*/ 0 h 57"/>
                <a:gd name="T11" fmla="*/ 81 w 81"/>
                <a:gd name="T12" fmla="*/ 57 h 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1" h="57">
                  <a:moveTo>
                    <a:pt x="81" y="56"/>
                  </a:moveTo>
                  <a:cubicBezTo>
                    <a:pt x="74" y="55"/>
                    <a:pt x="56" y="57"/>
                    <a:pt x="42" y="48"/>
                  </a:cubicBezTo>
                  <a:cubicBezTo>
                    <a:pt x="28" y="39"/>
                    <a:pt x="9" y="10"/>
                    <a:pt x="0" y="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Freeform 70"/>
            <p:cNvSpPr/>
            <p:nvPr/>
          </p:nvSpPr>
          <p:spPr bwMode="auto">
            <a:xfrm>
              <a:off x="4687" y="2508"/>
              <a:ext cx="83" cy="48"/>
            </a:xfrm>
            <a:custGeom>
              <a:avLst/>
              <a:gdLst>
                <a:gd name="T0" fmla="*/ 83 w 83"/>
                <a:gd name="T1" fmla="*/ 0 h 48"/>
                <a:gd name="T2" fmla="*/ 39 w 83"/>
                <a:gd name="T3" fmla="*/ 8 h 48"/>
                <a:gd name="T4" fmla="*/ 0 w 83"/>
                <a:gd name="T5" fmla="*/ 48 h 48"/>
                <a:gd name="T6" fmla="*/ 0 60000 65536"/>
                <a:gd name="T7" fmla="*/ 0 60000 65536"/>
                <a:gd name="T8" fmla="*/ 0 60000 65536"/>
                <a:gd name="T9" fmla="*/ 0 w 83"/>
                <a:gd name="T10" fmla="*/ 0 h 48"/>
                <a:gd name="T11" fmla="*/ 83 w 83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3" h="48">
                  <a:moveTo>
                    <a:pt x="83" y="0"/>
                  </a:moveTo>
                  <a:cubicBezTo>
                    <a:pt x="76" y="2"/>
                    <a:pt x="53" y="0"/>
                    <a:pt x="39" y="8"/>
                  </a:cubicBezTo>
                  <a:cubicBezTo>
                    <a:pt x="25" y="16"/>
                    <a:pt x="13" y="32"/>
                    <a:pt x="0" y="48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Freeform 71"/>
            <p:cNvSpPr/>
            <p:nvPr/>
          </p:nvSpPr>
          <p:spPr bwMode="auto">
            <a:xfrm>
              <a:off x="4014" y="2357"/>
              <a:ext cx="78" cy="51"/>
            </a:xfrm>
            <a:custGeom>
              <a:avLst/>
              <a:gdLst>
                <a:gd name="T0" fmla="*/ 0 w 78"/>
                <a:gd name="T1" fmla="*/ 49 h 51"/>
                <a:gd name="T2" fmla="*/ 48 w 78"/>
                <a:gd name="T3" fmla="*/ 43 h 51"/>
                <a:gd name="T4" fmla="*/ 78 w 78"/>
                <a:gd name="T5" fmla="*/ 0 h 51"/>
                <a:gd name="T6" fmla="*/ 0 60000 65536"/>
                <a:gd name="T7" fmla="*/ 0 60000 65536"/>
                <a:gd name="T8" fmla="*/ 0 60000 65536"/>
                <a:gd name="T9" fmla="*/ 0 w 78"/>
                <a:gd name="T10" fmla="*/ 0 h 51"/>
                <a:gd name="T11" fmla="*/ 78 w 78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8" h="51">
                  <a:moveTo>
                    <a:pt x="0" y="49"/>
                  </a:moveTo>
                  <a:cubicBezTo>
                    <a:pt x="9" y="48"/>
                    <a:pt x="35" y="51"/>
                    <a:pt x="48" y="43"/>
                  </a:cubicBezTo>
                  <a:cubicBezTo>
                    <a:pt x="61" y="35"/>
                    <a:pt x="72" y="9"/>
                    <a:pt x="78" y="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" name="Freeform 72"/>
            <p:cNvSpPr/>
            <p:nvPr/>
          </p:nvSpPr>
          <p:spPr bwMode="auto">
            <a:xfrm>
              <a:off x="4026" y="2507"/>
              <a:ext cx="78" cy="61"/>
            </a:xfrm>
            <a:custGeom>
              <a:avLst/>
              <a:gdLst>
                <a:gd name="T0" fmla="*/ 0 w 78"/>
                <a:gd name="T1" fmla="*/ 0 h 61"/>
                <a:gd name="T2" fmla="*/ 48 w 78"/>
                <a:gd name="T3" fmla="*/ 19 h 61"/>
                <a:gd name="T4" fmla="*/ 78 w 78"/>
                <a:gd name="T5" fmla="*/ 61 h 61"/>
                <a:gd name="T6" fmla="*/ 0 60000 65536"/>
                <a:gd name="T7" fmla="*/ 0 60000 65536"/>
                <a:gd name="T8" fmla="*/ 0 60000 65536"/>
                <a:gd name="T9" fmla="*/ 0 w 78"/>
                <a:gd name="T10" fmla="*/ 0 h 61"/>
                <a:gd name="T11" fmla="*/ 78 w 78"/>
                <a:gd name="T12" fmla="*/ 61 h 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8" h="61">
                  <a:moveTo>
                    <a:pt x="0" y="0"/>
                  </a:moveTo>
                  <a:cubicBezTo>
                    <a:pt x="8" y="3"/>
                    <a:pt x="35" y="9"/>
                    <a:pt x="48" y="19"/>
                  </a:cubicBezTo>
                  <a:cubicBezTo>
                    <a:pt x="61" y="29"/>
                    <a:pt x="72" y="52"/>
                    <a:pt x="78" y="61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Freeform 73"/>
            <p:cNvSpPr/>
            <p:nvPr/>
          </p:nvSpPr>
          <p:spPr bwMode="auto">
            <a:xfrm>
              <a:off x="4310" y="2738"/>
              <a:ext cx="46" cy="55"/>
            </a:xfrm>
            <a:custGeom>
              <a:avLst/>
              <a:gdLst>
                <a:gd name="T0" fmla="*/ 57 w 57"/>
                <a:gd name="T1" fmla="*/ 67 h 67"/>
                <a:gd name="T2" fmla="*/ 38 w 57"/>
                <a:gd name="T3" fmla="*/ 29 h 67"/>
                <a:gd name="T4" fmla="*/ 0 w 57"/>
                <a:gd name="T5" fmla="*/ 0 h 67"/>
                <a:gd name="T6" fmla="*/ 0 60000 65536"/>
                <a:gd name="T7" fmla="*/ 0 60000 65536"/>
                <a:gd name="T8" fmla="*/ 0 60000 65536"/>
                <a:gd name="T9" fmla="*/ 0 w 57"/>
                <a:gd name="T10" fmla="*/ 0 h 67"/>
                <a:gd name="T11" fmla="*/ 57 w 57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" h="67">
                  <a:moveTo>
                    <a:pt x="57" y="67"/>
                  </a:moveTo>
                  <a:cubicBezTo>
                    <a:pt x="54" y="61"/>
                    <a:pt x="48" y="40"/>
                    <a:pt x="38" y="29"/>
                  </a:cubicBezTo>
                  <a:cubicBezTo>
                    <a:pt x="28" y="18"/>
                    <a:pt x="8" y="6"/>
                    <a:pt x="0" y="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Freeform 74"/>
            <p:cNvSpPr/>
            <p:nvPr/>
          </p:nvSpPr>
          <p:spPr bwMode="auto">
            <a:xfrm>
              <a:off x="4446" y="2730"/>
              <a:ext cx="46" cy="63"/>
            </a:xfrm>
            <a:custGeom>
              <a:avLst/>
              <a:gdLst>
                <a:gd name="T0" fmla="*/ 0 w 57"/>
                <a:gd name="T1" fmla="*/ 76 h 76"/>
                <a:gd name="T2" fmla="*/ 14 w 57"/>
                <a:gd name="T3" fmla="*/ 33 h 76"/>
                <a:gd name="T4" fmla="*/ 57 w 57"/>
                <a:gd name="T5" fmla="*/ 0 h 76"/>
                <a:gd name="T6" fmla="*/ 0 60000 65536"/>
                <a:gd name="T7" fmla="*/ 0 60000 65536"/>
                <a:gd name="T8" fmla="*/ 0 60000 65536"/>
                <a:gd name="T9" fmla="*/ 0 w 57"/>
                <a:gd name="T10" fmla="*/ 0 h 76"/>
                <a:gd name="T11" fmla="*/ 57 w 57"/>
                <a:gd name="T12" fmla="*/ 76 h 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" h="76">
                  <a:moveTo>
                    <a:pt x="0" y="76"/>
                  </a:moveTo>
                  <a:cubicBezTo>
                    <a:pt x="2" y="69"/>
                    <a:pt x="5" y="46"/>
                    <a:pt x="14" y="33"/>
                  </a:cubicBezTo>
                  <a:cubicBezTo>
                    <a:pt x="23" y="20"/>
                    <a:pt x="48" y="7"/>
                    <a:pt x="57" y="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" name="Freeform 75"/>
            <p:cNvSpPr/>
            <p:nvPr/>
          </p:nvSpPr>
          <p:spPr bwMode="auto">
            <a:xfrm>
              <a:off x="4306" y="2111"/>
              <a:ext cx="46" cy="55"/>
            </a:xfrm>
            <a:custGeom>
              <a:avLst/>
              <a:gdLst>
                <a:gd name="T0" fmla="*/ 57 w 57"/>
                <a:gd name="T1" fmla="*/ 0 h 67"/>
                <a:gd name="T2" fmla="*/ 43 w 57"/>
                <a:gd name="T3" fmla="*/ 38 h 67"/>
                <a:gd name="T4" fmla="*/ 0 w 57"/>
                <a:gd name="T5" fmla="*/ 67 h 67"/>
                <a:gd name="T6" fmla="*/ 0 60000 65536"/>
                <a:gd name="T7" fmla="*/ 0 60000 65536"/>
                <a:gd name="T8" fmla="*/ 0 60000 65536"/>
                <a:gd name="T9" fmla="*/ 0 w 57"/>
                <a:gd name="T10" fmla="*/ 0 h 67"/>
                <a:gd name="T11" fmla="*/ 57 w 57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" h="67">
                  <a:moveTo>
                    <a:pt x="57" y="0"/>
                  </a:moveTo>
                  <a:cubicBezTo>
                    <a:pt x="55" y="6"/>
                    <a:pt x="53" y="27"/>
                    <a:pt x="43" y="38"/>
                  </a:cubicBezTo>
                  <a:cubicBezTo>
                    <a:pt x="33" y="49"/>
                    <a:pt x="9" y="61"/>
                    <a:pt x="0" y="67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Freeform 76"/>
            <p:cNvSpPr/>
            <p:nvPr/>
          </p:nvSpPr>
          <p:spPr bwMode="auto">
            <a:xfrm>
              <a:off x="4446" y="2115"/>
              <a:ext cx="50" cy="55"/>
            </a:xfrm>
            <a:custGeom>
              <a:avLst/>
              <a:gdLst>
                <a:gd name="T0" fmla="*/ 0 w 62"/>
                <a:gd name="T1" fmla="*/ 0 h 67"/>
                <a:gd name="T2" fmla="*/ 24 w 62"/>
                <a:gd name="T3" fmla="*/ 43 h 67"/>
                <a:gd name="T4" fmla="*/ 62 w 62"/>
                <a:gd name="T5" fmla="*/ 67 h 67"/>
                <a:gd name="T6" fmla="*/ 0 60000 65536"/>
                <a:gd name="T7" fmla="*/ 0 60000 65536"/>
                <a:gd name="T8" fmla="*/ 0 60000 65536"/>
                <a:gd name="T9" fmla="*/ 0 w 62"/>
                <a:gd name="T10" fmla="*/ 0 h 67"/>
                <a:gd name="T11" fmla="*/ 62 w 62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" h="67">
                  <a:moveTo>
                    <a:pt x="0" y="0"/>
                  </a:moveTo>
                  <a:cubicBezTo>
                    <a:pt x="3" y="7"/>
                    <a:pt x="14" y="32"/>
                    <a:pt x="24" y="43"/>
                  </a:cubicBezTo>
                  <a:cubicBezTo>
                    <a:pt x="34" y="54"/>
                    <a:pt x="48" y="61"/>
                    <a:pt x="62" y="67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Freeform 77"/>
            <p:cNvSpPr/>
            <p:nvPr/>
          </p:nvSpPr>
          <p:spPr bwMode="auto">
            <a:xfrm>
              <a:off x="4446" y="1837"/>
              <a:ext cx="43" cy="51"/>
            </a:xfrm>
            <a:custGeom>
              <a:avLst/>
              <a:gdLst>
                <a:gd name="T0" fmla="*/ 0 w 53"/>
                <a:gd name="T1" fmla="*/ 62 h 62"/>
                <a:gd name="T2" fmla="*/ 24 w 53"/>
                <a:gd name="T3" fmla="*/ 19 h 62"/>
                <a:gd name="T4" fmla="*/ 53 w 53"/>
                <a:gd name="T5" fmla="*/ 0 h 62"/>
                <a:gd name="T6" fmla="*/ 0 60000 65536"/>
                <a:gd name="T7" fmla="*/ 0 60000 65536"/>
                <a:gd name="T8" fmla="*/ 0 60000 65536"/>
                <a:gd name="T9" fmla="*/ 0 w 53"/>
                <a:gd name="T10" fmla="*/ 0 h 62"/>
                <a:gd name="T11" fmla="*/ 53 w 53"/>
                <a:gd name="T12" fmla="*/ 62 h 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" h="62">
                  <a:moveTo>
                    <a:pt x="0" y="62"/>
                  </a:moveTo>
                  <a:cubicBezTo>
                    <a:pt x="4" y="56"/>
                    <a:pt x="15" y="29"/>
                    <a:pt x="24" y="19"/>
                  </a:cubicBezTo>
                  <a:cubicBezTo>
                    <a:pt x="33" y="9"/>
                    <a:pt x="47" y="4"/>
                    <a:pt x="53" y="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Freeform 78"/>
            <p:cNvSpPr/>
            <p:nvPr/>
          </p:nvSpPr>
          <p:spPr bwMode="auto">
            <a:xfrm>
              <a:off x="4306" y="1841"/>
              <a:ext cx="47" cy="47"/>
            </a:xfrm>
            <a:custGeom>
              <a:avLst/>
              <a:gdLst>
                <a:gd name="T0" fmla="*/ 58 w 58"/>
                <a:gd name="T1" fmla="*/ 57 h 57"/>
                <a:gd name="T2" fmla="*/ 43 w 58"/>
                <a:gd name="T3" fmla="*/ 14 h 57"/>
                <a:gd name="T4" fmla="*/ 0 w 58"/>
                <a:gd name="T5" fmla="*/ 0 h 57"/>
                <a:gd name="T6" fmla="*/ 0 60000 65536"/>
                <a:gd name="T7" fmla="*/ 0 60000 65536"/>
                <a:gd name="T8" fmla="*/ 0 60000 65536"/>
                <a:gd name="T9" fmla="*/ 0 w 58"/>
                <a:gd name="T10" fmla="*/ 0 h 57"/>
                <a:gd name="T11" fmla="*/ 58 w 58"/>
                <a:gd name="T12" fmla="*/ 57 h 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" h="57">
                  <a:moveTo>
                    <a:pt x="58" y="57"/>
                  </a:moveTo>
                  <a:cubicBezTo>
                    <a:pt x="55" y="40"/>
                    <a:pt x="53" y="23"/>
                    <a:pt x="43" y="14"/>
                  </a:cubicBezTo>
                  <a:cubicBezTo>
                    <a:pt x="33" y="5"/>
                    <a:pt x="16" y="2"/>
                    <a:pt x="0" y="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" name="Freeform 79"/>
            <p:cNvSpPr/>
            <p:nvPr/>
          </p:nvSpPr>
          <p:spPr bwMode="auto">
            <a:xfrm>
              <a:off x="3757" y="2361"/>
              <a:ext cx="43" cy="47"/>
            </a:xfrm>
            <a:custGeom>
              <a:avLst/>
              <a:gdLst>
                <a:gd name="T0" fmla="*/ 53 w 53"/>
                <a:gd name="T1" fmla="*/ 57 h 57"/>
                <a:gd name="T2" fmla="*/ 15 w 53"/>
                <a:gd name="T3" fmla="*/ 38 h 57"/>
                <a:gd name="T4" fmla="*/ 0 w 53"/>
                <a:gd name="T5" fmla="*/ 0 h 57"/>
                <a:gd name="T6" fmla="*/ 0 60000 65536"/>
                <a:gd name="T7" fmla="*/ 0 60000 65536"/>
                <a:gd name="T8" fmla="*/ 0 60000 65536"/>
                <a:gd name="T9" fmla="*/ 0 w 53"/>
                <a:gd name="T10" fmla="*/ 0 h 57"/>
                <a:gd name="T11" fmla="*/ 53 w 53"/>
                <a:gd name="T12" fmla="*/ 57 h 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" h="57">
                  <a:moveTo>
                    <a:pt x="53" y="57"/>
                  </a:moveTo>
                  <a:cubicBezTo>
                    <a:pt x="38" y="52"/>
                    <a:pt x="24" y="47"/>
                    <a:pt x="15" y="38"/>
                  </a:cubicBezTo>
                  <a:cubicBezTo>
                    <a:pt x="6" y="29"/>
                    <a:pt x="3" y="14"/>
                    <a:pt x="0" y="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" name="Freeform 80"/>
            <p:cNvSpPr/>
            <p:nvPr/>
          </p:nvSpPr>
          <p:spPr bwMode="auto">
            <a:xfrm>
              <a:off x="3757" y="2511"/>
              <a:ext cx="47" cy="56"/>
            </a:xfrm>
            <a:custGeom>
              <a:avLst/>
              <a:gdLst>
                <a:gd name="T0" fmla="*/ 58 w 58"/>
                <a:gd name="T1" fmla="*/ 1 h 68"/>
                <a:gd name="T2" fmla="*/ 24 w 58"/>
                <a:gd name="T3" fmla="*/ 11 h 68"/>
                <a:gd name="T4" fmla="*/ 0 w 58"/>
                <a:gd name="T5" fmla="*/ 68 h 68"/>
                <a:gd name="T6" fmla="*/ 0 60000 65536"/>
                <a:gd name="T7" fmla="*/ 0 60000 65536"/>
                <a:gd name="T8" fmla="*/ 0 60000 65536"/>
                <a:gd name="T9" fmla="*/ 0 w 58"/>
                <a:gd name="T10" fmla="*/ 0 h 68"/>
                <a:gd name="T11" fmla="*/ 58 w 58"/>
                <a:gd name="T12" fmla="*/ 68 h 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" h="68">
                  <a:moveTo>
                    <a:pt x="58" y="1"/>
                  </a:moveTo>
                  <a:cubicBezTo>
                    <a:pt x="52" y="3"/>
                    <a:pt x="34" y="0"/>
                    <a:pt x="24" y="11"/>
                  </a:cubicBezTo>
                  <a:cubicBezTo>
                    <a:pt x="14" y="22"/>
                    <a:pt x="5" y="56"/>
                    <a:pt x="0" y="68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" name="Freeform 81"/>
            <p:cNvSpPr/>
            <p:nvPr/>
          </p:nvSpPr>
          <p:spPr bwMode="auto">
            <a:xfrm>
              <a:off x="4306" y="3020"/>
              <a:ext cx="47" cy="43"/>
            </a:xfrm>
            <a:custGeom>
              <a:avLst/>
              <a:gdLst>
                <a:gd name="T0" fmla="*/ 58 w 58"/>
                <a:gd name="T1" fmla="*/ 0 h 53"/>
                <a:gd name="T2" fmla="*/ 43 w 58"/>
                <a:gd name="T3" fmla="*/ 34 h 53"/>
                <a:gd name="T4" fmla="*/ 0 w 58"/>
                <a:gd name="T5" fmla="*/ 53 h 53"/>
                <a:gd name="T6" fmla="*/ 0 60000 65536"/>
                <a:gd name="T7" fmla="*/ 0 60000 65536"/>
                <a:gd name="T8" fmla="*/ 0 60000 65536"/>
                <a:gd name="T9" fmla="*/ 0 w 58"/>
                <a:gd name="T10" fmla="*/ 0 h 53"/>
                <a:gd name="T11" fmla="*/ 58 w 58"/>
                <a:gd name="T12" fmla="*/ 53 h 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" h="53">
                  <a:moveTo>
                    <a:pt x="58" y="0"/>
                  </a:moveTo>
                  <a:cubicBezTo>
                    <a:pt x="56" y="5"/>
                    <a:pt x="53" y="25"/>
                    <a:pt x="43" y="34"/>
                  </a:cubicBezTo>
                  <a:cubicBezTo>
                    <a:pt x="33" y="43"/>
                    <a:pt x="9" y="49"/>
                    <a:pt x="0" y="53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Freeform 82"/>
            <p:cNvSpPr/>
            <p:nvPr/>
          </p:nvSpPr>
          <p:spPr bwMode="auto">
            <a:xfrm>
              <a:off x="4446" y="3020"/>
              <a:ext cx="39" cy="43"/>
            </a:xfrm>
            <a:custGeom>
              <a:avLst/>
              <a:gdLst>
                <a:gd name="T0" fmla="*/ 0 w 48"/>
                <a:gd name="T1" fmla="*/ 0 h 53"/>
                <a:gd name="T2" fmla="*/ 14 w 48"/>
                <a:gd name="T3" fmla="*/ 34 h 53"/>
                <a:gd name="T4" fmla="*/ 48 w 48"/>
                <a:gd name="T5" fmla="*/ 53 h 53"/>
                <a:gd name="T6" fmla="*/ 0 60000 65536"/>
                <a:gd name="T7" fmla="*/ 0 60000 65536"/>
                <a:gd name="T8" fmla="*/ 0 60000 65536"/>
                <a:gd name="T9" fmla="*/ 0 w 48"/>
                <a:gd name="T10" fmla="*/ 0 h 53"/>
                <a:gd name="T11" fmla="*/ 48 w 48"/>
                <a:gd name="T12" fmla="*/ 53 h 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53">
                  <a:moveTo>
                    <a:pt x="0" y="0"/>
                  </a:moveTo>
                  <a:cubicBezTo>
                    <a:pt x="2" y="5"/>
                    <a:pt x="6" y="25"/>
                    <a:pt x="14" y="34"/>
                  </a:cubicBezTo>
                  <a:cubicBezTo>
                    <a:pt x="22" y="43"/>
                    <a:pt x="41" y="49"/>
                    <a:pt x="48" y="53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" name="Line 83"/>
            <p:cNvSpPr>
              <a:spLocks noChangeShapeType="1"/>
            </p:cNvSpPr>
            <p:nvPr/>
          </p:nvSpPr>
          <p:spPr bwMode="auto">
            <a:xfrm>
              <a:off x="5131" y="2456"/>
              <a:ext cx="8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Line 84"/>
            <p:cNvSpPr>
              <a:spLocks noChangeShapeType="1"/>
            </p:cNvSpPr>
            <p:nvPr/>
          </p:nvSpPr>
          <p:spPr bwMode="auto">
            <a:xfrm>
              <a:off x="3562" y="2458"/>
              <a:ext cx="8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" name="Freeform 85"/>
            <p:cNvSpPr/>
            <p:nvPr/>
          </p:nvSpPr>
          <p:spPr bwMode="auto">
            <a:xfrm>
              <a:off x="3554" y="2280"/>
              <a:ext cx="1" cy="179"/>
            </a:xfrm>
            <a:custGeom>
              <a:avLst/>
              <a:gdLst>
                <a:gd name="T0" fmla="*/ 0 w 1"/>
                <a:gd name="T1" fmla="*/ 179 h 179"/>
                <a:gd name="T2" fmla="*/ 0 w 1"/>
                <a:gd name="T3" fmla="*/ 0 h 179"/>
                <a:gd name="T4" fmla="*/ 0 60000 65536"/>
                <a:gd name="T5" fmla="*/ 0 60000 65536"/>
                <a:gd name="T6" fmla="*/ 0 w 1"/>
                <a:gd name="T7" fmla="*/ 0 h 179"/>
                <a:gd name="T8" fmla="*/ 1 w 1"/>
                <a:gd name="T9" fmla="*/ 179 h 17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79">
                  <a:moveTo>
                    <a:pt x="0" y="179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tailEnd type="triangle" w="sm" len="lg"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1" name="Freeform 86"/>
            <p:cNvSpPr/>
            <p:nvPr/>
          </p:nvSpPr>
          <p:spPr bwMode="auto">
            <a:xfrm>
              <a:off x="5213" y="2292"/>
              <a:ext cx="2" cy="167"/>
            </a:xfrm>
            <a:custGeom>
              <a:avLst/>
              <a:gdLst>
                <a:gd name="T0" fmla="*/ 0 w 2"/>
                <a:gd name="T1" fmla="*/ 167 h 167"/>
                <a:gd name="T2" fmla="*/ 2 w 2"/>
                <a:gd name="T3" fmla="*/ 0 h 167"/>
                <a:gd name="T4" fmla="*/ 0 60000 65536"/>
                <a:gd name="T5" fmla="*/ 0 60000 65536"/>
                <a:gd name="T6" fmla="*/ 0 w 2"/>
                <a:gd name="T7" fmla="*/ 0 h 167"/>
                <a:gd name="T8" fmla="*/ 2 w 2"/>
                <a:gd name="T9" fmla="*/ 167 h 1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167">
                  <a:moveTo>
                    <a:pt x="0" y="167"/>
                  </a:moveTo>
                  <a:lnTo>
                    <a:pt x="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tailEnd type="triangle" w="sm" len="lg"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2" name="Text Box 87"/>
            <p:cNvSpPr txBox="1">
              <a:spLocks noChangeArrowheads="1"/>
            </p:cNvSpPr>
            <p:nvPr/>
          </p:nvSpPr>
          <p:spPr bwMode="auto">
            <a:xfrm>
              <a:off x="3342" y="2276"/>
              <a:ext cx="214" cy="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B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3" name="Text Box 88"/>
            <p:cNvSpPr txBox="1">
              <a:spLocks noChangeArrowheads="1"/>
            </p:cNvSpPr>
            <p:nvPr/>
          </p:nvSpPr>
          <p:spPr bwMode="auto">
            <a:xfrm>
              <a:off x="5217" y="2269"/>
              <a:ext cx="19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spAutoFit/>
            </a:bodyPr>
            <a:lstStyle>
              <a:lvl1pPr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B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4" name="Arc 89"/>
            <p:cNvSpPr/>
            <p:nvPr/>
          </p:nvSpPr>
          <p:spPr bwMode="auto">
            <a:xfrm rot="16200000" flipH="1">
              <a:off x="4021" y="2449"/>
              <a:ext cx="362" cy="403"/>
            </a:xfrm>
            <a:custGeom>
              <a:avLst/>
              <a:gdLst>
                <a:gd name="T0" fmla="*/ 236 w 18562"/>
                <a:gd name="T1" fmla="*/ 0 h 17880"/>
                <a:gd name="T2" fmla="*/ 362 w 18562"/>
                <a:gd name="T3" fmla="*/ 154 h 17880"/>
                <a:gd name="T4" fmla="*/ 0 w 18562"/>
                <a:gd name="T5" fmla="*/ 403 h 17880"/>
                <a:gd name="T6" fmla="*/ 0 60000 65536"/>
                <a:gd name="T7" fmla="*/ 0 60000 65536"/>
                <a:gd name="T8" fmla="*/ 0 60000 65536"/>
                <a:gd name="T9" fmla="*/ 0 w 18562"/>
                <a:gd name="T10" fmla="*/ 0 h 17880"/>
                <a:gd name="T11" fmla="*/ 18562 w 18562"/>
                <a:gd name="T12" fmla="*/ 17880 h 178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562" h="17880" fill="none" extrusionOk="0">
                  <a:moveTo>
                    <a:pt x="12118" y="-1"/>
                  </a:moveTo>
                  <a:cubicBezTo>
                    <a:pt x="14741" y="1777"/>
                    <a:pt x="16941" y="4110"/>
                    <a:pt x="18561" y="6834"/>
                  </a:cubicBezTo>
                </a:path>
                <a:path w="18562" h="17880" stroke="0" extrusionOk="0">
                  <a:moveTo>
                    <a:pt x="12118" y="-1"/>
                  </a:moveTo>
                  <a:cubicBezTo>
                    <a:pt x="14741" y="1777"/>
                    <a:pt x="16941" y="4110"/>
                    <a:pt x="18561" y="6834"/>
                  </a:cubicBezTo>
                  <a:lnTo>
                    <a:pt x="0" y="1788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5" name="Oval 90"/>
            <p:cNvSpPr>
              <a:spLocks noChangeArrowheads="1"/>
            </p:cNvSpPr>
            <p:nvPr/>
          </p:nvSpPr>
          <p:spPr bwMode="auto">
            <a:xfrm>
              <a:off x="4084" y="2152"/>
              <a:ext cx="620" cy="596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86" name="Group 91"/>
          <p:cNvGrpSpPr/>
          <p:nvPr/>
        </p:nvGrpSpPr>
        <p:grpSpPr bwMode="auto">
          <a:xfrm>
            <a:off x="5023396" y="1989949"/>
            <a:ext cx="2297112" cy="1622425"/>
            <a:chOff x="1397" y="612"/>
            <a:chExt cx="1447" cy="1022"/>
          </a:xfrm>
        </p:grpSpPr>
        <p:sp>
          <p:nvSpPr>
            <p:cNvPr id="87" name="Line 93"/>
            <p:cNvSpPr>
              <a:spLocks noChangeShapeType="1"/>
            </p:cNvSpPr>
            <p:nvPr/>
          </p:nvSpPr>
          <p:spPr bwMode="auto">
            <a:xfrm>
              <a:off x="1616" y="1372"/>
              <a:ext cx="0" cy="2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Freeform 94"/>
            <p:cNvSpPr/>
            <p:nvPr/>
          </p:nvSpPr>
          <p:spPr bwMode="auto">
            <a:xfrm>
              <a:off x="1404" y="1451"/>
              <a:ext cx="1" cy="135"/>
            </a:xfrm>
            <a:custGeom>
              <a:avLst/>
              <a:gdLst>
                <a:gd name="T0" fmla="*/ 0 w 1"/>
                <a:gd name="T1" fmla="*/ 152 h 152"/>
                <a:gd name="T2" fmla="*/ 0 w 1"/>
                <a:gd name="T3" fmla="*/ 0 h 152"/>
                <a:gd name="T4" fmla="*/ 0 60000 65536"/>
                <a:gd name="T5" fmla="*/ 0 60000 65536"/>
                <a:gd name="T6" fmla="*/ 0 w 1"/>
                <a:gd name="T7" fmla="*/ 0 h 152"/>
                <a:gd name="T8" fmla="*/ 1 w 1"/>
                <a:gd name="T9" fmla="*/ 152 h 15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52">
                  <a:moveTo>
                    <a:pt x="0" y="152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9" name="Freeform 95"/>
            <p:cNvSpPr/>
            <p:nvPr/>
          </p:nvSpPr>
          <p:spPr bwMode="auto">
            <a:xfrm>
              <a:off x="1771" y="1368"/>
              <a:ext cx="40" cy="49"/>
            </a:xfrm>
            <a:custGeom>
              <a:avLst/>
              <a:gdLst>
                <a:gd name="T0" fmla="*/ 46 w 46"/>
                <a:gd name="T1" fmla="*/ 0 h 55"/>
                <a:gd name="T2" fmla="*/ 41 w 46"/>
                <a:gd name="T3" fmla="*/ 36 h 55"/>
                <a:gd name="T4" fmla="*/ 23 w 46"/>
                <a:gd name="T5" fmla="*/ 51 h 55"/>
                <a:gd name="T6" fmla="*/ 0 w 46"/>
                <a:gd name="T7" fmla="*/ 55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"/>
                <a:gd name="T13" fmla="*/ 0 h 55"/>
                <a:gd name="T14" fmla="*/ 46 w 46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" h="55">
                  <a:moveTo>
                    <a:pt x="46" y="0"/>
                  </a:moveTo>
                  <a:cubicBezTo>
                    <a:pt x="46" y="6"/>
                    <a:pt x="45" y="28"/>
                    <a:pt x="41" y="36"/>
                  </a:cubicBezTo>
                  <a:cubicBezTo>
                    <a:pt x="37" y="44"/>
                    <a:pt x="30" y="48"/>
                    <a:pt x="23" y="51"/>
                  </a:cubicBezTo>
                  <a:cubicBezTo>
                    <a:pt x="16" y="54"/>
                    <a:pt x="5" y="54"/>
                    <a:pt x="0" y="55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0" name="Freeform 96"/>
            <p:cNvSpPr/>
            <p:nvPr/>
          </p:nvSpPr>
          <p:spPr bwMode="auto">
            <a:xfrm>
              <a:off x="1402" y="1576"/>
              <a:ext cx="1438" cy="2"/>
            </a:xfrm>
            <a:custGeom>
              <a:avLst/>
              <a:gdLst>
                <a:gd name="T0" fmla="*/ 0 w 1644"/>
                <a:gd name="T1" fmla="*/ 0 h 2"/>
                <a:gd name="T2" fmla="*/ 1644 w 1644"/>
                <a:gd name="T3" fmla="*/ 2 h 2"/>
                <a:gd name="T4" fmla="*/ 0 60000 65536"/>
                <a:gd name="T5" fmla="*/ 0 60000 65536"/>
                <a:gd name="T6" fmla="*/ 0 w 1644"/>
                <a:gd name="T7" fmla="*/ 0 h 2"/>
                <a:gd name="T8" fmla="*/ 1644 w 1644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44" h="2">
                  <a:moveTo>
                    <a:pt x="0" y="0"/>
                  </a:moveTo>
                  <a:lnTo>
                    <a:pt x="1644" y="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1" name="Rectangle 97"/>
            <p:cNvSpPr>
              <a:spLocks noChangeArrowheads="1"/>
            </p:cNvSpPr>
            <p:nvPr/>
          </p:nvSpPr>
          <p:spPr bwMode="auto">
            <a:xfrm>
              <a:off x="2004" y="878"/>
              <a:ext cx="248" cy="21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2" name="Line 98"/>
            <p:cNvSpPr>
              <a:spLocks noChangeShapeType="1"/>
            </p:cNvSpPr>
            <p:nvPr/>
          </p:nvSpPr>
          <p:spPr bwMode="auto">
            <a:xfrm flipV="1">
              <a:off x="2437" y="938"/>
              <a:ext cx="0" cy="44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3" name="Line 99"/>
            <p:cNvSpPr>
              <a:spLocks noChangeShapeType="1"/>
            </p:cNvSpPr>
            <p:nvPr/>
          </p:nvSpPr>
          <p:spPr bwMode="auto">
            <a:xfrm flipV="1">
              <a:off x="1808" y="932"/>
              <a:ext cx="0" cy="45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4" name="Freeform 100"/>
            <p:cNvSpPr/>
            <p:nvPr/>
          </p:nvSpPr>
          <p:spPr bwMode="auto">
            <a:xfrm>
              <a:off x="1863" y="876"/>
              <a:ext cx="515" cy="2"/>
            </a:xfrm>
            <a:custGeom>
              <a:avLst/>
              <a:gdLst>
                <a:gd name="T0" fmla="*/ 0 w 589"/>
                <a:gd name="T1" fmla="*/ 3 h 3"/>
                <a:gd name="T2" fmla="*/ 589 w 589"/>
                <a:gd name="T3" fmla="*/ 0 h 3"/>
                <a:gd name="T4" fmla="*/ 0 60000 65536"/>
                <a:gd name="T5" fmla="*/ 0 60000 65536"/>
                <a:gd name="T6" fmla="*/ 0 w 589"/>
                <a:gd name="T7" fmla="*/ 0 h 3"/>
                <a:gd name="T8" fmla="*/ 589 w 589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89" h="3">
                  <a:moveTo>
                    <a:pt x="0" y="3"/>
                  </a:moveTo>
                  <a:lnTo>
                    <a:pt x="589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5" name="Line 101"/>
            <p:cNvSpPr>
              <a:spLocks noChangeShapeType="1"/>
            </p:cNvSpPr>
            <p:nvPr/>
          </p:nvSpPr>
          <p:spPr bwMode="auto">
            <a:xfrm>
              <a:off x="2467" y="1416"/>
              <a:ext cx="34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6" name="Line 102"/>
            <p:cNvSpPr>
              <a:spLocks noChangeShapeType="1"/>
            </p:cNvSpPr>
            <p:nvPr/>
          </p:nvSpPr>
          <p:spPr bwMode="auto">
            <a:xfrm flipV="1">
              <a:off x="2840" y="1446"/>
              <a:ext cx="0" cy="14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7" name="Freeform 103"/>
            <p:cNvSpPr/>
            <p:nvPr/>
          </p:nvSpPr>
          <p:spPr bwMode="auto">
            <a:xfrm>
              <a:off x="1740" y="1419"/>
              <a:ext cx="1" cy="57"/>
            </a:xfrm>
            <a:custGeom>
              <a:avLst/>
              <a:gdLst>
                <a:gd name="T0" fmla="*/ 1 w 1"/>
                <a:gd name="T1" fmla="*/ 64 h 64"/>
                <a:gd name="T2" fmla="*/ 0 w 1"/>
                <a:gd name="T3" fmla="*/ 0 h 64"/>
                <a:gd name="T4" fmla="*/ 0 60000 65536"/>
                <a:gd name="T5" fmla="*/ 0 60000 65536"/>
                <a:gd name="T6" fmla="*/ 0 w 1"/>
                <a:gd name="T7" fmla="*/ 0 h 64"/>
                <a:gd name="T8" fmla="*/ 1 w 1"/>
                <a:gd name="T9" fmla="*/ 64 h 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64">
                  <a:moveTo>
                    <a:pt x="1" y="64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8" name="Freeform 104"/>
            <p:cNvSpPr/>
            <p:nvPr/>
          </p:nvSpPr>
          <p:spPr bwMode="auto">
            <a:xfrm>
              <a:off x="1494" y="1471"/>
              <a:ext cx="247" cy="1"/>
            </a:xfrm>
            <a:custGeom>
              <a:avLst/>
              <a:gdLst>
                <a:gd name="T0" fmla="*/ 0 w 282"/>
                <a:gd name="T1" fmla="*/ 1 h 1"/>
                <a:gd name="T2" fmla="*/ 282 w 282"/>
                <a:gd name="T3" fmla="*/ 0 h 1"/>
                <a:gd name="T4" fmla="*/ 0 60000 65536"/>
                <a:gd name="T5" fmla="*/ 0 60000 65536"/>
                <a:gd name="T6" fmla="*/ 0 w 282"/>
                <a:gd name="T7" fmla="*/ 0 h 1"/>
                <a:gd name="T8" fmla="*/ 282 w 28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82" h="1">
                  <a:moveTo>
                    <a:pt x="0" y="1"/>
                  </a:moveTo>
                  <a:lnTo>
                    <a:pt x="28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9" name="Freeform 105"/>
            <p:cNvSpPr/>
            <p:nvPr/>
          </p:nvSpPr>
          <p:spPr bwMode="auto">
            <a:xfrm>
              <a:off x="1693" y="1469"/>
              <a:ext cx="1" cy="109"/>
            </a:xfrm>
            <a:custGeom>
              <a:avLst/>
              <a:gdLst>
                <a:gd name="T0" fmla="*/ 0 w 1"/>
                <a:gd name="T1" fmla="*/ 0 h 123"/>
                <a:gd name="T2" fmla="*/ 0 w 1"/>
                <a:gd name="T3" fmla="*/ 123 h 123"/>
                <a:gd name="T4" fmla="*/ 0 60000 65536"/>
                <a:gd name="T5" fmla="*/ 0 60000 65536"/>
                <a:gd name="T6" fmla="*/ 0 w 1"/>
                <a:gd name="T7" fmla="*/ 0 h 123"/>
                <a:gd name="T8" fmla="*/ 1 w 1"/>
                <a:gd name="T9" fmla="*/ 123 h 12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23">
                  <a:moveTo>
                    <a:pt x="0" y="0"/>
                  </a:moveTo>
                  <a:lnTo>
                    <a:pt x="0" y="12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0" name="Line 106"/>
            <p:cNvSpPr>
              <a:spLocks noChangeShapeType="1"/>
            </p:cNvSpPr>
            <p:nvPr/>
          </p:nvSpPr>
          <p:spPr bwMode="auto">
            <a:xfrm>
              <a:off x="2374" y="876"/>
              <a:ext cx="63" cy="6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1" name="Line 107"/>
            <p:cNvSpPr>
              <a:spLocks noChangeShapeType="1"/>
            </p:cNvSpPr>
            <p:nvPr/>
          </p:nvSpPr>
          <p:spPr bwMode="auto">
            <a:xfrm flipH="1">
              <a:off x="1811" y="875"/>
              <a:ext cx="57" cy="5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2" name="Freeform 108"/>
            <p:cNvSpPr/>
            <p:nvPr/>
          </p:nvSpPr>
          <p:spPr bwMode="auto">
            <a:xfrm>
              <a:off x="2813" y="1415"/>
              <a:ext cx="28" cy="41"/>
            </a:xfrm>
            <a:custGeom>
              <a:avLst/>
              <a:gdLst>
                <a:gd name="T0" fmla="*/ 0 w 32"/>
                <a:gd name="T1" fmla="*/ 0 h 46"/>
                <a:gd name="T2" fmla="*/ 27 w 32"/>
                <a:gd name="T3" fmla="*/ 22 h 46"/>
                <a:gd name="T4" fmla="*/ 31 w 32"/>
                <a:gd name="T5" fmla="*/ 46 h 46"/>
                <a:gd name="T6" fmla="*/ 0 60000 65536"/>
                <a:gd name="T7" fmla="*/ 0 60000 65536"/>
                <a:gd name="T8" fmla="*/ 0 60000 65536"/>
                <a:gd name="T9" fmla="*/ 0 w 32"/>
                <a:gd name="T10" fmla="*/ 0 h 46"/>
                <a:gd name="T11" fmla="*/ 32 w 32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" h="46">
                  <a:moveTo>
                    <a:pt x="0" y="0"/>
                  </a:moveTo>
                  <a:cubicBezTo>
                    <a:pt x="4" y="4"/>
                    <a:pt x="22" y="14"/>
                    <a:pt x="27" y="22"/>
                  </a:cubicBezTo>
                  <a:cubicBezTo>
                    <a:pt x="32" y="30"/>
                    <a:pt x="30" y="41"/>
                    <a:pt x="31" y="46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3" name="Line 109"/>
            <p:cNvSpPr>
              <a:spLocks noChangeShapeType="1"/>
            </p:cNvSpPr>
            <p:nvPr/>
          </p:nvSpPr>
          <p:spPr bwMode="auto">
            <a:xfrm>
              <a:off x="2281" y="1135"/>
              <a:ext cx="0" cy="44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4" name="Freeform 110"/>
            <p:cNvSpPr/>
            <p:nvPr/>
          </p:nvSpPr>
          <p:spPr bwMode="auto">
            <a:xfrm>
              <a:off x="2249" y="1097"/>
              <a:ext cx="35" cy="44"/>
            </a:xfrm>
            <a:custGeom>
              <a:avLst/>
              <a:gdLst>
                <a:gd name="T0" fmla="*/ 0 w 39"/>
                <a:gd name="T1" fmla="*/ 0 h 50"/>
                <a:gd name="T2" fmla="*/ 29 w 39"/>
                <a:gd name="T3" fmla="*/ 19 h 50"/>
                <a:gd name="T4" fmla="*/ 39 w 39"/>
                <a:gd name="T5" fmla="*/ 50 h 50"/>
                <a:gd name="T6" fmla="*/ 0 60000 65536"/>
                <a:gd name="T7" fmla="*/ 0 60000 65536"/>
                <a:gd name="T8" fmla="*/ 0 60000 65536"/>
                <a:gd name="T9" fmla="*/ 0 w 39"/>
                <a:gd name="T10" fmla="*/ 0 h 50"/>
                <a:gd name="T11" fmla="*/ 39 w 39"/>
                <a:gd name="T12" fmla="*/ 50 h 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" h="50">
                  <a:moveTo>
                    <a:pt x="0" y="0"/>
                  </a:moveTo>
                  <a:cubicBezTo>
                    <a:pt x="5" y="3"/>
                    <a:pt x="23" y="11"/>
                    <a:pt x="29" y="19"/>
                  </a:cubicBezTo>
                  <a:cubicBezTo>
                    <a:pt x="35" y="27"/>
                    <a:pt x="37" y="44"/>
                    <a:pt x="39" y="5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5" name="Freeform 111"/>
            <p:cNvSpPr/>
            <p:nvPr/>
          </p:nvSpPr>
          <p:spPr bwMode="auto">
            <a:xfrm>
              <a:off x="2434" y="1031"/>
              <a:ext cx="385" cy="388"/>
            </a:xfrm>
            <a:custGeom>
              <a:avLst/>
              <a:gdLst>
                <a:gd name="T0" fmla="*/ 440 w 440"/>
                <a:gd name="T1" fmla="*/ 439 h 439"/>
                <a:gd name="T2" fmla="*/ 0 w 440"/>
                <a:gd name="T3" fmla="*/ 0 h 439"/>
                <a:gd name="T4" fmla="*/ 0 60000 65536"/>
                <a:gd name="T5" fmla="*/ 0 60000 65536"/>
                <a:gd name="T6" fmla="*/ 0 w 440"/>
                <a:gd name="T7" fmla="*/ 0 h 439"/>
                <a:gd name="T8" fmla="*/ 440 w 440"/>
                <a:gd name="T9" fmla="*/ 439 h 43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40" h="439">
                  <a:moveTo>
                    <a:pt x="440" y="439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6" name="Line 112"/>
            <p:cNvSpPr>
              <a:spLocks noChangeShapeType="1"/>
            </p:cNvSpPr>
            <p:nvPr/>
          </p:nvSpPr>
          <p:spPr bwMode="auto">
            <a:xfrm flipH="1">
              <a:off x="1429" y="1034"/>
              <a:ext cx="381" cy="3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7" name="Freeform 113"/>
            <p:cNvSpPr/>
            <p:nvPr/>
          </p:nvSpPr>
          <p:spPr bwMode="auto">
            <a:xfrm>
              <a:off x="2437" y="1370"/>
              <a:ext cx="42" cy="47"/>
            </a:xfrm>
            <a:custGeom>
              <a:avLst/>
              <a:gdLst>
                <a:gd name="T0" fmla="*/ 0 w 48"/>
                <a:gd name="T1" fmla="*/ 0 h 53"/>
                <a:gd name="T2" fmla="*/ 14 w 48"/>
                <a:gd name="T3" fmla="*/ 36 h 53"/>
                <a:gd name="T4" fmla="*/ 48 w 48"/>
                <a:gd name="T5" fmla="*/ 53 h 53"/>
                <a:gd name="T6" fmla="*/ 0 60000 65536"/>
                <a:gd name="T7" fmla="*/ 0 60000 65536"/>
                <a:gd name="T8" fmla="*/ 0 60000 65536"/>
                <a:gd name="T9" fmla="*/ 0 w 48"/>
                <a:gd name="T10" fmla="*/ 0 h 53"/>
                <a:gd name="T11" fmla="*/ 48 w 48"/>
                <a:gd name="T12" fmla="*/ 53 h 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53">
                  <a:moveTo>
                    <a:pt x="0" y="0"/>
                  </a:moveTo>
                  <a:cubicBezTo>
                    <a:pt x="2" y="6"/>
                    <a:pt x="6" y="27"/>
                    <a:pt x="14" y="36"/>
                  </a:cubicBezTo>
                  <a:cubicBezTo>
                    <a:pt x="22" y="45"/>
                    <a:pt x="41" y="50"/>
                    <a:pt x="48" y="53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8" name="Freeform 114"/>
            <p:cNvSpPr/>
            <p:nvPr/>
          </p:nvSpPr>
          <p:spPr bwMode="auto">
            <a:xfrm>
              <a:off x="1401" y="1417"/>
              <a:ext cx="30" cy="42"/>
            </a:xfrm>
            <a:custGeom>
              <a:avLst/>
              <a:gdLst>
                <a:gd name="T0" fmla="*/ 34 w 34"/>
                <a:gd name="T1" fmla="*/ 0 h 48"/>
                <a:gd name="T2" fmla="*/ 14 w 34"/>
                <a:gd name="T3" fmla="*/ 15 h 48"/>
                <a:gd name="T4" fmla="*/ 0 w 34"/>
                <a:gd name="T5" fmla="*/ 48 h 48"/>
                <a:gd name="T6" fmla="*/ 0 60000 65536"/>
                <a:gd name="T7" fmla="*/ 0 60000 65536"/>
                <a:gd name="T8" fmla="*/ 0 60000 65536"/>
                <a:gd name="T9" fmla="*/ 0 w 34"/>
                <a:gd name="T10" fmla="*/ 0 h 48"/>
                <a:gd name="T11" fmla="*/ 34 w 34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" h="48">
                  <a:moveTo>
                    <a:pt x="34" y="0"/>
                  </a:moveTo>
                  <a:cubicBezTo>
                    <a:pt x="31" y="2"/>
                    <a:pt x="20" y="7"/>
                    <a:pt x="14" y="15"/>
                  </a:cubicBezTo>
                  <a:cubicBezTo>
                    <a:pt x="8" y="23"/>
                    <a:pt x="3" y="41"/>
                    <a:pt x="0" y="48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9" name="Freeform 115"/>
            <p:cNvSpPr/>
            <p:nvPr/>
          </p:nvSpPr>
          <p:spPr bwMode="auto">
            <a:xfrm>
              <a:off x="1973" y="1098"/>
              <a:ext cx="28" cy="34"/>
            </a:xfrm>
            <a:custGeom>
              <a:avLst/>
              <a:gdLst>
                <a:gd name="T0" fmla="*/ 32 w 32"/>
                <a:gd name="T1" fmla="*/ 0 h 38"/>
                <a:gd name="T2" fmla="*/ 9 w 32"/>
                <a:gd name="T3" fmla="*/ 12 h 38"/>
                <a:gd name="T4" fmla="*/ 0 w 32"/>
                <a:gd name="T5" fmla="*/ 38 h 38"/>
                <a:gd name="T6" fmla="*/ 0 60000 65536"/>
                <a:gd name="T7" fmla="*/ 0 60000 65536"/>
                <a:gd name="T8" fmla="*/ 0 60000 65536"/>
                <a:gd name="T9" fmla="*/ 0 w 32"/>
                <a:gd name="T10" fmla="*/ 0 h 38"/>
                <a:gd name="T11" fmla="*/ 32 w 32"/>
                <a:gd name="T12" fmla="*/ 38 h 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" h="38">
                  <a:moveTo>
                    <a:pt x="32" y="0"/>
                  </a:moveTo>
                  <a:cubicBezTo>
                    <a:pt x="28" y="2"/>
                    <a:pt x="14" y="6"/>
                    <a:pt x="9" y="12"/>
                  </a:cubicBezTo>
                  <a:cubicBezTo>
                    <a:pt x="4" y="18"/>
                    <a:pt x="2" y="33"/>
                    <a:pt x="0" y="38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0" name="Freeform 116"/>
            <p:cNvSpPr/>
            <p:nvPr/>
          </p:nvSpPr>
          <p:spPr bwMode="auto">
            <a:xfrm>
              <a:off x="1693" y="1278"/>
              <a:ext cx="290" cy="292"/>
            </a:xfrm>
            <a:custGeom>
              <a:avLst/>
              <a:gdLst>
                <a:gd name="T0" fmla="*/ 0 w 331"/>
                <a:gd name="T1" fmla="*/ 331 h 331"/>
                <a:gd name="T2" fmla="*/ 331 w 331"/>
                <a:gd name="T3" fmla="*/ 0 h 331"/>
                <a:gd name="T4" fmla="*/ 0 60000 65536"/>
                <a:gd name="T5" fmla="*/ 0 60000 65536"/>
                <a:gd name="T6" fmla="*/ 0 w 331"/>
                <a:gd name="T7" fmla="*/ 0 h 331"/>
                <a:gd name="T8" fmla="*/ 331 w 331"/>
                <a:gd name="T9" fmla="*/ 331 h 33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31" h="331">
                  <a:moveTo>
                    <a:pt x="0" y="331"/>
                  </a:moveTo>
                  <a:lnTo>
                    <a:pt x="33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1" name="Freeform 117"/>
            <p:cNvSpPr/>
            <p:nvPr/>
          </p:nvSpPr>
          <p:spPr bwMode="auto">
            <a:xfrm>
              <a:off x="1798" y="1400"/>
              <a:ext cx="179" cy="180"/>
            </a:xfrm>
            <a:custGeom>
              <a:avLst/>
              <a:gdLst>
                <a:gd name="T0" fmla="*/ 0 w 204"/>
                <a:gd name="T1" fmla="*/ 204 h 204"/>
                <a:gd name="T2" fmla="*/ 204 w 204"/>
                <a:gd name="T3" fmla="*/ 0 h 204"/>
                <a:gd name="T4" fmla="*/ 0 60000 65536"/>
                <a:gd name="T5" fmla="*/ 0 60000 65536"/>
                <a:gd name="T6" fmla="*/ 0 w 204"/>
                <a:gd name="T7" fmla="*/ 0 h 204"/>
                <a:gd name="T8" fmla="*/ 204 w 204"/>
                <a:gd name="T9" fmla="*/ 204 h 20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4" h="204">
                  <a:moveTo>
                    <a:pt x="0" y="204"/>
                  </a:moveTo>
                  <a:lnTo>
                    <a:pt x="20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2" name="Freeform 118"/>
            <p:cNvSpPr/>
            <p:nvPr/>
          </p:nvSpPr>
          <p:spPr bwMode="auto">
            <a:xfrm>
              <a:off x="1811" y="1174"/>
              <a:ext cx="166" cy="168"/>
            </a:xfrm>
            <a:custGeom>
              <a:avLst/>
              <a:gdLst>
                <a:gd name="T0" fmla="*/ 0 w 190"/>
                <a:gd name="T1" fmla="*/ 190 h 190"/>
                <a:gd name="T2" fmla="*/ 190 w 190"/>
                <a:gd name="T3" fmla="*/ 0 h 190"/>
                <a:gd name="T4" fmla="*/ 0 60000 65536"/>
                <a:gd name="T5" fmla="*/ 0 60000 65536"/>
                <a:gd name="T6" fmla="*/ 0 w 190"/>
                <a:gd name="T7" fmla="*/ 0 h 190"/>
                <a:gd name="T8" fmla="*/ 190 w 190"/>
                <a:gd name="T9" fmla="*/ 190 h 19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90" h="190">
                  <a:moveTo>
                    <a:pt x="0" y="190"/>
                  </a:moveTo>
                  <a:lnTo>
                    <a:pt x="19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3" name="Freeform 119"/>
            <p:cNvSpPr/>
            <p:nvPr/>
          </p:nvSpPr>
          <p:spPr bwMode="auto">
            <a:xfrm>
              <a:off x="1812" y="1040"/>
              <a:ext cx="189" cy="191"/>
            </a:xfrm>
            <a:custGeom>
              <a:avLst/>
              <a:gdLst>
                <a:gd name="T0" fmla="*/ 0 w 216"/>
                <a:gd name="T1" fmla="*/ 216 h 216"/>
                <a:gd name="T2" fmla="*/ 216 w 216"/>
                <a:gd name="T3" fmla="*/ 0 h 216"/>
                <a:gd name="T4" fmla="*/ 0 60000 65536"/>
                <a:gd name="T5" fmla="*/ 0 60000 65536"/>
                <a:gd name="T6" fmla="*/ 0 w 216"/>
                <a:gd name="T7" fmla="*/ 0 h 216"/>
                <a:gd name="T8" fmla="*/ 216 w 216"/>
                <a:gd name="T9" fmla="*/ 216 h 21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" h="216">
                  <a:moveTo>
                    <a:pt x="0" y="216"/>
                  </a:moveTo>
                  <a:lnTo>
                    <a:pt x="21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4" name="Line 120"/>
            <p:cNvSpPr>
              <a:spLocks noChangeShapeType="1"/>
            </p:cNvSpPr>
            <p:nvPr/>
          </p:nvSpPr>
          <p:spPr bwMode="auto">
            <a:xfrm flipV="1">
              <a:off x="1812" y="920"/>
              <a:ext cx="198" cy="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5" name="Freeform 121"/>
            <p:cNvSpPr/>
            <p:nvPr/>
          </p:nvSpPr>
          <p:spPr bwMode="auto">
            <a:xfrm>
              <a:off x="1808" y="879"/>
              <a:ext cx="135" cy="138"/>
            </a:xfrm>
            <a:custGeom>
              <a:avLst/>
              <a:gdLst>
                <a:gd name="T0" fmla="*/ 0 w 154"/>
                <a:gd name="T1" fmla="*/ 156 h 156"/>
                <a:gd name="T2" fmla="*/ 154 w 154"/>
                <a:gd name="T3" fmla="*/ 0 h 156"/>
                <a:gd name="T4" fmla="*/ 0 60000 65536"/>
                <a:gd name="T5" fmla="*/ 0 60000 65536"/>
                <a:gd name="T6" fmla="*/ 0 w 154"/>
                <a:gd name="T7" fmla="*/ 0 h 156"/>
                <a:gd name="T8" fmla="*/ 154 w 154"/>
                <a:gd name="T9" fmla="*/ 156 h 15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4" h="156">
                  <a:moveTo>
                    <a:pt x="0" y="156"/>
                  </a:moveTo>
                  <a:lnTo>
                    <a:pt x="15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6" name="Freeform 122"/>
            <p:cNvSpPr/>
            <p:nvPr/>
          </p:nvSpPr>
          <p:spPr bwMode="auto">
            <a:xfrm>
              <a:off x="1471" y="1509"/>
              <a:ext cx="65" cy="68"/>
            </a:xfrm>
            <a:custGeom>
              <a:avLst/>
              <a:gdLst>
                <a:gd name="T0" fmla="*/ 0 w 74"/>
                <a:gd name="T1" fmla="*/ 76 h 76"/>
                <a:gd name="T2" fmla="*/ 74 w 74"/>
                <a:gd name="T3" fmla="*/ 0 h 76"/>
                <a:gd name="T4" fmla="*/ 0 60000 65536"/>
                <a:gd name="T5" fmla="*/ 0 60000 65536"/>
                <a:gd name="T6" fmla="*/ 0 w 74"/>
                <a:gd name="T7" fmla="*/ 0 h 76"/>
                <a:gd name="T8" fmla="*/ 74 w 74"/>
                <a:gd name="T9" fmla="*/ 76 h 7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4" h="76">
                  <a:moveTo>
                    <a:pt x="0" y="76"/>
                  </a:moveTo>
                  <a:lnTo>
                    <a:pt x="7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7" name="Line 123"/>
            <p:cNvSpPr>
              <a:spLocks noChangeShapeType="1"/>
            </p:cNvSpPr>
            <p:nvPr/>
          </p:nvSpPr>
          <p:spPr bwMode="auto">
            <a:xfrm flipV="1">
              <a:off x="1397" y="1439"/>
              <a:ext cx="96" cy="9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8" name="Line 124"/>
            <p:cNvSpPr>
              <a:spLocks noChangeShapeType="1"/>
            </p:cNvSpPr>
            <p:nvPr/>
          </p:nvSpPr>
          <p:spPr bwMode="auto">
            <a:xfrm flipV="1">
              <a:off x="2257" y="886"/>
              <a:ext cx="123" cy="1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Line 125"/>
            <p:cNvSpPr>
              <a:spLocks noChangeShapeType="1"/>
            </p:cNvSpPr>
            <p:nvPr/>
          </p:nvSpPr>
          <p:spPr bwMode="auto">
            <a:xfrm flipV="1">
              <a:off x="2257" y="877"/>
              <a:ext cx="30" cy="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0" name="Freeform 126"/>
            <p:cNvSpPr/>
            <p:nvPr/>
          </p:nvSpPr>
          <p:spPr bwMode="auto">
            <a:xfrm>
              <a:off x="2260" y="938"/>
              <a:ext cx="175" cy="175"/>
            </a:xfrm>
            <a:custGeom>
              <a:avLst/>
              <a:gdLst>
                <a:gd name="T0" fmla="*/ 0 w 200"/>
                <a:gd name="T1" fmla="*/ 199 h 199"/>
                <a:gd name="T2" fmla="*/ 200 w 200"/>
                <a:gd name="T3" fmla="*/ 0 h 199"/>
                <a:gd name="T4" fmla="*/ 0 60000 65536"/>
                <a:gd name="T5" fmla="*/ 0 60000 65536"/>
                <a:gd name="T6" fmla="*/ 0 w 200"/>
                <a:gd name="T7" fmla="*/ 0 h 199"/>
                <a:gd name="T8" fmla="*/ 200 w 200"/>
                <a:gd name="T9" fmla="*/ 199 h 19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" h="199">
                  <a:moveTo>
                    <a:pt x="0" y="199"/>
                  </a:moveTo>
                  <a:lnTo>
                    <a:pt x="20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1" name="Line 127"/>
            <p:cNvSpPr>
              <a:spLocks noChangeShapeType="1"/>
            </p:cNvSpPr>
            <p:nvPr/>
          </p:nvSpPr>
          <p:spPr bwMode="auto">
            <a:xfrm flipV="1">
              <a:off x="2287" y="1052"/>
              <a:ext cx="147" cy="14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2" name="Freeform 128"/>
            <p:cNvSpPr/>
            <p:nvPr/>
          </p:nvSpPr>
          <p:spPr bwMode="auto">
            <a:xfrm>
              <a:off x="2275" y="1153"/>
              <a:ext cx="162" cy="164"/>
            </a:xfrm>
            <a:custGeom>
              <a:avLst/>
              <a:gdLst>
                <a:gd name="T0" fmla="*/ 0 w 185"/>
                <a:gd name="T1" fmla="*/ 185 h 185"/>
                <a:gd name="T2" fmla="*/ 185 w 185"/>
                <a:gd name="T3" fmla="*/ 0 h 185"/>
                <a:gd name="T4" fmla="*/ 0 60000 65536"/>
                <a:gd name="T5" fmla="*/ 0 60000 65536"/>
                <a:gd name="T6" fmla="*/ 0 w 185"/>
                <a:gd name="T7" fmla="*/ 0 h 185"/>
                <a:gd name="T8" fmla="*/ 185 w 185"/>
                <a:gd name="T9" fmla="*/ 185 h 18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5" h="185">
                  <a:moveTo>
                    <a:pt x="0" y="185"/>
                  </a:moveTo>
                  <a:lnTo>
                    <a:pt x="18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3" name="Line 129"/>
            <p:cNvSpPr>
              <a:spLocks noChangeShapeType="1"/>
            </p:cNvSpPr>
            <p:nvPr/>
          </p:nvSpPr>
          <p:spPr bwMode="auto">
            <a:xfrm flipV="1">
              <a:off x="2283" y="1260"/>
              <a:ext cx="155" cy="15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4" name="Freeform 130"/>
            <p:cNvSpPr/>
            <p:nvPr/>
          </p:nvSpPr>
          <p:spPr bwMode="auto">
            <a:xfrm>
              <a:off x="2279" y="1380"/>
              <a:ext cx="156" cy="158"/>
            </a:xfrm>
            <a:custGeom>
              <a:avLst/>
              <a:gdLst>
                <a:gd name="T0" fmla="*/ 0 w 178"/>
                <a:gd name="T1" fmla="*/ 178 h 178"/>
                <a:gd name="T2" fmla="*/ 178 w 178"/>
                <a:gd name="T3" fmla="*/ 0 h 178"/>
                <a:gd name="T4" fmla="*/ 0 60000 65536"/>
                <a:gd name="T5" fmla="*/ 0 60000 65536"/>
                <a:gd name="T6" fmla="*/ 0 w 178"/>
                <a:gd name="T7" fmla="*/ 0 h 178"/>
                <a:gd name="T8" fmla="*/ 178 w 178"/>
                <a:gd name="T9" fmla="*/ 178 h 1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78" h="178">
                  <a:moveTo>
                    <a:pt x="0" y="178"/>
                  </a:moveTo>
                  <a:lnTo>
                    <a:pt x="1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5" name="Freeform 131"/>
            <p:cNvSpPr/>
            <p:nvPr/>
          </p:nvSpPr>
          <p:spPr bwMode="auto">
            <a:xfrm>
              <a:off x="2355" y="1415"/>
              <a:ext cx="159" cy="162"/>
            </a:xfrm>
            <a:custGeom>
              <a:avLst/>
              <a:gdLst>
                <a:gd name="T0" fmla="*/ 0 w 182"/>
                <a:gd name="T1" fmla="*/ 183 h 183"/>
                <a:gd name="T2" fmla="*/ 182 w 182"/>
                <a:gd name="T3" fmla="*/ 0 h 183"/>
                <a:gd name="T4" fmla="*/ 0 60000 65536"/>
                <a:gd name="T5" fmla="*/ 0 60000 65536"/>
                <a:gd name="T6" fmla="*/ 0 w 182"/>
                <a:gd name="T7" fmla="*/ 0 h 183"/>
                <a:gd name="T8" fmla="*/ 182 w 182"/>
                <a:gd name="T9" fmla="*/ 183 h 18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183">
                  <a:moveTo>
                    <a:pt x="0" y="183"/>
                  </a:moveTo>
                  <a:lnTo>
                    <a:pt x="18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6" name="Freeform 132"/>
            <p:cNvSpPr/>
            <p:nvPr/>
          </p:nvSpPr>
          <p:spPr bwMode="auto">
            <a:xfrm>
              <a:off x="2468" y="1417"/>
              <a:ext cx="157" cy="159"/>
            </a:xfrm>
            <a:custGeom>
              <a:avLst/>
              <a:gdLst>
                <a:gd name="T0" fmla="*/ 0 w 180"/>
                <a:gd name="T1" fmla="*/ 180 h 180"/>
                <a:gd name="T2" fmla="*/ 180 w 180"/>
                <a:gd name="T3" fmla="*/ 0 h 180"/>
                <a:gd name="T4" fmla="*/ 0 60000 65536"/>
                <a:gd name="T5" fmla="*/ 0 60000 65536"/>
                <a:gd name="T6" fmla="*/ 0 w 180"/>
                <a:gd name="T7" fmla="*/ 0 h 180"/>
                <a:gd name="T8" fmla="*/ 180 w 180"/>
                <a:gd name="T9" fmla="*/ 180 h 1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0" h="180">
                  <a:moveTo>
                    <a:pt x="0" y="180"/>
                  </a:moveTo>
                  <a:lnTo>
                    <a:pt x="18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7" name="Freeform 133"/>
            <p:cNvSpPr/>
            <p:nvPr/>
          </p:nvSpPr>
          <p:spPr bwMode="auto">
            <a:xfrm>
              <a:off x="2574" y="1413"/>
              <a:ext cx="165" cy="167"/>
            </a:xfrm>
            <a:custGeom>
              <a:avLst/>
              <a:gdLst>
                <a:gd name="T0" fmla="*/ 0 w 189"/>
                <a:gd name="T1" fmla="*/ 189 h 189"/>
                <a:gd name="T2" fmla="*/ 189 w 189"/>
                <a:gd name="T3" fmla="*/ 0 h 189"/>
                <a:gd name="T4" fmla="*/ 0 60000 65536"/>
                <a:gd name="T5" fmla="*/ 0 60000 65536"/>
                <a:gd name="T6" fmla="*/ 0 w 189"/>
                <a:gd name="T7" fmla="*/ 0 h 189"/>
                <a:gd name="T8" fmla="*/ 189 w 189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9" h="189">
                  <a:moveTo>
                    <a:pt x="0" y="189"/>
                  </a:moveTo>
                  <a:lnTo>
                    <a:pt x="18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8" name="Freeform 134"/>
            <p:cNvSpPr/>
            <p:nvPr/>
          </p:nvSpPr>
          <p:spPr bwMode="auto">
            <a:xfrm>
              <a:off x="2694" y="1439"/>
              <a:ext cx="134" cy="135"/>
            </a:xfrm>
            <a:custGeom>
              <a:avLst/>
              <a:gdLst>
                <a:gd name="T0" fmla="*/ 0 w 153"/>
                <a:gd name="T1" fmla="*/ 153 h 153"/>
                <a:gd name="T2" fmla="*/ 153 w 153"/>
                <a:gd name="T3" fmla="*/ 0 h 153"/>
                <a:gd name="T4" fmla="*/ 0 60000 65536"/>
                <a:gd name="T5" fmla="*/ 0 60000 65536"/>
                <a:gd name="T6" fmla="*/ 0 w 153"/>
                <a:gd name="T7" fmla="*/ 0 h 153"/>
                <a:gd name="T8" fmla="*/ 153 w 153"/>
                <a:gd name="T9" fmla="*/ 153 h 15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3" h="153">
                  <a:moveTo>
                    <a:pt x="0" y="153"/>
                  </a:moveTo>
                  <a:lnTo>
                    <a:pt x="15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9" name="Freeform 135"/>
            <p:cNvSpPr/>
            <p:nvPr/>
          </p:nvSpPr>
          <p:spPr bwMode="auto">
            <a:xfrm>
              <a:off x="2795" y="1535"/>
              <a:ext cx="49" cy="49"/>
            </a:xfrm>
            <a:custGeom>
              <a:avLst/>
              <a:gdLst>
                <a:gd name="T0" fmla="*/ 0 w 56"/>
                <a:gd name="T1" fmla="*/ 55 h 55"/>
                <a:gd name="T2" fmla="*/ 56 w 56"/>
                <a:gd name="T3" fmla="*/ 0 h 55"/>
                <a:gd name="T4" fmla="*/ 0 60000 65536"/>
                <a:gd name="T5" fmla="*/ 0 60000 65536"/>
                <a:gd name="T6" fmla="*/ 0 w 56"/>
                <a:gd name="T7" fmla="*/ 0 h 55"/>
                <a:gd name="T8" fmla="*/ 56 w 56"/>
                <a:gd name="T9" fmla="*/ 55 h 5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6" h="55">
                  <a:moveTo>
                    <a:pt x="0" y="55"/>
                  </a:moveTo>
                  <a:lnTo>
                    <a:pt x="56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0" name="Freeform 136"/>
            <p:cNvSpPr/>
            <p:nvPr/>
          </p:nvSpPr>
          <p:spPr bwMode="auto">
            <a:xfrm>
              <a:off x="1922" y="1518"/>
              <a:ext cx="53" cy="53"/>
            </a:xfrm>
            <a:custGeom>
              <a:avLst/>
              <a:gdLst>
                <a:gd name="T0" fmla="*/ 0 w 60"/>
                <a:gd name="T1" fmla="*/ 60 h 60"/>
                <a:gd name="T2" fmla="*/ 60 w 60"/>
                <a:gd name="T3" fmla="*/ 0 h 60"/>
                <a:gd name="T4" fmla="*/ 0 60000 65536"/>
                <a:gd name="T5" fmla="*/ 0 60000 65536"/>
                <a:gd name="T6" fmla="*/ 0 w 60"/>
                <a:gd name="T7" fmla="*/ 0 h 60"/>
                <a:gd name="T8" fmla="*/ 60 w 60"/>
                <a:gd name="T9" fmla="*/ 60 h 6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0" h="60">
                  <a:moveTo>
                    <a:pt x="0" y="60"/>
                  </a:moveTo>
                  <a:lnTo>
                    <a:pt x="6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1" name="Line 137"/>
            <p:cNvSpPr>
              <a:spLocks noChangeShapeType="1"/>
            </p:cNvSpPr>
            <p:nvPr/>
          </p:nvSpPr>
          <p:spPr bwMode="auto">
            <a:xfrm flipH="1">
              <a:off x="1421" y="1416"/>
              <a:ext cx="35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2" name="Freeform 138"/>
            <p:cNvSpPr/>
            <p:nvPr/>
          </p:nvSpPr>
          <p:spPr bwMode="auto">
            <a:xfrm>
              <a:off x="1496" y="1413"/>
              <a:ext cx="1" cy="63"/>
            </a:xfrm>
            <a:custGeom>
              <a:avLst/>
              <a:gdLst>
                <a:gd name="T0" fmla="*/ 1 w 1"/>
                <a:gd name="T1" fmla="*/ 71 h 71"/>
                <a:gd name="T2" fmla="*/ 0 w 1"/>
                <a:gd name="T3" fmla="*/ 0 h 71"/>
                <a:gd name="T4" fmla="*/ 0 60000 65536"/>
                <a:gd name="T5" fmla="*/ 0 60000 65536"/>
                <a:gd name="T6" fmla="*/ 0 w 1"/>
                <a:gd name="T7" fmla="*/ 0 h 71"/>
                <a:gd name="T8" fmla="*/ 1 w 1"/>
                <a:gd name="T9" fmla="*/ 71 h 7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71">
                  <a:moveTo>
                    <a:pt x="1" y="71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3" name="Freeform 139"/>
            <p:cNvSpPr/>
            <p:nvPr/>
          </p:nvSpPr>
          <p:spPr bwMode="auto">
            <a:xfrm>
              <a:off x="1542" y="1462"/>
              <a:ext cx="1" cy="116"/>
            </a:xfrm>
            <a:custGeom>
              <a:avLst/>
              <a:gdLst>
                <a:gd name="T0" fmla="*/ 0 w 1"/>
                <a:gd name="T1" fmla="*/ 0 h 116"/>
                <a:gd name="T2" fmla="*/ 0 w 1"/>
                <a:gd name="T3" fmla="*/ 116 h 116"/>
                <a:gd name="T4" fmla="*/ 0 60000 65536"/>
                <a:gd name="T5" fmla="*/ 0 60000 65536"/>
                <a:gd name="T6" fmla="*/ 0 w 1"/>
                <a:gd name="T7" fmla="*/ 0 h 116"/>
                <a:gd name="T8" fmla="*/ 1 w 1"/>
                <a:gd name="T9" fmla="*/ 116 h 11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16">
                  <a:moveTo>
                    <a:pt x="0" y="0"/>
                  </a:moveTo>
                  <a:lnTo>
                    <a:pt x="0" y="116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4" name="Line 140"/>
            <p:cNvSpPr>
              <a:spLocks noChangeShapeType="1"/>
            </p:cNvSpPr>
            <p:nvPr/>
          </p:nvSpPr>
          <p:spPr bwMode="auto">
            <a:xfrm>
              <a:off x="1974" y="1122"/>
              <a:ext cx="0" cy="45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5" name="Text Box 141"/>
            <p:cNvSpPr txBox="1">
              <a:spLocks noChangeArrowheads="1"/>
            </p:cNvSpPr>
            <p:nvPr/>
          </p:nvSpPr>
          <p:spPr bwMode="auto">
            <a:xfrm>
              <a:off x="1878" y="612"/>
              <a:ext cx="506" cy="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A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－</a:t>
              </a:r>
              <a:r>
                <a:rPr kumimoji="1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A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6" name="Line 142"/>
            <p:cNvSpPr>
              <a:spLocks noChangeShapeType="1"/>
            </p:cNvSpPr>
            <p:nvPr/>
          </p:nvSpPr>
          <p:spPr bwMode="auto">
            <a:xfrm>
              <a:off x="2636" y="1360"/>
              <a:ext cx="0" cy="2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37" name="Group 143"/>
          <p:cNvGrpSpPr/>
          <p:nvPr/>
        </p:nvGrpSpPr>
        <p:grpSpPr bwMode="auto">
          <a:xfrm>
            <a:off x="9301981" y="2283772"/>
            <a:ext cx="2117725" cy="1285875"/>
            <a:chOff x="3733" y="828"/>
            <a:chExt cx="1334" cy="810"/>
          </a:xfrm>
        </p:grpSpPr>
        <p:sp>
          <p:nvSpPr>
            <p:cNvPr id="138" name="Line 144"/>
            <p:cNvSpPr>
              <a:spLocks noChangeShapeType="1"/>
            </p:cNvSpPr>
            <p:nvPr/>
          </p:nvSpPr>
          <p:spPr bwMode="auto">
            <a:xfrm flipV="1">
              <a:off x="3739" y="1508"/>
              <a:ext cx="0" cy="9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9" name="Line 145"/>
            <p:cNvSpPr>
              <a:spLocks noChangeShapeType="1"/>
            </p:cNvSpPr>
            <p:nvPr/>
          </p:nvSpPr>
          <p:spPr bwMode="auto">
            <a:xfrm>
              <a:off x="3733" y="1592"/>
              <a:ext cx="133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0" name="Rectangle 147"/>
            <p:cNvSpPr>
              <a:spLocks noChangeArrowheads="1"/>
            </p:cNvSpPr>
            <p:nvPr/>
          </p:nvSpPr>
          <p:spPr bwMode="auto">
            <a:xfrm>
              <a:off x="4192" y="1151"/>
              <a:ext cx="413" cy="43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1" name="Line 148"/>
            <p:cNvSpPr>
              <a:spLocks noChangeShapeType="1"/>
            </p:cNvSpPr>
            <p:nvPr/>
          </p:nvSpPr>
          <p:spPr bwMode="auto">
            <a:xfrm flipV="1">
              <a:off x="5057" y="1499"/>
              <a:ext cx="0" cy="9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2" name="Line 149"/>
            <p:cNvSpPr>
              <a:spLocks noChangeShapeType="1"/>
            </p:cNvSpPr>
            <p:nvPr/>
          </p:nvSpPr>
          <p:spPr bwMode="auto">
            <a:xfrm flipV="1">
              <a:off x="4079" y="1145"/>
              <a:ext cx="0" cy="29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3" name="Line 150"/>
            <p:cNvSpPr>
              <a:spLocks noChangeShapeType="1"/>
            </p:cNvSpPr>
            <p:nvPr/>
          </p:nvSpPr>
          <p:spPr bwMode="auto">
            <a:xfrm flipV="1">
              <a:off x="4710" y="1144"/>
              <a:ext cx="0" cy="29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4" name="Line 151"/>
            <p:cNvSpPr>
              <a:spLocks noChangeShapeType="1"/>
            </p:cNvSpPr>
            <p:nvPr/>
          </p:nvSpPr>
          <p:spPr bwMode="auto">
            <a:xfrm flipH="1">
              <a:off x="4079" y="1151"/>
              <a:ext cx="63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5" name="Line 152"/>
            <p:cNvSpPr>
              <a:spLocks noChangeShapeType="1"/>
            </p:cNvSpPr>
            <p:nvPr/>
          </p:nvSpPr>
          <p:spPr bwMode="auto">
            <a:xfrm flipH="1">
              <a:off x="3767" y="1463"/>
              <a:ext cx="27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6" name="Line 153"/>
            <p:cNvSpPr>
              <a:spLocks noChangeShapeType="1"/>
            </p:cNvSpPr>
            <p:nvPr/>
          </p:nvSpPr>
          <p:spPr bwMode="auto">
            <a:xfrm flipH="1">
              <a:off x="4743" y="1463"/>
              <a:ext cx="27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7" name="Line 154"/>
            <p:cNvSpPr>
              <a:spLocks noChangeShapeType="1"/>
            </p:cNvSpPr>
            <p:nvPr/>
          </p:nvSpPr>
          <p:spPr bwMode="auto">
            <a:xfrm>
              <a:off x="3914" y="1409"/>
              <a:ext cx="0" cy="22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8" name="Line 155"/>
            <p:cNvSpPr>
              <a:spLocks noChangeShapeType="1"/>
            </p:cNvSpPr>
            <p:nvPr/>
          </p:nvSpPr>
          <p:spPr bwMode="auto">
            <a:xfrm>
              <a:off x="3979" y="1463"/>
              <a:ext cx="0" cy="12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9" name="Freeform 156"/>
            <p:cNvSpPr/>
            <p:nvPr/>
          </p:nvSpPr>
          <p:spPr bwMode="auto">
            <a:xfrm>
              <a:off x="3847" y="1457"/>
              <a:ext cx="2" cy="138"/>
            </a:xfrm>
            <a:custGeom>
              <a:avLst/>
              <a:gdLst>
                <a:gd name="T0" fmla="*/ 2 w 2"/>
                <a:gd name="T1" fmla="*/ 0 h 167"/>
                <a:gd name="T2" fmla="*/ 0 w 2"/>
                <a:gd name="T3" fmla="*/ 167 h 167"/>
                <a:gd name="T4" fmla="*/ 0 60000 65536"/>
                <a:gd name="T5" fmla="*/ 0 60000 65536"/>
                <a:gd name="T6" fmla="*/ 0 w 2"/>
                <a:gd name="T7" fmla="*/ 0 h 167"/>
                <a:gd name="T8" fmla="*/ 2 w 2"/>
                <a:gd name="T9" fmla="*/ 167 h 1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167">
                  <a:moveTo>
                    <a:pt x="2" y="0"/>
                  </a:moveTo>
                  <a:lnTo>
                    <a:pt x="0" y="167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0" name="Freeform 157"/>
            <p:cNvSpPr/>
            <p:nvPr/>
          </p:nvSpPr>
          <p:spPr bwMode="auto">
            <a:xfrm>
              <a:off x="4030" y="1429"/>
              <a:ext cx="54" cy="35"/>
            </a:xfrm>
            <a:custGeom>
              <a:avLst/>
              <a:gdLst>
                <a:gd name="T0" fmla="*/ 67 w 67"/>
                <a:gd name="T1" fmla="*/ 0 h 43"/>
                <a:gd name="T2" fmla="*/ 53 w 67"/>
                <a:gd name="T3" fmla="*/ 19 h 43"/>
                <a:gd name="T4" fmla="*/ 29 w 67"/>
                <a:gd name="T5" fmla="*/ 38 h 43"/>
                <a:gd name="T6" fmla="*/ 0 w 67"/>
                <a:gd name="T7" fmla="*/ 43 h 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43"/>
                <a:gd name="T14" fmla="*/ 67 w 67"/>
                <a:gd name="T15" fmla="*/ 43 h 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43">
                  <a:moveTo>
                    <a:pt x="67" y="0"/>
                  </a:moveTo>
                  <a:cubicBezTo>
                    <a:pt x="65" y="3"/>
                    <a:pt x="59" y="13"/>
                    <a:pt x="53" y="19"/>
                  </a:cubicBezTo>
                  <a:cubicBezTo>
                    <a:pt x="47" y="25"/>
                    <a:pt x="38" y="34"/>
                    <a:pt x="29" y="38"/>
                  </a:cubicBezTo>
                  <a:cubicBezTo>
                    <a:pt x="20" y="42"/>
                    <a:pt x="6" y="42"/>
                    <a:pt x="0" y="43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1" name="Freeform 158"/>
            <p:cNvSpPr/>
            <p:nvPr/>
          </p:nvSpPr>
          <p:spPr bwMode="auto">
            <a:xfrm>
              <a:off x="4710" y="1429"/>
              <a:ext cx="43" cy="35"/>
            </a:xfrm>
            <a:custGeom>
              <a:avLst/>
              <a:gdLst>
                <a:gd name="T0" fmla="*/ 0 w 53"/>
                <a:gd name="T1" fmla="*/ 0 h 43"/>
                <a:gd name="T2" fmla="*/ 15 w 53"/>
                <a:gd name="T3" fmla="*/ 28 h 43"/>
                <a:gd name="T4" fmla="*/ 53 w 53"/>
                <a:gd name="T5" fmla="*/ 43 h 43"/>
                <a:gd name="T6" fmla="*/ 0 60000 65536"/>
                <a:gd name="T7" fmla="*/ 0 60000 65536"/>
                <a:gd name="T8" fmla="*/ 0 60000 65536"/>
                <a:gd name="T9" fmla="*/ 0 w 53"/>
                <a:gd name="T10" fmla="*/ 0 h 43"/>
                <a:gd name="T11" fmla="*/ 53 w 53"/>
                <a:gd name="T12" fmla="*/ 43 h 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" h="43">
                  <a:moveTo>
                    <a:pt x="0" y="0"/>
                  </a:moveTo>
                  <a:cubicBezTo>
                    <a:pt x="2" y="5"/>
                    <a:pt x="6" y="21"/>
                    <a:pt x="15" y="28"/>
                  </a:cubicBezTo>
                  <a:cubicBezTo>
                    <a:pt x="24" y="35"/>
                    <a:pt x="45" y="40"/>
                    <a:pt x="53" y="43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2" name="Freeform 159"/>
            <p:cNvSpPr/>
            <p:nvPr/>
          </p:nvSpPr>
          <p:spPr bwMode="auto">
            <a:xfrm>
              <a:off x="3736" y="1464"/>
              <a:ext cx="37" cy="56"/>
            </a:xfrm>
            <a:custGeom>
              <a:avLst/>
              <a:gdLst>
                <a:gd name="T0" fmla="*/ 45 w 45"/>
                <a:gd name="T1" fmla="*/ 0 h 67"/>
                <a:gd name="T2" fmla="*/ 7 w 45"/>
                <a:gd name="T3" fmla="*/ 24 h 67"/>
                <a:gd name="T4" fmla="*/ 2 w 45"/>
                <a:gd name="T5" fmla="*/ 67 h 67"/>
                <a:gd name="T6" fmla="*/ 0 60000 65536"/>
                <a:gd name="T7" fmla="*/ 0 60000 65536"/>
                <a:gd name="T8" fmla="*/ 0 60000 65536"/>
                <a:gd name="T9" fmla="*/ 0 w 45"/>
                <a:gd name="T10" fmla="*/ 0 h 67"/>
                <a:gd name="T11" fmla="*/ 45 w 45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" h="67">
                  <a:moveTo>
                    <a:pt x="45" y="0"/>
                  </a:moveTo>
                  <a:cubicBezTo>
                    <a:pt x="39" y="4"/>
                    <a:pt x="14" y="13"/>
                    <a:pt x="7" y="24"/>
                  </a:cubicBezTo>
                  <a:cubicBezTo>
                    <a:pt x="0" y="35"/>
                    <a:pt x="3" y="58"/>
                    <a:pt x="2" y="67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3" name="Freeform 160"/>
            <p:cNvSpPr/>
            <p:nvPr/>
          </p:nvSpPr>
          <p:spPr bwMode="auto">
            <a:xfrm>
              <a:off x="5010" y="1463"/>
              <a:ext cx="51" cy="45"/>
            </a:xfrm>
            <a:custGeom>
              <a:avLst/>
              <a:gdLst>
                <a:gd name="T0" fmla="*/ 0 w 62"/>
                <a:gd name="T1" fmla="*/ 2 h 55"/>
                <a:gd name="T2" fmla="*/ 24 w 62"/>
                <a:gd name="T3" fmla="*/ 2 h 55"/>
                <a:gd name="T4" fmla="*/ 53 w 62"/>
                <a:gd name="T5" fmla="*/ 16 h 55"/>
                <a:gd name="T6" fmla="*/ 62 w 62"/>
                <a:gd name="T7" fmla="*/ 55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"/>
                <a:gd name="T13" fmla="*/ 0 h 55"/>
                <a:gd name="T14" fmla="*/ 62 w 62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" h="55">
                  <a:moveTo>
                    <a:pt x="0" y="2"/>
                  </a:moveTo>
                  <a:cubicBezTo>
                    <a:pt x="4" y="2"/>
                    <a:pt x="15" y="0"/>
                    <a:pt x="24" y="2"/>
                  </a:cubicBezTo>
                  <a:cubicBezTo>
                    <a:pt x="33" y="4"/>
                    <a:pt x="47" y="7"/>
                    <a:pt x="53" y="16"/>
                  </a:cubicBezTo>
                  <a:cubicBezTo>
                    <a:pt x="59" y="25"/>
                    <a:pt x="60" y="47"/>
                    <a:pt x="62" y="55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4" name="Freeform 161"/>
            <p:cNvSpPr/>
            <p:nvPr/>
          </p:nvSpPr>
          <p:spPr bwMode="auto">
            <a:xfrm>
              <a:off x="4038" y="1427"/>
              <a:ext cx="159" cy="156"/>
            </a:xfrm>
            <a:custGeom>
              <a:avLst/>
              <a:gdLst>
                <a:gd name="T0" fmla="*/ 0 w 197"/>
                <a:gd name="T1" fmla="*/ 189 h 189"/>
                <a:gd name="T2" fmla="*/ 197 w 197"/>
                <a:gd name="T3" fmla="*/ 0 h 189"/>
                <a:gd name="T4" fmla="*/ 0 60000 65536"/>
                <a:gd name="T5" fmla="*/ 0 60000 65536"/>
                <a:gd name="T6" fmla="*/ 0 w 197"/>
                <a:gd name="T7" fmla="*/ 0 h 189"/>
                <a:gd name="T8" fmla="*/ 197 w 197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97" h="189">
                  <a:moveTo>
                    <a:pt x="0" y="189"/>
                  </a:moveTo>
                  <a:lnTo>
                    <a:pt x="19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5" name="Line 162"/>
            <p:cNvSpPr>
              <a:spLocks noChangeShapeType="1"/>
            </p:cNvSpPr>
            <p:nvPr/>
          </p:nvSpPr>
          <p:spPr bwMode="auto">
            <a:xfrm flipV="1">
              <a:off x="3984" y="1325"/>
              <a:ext cx="205" cy="21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6" name="Line 163"/>
            <p:cNvSpPr>
              <a:spLocks noChangeShapeType="1"/>
            </p:cNvSpPr>
            <p:nvPr/>
          </p:nvSpPr>
          <p:spPr bwMode="auto">
            <a:xfrm flipV="1">
              <a:off x="4081" y="1217"/>
              <a:ext cx="109" cy="1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7" name="Line 164"/>
            <p:cNvSpPr>
              <a:spLocks noChangeShapeType="1"/>
            </p:cNvSpPr>
            <p:nvPr/>
          </p:nvSpPr>
          <p:spPr bwMode="auto">
            <a:xfrm flipV="1">
              <a:off x="4081" y="1151"/>
              <a:ext cx="69" cy="7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8" name="Line 165"/>
            <p:cNvSpPr>
              <a:spLocks noChangeShapeType="1"/>
            </p:cNvSpPr>
            <p:nvPr/>
          </p:nvSpPr>
          <p:spPr bwMode="auto">
            <a:xfrm flipV="1">
              <a:off x="3785" y="1531"/>
              <a:ext cx="58" cy="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9" name="Line 166"/>
            <p:cNvSpPr>
              <a:spLocks noChangeShapeType="1"/>
            </p:cNvSpPr>
            <p:nvPr/>
          </p:nvSpPr>
          <p:spPr bwMode="auto">
            <a:xfrm flipV="1">
              <a:off x="3742" y="1460"/>
              <a:ext cx="66" cy="6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0" name="Line 167"/>
            <p:cNvSpPr>
              <a:spLocks noChangeShapeType="1"/>
            </p:cNvSpPr>
            <p:nvPr/>
          </p:nvSpPr>
          <p:spPr bwMode="auto">
            <a:xfrm flipV="1">
              <a:off x="4139" y="1535"/>
              <a:ext cx="54" cy="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1" name="Line 168"/>
            <p:cNvSpPr>
              <a:spLocks noChangeShapeType="1"/>
            </p:cNvSpPr>
            <p:nvPr/>
          </p:nvSpPr>
          <p:spPr bwMode="auto">
            <a:xfrm flipV="1">
              <a:off x="4609" y="1456"/>
              <a:ext cx="132" cy="1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2" name="Line 169"/>
            <p:cNvSpPr>
              <a:spLocks noChangeShapeType="1"/>
            </p:cNvSpPr>
            <p:nvPr/>
          </p:nvSpPr>
          <p:spPr bwMode="auto">
            <a:xfrm flipV="1">
              <a:off x="4710" y="1464"/>
              <a:ext cx="128" cy="1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3" name="Freeform 170"/>
            <p:cNvSpPr/>
            <p:nvPr/>
          </p:nvSpPr>
          <p:spPr bwMode="auto">
            <a:xfrm>
              <a:off x="4819" y="1457"/>
              <a:ext cx="133" cy="134"/>
            </a:xfrm>
            <a:custGeom>
              <a:avLst/>
              <a:gdLst>
                <a:gd name="T0" fmla="*/ 0 w 164"/>
                <a:gd name="T1" fmla="*/ 162 h 162"/>
                <a:gd name="T2" fmla="*/ 164 w 164"/>
                <a:gd name="T3" fmla="*/ 0 h 162"/>
                <a:gd name="T4" fmla="*/ 0 60000 65536"/>
                <a:gd name="T5" fmla="*/ 0 60000 65536"/>
                <a:gd name="T6" fmla="*/ 0 w 164"/>
                <a:gd name="T7" fmla="*/ 0 h 162"/>
                <a:gd name="T8" fmla="*/ 164 w 164"/>
                <a:gd name="T9" fmla="*/ 162 h 16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4" h="162">
                  <a:moveTo>
                    <a:pt x="0" y="162"/>
                  </a:moveTo>
                  <a:lnTo>
                    <a:pt x="16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4" name="Line 171"/>
            <p:cNvSpPr>
              <a:spLocks noChangeShapeType="1"/>
            </p:cNvSpPr>
            <p:nvPr/>
          </p:nvSpPr>
          <p:spPr bwMode="auto">
            <a:xfrm flipV="1">
              <a:off x="4917" y="1468"/>
              <a:ext cx="120" cy="1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5" name="Line 172"/>
            <p:cNvSpPr>
              <a:spLocks noChangeShapeType="1"/>
            </p:cNvSpPr>
            <p:nvPr/>
          </p:nvSpPr>
          <p:spPr bwMode="auto">
            <a:xfrm flipV="1">
              <a:off x="5030" y="1555"/>
              <a:ext cx="26" cy="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6" name="Line 173"/>
            <p:cNvSpPr>
              <a:spLocks noChangeShapeType="1"/>
            </p:cNvSpPr>
            <p:nvPr/>
          </p:nvSpPr>
          <p:spPr bwMode="auto">
            <a:xfrm flipV="1">
              <a:off x="4606" y="1389"/>
              <a:ext cx="100" cy="1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7" name="Freeform 174"/>
            <p:cNvSpPr/>
            <p:nvPr/>
          </p:nvSpPr>
          <p:spPr bwMode="auto">
            <a:xfrm>
              <a:off x="4606" y="1271"/>
              <a:ext cx="110" cy="114"/>
            </a:xfrm>
            <a:custGeom>
              <a:avLst/>
              <a:gdLst>
                <a:gd name="T0" fmla="*/ 0 w 136"/>
                <a:gd name="T1" fmla="*/ 138 h 138"/>
                <a:gd name="T2" fmla="*/ 136 w 136"/>
                <a:gd name="T3" fmla="*/ 0 h 138"/>
                <a:gd name="T4" fmla="*/ 0 60000 65536"/>
                <a:gd name="T5" fmla="*/ 0 60000 65536"/>
                <a:gd name="T6" fmla="*/ 0 w 136"/>
                <a:gd name="T7" fmla="*/ 0 h 138"/>
                <a:gd name="T8" fmla="*/ 136 w 136"/>
                <a:gd name="T9" fmla="*/ 138 h 13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36" h="138">
                  <a:moveTo>
                    <a:pt x="0" y="138"/>
                  </a:moveTo>
                  <a:lnTo>
                    <a:pt x="13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8" name="Freeform 175"/>
            <p:cNvSpPr/>
            <p:nvPr/>
          </p:nvSpPr>
          <p:spPr bwMode="auto">
            <a:xfrm>
              <a:off x="4604" y="1162"/>
              <a:ext cx="112" cy="121"/>
            </a:xfrm>
            <a:custGeom>
              <a:avLst/>
              <a:gdLst>
                <a:gd name="T0" fmla="*/ 0 w 138"/>
                <a:gd name="T1" fmla="*/ 146 h 146"/>
                <a:gd name="T2" fmla="*/ 138 w 138"/>
                <a:gd name="T3" fmla="*/ 0 h 146"/>
                <a:gd name="T4" fmla="*/ 0 60000 65536"/>
                <a:gd name="T5" fmla="*/ 0 60000 65536"/>
                <a:gd name="T6" fmla="*/ 0 w 138"/>
                <a:gd name="T7" fmla="*/ 0 h 146"/>
                <a:gd name="T8" fmla="*/ 138 w 138"/>
                <a:gd name="T9" fmla="*/ 146 h 14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38" h="146">
                  <a:moveTo>
                    <a:pt x="0" y="146"/>
                  </a:moveTo>
                  <a:lnTo>
                    <a:pt x="13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9" name="Line 176"/>
            <p:cNvSpPr>
              <a:spLocks noChangeShapeType="1"/>
            </p:cNvSpPr>
            <p:nvPr/>
          </p:nvSpPr>
          <p:spPr bwMode="auto">
            <a:xfrm flipV="1">
              <a:off x="4609" y="1150"/>
              <a:ext cx="32" cy="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0" name="Text Box 177"/>
            <p:cNvSpPr txBox="1">
              <a:spLocks noChangeArrowheads="1"/>
            </p:cNvSpPr>
            <p:nvPr/>
          </p:nvSpPr>
          <p:spPr bwMode="auto">
            <a:xfrm>
              <a:off x="4147" y="828"/>
              <a:ext cx="506" cy="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B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－</a:t>
              </a:r>
              <a:r>
                <a:rPr kumimoji="1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B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1" name="Line 178"/>
            <p:cNvSpPr>
              <a:spLocks noChangeShapeType="1"/>
            </p:cNvSpPr>
            <p:nvPr/>
          </p:nvSpPr>
          <p:spPr bwMode="auto">
            <a:xfrm>
              <a:off x="4710" y="1175"/>
              <a:ext cx="342" cy="29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2" name="Line 179"/>
            <p:cNvSpPr>
              <a:spLocks noChangeShapeType="1"/>
            </p:cNvSpPr>
            <p:nvPr/>
          </p:nvSpPr>
          <p:spPr bwMode="auto">
            <a:xfrm flipH="1">
              <a:off x="3744" y="1175"/>
              <a:ext cx="334" cy="3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3" name="Line 180"/>
            <p:cNvSpPr>
              <a:spLocks noChangeShapeType="1"/>
            </p:cNvSpPr>
            <p:nvPr/>
          </p:nvSpPr>
          <p:spPr bwMode="auto">
            <a:xfrm>
              <a:off x="4880" y="1409"/>
              <a:ext cx="0" cy="22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74" name="图片 17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86" t="23506" r="46880" b="25205"/>
          <a:stretch>
            <a:fillRect/>
          </a:stretch>
        </p:blipFill>
        <p:spPr>
          <a:xfrm rot="16200000">
            <a:off x="5498820" y="2879409"/>
            <a:ext cx="1316567" cy="173421"/>
          </a:xfrm>
          <a:prstGeom prst="rect">
            <a:avLst/>
          </a:prstGeom>
        </p:spPr>
      </p:pic>
      <p:pic>
        <p:nvPicPr>
          <p:cNvPr id="175" name="图片 17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3" t="23507" r="40888" b="22701"/>
          <a:stretch>
            <a:fillRect/>
          </a:stretch>
        </p:blipFill>
        <p:spPr>
          <a:xfrm rot="16200000">
            <a:off x="5031035" y="4790759"/>
            <a:ext cx="2260602" cy="181885"/>
          </a:xfrm>
          <a:prstGeom prst="rect">
            <a:avLst/>
          </a:prstGeom>
        </p:spPr>
      </p:pic>
      <p:pic>
        <p:nvPicPr>
          <p:cNvPr id="176" name="图片 17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64" t="25364" r="38754" b="22700"/>
          <a:stretch>
            <a:fillRect/>
          </a:stretch>
        </p:blipFill>
        <p:spPr>
          <a:xfrm>
            <a:off x="4897610" y="4788571"/>
            <a:ext cx="2565400" cy="175608"/>
          </a:xfrm>
          <a:prstGeom prst="rect">
            <a:avLst/>
          </a:prstGeom>
        </p:spPr>
      </p:pic>
      <p:pic>
        <p:nvPicPr>
          <p:cNvPr id="177" name="图片 176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29" t="23508" r="53090" b="25470"/>
          <a:stretch>
            <a:fillRect/>
          </a:stretch>
        </p:blipFill>
        <p:spPr>
          <a:xfrm rot="14400000">
            <a:off x="5335001" y="4158911"/>
            <a:ext cx="914590" cy="172516"/>
          </a:xfrm>
          <a:prstGeom prst="rect">
            <a:avLst/>
          </a:prstGeom>
        </p:spPr>
      </p:pic>
      <p:pic>
        <p:nvPicPr>
          <p:cNvPr id="178" name="图片 17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29" t="23508" r="53090" b="25470"/>
          <a:stretch>
            <a:fillRect/>
          </a:stretch>
        </p:blipFill>
        <p:spPr>
          <a:xfrm rot="18000000">
            <a:off x="5347150" y="5426974"/>
            <a:ext cx="914590" cy="172516"/>
          </a:xfrm>
          <a:prstGeom prst="rect">
            <a:avLst/>
          </a:prstGeom>
        </p:spPr>
      </p:pic>
      <p:pic>
        <p:nvPicPr>
          <p:cNvPr id="179" name="图片 178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47" t="23507" r="41567" b="14129"/>
          <a:stretch>
            <a:fillRect/>
          </a:stretch>
        </p:blipFill>
        <p:spPr>
          <a:xfrm rot="16200000">
            <a:off x="9283744" y="4777990"/>
            <a:ext cx="2142068" cy="210870"/>
          </a:xfrm>
          <a:prstGeom prst="rect">
            <a:avLst/>
          </a:prstGeom>
        </p:spPr>
      </p:pic>
      <p:pic>
        <p:nvPicPr>
          <p:cNvPr id="180" name="图片 17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34" t="35379" r="39919" b="22701"/>
          <a:stretch>
            <a:fillRect/>
          </a:stretch>
        </p:blipFill>
        <p:spPr>
          <a:xfrm>
            <a:off x="9305150" y="4798758"/>
            <a:ext cx="2264194" cy="141743"/>
          </a:xfrm>
          <a:prstGeom prst="rect">
            <a:avLst/>
          </a:prstGeom>
        </p:spPr>
      </p:pic>
      <p:pic>
        <p:nvPicPr>
          <p:cNvPr id="181" name="图片 180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35" t="39135" r="72667" b="22700"/>
          <a:stretch>
            <a:fillRect/>
          </a:stretch>
        </p:blipFill>
        <p:spPr>
          <a:xfrm>
            <a:off x="9110010" y="4811458"/>
            <a:ext cx="224134" cy="129043"/>
          </a:xfrm>
          <a:prstGeom prst="rect">
            <a:avLst/>
          </a:prstGeom>
        </p:spPr>
      </p:pic>
      <p:pic>
        <p:nvPicPr>
          <p:cNvPr id="182" name="图片 18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14" t="23507" r="41567" b="16633"/>
          <a:stretch>
            <a:fillRect/>
          </a:stretch>
        </p:blipFill>
        <p:spPr>
          <a:xfrm rot="16200000">
            <a:off x="9904526" y="3053508"/>
            <a:ext cx="892035" cy="202401"/>
          </a:xfrm>
          <a:prstGeom prst="rect">
            <a:avLst/>
          </a:prstGeom>
        </p:spPr>
      </p:pic>
      <p:sp>
        <p:nvSpPr>
          <p:cNvPr id="183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规定画法和简化画法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1108923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在不致引起误解时，对称物体的视图可只画一半或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1/4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，并在对称中心线的两端画出对称符号。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4727848" y="2956158"/>
            <a:ext cx="1383557" cy="2501900"/>
            <a:chOff x="8805018" y="1426984"/>
            <a:chExt cx="1383557" cy="2501900"/>
          </a:xfrm>
        </p:grpSpPr>
        <p:grpSp>
          <p:nvGrpSpPr>
            <p:cNvPr id="30" name="Group 2"/>
            <p:cNvGrpSpPr/>
            <p:nvPr/>
          </p:nvGrpSpPr>
          <p:grpSpPr bwMode="auto">
            <a:xfrm>
              <a:off x="8805018" y="1426984"/>
              <a:ext cx="1279525" cy="2501900"/>
              <a:chOff x="4347" y="978"/>
              <a:chExt cx="806" cy="1600"/>
            </a:xfrm>
          </p:grpSpPr>
          <p:grpSp>
            <p:nvGrpSpPr>
              <p:cNvPr id="34" name="Group 3"/>
              <p:cNvGrpSpPr/>
              <p:nvPr/>
            </p:nvGrpSpPr>
            <p:grpSpPr bwMode="auto">
              <a:xfrm>
                <a:off x="4347" y="978"/>
                <a:ext cx="806" cy="1600"/>
                <a:chOff x="4779" y="974"/>
                <a:chExt cx="806" cy="1600"/>
              </a:xfrm>
            </p:grpSpPr>
            <p:sp>
              <p:nvSpPr>
                <p:cNvPr id="42" name="Arc 5"/>
                <p:cNvSpPr/>
                <p:nvPr/>
              </p:nvSpPr>
              <p:spPr bwMode="auto">
                <a:xfrm>
                  <a:off x="4779" y="974"/>
                  <a:ext cx="806" cy="1600"/>
                </a:xfrm>
                <a:custGeom>
                  <a:avLst/>
                  <a:gdLst>
                    <a:gd name="T0" fmla="*/ 0 w 21762"/>
                    <a:gd name="T1" fmla="*/ 0 h 43200"/>
                    <a:gd name="T2" fmla="*/ 0 w 21762"/>
                    <a:gd name="T3" fmla="*/ 0 h 43200"/>
                    <a:gd name="T4" fmla="*/ 0 w 21762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762"/>
                    <a:gd name="T10" fmla="*/ 0 h 43200"/>
                    <a:gd name="T11" fmla="*/ 21762 w 21762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762" h="43200" fill="none" extrusionOk="0">
                      <a:moveTo>
                        <a:pt x="161" y="0"/>
                      </a:moveTo>
                      <a:cubicBezTo>
                        <a:pt x="12091" y="0"/>
                        <a:pt x="21762" y="9670"/>
                        <a:pt x="21762" y="21600"/>
                      </a:cubicBezTo>
                      <a:cubicBezTo>
                        <a:pt x="21762" y="33529"/>
                        <a:pt x="12091" y="43200"/>
                        <a:pt x="162" y="43200"/>
                      </a:cubicBezTo>
                      <a:cubicBezTo>
                        <a:pt x="107" y="43200"/>
                        <a:pt x="53" y="43199"/>
                        <a:pt x="-1" y="43199"/>
                      </a:cubicBezTo>
                    </a:path>
                    <a:path w="21762" h="43200" stroke="0" extrusionOk="0">
                      <a:moveTo>
                        <a:pt x="161" y="0"/>
                      </a:moveTo>
                      <a:cubicBezTo>
                        <a:pt x="12091" y="0"/>
                        <a:pt x="21762" y="9670"/>
                        <a:pt x="21762" y="21600"/>
                      </a:cubicBezTo>
                      <a:cubicBezTo>
                        <a:pt x="21762" y="33529"/>
                        <a:pt x="12091" y="43200"/>
                        <a:pt x="162" y="43200"/>
                      </a:cubicBezTo>
                      <a:cubicBezTo>
                        <a:pt x="107" y="43200"/>
                        <a:pt x="53" y="43199"/>
                        <a:pt x="-1" y="43199"/>
                      </a:cubicBezTo>
                      <a:lnTo>
                        <a:pt x="162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3" name="Arc 6"/>
                <p:cNvSpPr/>
                <p:nvPr/>
              </p:nvSpPr>
              <p:spPr bwMode="auto">
                <a:xfrm>
                  <a:off x="4779" y="1387"/>
                  <a:ext cx="383" cy="755"/>
                </a:xfrm>
                <a:custGeom>
                  <a:avLst/>
                  <a:gdLst>
                    <a:gd name="T0" fmla="*/ 0 w 21762"/>
                    <a:gd name="T1" fmla="*/ 0 h 43200"/>
                    <a:gd name="T2" fmla="*/ 0 w 21762"/>
                    <a:gd name="T3" fmla="*/ 0 h 43200"/>
                    <a:gd name="T4" fmla="*/ 0 w 21762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762"/>
                    <a:gd name="T10" fmla="*/ 0 h 43200"/>
                    <a:gd name="T11" fmla="*/ 21762 w 21762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762" h="43200" fill="none" extrusionOk="0">
                      <a:moveTo>
                        <a:pt x="161" y="0"/>
                      </a:moveTo>
                      <a:cubicBezTo>
                        <a:pt x="12091" y="0"/>
                        <a:pt x="21762" y="9670"/>
                        <a:pt x="21762" y="21600"/>
                      </a:cubicBezTo>
                      <a:cubicBezTo>
                        <a:pt x="21762" y="33529"/>
                        <a:pt x="12091" y="43200"/>
                        <a:pt x="162" y="43200"/>
                      </a:cubicBezTo>
                      <a:cubicBezTo>
                        <a:pt x="107" y="43200"/>
                        <a:pt x="53" y="43199"/>
                        <a:pt x="-1" y="43199"/>
                      </a:cubicBezTo>
                    </a:path>
                    <a:path w="21762" h="43200" stroke="0" extrusionOk="0">
                      <a:moveTo>
                        <a:pt x="161" y="0"/>
                      </a:moveTo>
                      <a:cubicBezTo>
                        <a:pt x="12091" y="0"/>
                        <a:pt x="21762" y="9670"/>
                        <a:pt x="21762" y="21600"/>
                      </a:cubicBezTo>
                      <a:cubicBezTo>
                        <a:pt x="21762" y="33529"/>
                        <a:pt x="12091" y="43200"/>
                        <a:pt x="162" y="43200"/>
                      </a:cubicBezTo>
                      <a:cubicBezTo>
                        <a:pt x="107" y="43200"/>
                        <a:pt x="53" y="43199"/>
                        <a:pt x="-1" y="43199"/>
                      </a:cubicBezTo>
                      <a:lnTo>
                        <a:pt x="162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4" name="Arc 7"/>
                <p:cNvSpPr/>
                <p:nvPr/>
              </p:nvSpPr>
              <p:spPr bwMode="auto">
                <a:xfrm>
                  <a:off x="4779" y="1494"/>
                  <a:ext cx="278" cy="552"/>
                </a:xfrm>
                <a:custGeom>
                  <a:avLst/>
                  <a:gdLst>
                    <a:gd name="T0" fmla="*/ 0 w 21762"/>
                    <a:gd name="T1" fmla="*/ 0 h 43200"/>
                    <a:gd name="T2" fmla="*/ 0 w 21762"/>
                    <a:gd name="T3" fmla="*/ 0 h 43200"/>
                    <a:gd name="T4" fmla="*/ 0 w 21762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762"/>
                    <a:gd name="T10" fmla="*/ 0 h 43200"/>
                    <a:gd name="T11" fmla="*/ 21762 w 21762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762" h="43200" fill="none" extrusionOk="0">
                      <a:moveTo>
                        <a:pt x="161" y="0"/>
                      </a:moveTo>
                      <a:cubicBezTo>
                        <a:pt x="12091" y="0"/>
                        <a:pt x="21762" y="9670"/>
                        <a:pt x="21762" y="21600"/>
                      </a:cubicBezTo>
                      <a:cubicBezTo>
                        <a:pt x="21762" y="33529"/>
                        <a:pt x="12091" y="43200"/>
                        <a:pt x="162" y="43200"/>
                      </a:cubicBezTo>
                      <a:cubicBezTo>
                        <a:pt x="107" y="43200"/>
                        <a:pt x="53" y="43199"/>
                        <a:pt x="-1" y="43199"/>
                      </a:cubicBezTo>
                    </a:path>
                    <a:path w="21762" h="43200" stroke="0" extrusionOk="0">
                      <a:moveTo>
                        <a:pt x="161" y="0"/>
                      </a:moveTo>
                      <a:cubicBezTo>
                        <a:pt x="12091" y="0"/>
                        <a:pt x="21762" y="9670"/>
                        <a:pt x="21762" y="21600"/>
                      </a:cubicBezTo>
                      <a:cubicBezTo>
                        <a:pt x="21762" y="33529"/>
                        <a:pt x="12091" y="43200"/>
                        <a:pt x="162" y="43200"/>
                      </a:cubicBezTo>
                      <a:cubicBezTo>
                        <a:pt x="107" y="43200"/>
                        <a:pt x="53" y="43199"/>
                        <a:pt x="-1" y="43199"/>
                      </a:cubicBezTo>
                      <a:lnTo>
                        <a:pt x="162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5" name="Group 8"/>
              <p:cNvGrpSpPr/>
              <p:nvPr/>
            </p:nvGrpSpPr>
            <p:grpSpPr bwMode="auto">
              <a:xfrm flipH="1">
                <a:off x="4515" y="1256"/>
                <a:ext cx="338" cy="341"/>
                <a:chOff x="3856" y="1260"/>
                <a:chExt cx="338" cy="341"/>
              </a:xfrm>
            </p:grpSpPr>
            <p:sp>
              <p:nvSpPr>
                <p:cNvPr id="40" name="Arc 9"/>
                <p:cNvSpPr/>
                <p:nvPr/>
              </p:nvSpPr>
              <p:spPr bwMode="auto">
                <a:xfrm flipH="1">
                  <a:off x="3871" y="1275"/>
                  <a:ext cx="323" cy="326"/>
                </a:xfrm>
                <a:custGeom>
                  <a:avLst/>
                  <a:gdLst>
                    <a:gd name="T0" fmla="*/ 0 w 19386"/>
                    <a:gd name="T1" fmla="*/ 0 h 19588"/>
                    <a:gd name="T2" fmla="*/ 0 w 19386"/>
                    <a:gd name="T3" fmla="*/ 0 h 19588"/>
                    <a:gd name="T4" fmla="*/ 0 w 19386"/>
                    <a:gd name="T5" fmla="*/ 0 h 19588"/>
                    <a:gd name="T6" fmla="*/ 0 60000 65536"/>
                    <a:gd name="T7" fmla="*/ 0 60000 65536"/>
                    <a:gd name="T8" fmla="*/ 0 60000 65536"/>
                    <a:gd name="T9" fmla="*/ 0 w 19386"/>
                    <a:gd name="T10" fmla="*/ 0 h 19588"/>
                    <a:gd name="T11" fmla="*/ 19386 w 19386"/>
                    <a:gd name="T12" fmla="*/ 19588 h 1958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386" h="19588" fill="none" extrusionOk="0">
                      <a:moveTo>
                        <a:pt x="9102" y="-1"/>
                      </a:moveTo>
                      <a:cubicBezTo>
                        <a:pt x="13579" y="2079"/>
                        <a:pt x="17208" y="5631"/>
                        <a:pt x="19385" y="10062"/>
                      </a:cubicBezTo>
                    </a:path>
                    <a:path w="19386" h="19588" stroke="0" extrusionOk="0">
                      <a:moveTo>
                        <a:pt x="9102" y="-1"/>
                      </a:moveTo>
                      <a:cubicBezTo>
                        <a:pt x="13579" y="2079"/>
                        <a:pt x="17208" y="5631"/>
                        <a:pt x="19385" y="10062"/>
                      </a:cubicBezTo>
                      <a:lnTo>
                        <a:pt x="0" y="19588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1" name="Oval 12"/>
                <p:cNvSpPr>
                  <a:spLocks noChangeArrowheads="1"/>
                </p:cNvSpPr>
                <p:nvPr/>
              </p:nvSpPr>
              <p:spPr bwMode="auto">
                <a:xfrm>
                  <a:off x="3856" y="1260"/>
                  <a:ext cx="174" cy="180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6" name="Group 13"/>
              <p:cNvGrpSpPr/>
              <p:nvPr/>
            </p:nvGrpSpPr>
            <p:grpSpPr bwMode="auto">
              <a:xfrm flipH="1">
                <a:off x="4551" y="1964"/>
                <a:ext cx="314" cy="312"/>
                <a:chOff x="3856" y="1968"/>
                <a:chExt cx="314" cy="312"/>
              </a:xfrm>
            </p:grpSpPr>
            <p:sp>
              <p:nvSpPr>
                <p:cNvPr id="38" name="Arc 14"/>
                <p:cNvSpPr/>
                <p:nvPr/>
              </p:nvSpPr>
              <p:spPr bwMode="auto">
                <a:xfrm flipH="1">
                  <a:off x="3874" y="1968"/>
                  <a:ext cx="296" cy="302"/>
                </a:xfrm>
                <a:custGeom>
                  <a:avLst/>
                  <a:gdLst>
                    <a:gd name="T0" fmla="*/ 0 w 19326"/>
                    <a:gd name="T1" fmla="*/ 0 h 19670"/>
                    <a:gd name="T2" fmla="*/ 0 w 19326"/>
                    <a:gd name="T3" fmla="*/ 0 h 19670"/>
                    <a:gd name="T4" fmla="*/ 0 w 19326"/>
                    <a:gd name="T5" fmla="*/ 0 h 19670"/>
                    <a:gd name="T6" fmla="*/ 0 60000 65536"/>
                    <a:gd name="T7" fmla="*/ 0 60000 65536"/>
                    <a:gd name="T8" fmla="*/ 0 60000 65536"/>
                    <a:gd name="T9" fmla="*/ 0 w 19326"/>
                    <a:gd name="T10" fmla="*/ 0 h 19670"/>
                    <a:gd name="T11" fmla="*/ 19326 w 19326"/>
                    <a:gd name="T12" fmla="*/ 19670 h 1967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326" h="19670" fill="none" extrusionOk="0">
                      <a:moveTo>
                        <a:pt x="19325" y="9647"/>
                      </a:moveTo>
                      <a:cubicBezTo>
                        <a:pt x="17111" y="14083"/>
                        <a:pt x="13439" y="17621"/>
                        <a:pt x="8924" y="19669"/>
                      </a:cubicBezTo>
                    </a:path>
                    <a:path w="19326" h="19670" stroke="0" extrusionOk="0">
                      <a:moveTo>
                        <a:pt x="19325" y="9647"/>
                      </a:moveTo>
                      <a:cubicBezTo>
                        <a:pt x="17111" y="14083"/>
                        <a:pt x="13439" y="17621"/>
                        <a:pt x="8924" y="19669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" name="Oval 17"/>
                <p:cNvSpPr>
                  <a:spLocks noChangeArrowheads="1"/>
                </p:cNvSpPr>
                <p:nvPr/>
              </p:nvSpPr>
              <p:spPr bwMode="auto">
                <a:xfrm>
                  <a:off x="3856" y="2106"/>
                  <a:ext cx="174" cy="174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</p:grpSp>
        <p:pic>
          <p:nvPicPr>
            <p:cNvPr id="31" name="图片 30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82" t="31402" r="46780" b="22702"/>
            <a:stretch>
              <a:fillRect/>
            </a:stretch>
          </p:blipFill>
          <p:spPr>
            <a:xfrm>
              <a:off x="9077325" y="2593975"/>
              <a:ext cx="1111250" cy="155186"/>
            </a:xfrm>
            <a:prstGeom prst="rect">
              <a:avLst/>
            </a:prstGeom>
          </p:spPr>
        </p:pic>
        <p:pic>
          <p:nvPicPr>
            <p:cNvPr id="32" name="图片 31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50" t="39981" r="62510" b="26376"/>
            <a:stretch>
              <a:fillRect/>
            </a:stretch>
          </p:blipFill>
          <p:spPr>
            <a:xfrm rot="8100000">
              <a:off x="9274384" y="1935602"/>
              <a:ext cx="401118" cy="113751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50" t="39981" r="62510" b="26376"/>
            <a:stretch>
              <a:fillRect/>
            </a:stretch>
          </p:blipFill>
          <p:spPr>
            <a:xfrm rot="13500000">
              <a:off x="9298199" y="3272834"/>
              <a:ext cx="401118" cy="113751"/>
            </a:xfrm>
            <a:prstGeom prst="rect">
              <a:avLst/>
            </a:prstGeom>
          </p:spPr>
        </p:pic>
      </p:grpSp>
      <p:sp>
        <p:nvSpPr>
          <p:cNvPr id="45" name="Rectangle 18"/>
          <p:cNvSpPr>
            <a:spLocks noChangeArrowheads="1"/>
          </p:cNvSpPr>
          <p:nvPr/>
        </p:nvSpPr>
        <p:spPr bwMode="auto">
          <a:xfrm>
            <a:off x="4627838" y="2546583"/>
            <a:ext cx="1835150" cy="3041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3246497" y="2722974"/>
            <a:ext cx="1753023" cy="2738260"/>
            <a:chOff x="7323667" y="1193800"/>
            <a:chExt cx="1753023" cy="2738260"/>
          </a:xfrm>
        </p:grpSpPr>
        <p:grpSp>
          <p:nvGrpSpPr>
            <p:cNvPr id="47" name="Group 19"/>
            <p:cNvGrpSpPr/>
            <p:nvPr/>
          </p:nvGrpSpPr>
          <p:grpSpPr bwMode="auto">
            <a:xfrm>
              <a:off x="7542956" y="1415046"/>
              <a:ext cx="1279525" cy="2517014"/>
              <a:chOff x="3552" y="978"/>
              <a:chExt cx="806" cy="1600"/>
            </a:xfrm>
          </p:grpSpPr>
          <p:sp>
            <p:nvSpPr>
              <p:cNvPr id="50" name="Arc 21"/>
              <p:cNvSpPr/>
              <p:nvPr/>
            </p:nvSpPr>
            <p:spPr bwMode="auto">
              <a:xfrm flipH="1">
                <a:off x="3552" y="978"/>
                <a:ext cx="806" cy="1600"/>
              </a:xfrm>
              <a:custGeom>
                <a:avLst/>
                <a:gdLst>
                  <a:gd name="T0" fmla="*/ 0 w 21762"/>
                  <a:gd name="T1" fmla="*/ 0 h 43200"/>
                  <a:gd name="T2" fmla="*/ 0 w 21762"/>
                  <a:gd name="T3" fmla="*/ 0 h 43200"/>
                  <a:gd name="T4" fmla="*/ 0 w 21762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762"/>
                  <a:gd name="T10" fmla="*/ 0 h 43200"/>
                  <a:gd name="T11" fmla="*/ 21762 w 21762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62" h="43200" fill="none" extrusionOk="0">
                    <a:moveTo>
                      <a:pt x="161" y="0"/>
                    </a:moveTo>
                    <a:cubicBezTo>
                      <a:pt x="12091" y="0"/>
                      <a:pt x="21762" y="9670"/>
                      <a:pt x="21762" y="21600"/>
                    </a:cubicBezTo>
                    <a:cubicBezTo>
                      <a:pt x="21762" y="33529"/>
                      <a:pt x="12091" y="43200"/>
                      <a:pt x="162" y="43200"/>
                    </a:cubicBezTo>
                    <a:cubicBezTo>
                      <a:pt x="107" y="43200"/>
                      <a:pt x="53" y="43199"/>
                      <a:pt x="-1" y="43199"/>
                    </a:cubicBezTo>
                  </a:path>
                  <a:path w="21762" h="43200" stroke="0" extrusionOk="0">
                    <a:moveTo>
                      <a:pt x="161" y="0"/>
                    </a:moveTo>
                    <a:cubicBezTo>
                      <a:pt x="12091" y="0"/>
                      <a:pt x="21762" y="9670"/>
                      <a:pt x="21762" y="21600"/>
                    </a:cubicBezTo>
                    <a:cubicBezTo>
                      <a:pt x="21762" y="33529"/>
                      <a:pt x="12091" y="43200"/>
                      <a:pt x="162" y="43200"/>
                    </a:cubicBezTo>
                    <a:cubicBezTo>
                      <a:pt x="107" y="43200"/>
                      <a:pt x="53" y="43199"/>
                      <a:pt x="-1" y="43199"/>
                    </a:cubicBezTo>
                    <a:lnTo>
                      <a:pt x="162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1" name="Arc 22"/>
              <p:cNvSpPr/>
              <p:nvPr/>
            </p:nvSpPr>
            <p:spPr bwMode="auto">
              <a:xfrm flipH="1">
                <a:off x="3975" y="1391"/>
                <a:ext cx="383" cy="761"/>
              </a:xfrm>
              <a:custGeom>
                <a:avLst/>
                <a:gdLst>
                  <a:gd name="T0" fmla="*/ 0 w 21762"/>
                  <a:gd name="T1" fmla="*/ 0 h 43200"/>
                  <a:gd name="T2" fmla="*/ 0 w 21762"/>
                  <a:gd name="T3" fmla="*/ 0 h 43200"/>
                  <a:gd name="T4" fmla="*/ 0 w 21762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762"/>
                  <a:gd name="T10" fmla="*/ 0 h 43200"/>
                  <a:gd name="T11" fmla="*/ 21762 w 21762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62" h="43200" fill="none" extrusionOk="0">
                    <a:moveTo>
                      <a:pt x="161" y="0"/>
                    </a:moveTo>
                    <a:cubicBezTo>
                      <a:pt x="12091" y="0"/>
                      <a:pt x="21762" y="9670"/>
                      <a:pt x="21762" y="21600"/>
                    </a:cubicBezTo>
                    <a:cubicBezTo>
                      <a:pt x="21762" y="33529"/>
                      <a:pt x="12091" y="43200"/>
                      <a:pt x="162" y="43200"/>
                    </a:cubicBezTo>
                    <a:cubicBezTo>
                      <a:pt x="107" y="43200"/>
                      <a:pt x="53" y="43199"/>
                      <a:pt x="-1" y="43199"/>
                    </a:cubicBezTo>
                  </a:path>
                  <a:path w="21762" h="43200" stroke="0" extrusionOk="0">
                    <a:moveTo>
                      <a:pt x="161" y="0"/>
                    </a:moveTo>
                    <a:cubicBezTo>
                      <a:pt x="12091" y="0"/>
                      <a:pt x="21762" y="9670"/>
                      <a:pt x="21762" y="21600"/>
                    </a:cubicBezTo>
                    <a:cubicBezTo>
                      <a:pt x="21762" y="33529"/>
                      <a:pt x="12091" y="43200"/>
                      <a:pt x="162" y="43200"/>
                    </a:cubicBezTo>
                    <a:cubicBezTo>
                      <a:pt x="107" y="43200"/>
                      <a:pt x="53" y="43199"/>
                      <a:pt x="-1" y="43199"/>
                    </a:cubicBezTo>
                    <a:lnTo>
                      <a:pt x="162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2" name="Arc 23"/>
              <p:cNvSpPr/>
              <p:nvPr/>
            </p:nvSpPr>
            <p:spPr bwMode="auto">
              <a:xfrm flipH="1">
                <a:off x="4080" y="1498"/>
                <a:ext cx="278" cy="552"/>
              </a:xfrm>
              <a:custGeom>
                <a:avLst/>
                <a:gdLst>
                  <a:gd name="T0" fmla="*/ 0 w 21762"/>
                  <a:gd name="T1" fmla="*/ 0 h 43200"/>
                  <a:gd name="T2" fmla="*/ 0 w 21762"/>
                  <a:gd name="T3" fmla="*/ 0 h 43200"/>
                  <a:gd name="T4" fmla="*/ 0 w 21762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762"/>
                  <a:gd name="T10" fmla="*/ 0 h 43200"/>
                  <a:gd name="T11" fmla="*/ 21762 w 21762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62" h="43200" fill="none" extrusionOk="0">
                    <a:moveTo>
                      <a:pt x="161" y="0"/>
                    </a:moveTo>
                    <a:cubicBezTo>
                      <a:pt x="12091" y="0"/>
                      <a:pt x="21762" y="9670"/>
                      <a:pt x="21762" y="21600"/>
                    </a:cubicBezTo>
                    <a:cubicBezTo>
                      <a:pt x="21762" y="33529"/>
                      <a:pt x="12091" y="43200"/>
                      <a:pt x="162" y="43200"/>
                    </a:cubicBezTo>
                    <a:cubicBezTo>
                      <a:pt x="107" y="43200"/>
                      <a:pt x="53" y="43199"/>
                      <a:pt x="-1" y="43199"/>
                    </a:cubicBezTo>
                  </a:path>
                  <a:path w="21762" h="43200" stroke="0" extrusionOk="0">
                    <a:moveTo>
                      <a:pt x="161" y="0"/>
                    </a:moveTo>
                    <a:cubicBezTo>
                      <a:pt x="12091" y="0"/>
                      <a:pt x="21762" y="9670"/>
                      <a:pt x="21762" y="21600"/>
                    </a:cubicBezTo>
                    <a:cubicBezTo>
                      <a:pt x="21762" y="33529"/>
                      <a:pt x="12091" y="43200"/>
                      <a:pt x="162" y="43200"/>
                    </a:cubicBezTo>
                    <a:cubicBezTo>
                      <a:pt x="107" y="43200"/>
                      <a:pt x="53" y="43199"/>
                      <a:pt x="-1" y="43199"/>
                    </a:cubicBezTo>
                    <a:lnTo>
                      <a:pt x="162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48" name="图片 47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25" t="23508" r="39709" b="22682"/>
            <a:stretch>
              <a:fillRect/>
            </a:stretch>
          </p:blipFill>
          <p:spPr>
            <a:xfrm rot="16200000">
              <a:off x="7929076" y="1977009"/>
              <a:ext cx="1748366" cy="181947"/>
            </a:xfrm>
            <a:prstGeom prst="rect">
              <a:avLst/>
            </a:prstGeom>
          </p:spPr>
        </p:pic>
        <p:pic>
          <p:nvPicPr>
            <p:cNvPr id="49" name="图片 4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940" t="36765" r="39919" b="22701"/>
            <a:stretch>
              <a:fillRect/>
            </a:stretch>
          </p:blipFill>
          <p:spPr>
            <a:xfrm>
              <a:off x="7323667" y="2611967"/>
              <a:ext cx="1753023" cy="137056"/>
            </a:xfrm>
            <a:prstGeom prst="rect">
              <a:avLst/>
            </a:prstGeom>
          </p:spPr>
        </p:pic>
      </p:grpSp>
      <p:pic>
        <p:nvPicPr>
          <p:cNvPr id="53" name="图片 5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85" t="28663" r="63664" b="21256"/>
          <a:stretch>
            <a:fillRect/>
          </a:stretch>
        </p:blipFill>
        <p:spPr>
          <a:xfrm rot="16200000">
            <a:off x="4110100" y="4953939"/>
            <a:ext cx="1261534" cy="169335"/>
          </a:xfrm>
          <a:prstGeom prst="rect">
            <a:avLst/>
          </a:prstGeom>
        </p:spPr>
      </p:pic>
      <p:grpSp>
        <p:nvGrpSpPr>
          <p:cNvPr id="54" name="组合 53"/>
          <p:cNvGrpSpPr/>
          <p:nvPr/>
        </p:nvGrpSpPr>
        <p:grpSpPr>
          <a:xfrm>
            <a:off x="3887530" y="4491274"/>
            <a:ext cx="570456" cy="519113"/>
            <a:chOff x="7964700" y="2962100"/>
            <a:chExt cx="570456" cy="519113"/>
          </a:xfrm>
        </p:grpSpPr>
        <p:grpSp>
          <p:nvGrpSpPr>
            <p:cNvPr id="55" name="Group 31"/>
            <p:cNvGrpSpPr/>
            <p:nvPr/>
          </p:nvGrpSpPr>
          <p:grpSpPr bwMode="auto">
            <a:xfrm>
              <a:off x="8025568" y="2962100"/>
              <a:ext cx="509588" cy="519113"/>
              <a:chOff x="3856" y="1953"/>
              <a:chExt cx="321" cy="327"/>
            </a:xfrm>
          </p:grpSpPr>
          <p:sp>
            <p:nvSpPr>
              <p:cNvPr id="57" name="Arc 32"/>
              <p:cNvSpPr/>
              <p:nvPr/>
            </p:nvSpPr>
            <p:spPr bwMode="auto">
              <a:xfrm flipH="1">
                <a:off x="3872" y="1953"/>
                <a:ext cx="305" cy="310"/>
              </a:xfrm>
              <a:custGeom>
                <a:avLst/>
                <a:gdLst>
                  <a:gd name="T0" fmla="*/ 0 w 19326"/>
                  <a:gd name="T1" fmla="*/ 0 h 19670"/>
                  <a:gd name="T2" fmla="*/ 0 w 19326"/>
                  <a:gd name="T3" fmla="*/ 0 h 19670"/>
                  <a:gd name="T4" fmla="*/ 0 w 19326"/>
                  <a:gd name="T5" fmla="*/ 0 h 19670"/>
                  <a:gd name="T6" fmla="*/ 0 60000 65536"/>
                  <a:gd name="T7" fmla="*/ 0 60000 65536"/>
                  <a:gd name="T8" fmla="*/ 0 60000 65536"/>
                  <a:gd name="T9" fmla="*/ 0 w 19326"/>
                  <a:gd name="T10" fmla="*/ 0 h 19670"/>
                  <a:gd name="T11" fmla="*/ 19326 w 19326"/>
                  <a:gd name="T12" fmla="*/ 19670 h 196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326" h="19670" fill="none" extrusionOk="0">
                    <a:moveTo>
                      <a:pt x="19325" y="9647"/>
                    </a:moveTo>
                    <a:cubicBezTo>
                      <a:pt x="17111" y="14083"/>
                      <a:pt x="13439" y="17621"/>
                      <a:pt x="8924" y="19669"/>
                    </a:cubicBezTo>
                  </a:path>
                  <a:path w="19326" h="19670" stroke="0" extrusionOk="0">
                    <a:moveTo>
                      <a:pt x="19325" y="9647"/>
                    </a:moveTo>
                    <a:cubicBezTo>
                      <a:pt x="17111" y="14083"/>
                      <a:pt x="13439" y="17621"/>
                      <a:pt x="8924" y="19669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8" name="Oval 35"/>
              <p:cNvSpPr>
                <a:spLocks noChangeArrowheads="1"/>
              </p:cNvSpPr>
              <p:nvPr/>
            </p:nvSpPr>
            <p:spPr bwMode="auto">
              <a:xfrm>
                <a:off x="3856" y="2106"/>
                <a:ext cx="174" cy="174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56" name="图片 55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50" t="39981" r="62510" b="26376"/>
            <a:stretch>
              <a:fillRect/>
            </a:stretch>
          </p:blipFill>
          <p:spPr>
            <a:xfrm rot="18900000">
              <a:off x="7964700" y="3293553"/>
              <a:ext cx="401118" cy="113751"/>
            </a:xfrm>
            <a:prstGeom prst="rect">
              <a:avLst/>
            </a:prstGeom>
          </p:spPr>
        </p:pic>
      </p:grpSp>
      <p:grpSp>
        <p:nvGrpSpPr>
          <p:cNvPr id="59" name="Group 36"/>
          <p:cNvGrpSpPr/>
          <p:nvPr/>
        </p:nvGrpSpPr>
        <p:grpSpPr bwMode="auto">
          <a:xfrm>
            <a:off x="4634188" y="2765658"/>
            <a:ext cx="228600" cy="73025"/>
            <a:chOff x="4134" y="866"/>
            <a:chExt cx="144" cy="46"/>
          </a:xfrm>
        </p:grpSpPr>
        <p:sp>
          <p:nvSpPr>
            <p:cNvPr id="60" name="Line 37"/>
            <p:cNvSpPr>
              <a:spLocks noChangeShapeType="1"/>
            </p:cNvSpPr>
            <p:nvPr/>
          </p:nvSpPr>
          <p:spPr bwMode="auto">
            <a:xfrm>
              <a:off x="4136" y="866"/>
              <a:ext cx="138" cy="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" name="Line 38"/>
            <p:cNvSpPr>
              <a:spLocks noChangeShapeType="1"/>
            </p:cNvSpPr>
            <p:nvPr/>
          </p:nvSpPr>
          <p:spPr bwMode="auto">
            <a:xfrm>
              <a:off x="4134" y="912"/>
              <a:ext cx="14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62" name="Group 40"/>
          <p:cNvGrpSpPr/>
          <p:nvPr/>
        </p:nvGrpSpPr>
        <p:grpSpPr bwMode="auto">
          <a:xfrm>
            <a:off x="4798357" y="2870433"/>
            <a:ext cx="2784476" cy="2282824"/>
            <a:chOff x="4008" y="932"/>
            <a:chExt cx="1754" cy="1438"/>
          </a:xfrm>
        </p:grpSpPr>
        <p:sp>
          <p:nvSpPr>
            <p:cNvPr id="63" name="Text Box 41"/>
            <p:cNvSpPr txBox="1">
              <a:spLocks noChangeArrowheads="1"/>
            </p:cNvSpPr>
            <p:nvPr/>
          </p:nvSpPr>
          <p:spPr bwMode="auto">
            <a:xfrm>
              <a:off x="4618" y="1333"/>
              <a:ext cx="1144" cy="103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noFill/>
              <a:miter lim="800000"/>
            </a:ln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ts val="600"/>
                </a:spcAft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对称符号：</a:t>
              </a:r>
              <a:endPara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 eaLnBrk="1" hangingPunct="1">
                <a:buFont typeface="Wingdings" panose="05000000000000000000" pitchFamily="2" charset="2"/>
                <a:buChar char="l"/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细实线</a:t>
              </a:r>
              <a:endPara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 eaLnBrk="1" hangingPunct="1">
                <a:buFont typeface="Wingdings" panose="05000000000000000000" pitchFamily="2" charset="2"/>
                <a:buChar char="l"/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长</a:t>
              </a:r>
              <a:r>
                <a:rPr lang="en-US" altLang="zh-CN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～</a:t>
              </a:r>
              <a:r>
                <a:rPr lang="en-US" altLang="zh-CN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 eaLnBrk="1" hangingPunct="1">
                <a:buFont typeface="Wingdings" panose="05000000000000000000" pitchFamily="2" charset="2"/>
                <a:buChar char="l"/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间距</a:t>
              </a:r>
              <a:r>
                <a:rPr lang="en-US" altLang="zh-CN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～</a:t>
              </a:r>
              <a:r>
                <a:rPr lang="en-US" altLang="zh-CN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Line 42"/>
            <p:cNvSpPr>
              <a:spLocks noChangeShapeType="1"/>
            </p:cNvSpPr>
            <p:nvPr/>
          </p:nvSpPr>
          <p:spPr bwMode="auto">
            <a:xfrm flipH="1" flipV="1">
              <a:off x="4008" y="932"/>
              <a:ext cx="593" cy="70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65" name="Group 43"/>
          <p:cNvGrpSpPr/>
          <p:nvPr/>
        </p:nvGrpSpPr>
        <p:grpSpPr bwMode="auto">
          <a:xfrm>
            <a:off x="4634188" y="5559658"/>
            <a:ext cx="228600" cy="73025"/>
            <a:chOff x="4134" y="866"/>
            <a:chExt cx="144" cy="46"/>
          </a:xfrm>
        </p:grpSpPr>
        <p:sp>
          <p:nvSpPr>
            <p:cNvPr id="66" name="Line 44"/>
            <p:cNvSpPr>
              <a:spLocks noChangeShapeType="1"/>
            </p:cNvSpPr>
            <p:nvPr/>
          </p:nvSpPr>
          <p:spPr bwMode="auto">
            <a:xfrm>
              <a:off x="4136" y="866"/>
              <a:ext cx="138" cy="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7" name="Line 45"/>
            <p:cNvSpPr>
              <a:spLocks noChangeShapeType="1"/>
            </p:cNvSpPr>
            <p:nvPr/>
          </p:nvSpPr>
          <p:spPr bwMode="auto">
            <a:xfrm>
              <a:off x="4134" y="912"/>
              <a:ext cx="14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68" name="Group 47"/>
          <p:cNvGrpSpPr/>
          <p:nvPr/>
        </p:nvGrpSpPr>
        <p:grpSpPr bwMode="auto">
          <a:xfrm>
            <a:off x="4627838" y="4365858"/>
            <a:ext cx="228600" cy="73025"/>
            <a:chOff x="4134" y="866"/>
            <a:chExt cx="144" cy="46"/>
          </a:xfrm>
        </p:grpSpPr>
        <p:sp>
          <p:nvSpPr>
            <p:cNvPr id="69" name="Line 48"/>
            <p:cNvSpPr>
              <a:spLocks noChangeShapeType="1"/>
            </p:cNvSpPr>
            <p:nvPr/>
          </p:nvSpPr>
          <p:spPr bwMode="auto">
            <a:xfrm>
              <a:off x="4136" y="866"/>
              <a:ext cx="138" cy="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0" name="Line 49"/>
            <p:cNvSpPr>
              <a:spLocks noChangeShapeType="1"/>
            </p:cNvSpPr>
            <p:nvPr/>
          </p:nvSpPr>
          <p:spPr bwMode="auto">
            <a:xfrm>
              <a:off x="4134" y="912"/>
              <a:ext cx="14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71" name="Group 50"/>
          <p:cNvGrpSpPr/>
          <p:nvPr/>
        </p:nvGrpSpPr>
        <p:grpSpPr bwMode="auto">
          <a:xfrm>
            <a:off x="3302275" y="4095983"/>
            <a:ext cx="71438" cy="228600"/>
            <a:chOff x="3449" y="1704"/>
            <a:chExt cx="45" cy="144"/>
          </a:xfrm>
        </p:grpSpPr>
        <p:sp>
          <p:nvSpPr>
            <p:cNvPr id="72" name="Line 51"/>
            <p:cNvSpPr>
              <a:spLocks noChangeShapeType="1"/>
            </p:cNvSpPr>
            <p:nvPr/>
          </p:nvSpPr>
          <p:spPr bwMode="auto">
            <a:xfrm rot="-5400000">
              <a:off x="3422" y="1776"/>
              <a:ext cx="14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3" name="Line 52"/>
            <p:cNvSpPr>
              <a:spLocks noChangeShapeType="1"/>
            </p:cNvSpPr>
            <p:nvPr/>
          </p:nvSpPr>
          <p:spPr bwMode="auto">
            <a:xfrm rot="-5400000">
              <a:off x="3377" y="1776"/>
              <a:ext cx="14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74" name="Group 53"/>
          <p:cNvGrpSpPr/>
          <p:nvPr/>
        </p:nvGrpSpPr>
        <p:grpSpPr bwMode="auto">
          <a:xfrm>
            <a:off x="4886600" y="4102333"/>
            <a:ext cx="61913" cy="228600"/>
            <a:chOff x="4447" y="1708"/>
            <a:chExt cx="39" cy="144"/>
          </a:xfrm>
        </p:grpSpPr>
        <p:sp>
          <p:nvSpPr>
            <p:cNvPr id="75" name="Line 54"/>
            <p:cNvSpPr>
              <a:spLocks noChangeShapeType="1"/>
            </p:cNvSpPr>
            <p:nvPr/>
          </p:nvSpPr>
          <p:spPr bwMode="auto">
            <a:xfrm rot="-5400000">
              <a:off x="4414" y="1780"/>
              <a:ext cx="14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" name="Line 55"/>
            <p:cNvSpPr>
              <a:spLocks noChangeShapeType="1"/>
            </p:cNvSpPr>
            <p:nvPr/>
          </p:nvSpPr>
          <p:spPr bwMode="auto">
            <a:xfrm rot="-5400000">
              <a:off x="4375" y="1780"/>
              <a:ext cx="14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77" name="Line 57"/>
          <p:cNvSpPr>
            <a:spLocks noChangeShapeType="1"/>
          </p:cNvSpPr>
          <p:nvPr/>
        </p:nvSpPr>
        <p:spPr bwMode="auto">
          <a:xfrm>
            <a:off x="4742138" y="4210283"/>
            <a:ext cx="0" cy="31115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"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3948402" y="3311404"/>
            <a:ext cx="561976" cy="646471"/>
            <a:chOff x="8025572" y="1782230"/>
            <a:chExt cx="561976" cy="646471"/>
          </a:xfrm>
        </p:grpSpPr>
        <p:grpSp>
          <p:nvGrpSpPr>
            <p:cNvPr id="79" name="Group 26"/>
            <p:cNvGrpSpPr/>
            <p:nvPr/>
          </p:nvGrpSpPr>
          <p:grpSpPr bwMode="auto">
            <a:xfrm>
              <a:off x="8025572" y="1852438"/>
              <a:ext cx="561976" cy="576263"/>
              <a:chOff x="3856" y="1266"/>
              <a:chExt cx="354" cy="363"/>
            </a:xfrm>
          </p:grpSpPr>
          <p:sp>
            <p:nvSpPr>
              <p:cNvPr id="81" name="Arc 27"/>
              <p:cNvSpPr/>
              <p:nvPr/>
            </p:nvSpPr>
            <p:spPr bwMode="auto">
              <a:xfrm flipH="1">
                <a:off x="3864" y="1279"/>
                <a:ext cx="346" cy="350"/>
              </a:xfrm>
              <a:custGeom>
                <a:avLst/>
                <a:gdLst>
                  <a:gd name="T0" fmla="*/ 0 w 19386"/>
                  <a:gd name="T1" fmla="*/ 0 h 19588"/>
                  <a:gd name="T2" fmla="*/ 0 w 19386"/>
                  <a:gd name="T3" fmla="*/ 0 h 19588"/>
                  <a:gd name="T4" fmla="*/ 0 w 19386"/>
                  <a:gd name="T5" fmla="*/ 0 h 19588"/>
                  <a:gd name="T6" fmla="*/ 0 60000 65536"/>
                  <a:gd name="T7" fmla="*/ 0 60000 65536"/>
                  <a:gd name="T8" fmla="*/ 0 60000 65536"/>
                  <a:gd name="T9" fmla="*/ 0 w 19386"/>
                  <a:gd name="T10" fmla="*/ 0 h 19588"/>
                  <a:gd name="T11" fmla="*/ 19386 w 19386"/>
                  <a:gd name="T12" fmla="*/ 19588 h 195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386" h="19588" fill="none" extrusionOk="0">
                    <a:moveTo>
                      <a:pt x="9102" y="-1"/>
                    </a:moveTo>
                    <a:cubicBezTo>
                      <a:pt x="13579" y="2079"/>
                      <a:pt x="17208" y="5631"/>
                      <a:pt x="19385" y="10062"/>
                    </a:cubicBezTo>
                  </a:path>
                  <a:path w="19386" h="19588" stroke="0" extrusionOk="0">
                    <a:moveTo>
                      <a:pt x="9102" y="-1"/>
                    </a:moveTo>
                    <a:cubicBezTo>
                      <a:pt x="13579" y="2079"/>
                      <a:pt x="17208" y="5631"/>
                      <a:pt x="19385" y="10062"/>
                    </a:cubicBezTo>
                    <a:lnTo>
                      <a:pt x="0" y="19588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2" name="Oval 30"/>
              <p:cNvSpPr>
                <a:spLocks noChangeArrowheads="1"/>
              </p:cNvSpPr>
              <p:nvPr/>
            </p:nvSpPr>
            <p:spPr bwMode="auto">
              <a:xfrm>
                <a:off x="3856" y="1266"/>
                <a:ext cx="174" cy="174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80" name="图片 79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50" t="39981" r="62510" b="26376"/>
            <a:stretch>
              <a:fillRect/>
            </a:stretch>
          </p:blipFill>
          <p:spPr>
            <a:xfrm rot="2700000">
              <a:off x="7954336" y="1925913"/>
              <a:ext cx="401118" cy="113751"/>
            </a:xfrm>
            <a:prstGeom prst="rect">
              <a:avLst/>
            </a:prstGeom>
          </p:spPr>
        </p:pic>
      </p:grpSp>
      <p:sp>
        <p:nvSpPr>
          <p:cNvPr id="83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5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规定画法和简化画法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110892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(4)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未能充分表达清楚的平面，加画两条相交的细实线表示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Group 60"/>
          <p:cNvGrpSpPr/>
          <p:nvPr/>
        </p:nvGrpSpPr>
        <p:grpSpPr bwMode="auto">
          <a:xfrm>
            <a:off x="3304680" y="2517279"/>
            <a:ext cx="2727325" cy="1433513"/>
            <a:chOff x="3789" y="1345"/>
            <a:chExt cx="1718" cy="903"/>
          </a:xfrm>
        </p:grpSpPr>
        <p:graphicFrame>
          <p:nvGraphicFramePr>
            <p:cNvPr id="7" name="Object 249"/>
            <p:cNvGraphicFramePr>
              <a:graphicFrameLocks noChangeAspect="1"/>
            </p:cNvGraphicFramePr>
            <p:nvPr/>
          </p:nvGraphicFramePr>
          <p:xfrm>
            <a:off x="3789" y="1345"/>
            <a:ext cx="1718" cy="9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位图图像" r:id="rId1" imgW="7762875" imgH="2047875" progId="PBrush">
                    <p:embed/>
                  </p:oleObj>
                </mc:Choice>
                <mc:Fallback>
                  <p:oleObj name="位图图像" r:id="rId1" imgW="7762875" imgH="2047875" progId="PBrush">
                    <p:embed/>
                    <p:pic>
                      <p:nvPicPr>
                        <p:cNvPr id="0" name="Object 2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r="49753"/>
                        <a:stretch>
                          <a:fillRect/>
                        </a:stretch>
                      </p:blipFill>
                      <p:spPr bwMode="auto">
                        <a:xfrm>
                          <a:off x="3789" y="1345"/>
                          <a:ext cx="1718" cy="9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Freeform 62"/>
            <p:cNvSpPr/>
            <p:nvPr/>
          </p:nvSpPr>
          <p:spPr bwMode="auto">
            <a:xfrm>
              <a:off x="4817" y="1351"/>
              <a:ext cx="679" cy="734"/>
            </a:xfrm>
            <a:custGeom>
              <a:avLst/>
              <a:gdLst>
                <a:gd name="T0" fmla="*/ 0 w 679"/>
                <a:gd name="T1" fmla="*/ 79 h 734"/>
                <a:gd name="T2" fmla="*/ 79 w 679"/>
                <a:gd name="T3" fmla="*/ 159 h 734"/>
                <a:gd name="T4" fmla="*/ 129 w 679"/>
                <a:gd name="T5" fmla="*/ 248 h 734"/>
                <a:gd name="T6" fmla="*/ 188 w 679"/>
                <a:gd name="T7" fmla="*/ 456 h 734"/>
                <a:gd name="T8" fmla="*/ 178 w 679"/>
                <a:gd name="T9" fmla="*/ 506 h 734"/>
                <a:gd name="T10" fmla="*/ 188 w 679"/>
                <a:gd name="T11" fmla="*/ 536 h 734"/>
                <a:gd name="T12" fmla="*/ 149 w 679"/>
                <a:gd name="T13" fmla="*/ 685 h 734"/>
                <a:gd name="T14" fmla="*/ 158 w 679"/>
                <a:gd name="T15" fmla="*/ 725 h 734"/>
                <a:gd name="T16" fmla="*/ 238 w 679"/>
                <a:gd name="T17" fmla="*/ 715 h 734"/>
                <a:gd name="T18" fmla="*/ 526 w 679"/>
                <a:gd name="T19" fmla="*/ 665 h 734"/>
                <a:gd name="T20" fmla="*/ 585 w 679"/>
                <a:gd name="T21" fmla="*/ 645 h 734"/>
                <a:gd name="T22" fmla="*/ 605 w 679"/>
                <a:gd name="T23" fmla="*/ 615 h 734"/>
                <a:gd name="T24" fmla="*/ 635 w 679"/>
                <a:gd name="T25" fmla="*/ 526 h 734"/>
                <a:gd name="T26" fmla="*/ 655 w 679"/>
                <a:gd name="T27" fmla="*/ 496 h 734"/>
                <a:gd name="T28" fmla="*/ 675 w 679"/>
                <a:gd name="T29" fmla="*/ 437 h 734"/>
                <a:gd name="T30" fmla="*/ 655 w 679"/>
                <a:gd name="T31" fmla="*/ 208 h 734"/>
                <a:gd name="T32" fmla="*/ 615 w 679"/>
                <a:gd name="T33" fmla="*/ 79 h 734"/>
                <a:gd name="T34" fmla="*/ 526 w 679"/>
                <a:gd name="T35" fmla="*/ 19 h 734"/>
                <a:gd name="T36" fmla="*/ 437 w 679"/>
                <a:gd name="T37" fmla="*/ 0 h 734"/>
                <a:gd name="T38" fmla="*/ 0 w 679"/>
                <a:gd name="T39" fmla="*/ 79 h 73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679"/>
                <a:gd name="T61" fmla="*/ 0 h 734"/>
                <a:gd name="T62" fmla="*/ 679 w 679"/>
                <a:gd name="T63" fmla="*/ 734 h 73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679" h="734">
                  <a:moveTo>
                    <a:pt x="0" y="79"/>
                  </a:moveTo>
                  <a:cubicBezTo>
                    <a:pt x="28" y="108"/>
                    <a:pt x="45" y="136"/>
                    <a:pt x="79" y="159"/>
                  </a:cubicBezTo>
                  <a:cubicBezTo>
                    <a:pt x="90" y="191"/>
                    <a:pt x="118" y="216"/>
                    <a:pt x="129" y="248"/>
                  </a:cubicBezTo>
                  <a:cubicBezTo>
                    <a:pt x="152" y="317"/>
                    <a:pt x="164" y="387"/>
                    <a:pt x="188" y="456"/>
                  </a:cubicBezTo>
                  <a:cubicBezTo>
                    <a:pt x="185" y="473"/>
                    <a:pt x="178" y="489"/>
                    <a:pt x="178" y="506"/>
                  </a:cubicBezTo>
                  <a:cubicBezTo>
                    <a:pt x="178" y="517"/>
                    <a:pt x="188" y="525"/>
                    <a:pt x="188" y="536"/>
                  </a:cubicBezTo>
                  <a:cubicBezTo>
                    <a:pt x="188" y="587"/>
                    <a:pt x="164" y="637"/>
                    <a:pt x="149" y="685"/>
                  </a:cubicBezTo>
                  <a:cubicBezTo>
                    <a:pt x="152" y="698"/>
                    <a:pt x="145" y="721"/>
                    <a:pt x="158" y="725"/>
                  </a:cubicBezTo>
                  <a:cubicBezTo>
                    <a:pt x="183" y="734"/>
                    <a:pt x="211" y="719"/>
                    <a:pt x="238" y="715"/>
                  </a:cubicBezTo>
                  <a:cubicBezTo>
                    <a:pt x="335" y="701"/>
                    <a:pt x="428" y="677"/>
                    <a:pt x="526" y="665"/>
                  </a:cubicBezTo>
                  <a:cubicBezTo>
                    <a:pt x="546" y="658"/>
                    <a:pt x="565" y="652"/>
                    <a:pt x="585" y="645"/>
                  </a:cubicBezTo>
                  <a:cubicBezTo>
                    <a:pt x="596" y="641"/>
                    <a:pt x="600" y="626"/>
                    <a:pt x="605" y="615"/>
                  </a:cubicBezTo>
                  <a:cubicBezTo>
                    <a:pt x="607" y="612"/>
                    <a:pt x="630" y="542"/>
                    <a:pt x="635" y="526"/>
                  </a:cubicBezTo>
                  <a:cubicBezTo>
                    <a:pt x="639" y="515"/>
                    <a:pt x="650" y="507"/>
                    <a:pt x="655" y="496"/>
                  </a:cubicBezTo>
                  <a:cubicBezTo>
                    <a:pt x="664" y="477"/>
                    <a:pt x="675" y="437"/>
                    <a:pt x="675" y="437"/>
                  </a:cubicBezTo>
                  <a:cubicBezTo>
                    <a:pt x="650" y="310"/>
                    <a:pt x="679" y="468"/>
                    <a:pt x="655" y="208"/>
                  </a:cubicBezTo>
                  <a:cubicBezTo>
                    <a:pt x="651" y="164"/>
                    <a:pt x="629" y="121"/>
                    <a:pt x="615" y="79"/>
                  </a:cubicBezTo>
                  <a:cubicBezTo>
                    <a:pt x="615" y="78"/>
                    <a:pt x="541" y="29"/>
                    <a:pt x="526" y="19"/>
                  </a:cubicBezTo>
                  <a:cubicBezTo>
                    <a:pt x="501" y="2"/>
                    <a:pt x="466" y="8"/>
                    <a:pt x="437" y="0"/>
                  </a:cubicBezTo>
                  <a:cubicBezTo>
                    <a:pt x="296" y="12"/>
                    <a:pt x="129" y="11"/>
                    <a:pt x="0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9" name="Object 250"/>
          <p:cNvGraphicFramePr>
            <a:graphicFrameLocks noChangeAspect="1"/>
          </p:cNvGraphicFramePr>
          <p:nvPr/>
        </p:nvGraphicFramePr>
        <p:xfrm>
          <a:off x="6096000" y="2564904"/>
          <a:ext cx="2101850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位图图像" r:id="rId3" imgW="5257800" imgH="1704975" progId="PBrush">
                  <p:embed/>
                </p:oleObj>
              </mc:Choice>
              <mc:Fallback>
                <p:oleObj name="位图图像" r:id="rId3" imgW="5257800" imgH="1704975" progId="PBrush">
                  <p:embed/>
                  <p:pic>
                    <p:nvPicPr>
                      <p:cNvPr id="0" name="Object 2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49989"/>
                      <a:stretch>
                        <a:fillRect/>
                      </a:stretch>
                    </p:blipFill>
                    <p:spPr bwMode="auto">
                      <a:xfrm>
                        <a:off x="6096000" y="2564904"/>
                        <a:ext cx="2101850" cy="136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 type="none" w="sm" len="lg"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规定画法和简化画法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1123324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(5)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当机件上有若干相同的结构要素并按一定的规律分布时，只需画出几个完整的结构要素，其余的用细实线连接或画出其中心位置。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502867" y="2493881"/>
            <a:ext cx="5441950" cy="2422467"/>
            <a:chOff x="3502867" y="2493881"/>
            <a:chExt cx="5441950" cy="2422467"/>
          </a:xfrm>
        </p:grpSpPr>
        <p:grpSp>
          <p:nvGrpSpPr>
            <p:cNvPr id="3" name="Group 96"/>
            <p:cNvGrpSpPr/>
            <p:nvPr/>
          </p:nvGrpSpPr>
          <p:grpSpPr bwMode="auto">
            <a:xfrm>
              <a:off x="3502867" y="2493881"/>
              <a:ext cx="5441950" cy="2352675"/>
              <a:chOff x="1283" y="1131"/>
              <a:chExt cx="3428" cy="1482"/>
            </a:xfrm>
          </p:grpSpPr>
          <p:grpSp>
            <p:nvGrpSpPr>
              <p:cNvPr id="44" name="Group 97"/>
              <p:cNvGrpSpPr/>
              <p:nvPr/>
            </p:nvGrpSpPr>
            <p:grpSpPr bwMode="auto">
              <a:xfrm>
                <a:off x="3097" y="1356"/>
                <a:ext cx="1257" cy="1257"/>
                <a:chOff x="3097" y="1356"/>
                <a:chExt cx="1257" cy="1257"/>
              </a:xfrm>
            </p:grpSpPr>
            <p:sp>
              <p:nvSpPr>
                <p:cNvPr id="86" name="Oval 98"/>
                <p:cNvSpPr>
                  <a:spLocks noChangeArrowheads="1"/>
                </p:cNvSpPr>
                <p:nvPr/>
              </p:nvSpPr>
              <p:spPr bwMode="auto">
                <a:xfrm>
                  <a:off x="3097" y="1356"/>
                  <a:ext cx="1257" cy="1257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" name="Freeform 122"/>
                <p:cNvSpPr/>
                <p:nvPr/>
              </p:nvSpPr>
              <p:spPr bwMode="auto">
                <a:xfrm>
                  <a:off x="3508" y="1424"/>
                  <a:ext cx="73" cy="73"/>
                </a:xfrm>
                <a:custGeom>
                  <a:avLst/>
                  <a:gdLst>
                    <a:gd name="T0" fmla="*/ 290 w 292"/>
                    <a:gd name="T1" fmla="*/ 146 h 291"/>
                    <a:gd name="T2" fmla="*/ 248 w 292"/>
                    <a:gd name="T3" fmla="*/ 42 h 291"/>
                    <a:gd name="T4" fmla="*/ 146 w 292"/>
                    <a:gd name="T5" fmla="*/ 0 h 291"/>
                    <a:gd name="T6" fmla="*/ 42 w 292"/>
                    <a:gd name="T7" fmla="*/ 42 h 291"/>
                    <a:gd name="T8" fmla="*/ 0 w 292"/>
                    <a:gd name="T9" fmla="*/ 146 h 291"/>
                    <a:gd name="T10" fmla="*/ 42 w 292"/>
                    <a:gd name="T11" fmla="*/ 249 h 291"/>
                    <a:gd name="T12" fmla="*/ 146 w 292"/>
                    <a:gd name="T13" fmla="*/ 291 h 291"/>
                    <a:gd name="T14" fmla="*/ 248 w 292"/>
                    <a:gd name="T15" fmla="*/ 249 h 291"/>
                    <a:gd name="T16" fmla="*/ 290 w 292"/>
                    <a:gd name="T17" fmla="*/ 146 h 291"/>
                    <a:gd name="T18" fmla="*/ 292 w 292"/>
                    <a:gd name="T19" fmla="*/ 146 h 29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2"/>
                    <a:gd name="T31" fmla="*/ 0 h 291"/>
                    <a:gd name="T32" fmla="*/ 292 w 292"/>
                    <a:gd name="T33" fmla="*/ 291 h 291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2" h="291">
                      <a:moveTo>
                        <a:pt x="290" y="146"/>
                      </a:moveTo>
                      <a:lnTo>
                        <a:pt x="248" y="42"/>
                      </a:lnTo>
                      <a:lnTo>
                        <a:pt x="146" y="0"/>
                      </a:lnTo>
                      <a:lnTo>
                        <a:pt x="42" y="42"/>
                      </a:lnTo>
                      <a:lnTo>
                        <a:pt x="0" y="146"/>
                      </a:lnTo>
                      <a:lnTo>
                        <a:pt x="42" y="249"/>
                      </a:lnTo>
                      <a:lnTo>
                        <a:pt x="146" y="291"/>
                      </a:lnTo>
                      <a:lnTo>
                        <a:pt x="248" y="249"/>
                      </a:lnTo>
                      <a:lnTo>
                        <a:pt x="290" y="146"/>
                      </a:lnTo>
                      <a:lnTo>
                        <a:pt x="292" y="14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" name="Freeform 123"/>
                <p:cNvSpPr/>
                <p:nvPr/>
              </p:nvSpPr>
              <p:spPr bwMode="auto">
                <a:xfrm>
                  <a:off x="3629" y="1424"/>
                  <a:ext cx="73" cy="73"/>
                </a:xfrm>
                <a:custGeom>
                  <a:avLst/>
                  <a:gdLst>
                    <a:gd name="T0" fmla="*/ 290 w 292"/>
                    <a:gd name="T1" fmla="*/ 146 h 291"/>
                    <a:gd name="T2" fmla="*/ 248 w 292"/>
                    <a:gd name="T3" fmla="*/ 42 h 291"/>
                    <a:gd name="T4" fmla="*/ 144 w 292"/>
                    <a:gd name="T5" fmla="*/ 0 h 291"/>
                    <a:gd name="T6" fmla="*/ 43 w 292"/>
                    <a:gd name="T7" fmla="*/ 42 h 291"/>
                    <a:gd name="T8" fmla="*/ 0 w 292"/>
                    <a:gd name="T9" fmla="*/ 146 h 291"/>
                    <a:gd name="T10" fmla="*/ 43 w 292"/>
                    <a:gd name="T11" fmla="*/ 249 h 291"/>
                    <a:gd name="T12" fmla="*/ 144 w 292"/>
                    <a:gd name="T13" fmla="*/ 291 h 291"/>
                    <a:gd name="T14" fmla="*/ 248 w 292"/>
                    <a:gd name="T15" fmla="*/ 249 h 291"/>
                    <a:gd name="T16" fmla="*/ 290 w 292"/>
                    <a:gd name="T17" fmla="*/ 146 h 291"/>
                    <a:gd name="T18" fmla="*/ 292 w 292"/>
                    <a:gd name="T19" fmla="*/ 146 h 29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2"/>
                    <a:gd name="T31" fmla="*/ 0 h 291"/>
                    <a:gd name="T32" fmla="*/ 292 w 292"/>
                    <a:gd name="T33" fmla="*/ 291 h 291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2" h="291">
                      <a:moveTo>
                        <a:pt x="290" y="146"/>
                      </a:moveTo>
                      <a:lnTo>
                        <a:pt x="248" y="42"/>
                      </a:lnTo>
                      <a:lnTo>
                        <a:pt x="144" y="0"/>
                      </a:lnTo>
                      <a:lnTo>
                        <a:pt x="43" y="42"/>
                      </a:lnTo>
                      <a:lnTo>
                        <a:pt x="0" y="146"/>
                      </a:lnTo>
                      <a:lnTo>
                        <a:pt x="43" y="249"/>
                      </a:lnTo>
                      <a:lnTo>
                        <a:pt x="144" y="291"/>
                      </a:lnTo>
                      <a:lnTo>
                        <a:pt x="248" y="249"/>
                      </a:lnTo>
                      <a:lnTo>
                        <a:pt x="290" y="146"/>
                      </a:lnTo>
                      <a:lnTo>
                        <a:pt x="292" y="14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9" name="Freeform 124"/>
                <p:cNvSpPr/>
                <p:nvPr/>
              </p:nvSpPr>
              <p:spPr bwMode="auto">
                <a:xfrm>
                  <a:off x="3750" y="1424"/>
                  <a:ext cx="73" cy="73"/>
                </a:xfrm>
                <a:custGeom>
                  <a:avLst/>
                  <a:gdLst>
                    <a:gd name="T0" fmla="*/ 290 w 292"/>
                    <a:gd name="T1" fmla="*/ 146 h 291"/>
                    <a:gd name="T2" fmla="*/ 248 w 292"/>
                    <a:gd name="T3" fmla="*/ 42 h 291"/>
                    <a:gd name="T4" fmla="*/ 145 w 292"/>
                    <a:gd name="T5" fmla="*/ 0 h 291"/>
                    <a:gd name="T6" fmla="*/ 43 w 292"/>
                    <a:gd name="T7" fmla="*/ 42 h 291"/>
                    <a:gd name="T8" fmla="*/ 0 w 292"/>
                    <a:gd name="T9" fmla="*/ 146 h 291"/>
                    <a:gd name="T10" fmla="*/ 43 w 292"/>
                    <a:gd name="T11" fmla="*/ 249 h 291"/>
                    <a:gd name="T12" fmla="*/ 145 w 292"/>
                    <a:gd name="T13" fmla="*/ 291 h 291"/>
                    <a:gd name="T14" fmla="*/ 248 w 292"/>
                    <a:gd name="T15" fmla="*/ 249 h 291"/>
                    <a:gd name="T16" fmla="*/ 290 w 292"/>
                    <a:gd name="T17" fmla="*/ 146 h 291"/>
                    <a:gd name="T18" fmla="*/ 292 w 292"/>
                    <a:gd name="T19" fmla="*/ 146 h 29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2"/>
                    <a:gd name="T31" fmla="*/ 0 h 291"/>
                    <a:gd name="T32" fmla="*/ 292 w 292"/>
                    <a:gd name="T33" fmla="*/ 291 h 291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2" h="291">
                      <a:moveTo>
                        <a:pt x="290" y="146"/>
                      </a:moveTo>
                      <a:lnTo>
                        <a:pt x="248" y="42"/>
                      </a:lnTo>
                      <a:lnTo>
                        <a:pt x="145" y="0"/>
                      </a:lnTo>
                      <a:lnTo>
                        <a:pt x="43" y="42"/>
                      </a:lnTo>
                      <a:lnTo>
                        <a:pt x="0" y="146"/>
                      </a:lnTo>
                      <a:lnTo>
                        <a:pt x="43" y="249"/>
                      </a:lnTo>
                      <a:lnTo>
                        <a:pt x="145" y="291"/>
                      </a:lnTo>
                      <a:lnTo>
                        <a:pt x="248" y="249"/>
                      </a:lnTo>
                      <a:lnTo>
                        <a:pt x="290" y="146"/>
                      </a:lnTo>
                      <a:lnTo>
                        <a:pt x="292" y="14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0" name="Freeform 125"/>
                <p:cNvSpPr/>
                <p:nvPr/>
              </p:nvSpPr>
              <p:spPr bwMode="auto">
                <a:xfrm>
                  <a:off x="3870" y="1424"/>
                  <a:ext cx="73" cy="73"/>
                </a:xfrm>
                <a:custGeom>
                  <a:avLst/>
                  <a:gdLst>
                    <a:gd name="T0" fmla="*/ 290 w 291"/>
                    <a:gd name="T1" fmla="*/ 146 h 291"/>
                    <a:gd name="T2" fmla="*/ 248 w 291"/>
                    <a:gd name="T3" fmla="*/ 42 h 291"/>
                    <a:gd name="T4" fmla="*/ 146 w 291"/>
                    <a:gd name="T5" fmla="*/ 0 h 291"/>
                    <a:gd name="T6" fmla="*/ 42 w 291"/>
                    <a:gd name="T7" fmla="*/ 42 h 291"/>
                    <a:gd name="T8" fmla="*/ 0 w 291"/>
                    <a:gd name="T9" fmla="*/ 146 h 291"/>
                    <a:gd name="T10" fmla="*/ 42 w 291"/>
                    <a:gd name="T11" fmla="*/ 249 h 291"/>
                    <a:gd name="T12" fmla="*/ 146 w 291"/>
                    <a:gd name="T13" fmla="*/ 291 h 291"/>
                    <a:gd name="T14" fmla="*/ 248 w 291"/>
                    <a:gd name="T15" fmla="*/ 249 h 291"/>
                    <a:gd name="T16" fmla="*/ 290 w 291"/>
                    <a:gd name="T17" fmla="*/ 146 h 291"/>
                    <a:gd name="T18" fmla="*/ 291 w 291"/>
                    <a:gd name="T19" fmla="*/ 146 h 29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1"/>
                    <a:gd name="T31" fmla="*/ 0 h 291"/>
                    <a:gd name="T32" fmla="*/ 291 w 291"/>
                    <a:gd name="T33" fmla="*/ 291 h 291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1" h="291">
                      <a:moveTo>
                        <a:pt x="290" y="146"/>
                      </a:moveTo>
                      <a:lnTo>
                        <a:pt x="248" y="42"/>
                      </a:lnTo>
                      <a:lnTo>
                        <a:pt x="146" y="0"/>
                      </a:lnTo>
                      <a:lnTo>
                        <a:pt x="42" y="42"/>
                      </a:lnTo>
                      <a:lnTo>
                        <a:pt x="0" y="146"/>
                      </a:lnTo>
                      <a:lnTo>
                        <a:pt x="42" y="249"/>
                      </a:lnTo>
                      <a:lnTo>
                        <a:pt x="146" y="291"/>
                      </a:lnTo>
                      <a:lnTo>
                        <a:pt x="248" y="249"/>
                      </a:lnTo>
                      <a:lnTo>
                        <a:pt x="290" y="146"/>
                      </a:lnTo>
                      <a:lnTo>
                        <a:pt x="291" y="14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1" name="Freeform 126"/>
                <p:cNvSpPr/>
                <p:nvPr/>
              </p:nvSpPr>
              <p:spPr bwMode="auto">
                <a:xfrm>
                  <a:off x="4052" y="1529"/>
                  <a:ext cx="73" cy="73"/>
                </a:xfrm>
                <a:custGeom>
                  <a:avLst/>
                  <a:gdLst>
                    <a:gd name="T0" fmla="*/ 291 w 292"/>
                    <a:gd name="T1" fmla="*/ 146 h 291"/>
                    <a:gd name="T2" fmla="*/ 248 w 292"/>
                    <a:gd name="T3" fmla="*/ 43 h 291"/>
                    <a:gd name="T4" fmla="*/ 146 w 292"/>
                    <a:gd name="T5" fmla="*/ 0 h 291"/>
                    <a:gd name="T6" fmla="*/ 43 w 292"/>
                    <a:gd name="T7" fmla="*/ 43 h 291"/>
                    <a:gd name="T8" fmla="*/ 0 w 292"/>
                    <a:gd name="T9" fmla="*/ 146 h 291"/>
                    <a:gd name="T10" fmla="*/ 43 w 292"/>
                    <a:gd name="T11" fmla="*/ 249 h 291"/>
                    <a:gd name="T12" fmla="*/ 146 w 292"/>
                    <a:gd name="T13" fmla="*/ 291 h 291"/>
                    <a:gd name="T14" fmla="*/ 248 w 292"/>
                    <a:gd name="T15" fmla="*/ 249 h 291"/>
                    <a:gd name="T16" fmla="*/ 291 w 292"/>
                    <a:gd name="T17" fmla="*/ 146 h 291"/>
                    <a:gd name="T18" fmla="*/ 292 w 292"/>
                    <a:gd name="T19" fmla="*/ 146 h 29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2"/>
                    <a:gd name="T31" fmla="*/ 0 h 291"/>
                    <a:gd name="T32" fmla="*/ 292 w 292"/>
                    <a:gd name="T33" fmla="*/ 291 h 291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2" h="291">
                      <a:moveTo>
                        <a:pt x="291" y="146"/>
                      </a:moveTo>
                      <a:lnTo>
                        <a:pt x="248" y="43"/>
                      </a:lnTo>
                      <a:lnTo>
                        <a:pt x="146" y="0"/>
                      </a:lnTo>
                      <a:lnTo>
                        <a:pt x="43" y="43"/>
                      </a:lnTo>
                      <a:lnTo>
                        <a:pt x="0" y="146"/>
                      </a:lnTo>
                      <a:lnTo>
                        <a:pt x="43" y="249"/>
                      </a:lnTo>
                      <a:lnTo>
                        <a:pt x="146" y="291"/>
                      </a:lnTo>
                      <a:lnTo>
                        <a:pt x="248" y="249"/>
                      </a:lnTo>
                      <a:lnTo>
                        <a:pt x="291" y="146"/>
                      </a:lnTo>
                      <a:lnTo>
                        <a:pt x="292" y="14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2" name="Freeform 127"/>
                <p:cNvSpPr/>
                <p:nvPr/>
              </p:nvSpPr>
              <p:spPr bwMode="auto">
                <a:xfrm>
                  <a:off x="3931" y="1529"/>
                  <a:ext cx="73" cy="73"/>
                </a:xfrm>
                <a:custGeom>
                  <a:avLst/>
                  <a:gdLst>
                    <a:gd name="T0" fmla="*/ 291 w 292"/>
                    <a:gd name="T1" fmla="*/ 146 h 291"/>
                    <a:gd name="T2" fmla="*/ 248 w 292"/>
                    <a:gd name="T3" fmla="*/ 43 h 291"/>
                    <a:gd name="T4" fmla="*/ 145 w 292"/>
                    <a:gd name="T5" fmla="*/ 0 h 291"/>
                    <a:gd name="T6" fmla="*/ 43 w 292"/>
                    <a:gd name="T7" fmla="*/ 43 h 291"/>
                    <a:gd name="T8" fmla="*/ 0 w 292"/>
                    <a:gd name="T9" fmla="*/ 146 h 291"/>
                    <a:gd name="T10" fmla="*/ 43 w 292"/>
                    <a:gd name="T11" fmla="*/ 249 h 291"/>
                    <a:gd name="T12" fmla="*/ 145 w 292"/>
                    <a:gd name="T13" fmla="*/ 291 h 291"/>
                    <a:gd name="T14" fmla="*/ 248 w 292"/>
                    <a:gd name="T15" fmla="*/ 249 h 291"/>
                    <a:gd name="T16" fmla="*/ 291 w 292"/>
                    <a:gd name="T17" fmla="*/ 146 h 291"/>
                    <a:gd name="T18" fmla="*/ 292 w 292"/>
                    <a:gd name="T19" fmla="*/ 146 h 29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2"/>
                    <a:gd name="T31" fmla="*/ 0 h 291"/>
                    <a:gd name="T32" fmla="*/ 292 w 292"/>
                    <a:gd name="T33" fmla="*/ 291 h 291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2" h="291">
                      <a:moveTo>
                        <a:pt x="291" y="146"/>
                      </a:moveTo>
                      <a:lnTo>
                        <a:pt x="248" y="43"/>
                      </a:lnTo>
                      <a:lnTo>
                        <a:pt x="145" y="0"/>
                      </a:lnTo>
                      <a:lnTo>
                        <a:pt x="43" y="43"/>
                      </a:lnTo>
                      <a:lnTo>
                        <a:pt x="0" y="146"/>
                      </a:lnTo>
                      <a:lnTo>
                        <a:pt x="43" y="249"/>
                      </a:lnTo>
                      <a:lnTo>
                        <a:pt x="145" y="291"/>
                      </a:lnTo>
                      <a:lnTo>
                        <a:pt x="248" y="249"/>
                      </a:lnTo>
                      <a:lnTo>
                        <a:pt x="291" y="146"/>
                      </a:lnTo>
                      <a:lnTo>
                        <a:pt x="292" y="14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3" name="Freeform 128"/>
                <p:cNvSpPr/>
                <p:nvPr/>
              </p:nvSpPr>
              <p:spPr bwMode="auto">
                <a:xfrm>
                  <a:off x="3447" y="1529"/>
                  <a:ext cx="73" cy="73"/>
                </a:xfrm>
                <a:custGeom>
                  <a:avLst/>
                  <a:gdLst>
                    <a:gd name="T0" fmla="*/ 291 w 292"/>
                    <a:gd name="T1" fmla="*/ 146 h 291"/>
                    <a:gd name="T2" fmla="*/ 248 w 292"/>
                    <a:gd name="T3" fmla="*/ 43 h 291"/>
                    <a:gd name="T4" fmla="*/ 145 w 292"/>
                    <a:gd name="T5" fmla="*/ 0 h 291"/>
                    <a:gd name="T6" fmla="*/ 43 w 292"/>
                    <a:gd name="T7" fmla="*/ 43 h 291"/>
                    <a:gd name="T8" fmla="*/ 0 w 292"/>
                    <a:gd name="T9" fmla="*/ 146 h 291"/>
                    <a:gd name="T10" fmla="*/ 43 w 292"/>
                    <a:gd name="T11" fmla="*/ 249 h 291"/>
                    <a:gd name="T12" fmla="*/ 145 w 292"/>
                    <a:gd name="T13" fmla="*/ 291 h 291"/>
                    <a:gd name="T14" fmla="*/ 248 w 292"/>
                    <a:gd name="T15" fmla="*/ 249 h 291"/>
                    <a:gd name="T16" fmla="*/ 291 w 292"/>
                    <a:gd name="T17" fmla="*/ 146 h 291"/>
                    <a:gd name="T18" fmla="*/ 292 w 292"/>
                    <a:gd name="T19" fmla="*/ 146 h 29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2"/>
                    <a:gd name="T31" fmla="*/ 0 h 291"/>
                    <a:gd name="T32" fmla="*/ 292 w 292"/>
                    <a:gd name="T33" fmla="*/ 291 h 291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2" h="291">
                      <a:moveTo>
                        <a:pt x="291" y="146"/>
                      </a:moveTo>
                      <a:lnTo>
                        <a:pt x="248" y="43"/>
                      </a:lnTo>
                      <a:lnTo>
                        <a:pt x="145" y="0"/>
                      </a:lnTo>
                      <a:lnTo>
                        <a:pt x="43" y="43"/>
                      </a:lnTo>
                      <a:lnTo>
                        <a:pt x="0" y="146"/>
                      </a:lnTo>
                      <a:lnTo>
                        <a:pt x="43" y="249"/>
                      </a:lnTo>
                      <a:lnTo>
                        <a:pt x="145" y="291"/>
                      </a:lnTo>
                      <a:lnTo>
                        <a:pt x="248" y="249"/>
                      </a:lnTo>
                      <a:lnTo>
                        <a:pt x="291" y="146"/>
                      </a:lnTo>
                      <a:lnTo>
                        <a:pt x="292" y="14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4" name="Freeform 129"/>
                <p:cNvSpPr/>
                <p:nvPr/>
              </p:nvSpPr>
              <p:spPr bwMode="auto">
                <a:xfrm>
                  <a:off x="3326" y="1529"/>
                  <a:ext cx="73" cy="73"/>
                </a:xfrm>
                <a:custGeom>
                  <a:avLst/>
                  <a:gdLst>
                    <a:gd name="T0" fmla="*/ 291 w 292"/>
                    <a:gd name="T1" fmla="*/ 146 h 291"/>
                    <a:gd name="T2" fmla="*/ 248 w 292"/>
                    <a:gd name="T3" fmla="*/ 43 h 291"/>
                    <a:gd name="T4" fmla="*/ 146 w 292"/>
                    <a:gd name="T5" fmla="*/ 0 h 291"/>
                    <a:gd name="T6" fmla="*/ 43 w 292"/>
                    <a:gd name="T7" fmla="*/ 43 h 291"/>
                    <a:gd name="T8" fmla="*/ 0 w 292"/>
                    <a:gd name="T9" fmla="*/ 146 h 291"/>
                    <a:gd name="T10" fmla="*/ 43 w 292"/>
                    <a:gd name="T11" fmla="*/ 249 h 291"/>
                    <a:gd name="T12" fmla="*/ 146 w 292"/>
                    <a:gd name="T13" fmla="*/ 291 h 291"/>
                    <a:gd name="T14" fmla="*/ 248 w 292"/>
                    <a:gd name="T15" fmla="*/ 249 h 291"/>
                    <a:gd name="T16" fmla="*/ 291 w 292"/>
                    <a:gd name="T17" fmla="*/ 146 h 291"/>
                    <a:gd name="T18" fmla="*/ 292 w 292"/>
                    <a:gd name="T19" fmla="*/ 146 h 29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2"/>
                    <a:gd name="T31" fmla="*/ 0 h 291"/>
                    <a:gd name="T32" fmla="*/ 292 w 292"/>
                    <a:gd name="T33" fmla="*/ 291 h 291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2" h="291">
                      <a:moveTo>
                        <a:pt x="291" y="146"/>
                      </a:moveTo>
                      <a:lnTo>
                        <a:pt x="248" y="43"/>
                      </a:lnTo>
                      <a:lnTo>
                        <a:pt x="146" y="0"/>
                      </a:lnTo>
                      <a:lnTo>
                        <a:pt x="43" y="43"/>
                      </a:lnTo>
                      <a:lnTo>
                        <a:pt x="0" y="146"/>
                      </a:lnTo>
                      <a:lnTo>
                        <a:pt x="43" y="249"/>
                      </a:lnTo>
                      <a:lnTo>
                        <a:pt x="146" y="291"/>
                      </a:lnTo>
                      <a:lnTo>
                        <a:pt x="248" y="249"/>
                      </a:lnTo>
                      <a:lnTo>
                        <a:pt x="291" y="146"/>
                      </a:lnTo>
                      <a:lnTo>
                        <a:pt x="292" y="14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5" name="Freeform 130"/>
                <p:cNvSpPr/>
                <p:nvPr/>
              </p:nvSpPr>
              <p:spPr bwMode="auto">
                <a:xfrm>
                  <a:off x="3266" y="1634"/>
                  <a:ext cx="73" cy="73"/>
                </a:xfrm>
                <a:custGeom>
                  <a:avLst/>
                  <a:gdLst>
                    <a:gd name="T0" fmla="*/ 290 w 292"/>
                    <a:gd name="T1" fmla="*/ 146 h 290"/>
                    <a:gd name="T2" fmla="*/ 248 w 292"/>
                    <a:gd name="T3" fmla="*/ 42 h 290"/>
                    <a:gd name="T4" fmla="*/ 145 w 292"/>
                    <a:gd name="T5" fmla="*/ 0 h 290"/>
                    <a:gd name="T6" fmla="*/ 43 w 292"/>
                    <a:gd name="T7" fmla="*/ 42 h 290"/>
                    <a:gd name="T8" fmla="*/ 0 w 292"/>
                    <a:gd name="T9" fmla="*/ 146 h 290"/>
                    <a:gd name="T10" fmla="*/ 43 w 292"/>
                    <a:gd name="T11" fmla="*/ 247 h 290"/>
                    <a:gd name="T12" fmla="*/ 145 w 292"/>
                    <a:gd name="T13" fmla="*/ 290 h 290"/>
                    <a:gd name="T14" fmla="*/ 248 w 292"/>
                    <a:gd name="T15" fmla="*/ 247 h 290"/>
                    <a:gd name="T16" fmla="*/ 290 w 292"/>
                    <a:gd name="T17" fmla="*/ 146 h 290"/>
                    <a:gd name="T18" fmla="*/ 292 w 292"/>
                    <a:gd name="T19" fmla="*/ 146 h 29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2"/>
                    <a:gd name="T31" fmla="*/ 0 h 290"/>
                    <a:gd name="T32" fmla="*/ 292 w 292"/>
                    <a:gd name="T33" fmla="*/ 290 h 29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2" h="290">
                      <a:moveTo>
                        <a:pt x="290" y="146"/>
                      </a:moveTo>
                      <a:lnTo>
                        <a:pt x="248" y="42"/>
                      </a:lnTo>
                      <a:lnTo>
                        <a:pt x="145" y="0"/>
                      </a:lnTo>
                      <a:lnTo>
                        <a:pt x="43" y="42"/>
                      </a:lnTo>
                      <a:lnTo>
                        <a:pt x="0" y="146"/>
                      </a:lnTo>
                      <a:lnTo>
                        <a:pt x="43" y="247"/>
                      </a:lnTo>
                      <a:lnTo>
                        <a:pt x="145" y="290"/>
                      </a:lnTo>
                      <a:lnTo>
                        <a:pt x="248" y="247"/>
                      </a:lnTo>
                      <a:lnTo>
                        <a:pt x="290" y="146"/>
                      </a:lnTo>
                      <a:lnTo>
                        <a:pt x="292" y="14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6" name="Freeform 131"/>
                <p:cNvSpPr/>
                <p:nvPr/>
              </p:nvSpPr>
              <p:spPr bwMode="auto">
                <a:xfrm>
                  <a:off x="3206" y="1739"/>
                  <a:ext cx="73" cy="73"/>
                </a:xfrm>
                <a:custGeom>
                  <a:avLst/>
                  <a:gdLst>
                    <a:gd name="T0" fmla="*/ 290 w 291"/>
                    <a:gd name="T1" fmla="*/ 146 h 291"/>
                    <a:gd name="T2" fmla="*/ 248 w 291"/>
                    <a:gd name="T3" fmla="*/ 43 h 291"/>
                    <a:gd name="T4" fmla="*/ 144 w 291"/>
                    <a:gd name="T5" fmla="*/ 0 h 291"/>
                    <a:gd name="T6" fmla="*/ 42 w 291"/>
                    <a:gd name="T7" fmla="*/ 43 h 291"/>
                    <a:gd name="T8" fmla="*/ 0 w 291"/>
                    <a:gd name="T9" fmla="*/ 146 h 291"/>
                    <a:gd name="T10" fmla="*/ 42 w 291"/>
                    <a:gd name="T11" fmla="*/ 248 h 291"/>
                    <a:gd name="T12" fmla="*/ 144 w 291"/>
                    <a:gd name="T13" fmla="*/ 291 h 291"/>
                    <a:gd name="T14" fmla="*/ 248 w 291"/>
                    <a:gd name="T15" fmla="*/ 248 h 291"/>
                    <a:gd name="T16" fmla="*/ 290 w 291"/>
                    <a:gd name="T17" fmla="*/ 146 h 291"/>
                    <a:gd name="T18" fmla="*/ 291 w 291"/>
                    <a:gd name="T19" fmla="*/ 146 h 29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1"/>
                    <a:gd name="T31" fmla="*/ 0 h 291"/>
                    <a:gd name="T32" fmla="*/ 291 w 291"/>
                    <a:gd name="T33" fmla="*/ 291 h 291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1" h="291">
                      <a:moveTo>
                        <a:pt x="290" y="146"/>
                      </a:moveTo>
                      <a:lnTo>
                        <a:pt x="248" y="43"/>
                      </a:lnTo>
                      <a:lnTo>
                        <a:pt x="144" y="0"/>
                      </a:lnTo>
                      <a:lnTo>
                        <a:pt x="42" y="43"/>
                      </a:lnTo>
                      <a:lnTo>
                        <a:pt x="0" y="146"/>
                      </a:lnTo>
                      <a:lnTo>
                        <a:pt x="42" y="248"/>
                      </a:lnTo>
                      <a:lnTo>
                        <a:pt x="144" y="291"/>
                      </a:lnTo>
                      <a:lnTo>
                        <a:pt x="248" y="248"/>
                      </a:lnTo>
                      <a:lnTo>
                        <a:pt x="290" y="146"/>
                      </a:lnTo>
                      <a:lnTo>
                        <a:pt x="291" y="14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7" name="Freeform 132"/>
                <p:cNvSpPr/>
                <p:nvPr/>
              </p:nvSpPr>
              <p:spPr bwMode="auto">
                <a:xfrm>
                  <a:off x="3145" y="1844"/>
                  <a:ext cx="73" cy="73"/>
                </a:xfrm>
                <a:custGeom>
                  <a:avLst/>
                  <a:gdLst>
                    <a:gd name="T0" fmla="*/ 290 w 292"/>
                    <a:gd name="T1" fmla="*/ 144 h 290"/>
                    <a:gd name="T2" fmla="*/ 248 w 292"/>
                    <a:gd name="T3" fmla="*/ 42 h 290"/>
                    <a:gd name="T4" fmla="*/ 146 w 292"/>
                    <a:gd name="T5" fmla="*/ 0 h 290"/>
                    <a:gd name="T6" fmla="*/ 43 w 292"/>
                    <a:gd name="T7" fmla="*/ 42 h 290"/>
                    <a:gd name="T8" fmla="*/ 0 w 292"/>
                    <a:gd name="T9" fmla="*/ 144 h 290"/>
                    <a:gd name="T10" fmla="*/ 43 w 292"/>
                    <a:gd name="T11" fmla="*/ 247 h 290"/>
                    <a:gd name="T12" fmla="*/ 146 w 292"/>
                    <a:gd name="T13" fmla="*/ 290 h 290"/>
                    <a:gd name="T14" fmla="*/ 248 w 292"/>
                    <a:gd name="T15" fmla="*/ 247 h 290"/>
                    <a:gd name="T16" fmla="*/ 290 w 292"/>
                    <a:gd name="T17" fmla="*/ 144 h 290"/>
                    <a:gd name="T18" fmla="*/ 292 w 292"/>
                    <a:gd name="T19" fmla="*/ 144 h 29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2"/>
                    <a:gd name="T31" fmla="*/ 0 h 290"/>
                    <a:gd name="T32" fmla="*/ 292 w 292"/>
                    <a:gd name="T33" fmla="*/ 290 h 29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2" h="290">
                      <a:moveTo>
                        <a:pt x="290" y="144"/>
                      </a:moveTo>
                      <a:lnTo>
                        <a:pt x="248" y="42"/>
                      </a:lnTo>
                      <a:lnTo>
                        <a:pt x="146" y="0"/>
                      </a:lnTo>
                      <a:lnTo>
                        <a:pt x="43" y="42"/>
                      </a:lnTo>
                      <a:lnTo>
                        <a:pt x="0" y="144"/>
                      </a:lnTo>
                      <a:lnTo>
                        <a:pt x="43" y="247"/>
                      </a:lnTo>
                      <a:lnTo>
                        <a:pt x="146" y="290"/>
                      </a:lnTo>
                      <a:lnTo>
                        <a:pt x="248" y="247"/>
                      </a:lnTo>
                      <a:lnTo>
                        <a:pt x="290" y="144"/>
                      </a:lnTo>
                      <a:lnTo>
                        <a:pt x="292" y="144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8" name="Freeform 133"/>
                <p:cNvSpPr/>
                <p:nvPr/>
              </p:nvSpPr>
              <p:spPr bwMode="auto">
                <a:xfrm>
                  <a:off x="3145" y="2053"/>
                  <a:ext cx="73" cy="73"/>
                </a:xfrm>
                <a:custGeom>
                  <a:avLst/>
                  <a:gdLst>
                    <a:gd name="T0" fmla="*/ 290 w 292"/>
                    <a:gd name="T1" fmla="*/ 146 h 292"/>
                    <a:gd name="T2" fmla="*/ 248 w 292"/>
                    <a:gd name="T3" fmla="*/ 43 h 292"/>
                    <a:gd name="T4" fmla="*/ 146 w 292"/>
                    <a:gd name="T5" fmla="*/ 0 h 292"/>
                    <a:gd name="T6" fmla="*/ 43 w 292"/>
                    <a:gd name="T7" fmla="*/ 43 h 292"/>
                    <a:gd name="T8" fmla="*/ 0 w 292"/>
                    <a:gd name="T9" fmla="*/ 146 h 292"/>
                    <a:gd name="T10" fmla="*/ 43 w 292"/>
                    <a:gd name="T11" fmla="*/ 249 h 292"/>
                    <a:gd name="T12" fmla="*/ 146 w 292"/>
                    <a:gd name="T13" fmla="*/ 292 h 292"/>
                    <a:gd name="T14" fmla="*/ 248 w 292"/>
                    <a:gd name="T15" fmla="*/ 249 h 292"/>
                    <a:gd name="T16" fmla="*/ 290 w 292"/>
                    <a:gd name="T17" fmla="*/ 146 h 292"/>
                    <a:gd name="T18" fmla="*/ 292 w 292"/>
                    <a:gd name="T19" fmla="*/ 146 h 29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2"/>
                    <a:gd name="T31" fmla="*/ 0 h 292"/>
                    <a:gd name="T32" fmla="*/ 292 w 292"/>
                    <a:gd name="T33" fmla="*/ 292 h 29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2" h="292">
                      <a:moveTo>
                        <a:pt x="290" y="146"/>
                      </a:moveTo>
                      <a:lnTo>
                        <a:pt x="248" y="43"/>
                      </a:lnTo>
                      <a:lnTo>
                        <a:pt x="146" y="0"/>
                      </a:lnTo>
                      <a:lnTo>
                        <a:pt x="43" y="43"/>
                      </a:lnTo>
                      <a:lnTo>
                        <a:pt x="0" y="146"/>
                      </a:lnTo>
                      <a:lnTo>
                        <a:pt x="43" y="249"/>
                      </a:lnTo>
                      <a:lnTo>
                        <a:pt x="146" y="292"/>
                      </a:lnTo>
                      <a:lnTo>
                        <a:pt x="248" y="249"/>
                      </a:lnTo>
                      <a:lnTo>
                        <a:pt x="290" y="146"/>
                      </a:lnTo>
                      <a:lnTo>
                        <a:pt x="292" y="14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9" name="Freeform 134"/>
                <p:cNvSpPr/>
                <p:nvPr/>
              </p:nvSpPr>
              <p:spPr bwMode="auto">
                <a:xfrm>
                  <a:off x="3206" y="1949"/>
                  <a:ext cx="73" cy="72"/>
                </a:xfrm>
                <a:custGeom>
                  <a:avLst/>
                  <a:gdLst>
                    <a:gd name="T0" fmla="*/ 290 w 291"/>
                    <a:gd name="T1" fmla="*/ 145 h 291"/>
                    <a:gd name="T2" fmla="*/ 248 w 291"/>
                    <a:gd name="T3" fmla="*/ 43 h 291"/>
                    <a:gd name="T4" fmla="*/ 144 w 291"/>
                    <a:gd name="T5" fmla="*/ 0 h 291"/>
                    <a:gd name="T6" fmla="*/ 42 w 291"/>
                    <a:gd name="T7" fmla="*/ 43 h 291"/>
                    <a:gd name="T8" fmla="*/ 0 w 291"/>
                    <a:gd name="T9" fmla="*/ 145 h 291"/>
                    <a:gd name="T10" fmla="*/ 42 w 291"/>
                    <a:gd name="T11" fmla="*/ 248 h 291"/>
                    <a:gd name="T12" fmla="*/ 144 w 291"/>
                    <a:gd name="T13" fmla="*/ 291 h 291"/>
                    <a:gd name="T14" fmla="*/ 248 w 291"/>
                    <a:gd name="T15" fmla="*/ 248 h 291"/>
                    <a:gd name="T16" fmla="*/ 290 w 291"/>
                    <a:gd name="T17" fmla="*/ 145 h 291"/>
                    <a:gd name="T18" fmla="*/ 291 w 291"/>
                    <a:gd name="T19" fmla="*/ 145 h 29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1"/>
                    <a:gd name="T31" fmla="*/ 0 h 291"/>
                    <a:gd name="T32" fmla="*/ 291 w 291"/>
                    <a:gd name="T33" fmla="*/ 291 h 291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1" h="291">
                      <a:moveTo>
                        <a:pt x="290" y="145"/>
                      </a:moveTo>
                      <a:lnTo>
                        <a:pt x="248" y="43"/>
                      </a:lnTo>
                      <a:lnTo>
                        <a:pt x="144" y="0"/>
                      </a:lnTo>
                      <a:lnTo>
                        <a:pt x="42" y="43"/>
                      </a:lnTo>
                      <a:lnTo>
                        <a:pt x="0" y="145"/>
                      </a:lnTo>
                      <a:lnTo>
                        <a:pt x="42" y="248"/>
                      </a:lnTo>
                      <a:lnTo>
                        <a:pt x="144" y="291"/>
                      </a:lnTo>
                      <a:lnTo>
                        <a:pt x="248" y="248"/>
                      </a:lnTo>
                      <a:lnTo>
                        <a:pt x="290" y="145"/>
                      </a:lnTo>
                      <a:lnTo>
                        <a:pt x="291" y="145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0" name="Freeform 135"/>
                <p:cNvSpPr/>
                <p:nvPr/>
              </p:nvSpPr>
              <p:spPr bwMode="auto">
                <a:xfrm>
                  <a:off x="3206" y="2158"/>
                  <a:ext cx="73" cy="73"/>
                </a:xfrm>
                <a:custGeom>
                  <a:avLst/>
                  <a:gdLst>
                    <a:gd name="T0" fmla="*/ 290 w 291"/>
                    <a:gd name="T1" fmla="*/ 146 h 292"/>
                    <a:gd name="T2" fmla="*/ 248 w 291"/>
                    <a:gd name="T3" fmla="*/ 42 h 292"/>
                    <a:gd name="T4" fmla="*/ 144 w 291"/>
                    <a:gd name="T5" fmla="*/ 0 h 292"/>
                    <a:gd name="T6" fmla="*/ 42 w 291"/>
                    <a:gd name="T7" fmla="*/ 42 h 292"/>
                    <a:gd name="T8" fmla="*/ 0 w 291"/>
                    <a:gd name="T9" fmla="*/ 146 h 292"/>
                    <a:gd name="T10" fmla="*/ 42 w 291"/>
                    <a:gd name="T11" fmla="*/ 249 h 292"/>
                    <a:gd name="T12" fmla="*/ 144 w 291"/>
                    <a:gd name="T13" fmla="*/ 292 h 292"/>
                    <a:gd name="T14" fmla="*/ 248 w 291"/>
                    <a:gd name="T15" fmla="*/ 249 h 292"/>
                    <a:gd name="T16" fmla="*/ 290 w 291"/>
                    <a:gd name="T17" fmla="*/ 146 h 292"/>
                    <a:gd name="T18" fmla="*/ 291 w 291"/>
                    <a:gd name="T19" fmla="*/ 146 h 29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1"/>
                    <a:gd name="T31" fmla="*/ 0 h 292"/>
                    <a:gd name="T32" fmla="*/ 291 w 291"/>
                    <a:gd name="T33" fmla="*/ 292 h 29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1" h="292">
                      <a:moveTo>
                        <a:pt x="290" y="146"/>
                      </a:moveTo>
                      <a:lnTo>
                        <a:pt x="248" y="42"/>
                      </a:lnTo>
                      <a:lnTo>
                        <a:pt x="144" y="0"/>
                      </a:lnTo>
                      <a:lnTo>
                        <a:pt x="42" y="42"/>
                      </a:lnTo>
                      <a:lnTo>
                        <a:pt x="0" y="146"/>
                      </a:lnTo>
                      <a:lnTo>
                        <a:pt x="42" y="249"/>
                      </a:lnTo>
                      <a:lnTo>
                        <a:pt x="144" y="292"/>
                      </a:lnTo>
                      <a:lnTo>
                        <a:pt x="248" y="249"/>
                      </a:lnTo>
                      <a:lnTo>
                        <a:pt x="290" y="146"/>
                      </a:lnTo>
                      <a:lnTo>
                        <a:pt x="291" y="14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1" name="Freeform 136"/>
                <p:cNvSpPr/>
                <p:nvPr/>
              </p:nvSpPr>
              <p:spPr bwMode="auto">
                <a:xfrm>
                  <a:off x="3266" y="2263"/>
                  <a:ext cx="73" cy="73"/>
                </a:xfrm>
                <a:custGeom>
                  <a:avLst/>
                  <a:gdLst>
                    <a:gd name="T0" fmla="*/ 290 w 292"/>
                    <a:gd name="T1" fmla="*/ 146 h 291"/>
                    <a:gd name="T2" fmla="*/ 248 w 292"/>
                    <a:gd name="T3" fmla="*/ 43 h 291"/>
                    <a:gd name="T4" fmla="*/ 145 w 292"/>
                    <a:gd name="T5" fmla="*/ 0 h 291"/>
                    <a:gd name="T6" fmla="*/ 43 w 292"/>
                    <a:gd name="T7" fmla="*/ 43 h 291"/>
                    <a:gd name="T8" fmla="*/ 0 w 292"/>
                    <a:gd name="T9" fmla="*/ 146 h 291"/>
                    <a:gd name="T10" fmla="*/ 43 w 292"/>
                    <a:gd name="T11" fmla="*/ 248 h 291"/>
                    <a:gd name="T12" fmla="*/ 145 w 292"/>
                    <a:gd name="T13" fmla="*/ 291 h 291"/>
                    <a:gd name="T14" fmla="*/ 248 w 292"/>
                    <a:gd name="T15" fmla="*/ 248 h 291"/>
                    <a:gd name="T16" fmla="*/ 290 w 292"/>
                    <a:gd name="T17" fmla="*/ 146 h 291"/>
                    <a:gd name="T18" fmla="*/ 292 w 292"/>
                    <a:gd name="T19" fmla="*/ 146 h 29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2"/>
                    <a:gd name="T31" fmla="*/ 0 h 291"/>
                    <a:gd name="T32" fmla="*/ 292 w 292"/>
                    <a:gd name="T33" fmla="*/ 291 h 291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2" h="291">
                      <a:moveTo>
                        <a:pt x="290" y="146"/>
                      </a:moveTo>
                      <a:lnTo>
                        <a:pt x="248" y="43"/>
                      </a:lnTo>
                      <a:lnTo>
                        <a:pt x="145" y="0"/>
                      </a:lnTo>
                      <a:lnTo>
                        <a:pt x="43" y="43"/>
                      </a:lnTo>
                      <a:lnTo>
                        <a:pt x="0" y="146"/>
                      </a:lnTo>
                      <a:lnTo>
                        <a:pt x="43" y="248"/>
                      </a:lnTo>
                      <a:lnTo>
                        <a:pt x="145" y="291"/>
                      </a:lnTo>
                      <a:lnTo>
                        <a:pt x="248" y="248"/>
                      </a:lnTo>
                      <a:lnTo>
                        <a:pt x="290" y="146"/>
                      </a:lnTo>
                      <a:lnTo>
                        <a:pt x="292" y="14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2" name="Freeform 137"/>
                <p:cNvSpPr/>
                <p:nvPr/>
              </p:nvSpPr>
              <p:spPr bwMode="auto">
                <a:xfrm>
                  <a:off x="3326" y="2368"/>
                  <a:ext cx="73" cy="73"/>
                </a:xfrm>
                <a:custGeom>
                  <a:avLst/>
                  <a:gdLst>
                    <a:gd name="T0" fmla="*/ 291 w 292"/>
                    <a:gd name="T1" fmla="*/ 146 h 290"/>
                    <a:gd name="T2" fmla="*/ 248 w 292"/>
                    <a:gd name="T3" fmla="*/ 42 h 290"/>
                    <a:gd name="T4" fmla="*/ 146 w 292"/>
                    <a:gd name="T5" fmla="*/ 0 h 290"/>
                    <a:gd name="T6" fmla="*/ 43 w 292"/>
                    <a:gd name="T7" fmla="*/ 42 h 290"/>
                    <a:gd name="T8" fmla="*/ 0 w 292"/>
                    <a:gd name="T9" fmla="*/ 146 h 290"/>
                    <a:gd name="T10" fmla="*/ 43 w 292"/>
                    <a:gd name="T11" fmla="*/ 248 h 290"/>
                    <a:gd name="T12" fmla="*/ 146 w 292"/>
                    <a:gd name="T13" fmla="*/ 290 h 290"/>
                    <a:gd name="T14" fmla="*/ 248 w 292"/>
                    <a:gd name="T15" fmla="*/ 248 h 290"/>
                    <a:gd name="T16" fmla="*/ 291 w 292"/>
                    <a:gd name="T17" fmla="*/ 146 h 290"/>
                    <a:gd name="T18" fmla="*/ 292 w 292"/>
                    <a:gd name="T19" fmla="*/ 146 h 29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2"/>
                    <a:gd name="T31" fmla="*/ 0 h 290"/>
                    <a:gd name="T32" fmla="*/ 292 w 292"/>
                    <a:gd name="T33" fmla="*/ 290 h 29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2" h="290">
                      <a:moveTo>
                        <a:pt x="291" y="146"/>
                      </a:moveTo>
                      <a:lnTo>
                        <a:pt x="248" y="42"/>
                      </a:lnTo>
                      <a:lnTo>
                        <a:pt x="146" y="0"/>
                      </a:lnTo>
                      <a:lnTo>
                        <a:pt x="43" y="42"/>
                      </a:lnTo>
                      <a:lnTo>
                        <a:pt x="0" y="146"/>
                      </a:lnTo>
                      <a:lnTo>
                        <a:pt x="43" y="248"/>
                      </a:lnTo>
                      <a:lnTo>
                        <a:pt x="146" y="290"/>
                      </a:lnTo>
                      <a:lnTo>
                        <a:pt x="248" y="248"/>
                      </a:lnTo>
                      <a:lnTo>
                        <a:pt x="291" y="146"/>
                      </a:lnTo>
                      <a:lnTo>
                        <a:pt x="292" y="14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3" name="Freeform 138"/>
                <p:cNvSpPr/>
                <p:nvPr/>
              </p:nvSpPr>
              <p:spPr bwMode="auto">
                <a:xfrm>
                  <a:off x="3447" y="2368"/>
                  <a:ext cx="73" cy="73"/>
                </a:xfrm>
                <a:custGeom>
                  <a:avLst/>
                  <a:gdLst>
                    <a:gd name="T0" fmla="*/ 291 w 292"/>
                    <a:gd name="T1" fmla="*/ 146 h 290"/>
                    <a:gd name="T2" fmla="*/ 248 w 292"/>
                    <a:gd name="T3" fmla="*/ 42 h 290"/>
                    <a:gd name="T4" fmla="*/ 145 w 292"/>
                    <a:gd name="T5" fmla="*/ 0 h 290"/>
                    <a:gd name="T6" fmla="*/ 43 w 292"/>
                    <a:gd name="T7" fmla="*/ 42 h 290"/>
                    <a:gd name="T8" fmla="*/ 0 w 292"/>
                    <a:gd name="T9" fmla="*/ 146 h 290"/>
                    <a:gd name="T10" fmla="*/ 43 w 292"/>
                    <a:gd name="T11" fmla="*/ 248 h 290"/>
                    <a:gd name="T12" fmla="*/ 145 w 292"/>
                    <a:gd name="T13" fmla="*/ 290 h 290"/>
                    <a:gd name="T14" fmla="*/ 248 w 292"/>
                    <a:gd name="T15" fmla="*/ 248 h 290"/>
                    <a:gd name="T16" fmla="*/ 291 w 292"/>
                    <a:gd name="T17" fmla="*/ 146 h 290"/>
                    <a:gd name="T18" fmla="*/ 292 w 292"/>
                    <a:gd name="T19" fmla="*/ 146 h 29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2"/>
                    <a:gd name="T31" fmla="*/ 0 h 290"/>
                    <a:gd name="T32" fmla="*/ 292 w 292"/>
                    <a:gd name="T33" fmla="*/ 290 h 29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2" h="290">
                      <a:moveTo>
                        <a:pt x="291" y="146"/>
                      </a:moveTo>
                      <a:lnTo>
                        <a:pt x="248" y="42"/>
                      </a:lnTo>
                      <a:lnTo>
                        <a:pt x="145" y="0"/>
                      </a:lnTo>
                      <a:lnTo>
                        <a:pt x="43" y="42"/>
                      </a:lnTo>
                      <a:lnTo>
                        <a:pt x="0" y="146"/>
                      </a:lnTo>
                      <a:lnTo>
                        <a:pt x="43" y="248"/>
                      </a:lnTo>
                      <a:lnTo>
                        <a:pt x="145" y="290"/>
                      </a:lnTo>
                      <a:lnTo>
                        <a:pt x="248" y="248"/>
                      </a:lnTo>
                      <a:lnTo>
                        <a:pt x="291" y="146"/>
                      </a:lnTo>
                      <a:lnTo>
                        <a:pt x="292" y="14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4" name="Freeform 139"/>
                <p:cNvSpPr/>
                <p:nvPr/>
              </p:nvSpPr>
              <p:spPr bwMode="auto">
                <a:xfrm>
                  <a:off x="3508" y="2473"/>
                  <a:ext cx="73" cy="72"/>
                </a:xfrm>
                <a:custGeom>
                  <a:avLst/>
                  <a:gdLst>
                    <a:gd name="T0" fmla="*/ 290 w 292"/>
                    <a:gd name="T1" fmla="*/ 145 h 291"/>
                    <a:gd name="T2" fmla="*/ 248 w 292"/>
                    <a:gd name="T3" fmla="*/ 43 h 291"/>
                    <a:gd name="T4" fmla="*/ 146 w 292"/>
                    <a:gd name="T5" fmla="*/ 0 h 291"/>
                    <a:gd name="T6" fmla="*/ 42 w 292"/>
                    <a:gd name="T7" fmla="*/ 43 h 291"/>
                    <a:gd name="T8" fmla="*/ 0 w 292"/>
                    <a:gd name="T9" fmla="*/ 145 h 291"/>
                    <a:gd name="T10" fmla="*/ 42 w 292"/>
                    <a:gd name="T11" fmla="*/ 248 h 291"/>
                    <a:gd name="T12" fmla="*/ 146 w 292"/>
                    <a:gd name="T13" fmla="*/ 291 h 291"/>
                    <a:gd name="T14" fmla="*/ 248 w 292"/>
                    <a:gd name="T15" fmla="*/ 248 h 291"/>
                    <a:gd name="T16" fmla="*/ 290 w 292"/>
                    <a:gd name="T17" fmla="*/ 145 h 291"/>
                    <a:gd name="T18" fmla="*/ 292 w 292"/>
                    <a:gd name="T19" fmla="*/ 145 h 29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2"/>
                    <a:gd name="T31" fmla="*/ 0 h 291"/>
                    <a:gd name="T32" fmla="*/ 292 w 292"/>
                    <a:gd name="T33" fmla="*/ 291 h 291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2" h="291">
                      <a:moveTo>
                        <a:pt x="290" y="145"/>
                      </a:moveTo>
                      <a:lnTo>
                        <a:pt x="248" y="43"/>
                      </a:lnTo>
                      <a:lnTo>
                        <a:pt x="146" y="0"/>
                      </a:lnTo>
                      <a:lnTo>
                        <a:pt x="42" y="43"/>
                      </a:lnTo>
                      <a:lnTo>
                        <a:pt x="0" y="145"/>
                      </a:lnTo>
                      <a:lnTo>
                        <a:pt x="42" y="248"/>
                      </a:lnTo>
                      <a:lnTo>
                        <a:pt x="146" y="291"/>
                      </a:lnTo>
                      <a:lnTo>
                        <a:pt x="248" y="248"/>
                      </a:lnTo>
                      <a:lnTo>
                        <a:pt x="290" y="145"/>
                      </a:lnTo>
                      <a:lnTo>
                        <a:pt x="292" y="145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5" name="Freeform 140"/>
                <p:cNvSpPr/>
                <p:nvPr/>
              </p:nvSpPr>
              <p:spPr bwMode="auto">
                <a:xfrm>
                  <a:off x="3629" y="2473"/>
                  <a:ext cx="73" cy="72"/>
                </a:xfrm>
                <a:custGeom>
                  <a:avLst/>
                  <a:gdLst>
                    <a:gd name="T0" fmla="*/ 290 w 292"/>
                    <a:gd name="T1" fmla="*/ 145 h 291"/>
                    <a:gd name="T2" fmla="*/ 248 w 292"/>
                    <a:gd name="T3" fmla="*/ 43 h 291"/>
                    <a:gd name="T4" fmla="*/ 144 w 292"/>
                    <a:gd name="T5" fmla="*/ 0 h 291"/>
                    <a:gd name="T6" fmla="*/ 43 w 292"/>
                    <a:gd name="T7" fmla="*/ 43 h 291"/>
                    <a:gd name="T8" fmla="*/ 0 w 292"/>
                    <a:gd name="T9" fmla="*/ 145 h 291"/>
                    <a:gd name="T10" fmla="*/ 43 w 292"/>
                    <a:gd name="T11" fmla="*/ 248 h 291"/>
                    <a:gd name="T12" fmla="*/ 144 w 292"/>
                    <a:gd name="T13" fmla="*/ 291 h 291"/>
                    <a:gd name="T14" fmla="*/ 248 w 292"/>
                    <a:gd name="T15" fmla="*/ 248 h 291"/>
                    <a:gd name="T16" fmla="*/ 290 w 292"/>
                    <a:gd name="T17" fmla="*/ 145 h 291"/>
                    <a:gd name="T18" fmla="*/ 292 w 292"/>
                    <a:gd name="T19" fmla="*/ 145 h 29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2"/>
                    <a:gd name="T31" fmla="*/ 0 h 291"/>
                    <a:gd name="T32" fmla="*/ 292 w 292"/>
                    <a:gd name="T33" fmla="*/ 291 h 291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2" h="291">
                      <a:moveTo>
                        <a:pt x="290" y="145"/>
                      </a:moveTo>
                      <a:lnTo>
                        <a:pt x="248" y="43"/>
                      </a:lnTo>
                      <a:lnTo>
                        <a:pt x="144" y="0"/>
                      </a:lnTo>
                      <a:lnTo>
                        <a:pt x="43" y="43"/>
                      </a:lnTo>
                      <a:lnTo>
                        <a:pt x="0" y="145"/>
                      </a:lnTo>
                      <a:lnTo>
                        <a:pt x="43" y="248"/>
                      </a:lnTo>
                      <a:lnTo>
                        <a:pt x="144" y="291"/>
                      </a:lnTo>
                      <a:lnTo>
                        <a:pt x="248" y="248"/>
                      </a:lnTo>
                      <a:lnTo>
                        <a:pt x="290" y="145"/>
                      </a:lnTo>
                      <a:lnTo>
                        <a:pt x="292" y="145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6" name="Freeform 141"/>
                <p:cNvSpPr/>
                <p:nvPr/>
              </p:nvSpPr>
              <p:spPr bwMode="auto">
                <a:xfrm>
                  <a:off x="3750" y="2473"/>
                  <a:ext cx="73" cy="72"/>
                </a:xfrm>
                <a:custGeom>
                  <a:avLst/>
                  <a:gdLst>
                    <a:gd name="T0" fmla="*/ 290 w 292"/>
                    <a:gd name="T1" fmla="*/ 145 h 291"/>
                    <a:gd name="T2" fmla="*/ 248 w 292"/>
                    <a:gd name="T3" fmla="*/ 43 h 291"/>
                    <a:gd name="T4" fmla="*/ 145 w 292"/>
                    <a:gd name="T5" fmla="*/ 0 h 291"/>
                    <a:gd name="T6" fmla="*/ 43 w 292"/>
                    <a:gd name="T7" fmla="*/ 43 h 291"/>
                    <a:gd name="T8" fmla="*/ 0 w 292"/>
                    <a:gd name="T9" fmla="*/ 145 h 291"/>
                    <a:gd name="T10" fmla="*/ 43 w 292"/>
                    <a:gd name="T11" fmla="*/ 248 h 291"/>
                    <a:gd name="T12" fmla="*/ 145 w 292"/>
                    <a:gd name="T13" fmla="*/ 291 h 291"/>
                    <a:gd name="T14" fmla="*/ 248 w 292"/>
                    <a:gd name="T15" fmla="*/ 248 h 291"/>
                    <a:gd name="T16" fmla="*/ 290 w 292"/>
                    <a:gd name="T17" fmla="*/ 145 h 291"/>
                    <a:gd name="T18" fmla="*/ 292 w 292"/>
                    <a:gd name="T19" fmla="*/ 145 h 29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2"/>
                    <a:gd name="T31" fmla="*/ 0 h 291"/>
                    <a:gd name="T32" fmla="*/ 292 w 292"/>
                    <a:gd name="T33" fmla="*/ 291 h 291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2" h="291">
                      <a:moveTo>
                        <a:pt x="290" y="145"/>
                      </a:moveTo>
                      <a:lnTo>
                        <a:pt x="248" y="43"/>
                      </a:lnTo>
                      <a:lnTo>
                        <a:pt x="145" y="0"/>
                      </a:lnTo>
                      <a:lnTo>
                        <a:pt x="43" y="43"/>
                      </a:lnTo>
                      <a:lnTo>
                        <a:pt x="0" y="145"/>
                      </a:lnTo>
                      <a:lnTo>
                        <a:pt x="43" y="248"/>
                      </a:lnTo>
                      <a:lnTo>
                        <a:pt x="145" y="291"/>
                      </a:lnTo>
                      <a:lnTo>
                        <a:pt x="248" y="248"/>
                      </a:lnTo>
                      <a:lnTo>
                        <a:pt x="290" y="145"/>
                      </a:lnTo>
                      <a:lnTo>
                        <a:pt x="292" y="145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7" name="Freeform 142"/>
                <p:cNvSpPr/>
                <p:nvPr/>
              </p:nvSpPr>
              <p:spPr bwMode="auto">
                <a:xfrm>
                  <a:off x="3870" y="2473"/>
                  <a:ext cx="73" cy="72"/>
                </a:xfrm>
                <a:custGeom>
                  <a:avLst/>
                  <a:gdLst>
                    <a:gd name="T0" fmla="*/ 290 w 291"/>
                    <a:gd name="T1" fmla="*/ 145 h 291"/>
                    <a:gd name="T2" fmla="*/ 248 w 291"/>
                    <a:gd name="T3" fmla="*/ 43 h 291"/>
                    <a:gd name="T4" fmla="*/ 146 w 291"/>
                    <a:gd name="T5" fmla="*/ 0 h 291"/>
                    <a:gd name="T6" fmla="*/ 42 w 291"/>
                    <a:gd name="T7" fmla="*/ 43 h 291"/>
                    <a:gd name="T8" fmla="*/ 0 w 291"/>
                    <a:gd name="T9" fmla="*/ 145 h 291"/>
                    <a:gd name="T10" fmla="*/ 42 w 291"/>
                    <a:gd name="T11" fmla="*/ 248 h 291"/>
                    <a:gd name="T12" fmla="*/ 146 w 291"/>
                    <a:gd name="T13" fmla="*/ 291 h 291"/>
                    <a:gd name="T14" fmla="*/ 248 w 291"/>
                    <a:gd name="T15" fmla="*/ 248 h 291"/>
                    <a:gd name="T16" fmla="*/ 290 w 291"/>
                    <a:gd name="T17" fmla="*/ 145 h 291"/>
                    <a:gd name="T18" fmla="*/ 291 w 291"/>
                    <a:gd name="T19" fmla="*/ 145 h 29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1"/>
                    <a:gd name="T31" fmla="*/ 0 h 291"/>
                    <a:gd name="T32" fmla="*/ 291 w 291"/>
                    <a:gd name="T33" fmla="*/ 291 h 291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1" h="291">
                      <a:moveTo>
                        <a:pt x="290" y="145"/>
                      </a:moveTo>
                      <a:lnTo>
                        <a:pt x="248" y="43"/>
                      </a:lnTo>
                      <a:lnTo>
                        <a:pt x="146" y="0"/>
                      </a:lnTo>
                      <a:lnTo>
                        <a:pt x="42" y="43"/>
                      </a:lnTo>
                      <a:lnTo>
                        <a:pt x="0" y="145"/>
                      </a:lnTo>
                      <a:lnTo>
                        <a:pt x="42" y="248"/>
                      </a:lnTo>
                      <a:lnTo>
                        <a:pt x="146" y="291"/>
                      </a:lnTo>
                      <a:lnTo>
                        <a:pt x="248" y="248"/>
                      </a:lnTo>
                      <a:lnTo>
                        <a:pt x="290" y="145"/>
                      </a:lnTo>
                      <a:lnTo>
                        <a:pt x="291" y="145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8" name="Freeform 143"/>
                <p:cNvSpPr/>
                <p:nvPr/>
              </p:nvSpPr>
              <p:spPr bwMode="auto">
                <a:xfrm>
                  <a:off x="3931" y="2368"/>
                  <a:ext cx="73" cy="73"/>
                </a:xfrm>
                <a:custGeom>
                  <a:avLst/>
                  <a:gdLst>
                    <a:gd name="T0" fmla="*/ 291 w 292"/>
                    <a:gd name="T1" fmla="*/ 146 h 290"/>
                    <a:gd name="T2" fmla="*/ 248 w 292"/>
                    <a:gd name="T3" fmla="*/ 42 h 290"/>
                    <a:gd name="T4" fmla="*/ 145 w 292"/>
                    <a:gd name="T5" fmla="*/ 0 h 290"/>
                    <a:gd name="T6" fmla="*/ 43 w 292"/>
                    <a:gd name="T7" fmla="*/ 42 h 290"/>
                    <a:gd name="T8" fmla="*/ 0 w 292"/>
                    <a:gd name="T9" fmla="*/ 146 h 290"/>
                    <a:gd name="T10" fmla="*/ 43 w 292"/>
                    <a:gd name="T11" fmla="*/ 248 h 290"/>
                    <a:gd name="T12" fmla="*/ 145 w 292"/>
                    <a:gd name="T13" fmla="*/ 290 h 290"/>
                    <a:gd name="T14" fmla="*/ 248 w 292"/>
                    <a:gd name="T15" fmla="*/ 248 h 290"/>
                    <a:gd name="T16" fmla="*/ 291 w 292"/>
                    <a:gd name="T17" fmla="*/ 146 h 290"/>
                    <a:gd name="T18" fmla="*/ 292 w 292"/>
                    <a:gd name="T19" fmla="*/ 146 h 29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2"/>
                    <a:gd name="T31" fmla="*/ 0 h 290"/>
                    <a:gd name="T32" fmla="*/ 292 w 292"/>
                    <a:gd name="T33" fmla="*/ 290 h 29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2" h="290">
                      <a:moveTo>
                        <a:pt x="291" y="146"/>
                      </a:moveTo>
                      <a:lnTo>
                        <a:pt x="248" y="42"/>
                      </a:lnTo>
                      <a:lnTo>
                        <a:pt x="145" y="0"/>
                      </a:lnTo>
                      <a:lnTo>
                        <a:pt x="43" y="42"/>
                      </a:lnTo>
                      <a:lnTo>
                        <a:pt x="0" y="146"/>
                      </a:lnTo>
                      <a:lnTo>
                        <a:pt x="43" y="248"/>
                      </a:lnTo>
                      <a:lnTo>
                        <a:pt x="145" y="290"/>
                      </a:lnTo>
                      <a:lnTo>
                        <a:pt x="248" y="248"/>
                      </a:lnTo>
                      <a:lnTo>
                        <a:pt x="291" y="146"/>
                      </a:lnTo>
                      <a:lnTo>
                        <a:pt x="292" y="14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9" name="Freeform 144"/>
                <p:cNvSpPr/>
                <p:nvPr/>
              </p:nvSpPr>
              <p:spPr bwMode="auto">
                <a:xfrm>
                  <a:off x="4052" y="2368"/>
                  <a:ext cx="73" cy="73"/>
                </a:xfrm>
                <a:custGeom>
                  <a:avLst/>
                  <a:gdLst>
                    <a:gd name="T0" fmla="*/ 291 w 292"/>
                    <a:gd name="T1" fmla="*/ 146 h 290"/>
                    <a:gd name="T2" fmla="*/ 248 w 292"/>
                    <a:gd name="T3" fmla="*/ 42 h 290"/>
                    <a:gd name="T4" fmla="*/ 146 w 292"/>
                    <a:gd name="T5" fmla="*/ 0 h 290"/>
                    <a:gd name="T6" fmla="*/ 43 w 292"/>
                    <a:gd name="T7" fmla="*/ 42 h 290"/>
                    <a:gd name="T8" fmla="*/ 0 w 292"/>
                    <a:gd name="T9" fmla="*/ 146 h 290"/>
                    <a:gd name="T10" fmla="*/ 43 w 292"/>
                    <a:gd name="T11" fmla="*/ 248 h 290"/>
                    <a:gd name="T12" fmla="*/ 146 w 292"/>
                    <a:gd name="T13" fmla="*/ 290 h 290"/>
                    <a:gd name="T14" fmla="*/ 248 w 292"/>
                    <a:gd name="T15" fmla="*/ 248 h 290"/>
                    <a:gd name="T16" fmla="*/ 291 w 292"/>
                    <a:gd name="T17" fmla="*/ 146 h 290"/>
                    <a:gd name="T18" fmla="*/ 292 w 292"/>
                    <a:gd name="T19" fmla="*/ 146 h 29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2"/>
                    <a:gd name="T31" fmla="*/ 0 h 290"/>
                    <a:gd name="T32" fmla="*/ 292 w 292"/>
                    <a:gd name="T33" fmla="*/ 290 h 29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2" h="290">
                      <a:moveTo>
                        <a:pt x="291" y="146"/>
                      </a:moveTo>
                      <a:lnTo>
                        <a:pt x="248" y="42"/>
                      </a:lnTo>
                      <a:lnTo>
                        <a:pt x="146" y="0"/>
                      </a:lnTo>
                      <a:lnTo>
                        <a:pt x="43" y="42"/>
                      </a:lnTo>
                      <a:lnTo>
                        <a:pt x="0" y="146"/>
                      </a:lnTo>
                      <a:lnTo>
                        <a:pt x="43" y="248"/>
                      </a:lnTo>
                      <a:lnTo>
                        <a:pt x="146" y="290"/>
                      </a:lnTo>
                      <a:lnTo>
                        <a:pt x="248" y="248"/>
                      </a:lnTo>
                      <a:lnTo>
                        <a:pt x="291" y="146"/>
                      </a:lnTo>
                      <a:lnTo>
                        <a:pt x="292" y="14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0" name="Freeform 145"/>
                <p:cNvSpPr/>
                <p:nvPr/>
              </p:nvSpPr>
              <p:spPr bwMode="auto">
                <a:xfrm>
                  <a:off x="4112" y="2263"/>
                  <a:ext cx="73" cy="73"/>
                </a:xfrm>
                <a:custGeom>
                  <a:avLst/>
                  <a:gdLst>
                    <a:gd name="T0" fmla="*/ 290 w 292"/>
                    <a:gd name="T1" fmla="*/ 146 h 291"/>
                    <a:gd name="T2" fmla="*/ 248 w 292"/>
                    <a:gd name="T3" fmla="*/ 43 h 291"/>
                    <a:gd name="T4" fmla="*/ 144 w 292"/>
                    <a:gd name="T5" fmla="*/ 0 h 291"/>
                    <a:gd name="T6" fmla="*/ 42 w 292"/>
                    <a:gd name="T7" fmla="*/ 43 h 291"/>
                    <a:gd name="T8" fmla="*/ 0 w 292"/>
                    <a:gd name="T9" fmla="*/ 146 h 291"/>
                    <a:gd name="T10" fmla="*/ 42 w 292"/>
                    <a:gd name="T11" fmla="*/ 248 h 291"/>
                    <a:gd name="T12" fmla="*/ 144 w 292"/>
                    <a:gd name="T13" fmla="*/ 291 h 291"/>
                    <a:gd name="T14" fmla="*/ 248 w 292"/>
                    <a:gd name="T15" fmla="*/ 248 h 291"/>
                    <a:gd name="T16" fmla="*/ 290 w 292"/>
                    <a:gd name="T17" fmla="*/ 146 h 291"/>
                    <a:gd name="T18" fmla="*/ 292 w 292"/>
                    <a:gd name="T19" fmla="*/ 146 h 29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2"/>
                    <a:gd name="T31" fmla="*/ 0 h 291"/>
                    <a:gd name="T32" fmla="*/ 292 w 292"/>
                    <a:gd name="T33" fmla="*/ 291 h 291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2" h="291">
                      <a:moveTo>
                        <a:pt x="290" y="146"/>
                      </a:moveTo>
                      <a:lnTo>
                        <a:pt x="248" y="43"/>
                      </a:lnTo>
                      <a:lnTo>
                        <a:pt x="144" y="0"/>
                      </a:lnTo>
                      <a:lnTo>
                        <a:pt x="42" y="43"/>
                      </a:lnTo>
                      <a:lnTo>
                        <a:pt x="0" y="146"/>
                      </a:lnTo>
                      <a:lnTo>
                        <a:pt x="42" y="248"/>
                      </a:lnTo>
                      <a:lnTo>
                        <a:pt x="144" y="291"/>
                      </a:lnTo>
                      <a:lnTo>
                        <a:pt x="248" y="248"/>
                      </a:lnTo>
                      <a:lnTo>
                        <a:pt x="290" y="146"/>
                      </a:lnTo>
                      <a:lnTo>
                        <a:pt x="292" y="14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1" name="Freeform 146"/>
                <p:cNvSpPr/>
                <p:nvPr/>
              </p:nvSpPr>
              <p:spPr bwMode="auto">
                <a:xfrm>
                  <a:off x="4173" y="2158"/>
                  <a:ext cx="73" cy="73"/>
                </a:xfrm>
                <a:custGeom>
                  <a:avLst/>
                  <a:gdLst>
                    <a:gd name="T0" fmla="*/ 291 w 292"/>
                    <a:gd name="T1" fmla="*/ 146 h 292"/>
                    <a:gd name="T2" fmla="*/ 248 w 292"/>
                    <a:gd name="T3" fmla="*/ 42 h 292"/>
                    <a:gd name="T4" fmla="*/ 145 w 292"/>
                    <a:gd name="T5" fmla="*/ 0 h 292"/>
                    <a:gd name="T6" fmla="*/ 43 w 292"/>
                    <a:gd name="T7" fmla="*/ 42 h 292"/>
                    <a:gd name="T8" fmla="*/ 0 w 292"/>
                    <a:gd name="T9" fmla="*/ 146 h 292"/>
                    <a:gd name="T10" fmla="*/ 43 w 292"/>
                    <a:gd name="T11" fmla="*/ 249 h 292"/>
                    <a:gd name="T12" fmla="*/ 145 w 292"/>
                    <a:gd name="T13" fmla="*/ 292 h 292"/>
                    <a:gd name="T14" fmla="*/ 248 w 292"/>
                    <a:gd name="T15" fmla="*/ 249 h 292"/>
                    <a:gd name="T16" fmla="*/ 291 w 292"/>
                    <a:gd name="T17" fmla="*/ 146 h 292"/>
                    <a:gd name="T18" fmla="*/ 292 w 292"/>
                    <a:gd name="T19" fmla="*/ 146 h 29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2"/>
                    <a:gd name="T31" fmla="*/ 0 h 292"/>
                    <a:gd name="T32" fmla="*/ 292 w 292"/>
                    <a:gd name="T33" fmla="*/ 292 h 29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2" h="292">
                      <a:moveTo>
                        <a:pt x="291" y="146"/>
                      </a:moveTo>
                      <a:lnTo>
                        <a:pt x="248" y="42"/>
                      </a:lnTo>
                      <a:lnTo>
                        <a:pt x="145" y="0"/>
                      </a:lnTo>
                      <a:lnTo>
                        <a:pt x="43" y="42"/>
                      </a:lnTo>
                      <a:lnTo>
                        <a:pt x="0" y="146"/>
                      </a:lnTo>
                      <a:lnTo>
                        <a:pt x="43" y="249"/>
                      </a:lnTo>
                      <a:lnTo>
                        <a:pt x="145" y="292"/>
                      </a:lnTo>
                      <a:lnTo>
                        <a:pt x="248" y="249"/>
                      </a:lnTo>
                      <a:lnTo>
                        <a:pt x="291" y="146"/>
                      </a:lnTo>
                      <a:lnTo>
                        <a:pt x="292" y="14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2" name="Freeform 147"/>
                <p:cNvSpPr/>
                <p:nvPr/>
              </p:nvSpPr>
              <p:spPr bwMode="auto">
                <a:xfrm>
                  <a:off x="4233" y="2053"/>
                  <a:ext cx="73" cy="73"/>
                </a:xfrm>
                <a:custGeom>
                  <a:avLst/>
                  <a:gdLst>
                    <a:gd name="T0" fmla="*/ 290 w 291"/>
                    <a:gd name="T1" fmla="*/ 146 h 292"/>
                    <a:gd name="T2" fmla="*/ 247 w 291"/>
                    <a:gd name="T3" fmla="*/ 43 h 292"/>
                    <a:gd name="T4" fmla="*/ 145 w 291"/>
                    <a:gd name="T5" fmla="*/ 0 h 292"/>
                    <a:gd name="T6" fmla="*/ 42 w 291"/>
                    <a:gd name="T7" fmla="*/ 43 h 292"/>
                    <a:gd name="T8" fmla="*/ 0 w 291"/>
                    <a:gd name="T9" fmla="*/ 146 h 292"/>
                    <a:gd name="T10" fmla="*/ 42 w 291"/>
                    <a:gd name="T11" fmla="*/ 249 h 292"/>
                    <a:gd name="T12" fmla="*/ 145 w 291"/>
                    <a:gd name="T13" fmla="*/ 292 h 292"/>
                    <a:gd name="T14" fmla="*/ 247 w 291"/>
                    <a:gd name="T15" fmla="*/ 249 h 292"/>
                    <a:gd name="T16" fmla="*/ 290 w 291"/>
                    <a:gd name="T17" fmla="*/ 146 h 292"/>
                    <a:gd name="T18" fmla="*/ 291 w 291"/>
                    <a:gd name="T19" fmla="*/ 146 h 29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1"/>
                    <a:gd name="T31" fmla="*/ 0 h 292"/>
                    <a:gd name="T32" fmla="*/ 291 w 291"/>
                    <a:gd name="T33" fmla="*/ 292 h 29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1" h="292">
                      <a:moveTo>
                        <a:pt x="290" y="146"/>
                      </a:moveTo>
                      <a:lnTo>
                        <a:pt x="247" y="43"/>
                      </a:lnTo>
                      <a:lnTo>
                        <a:pt x="145" y="0"/>
                      </a:lnTo>
                      <a:lnTo>
                        <a:pt x="42" y="43"/>
                      </a:lnTo>
                      <a:lnTo>
                        <a:pt x="0" y="146"/>
                      </a:lnTo>
                      <a:lnTo>
                        <a:pt x="42" y="249"/>
                      </a:lnTo>
                      <a:lnTo>
                        <a:pt x="145" y="292"/>
                      </a:lnTo>
                      <a:lnTo>
                        <a:pt x="247" y="249"/>
                      </a:lnTo>
                      <a:lnTo>
                        <a:pt x="290" y="146"/>
                      </a:lnTo>
                      <a:lnTo>
                        <a:pt x="291" y="14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3" name="Freeform 148"/>
                <p:cNvSpPr/>
                <p:nvPr/>
              </p:nvSpPr>
              <p:spPr bwMode="auto">
                <a:xfrm>
                  <a:off x="4233" y="1844"/>
                  <a:ext cx="73" cy="73"/>
                </a:xfrm>
                <a:custGeom>
                  <a:avLst/>
                  <a:gdLst>
                    <a:gd name="T0" fmla="*/ 290 w 291"/>
                    <a:gd name="T1" fmla="*/ 144 h 290"/>
                    <a:gd name="T2" fmla="*/ 247 w 291"/>
                    <a:gd name="T3" fmla="*/ 42 h 290"/>
                    <a:gd name="T4" fmla="*/ 145 w 291"/>
                    <a:gd name="T5" fmla="*/ 0 h 290"/>
                    <a:gd name="T6" fmla="*/ 42 w 291"/>
                    <a:gd name="T7" fmla="*/ 42 h 290"/>
                    <a:gd name="T8" fmla="*/ 0 w 291"/>
                    <a:gd name="T9" fmla="*/ 144 h 290"/>
                    <a:gd name="T10" fmla="*/ 42 w 291"/>
                    <a:gd name="T11" fmla="*/ 247 h 290"/>
                    <a:gd name="T12" fmla="*/ 145 w 291"/>
                    <a:gd name="T13" fmla="*/ 290 h 290"/>
                    <a:gd name="T14" fmla="*/ 247 w 291"/>
                    <a:gd name="T15" fmla="*/ 247 h 290"/>
                    <a:gd name="T16" fmla="*/ 290 w 291"/>
                    <a:gd name="T17" fmla="*/ 144 h 290"/>
                    <a:gd name="T18" fmla="*/ 291 w 291"/>
                    <a:gd name="T19" fmla="*/ 144 h 29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1"/>
                    <a:gd name="T31" fmla="*/ 0 h 290"/>
                    <a:gd name="T32" fmla="*/ 291 w 291"/>
                    <a:gd name="T33" fmla="*/ 290 h 29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1" h="290">
                      <a:moveTo>
                        <a:pt x="290" y="144"/>
                      </a:moveTo>
                      <a:lnTo>
                        <a:pt x="247" y="42"/>
                      </a:lnTo>
                      <a:lnTo>
                        <a:pt x="145" y="0"/>
                      </a:lnTo>
                      <a:lnTo>
                        <a:pt x="42" y="42"/>
                      </a:lnTo>
                      <a:lnTo>
                        <a:pt x="0" y="144"/>
                      </a:lnTo>
                      <a:lnTo>
                        <a:pt x="42" y="247"/>
                      </a:lnTo>
                      <a:lnTo>
                        <a:pt x="145" y="290"/>
                      </a:lnTo>
                      <a:lnTo>
                        <a:pt x="247" y="247"/>
                      </a:lnTo>
                      <a:lnTo>
                        <a:pt x="290" y="144"/>
                      </a:lnTo>
                      <a:lnTo>
                        <a:pt x="291" y="144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4" name="Freeform 149"/>
                <p:cNvSpPr/>
                <p:nvPr/>
              </p:nvSpPr>
              <p:spPr bwMode="auto">
                <a:xfrm>
                  <a:off x="4173" y="1739"/>
                  <a:ext cx="73" cy="73"/>
                </a:xfrm>
                <a:custGeom>
                  <a:avLst/>
                  <a:gdLst>
                    <a:gd name="T0" fmla="*/ 291 w 292"/>
                    <a:gd name="T1" fmla="*/ 146 h 291"/>
                    <a:gd name="T2" fmla="*/ 248 w 292"/>
                    <a:gd name="T3" fmla="*/ 43 h 291"/>
                    <a:gd name="T4" fmla="*/ 145 w 292"/>
                    <a:gd name="T5" fmla="*/ 0 h 291"/>
                    <a:gd name="T6" fmla="*/ 43 w 292"/>
                    <a:gd name="T7" fmla="*/ 43 h 291"/>
                    <a:gd name="T8" fmla="*/ 0 w 292"/>
                    <a:gd name="T9" fmla="*/ 146 h 291"/>
                    <a:gd name="T10" fmla="*/ 43 w 292"/>
                    <a:gd name="T11" fmla="*/ 248 h 291"/>
                    <a:gd name="T12" fmla="*/ 145 w 292"/>
                    <a:gd name="T13" fmla="*/ 291 h 291"/>
                    <a:gd name="T14" fmla="*/ 248 w 292"/>
                    <a:gd name="T15" fmla="*/ 248 h 291"/>
                    <a:gd name="T16" fmla="*/ 291 w 292"/>
                    <a:gd name="T17" fmla="*/ 146 h 291"/>
                    <a:gd name="T18" fmla="*/ 292 w 292"/>
                    <a:gd name="T19" fmla="*/ 146 h 29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2"/>
                    <a:gd name="T31" fmla="*/ 0 h 291"/>
                    <a:gd name="T32" fmla="*/ 292 w 292"/>
                    <a:gd name="T33" fmla="*/ 291 h 291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2" h="291">
                      <a:moveTo>
                        <a:pt x="291" y="146"/>
                      </a:moveTo>
                      <a:lnTo>
                        <a:pt x="248" y="43"/>
                      </a:lnTo>
                      <a:lnTo>
                        <a:pt x="145" y="0"/>
                      </a:lnTo>
                      <a:lnTo>
                        <a:pt x="43" y="43"/>
                      </a:lnTo>
                      <a:lnTo>
                        <a:pt x="0" y="146"/>
                      </a:lnTo>
                      <a:lnTo>
                        <a:pt x="43" y="248"/>
                      </a:lnTo>
                      <a:lnTo>
                        <a:pt x="145" y="291"/>
                      </a:lnTo>
                      <a:lnTo>
                        <a:pt x="248" y="248"/>
                      </a:lnTo>
                      <a:lnTo>
                        <a:pt x="291" y="146"/>
                      </a:lnTo>
                      <a:lnTo>
                        <a:pt x="292" y="14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5" name="Freeform 150"/>
                <p:cNvSpPr/>
                <p:nvPr/>
              </p:nvSpPr>
              <p:spPr bwMode="auto">
                <a:xfrm>
                  <a:off x="4112" y="1634"/>
                  <a:ext cx="73" cy="73"/>
                </a:xfrm>
                <a:custGeom>
                  <a:avLst/>
                  <a:gdLst>
                    <a:gd name="T0" fmla="*/ 290 w 292"/>
                    <a:gd name="T1" fmla="*/ 146 h 290"/>
                    <a:gd name="T2" fmla="*/ 248 w 292"/>
                    <a:gd name="T3" fmla="*/ 42 h 290"/>
                    <a:gd name="T4" fmla="*/ 144 w 292"/>
                    <a:gd name="T5" fmla="*/ 0 h 290"/>
                    <a:gd name="T6" fmla="*/ 42 w 292"/>
                    <a:gd name="T7" fmla="*/ 42 h 290"/>
                    <a:gd name="T8" fmla="*/ 0 w 292"/>
                    <a:gd name="T9" fmla="*/ 146 h 290"/>
                    <a:gd name="T10" fmla="*/ 42 w 292"/>
                    <a:gd name="T11" fmla="*/ 247 h 290"/>
                    <a:gd name="T12" fmla="*/ 144 w 292"/>
                    <a:gd name="T13" fmla="*/ 290 h 290"/>
                    <a:gd name="T14" fmla="*/ 248 w 292"/>
                    <a:gd name="T15" fmla="*/ 247 h 290"/>
                    <a:gd name="T16" fmla="*/ 290 w 292"/>
                    <a:gd name="T17" fmla="*/ 146 h 290"/>
                    <a:gd name="T18" fmla="*/ 292 w 292"/>
                    <a:gd name="T19" fmla="*/ 146 h 29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2"/>
                    <a:gd name="T31" fmla="*/ 0 h 290"/>
                    <a:gd name="T32" fmla="*/ 292 w 292"/>
                    <a:gd name="T33" fmla="*/ 290 h 29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2" h="290">
                      <a:moveTo>
                        <a:pt x="290" y="146"/>
                      </a:moveTo>
                      <a:lnTo>
                        <a:pt x="248" y="42"/>
                      </a:lnTo>
                      <a:lnTo>
                        <a:pt x="144" y="0"/>
                      </a:lnTo>
                      <a:lnTo>
                        <a:pt x="42" y="42"/>
                      </a:lnTo>
                      <a:lnTo>
                        <a:pt x="0" y="146"/>
                      </a:lnTo>
                      <a:lnTo>
                        <a:pt x="42" y="247"/>
                      </a:lnTo>
                      <a:lnTo>
                        <a:pt x="144" y="290"/>
                      </a:lnTo>
                      <a:lnTo>
                        <a:pt x="248" y="247"/>
                      </a:lnTo>
                      <a:lnTo>
                        <a:pt x="290" y="146"/>
                      </a:lnTo>
                      <a:lnTo>
                        <a:pt x="292" y="14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6" name="Freeform 151"/>
                <p:cNvSpPr/>
                <p:nvPr/>
              </p:nvSpPr>
              <p:spPr bwMode="auto">
                <a:xfrm>
                  <a:off x="3689" y="1949"/>
                  <a:ext cx="73" cy="72"/>
                </a:xfrm>
                <a:custGeom>
                  <a:avLst/>
                  <a:gdLst>
                    <a:gd name="T0" fmla="*/ 291 w 292"/>
                    <a:gd name="T1" fmla="*/ 145 h 291"/>
                    <a:gd name="T2" fmla="*/ 248 w 292"/>
                    <a:gd name="T3" fmla="*/ 43 h 291"/>
                    <a:gd name="T4" fmla="*/ 146 w 292"/>
                    <a:gd name="T5" fmla="*/ 0 h 291"/>
                    <a:gd name="T6" fmla="*/ 43 w 292"/>
                    <a:gd name="T7" fmla="*/ 43 h 291"/>
                    <a:gd name="T8" fmla="*/ 0 w 292"/>
                    <a:gd name="T9" fmla="*/ 145 h 291"/>
                    <a:gd name="T10" fmla="*/ 43 w 292"/>
                    <a:gd name="T11" fmla="*/ 248 h 291"/>
                    <a:gd name="T12" fmla="*/ 146 w 292"/>
                    <a:gd name="T13" fmla="*/ 291 h 291"/>
                    <a:gd name="T14" fmla="*/ 248 w 292"/>
                    <a:gd name="T15" fmla="*/ 248 h 291"/>
                    <a:gd name="T16" fmla="*/ 291 w 292"/>
                    <a:gd name="T17" fmla="*/ 145 h 291"/>
                    <a:gd name="T18" fmla="*/ 292 w 292"/>
                    <a:gd name="T19" fmla="*/ 145 h 29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2"/>
                    <a:gd name="T31" fmla="*/ 0 h 291"/>
                    <a:gd name="T32" fmla="*/ 292 w 292"/>
                    <a:gd name="T33" fmla="*/ 291 h 291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2" h="291">
                      <a:moveTo>
                        <a:pt x="291" y="145"/>
                      </a:moveTo>
                      <a:lnTo>
                        <a:pt x="248" y="43"/>
                      </a:lnTo>
                      <a:lnTo>
                        <a:pt x="146" y="0"/>
                      </a:lnTo>
                      <a:lnTo>
                        <a:pt x="43" y="43"/>
                      </a:lnTo>
                      <a:lnTo>
                        <a:pt x="0" y="145"/>
                      </a:lnTo>
                      <a:lnTo>
                        <a:pt x="43" y="248"/>
                      </a:lnTo>
                      <a:lnTo>
                        <a:pt x="146" y="291"/>
                      </a:lnTo>
                      <a:lnTo>
                        <a:pt x="248" y="248"/>
                      </a:lnTo>
                      <a:lnTo>
                        <a:pt x="291" y="145"/>
                      </a:lnTo>
                      <a:lnTo>
                        <a:pt x="292" y="145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7" name="Freeform 152"/>
                <p:cNvSpPr/>
                <p:nvPr/>
              </p:nvSpPr>
              <p:spPr bwMode="auto">
                <a:xfrm>
                  <a:off x="4173" y="1949"/>
                  <a:ext cx="73" cy="72"/>
                </a:xfrm>
                <a:custGeom>
                  <a:avLst/>
                  <a:gdLst>
                    <a:gd name="T0" fmla="*/ 291 w 292"/>
                    <a:gd name="T1" fmla="*/ 145 h 291"/>
                    <a:gd name="T2" fmla="*/ 248 w 292"/>
                    <a:gd name="T3" fmla="*/ 43 h 291"/>
                    <a:gd name="T4" fmla="*/ 145 w 292"/>
                    <a:gd name="T5" fmla="*/ 0 h 291"/>
                    <a:gd name="T6" fmla="*/ 43 w 292"/>
                    <a:gd name="T7" fmla="*/ 43 h 291"/>
                    <a:gd name="T8" fmla="*/ 0 w 292"/>
                    <a:gd name="T9" fmla="*/ 145 h 291"/>
                    <a:gd name="T10" fmla="*/ 43 w 292"/>
                    <a:gd name="T11" fmla="*/ 248 h 291"/>
                    <a:gd name="T12" fmla="*/ 145 w 292"/>
                    <a:gd name="T13" fmla="*/ 291 h 291"/>
                    <a:gd name="T14" fmla="*/ 248 w 292"/>
                    <a:gd name="T15" fmla="*/ 248 h 291"/>
                    <a:gd name="T16" fmla="*/ 291 w 292"/>
                    <a:gd name="T17" fmla="*/ 145 h 291"/>
                    <a:gd name="T18" fmla="*/ 292 w 292"/>
                    <a:gd name="T19" fmla="*/ 145 h 29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92"/>
                    <a:gd name="T31" fmla="*/ 0 h 291"/>
                    <a:gd name="T32" fmla="*/ 292 w 292"/>
                    <a:gd name="T33" fmla="*/ 291 h 291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92" h="291">
                      <a:moveTo>
                        <a:pt x="291" y="145"/>
                      </a:moveTo>
                      <a:lnTo>
                        <a:pt x="248" y="43"/>
                      </a:lnTo>
                      <a:lnTo>
                        <a:pt x="145" y="0"/>
                      </a:lnTo>
                      <a:lnTo>
                        <a:pt x="43" y="43"/>
                      </a:lnTo>
                      <a:lnTo>
                        <a:pt x="0" y="145"/>
                      </a:lnTo>
                      <a:lnTo>
                        <a:pt x="43" y="248"/>
                      </a:lnTo>
                      <a:lnTo>
                        <a:pt x="145" y="291"/>
                      </a:lnTo>
                      <a:lnTo>
                        <a:pt x="248" y="248"/>
                      </a:lnTo>
                      <a:lnTo>
                        <a:pt x="291" y="145"/>
                      </a:lnTo>
                      <a:lnTo>
                        <a:pt x="292" y="145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8" name="Freeform 164"/>
                <p:cNvSpPr/>
                <p:nvPr/>
              </p:nvSpPr>
              <p:spPr bwMode="auto">
                <a:xfrm>
                  <a:off x="3907" y="1447"/>
                  <a:ext cx="34" cy="14"/>
                </a:xfrm>
                <a:custGeom>
                  <a:avLst/>
                  <a:gdLst>
                    <a:gd name="T0" fmla="*/ 0 w 135"/>
                    <a:gd name="T1" fmla="*/ 55 h 55"/>
                    <a:gd name="T2" fmla="*/ 134 w 135"/>
                    <a:gd name="T3" fmla="*/ 0 h 55"/>
                    <a:gd name="T4" fmla="*/ 135 w 135"/>
                    <a:gd name="T5" fmla="*/ 0 h 55"/>
                    <a:gd name="T6" fmla="*/ 0 60000 65536"/>
                    <a:gd name="T7" fmla="*/ 0 60000 65536"/>
                    <a:gd name="T8" fmla="*/ 0 60000 65536"/>
                    <a:gd name="T9" fmla="*/ 0 w 135"/>
                    <a:gd name="T10" fmla="*/ 0 h 55"/>
                    <a:gd name="T11" fmla="*/ 135 w 135"/>
                    <a:gd name="T12" fmla="*/ 55 h 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5" h="55">
                      <a:moveTo>
                        <a:pt x="0" y="55"/>
                      </a:moveTo>
                      <a:lnTo>
                        <a:pt x="134" y="0"/>
                      </a:lnTo>
                      <a:lnTo>
                        <a:pt x="13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5" name="Group 165"/>
              <p:cNvGrpSpPr/>
              <p:nvPr/>
            </p:nvGrpSpPr>
            <p:grpSpPr bwMode="auto">
              <a:xfrm>
                <a:off x="1283" y="1671"/>
                <a:ext cx="1528" cy="742"/>
                <a:chOff x="1283" y="1671"/>
                <a:chExt cx="1528" cy="742"/>
              </a:xfrm>
            </p:grpSpPr>
            <p:sp>
              <p:nvSpPr>
                <p:cNvPr id="54" name="AutoShape 166"/>
                <p:cNvSpPr>
                  <a:spLocks noChangeArrowheads="1"/>
                </p:cNvSpPr>
                <p:nvPr/>
              </p:nvSpPr>
              <p:spPr bwMode="auto">
                <a:xfrm>
                  <a:off x="1283" y="1671"/>
                  <a:ext cx="1528" cy="733"/>
                </a:xfrm>
                <a:prstGeom prst="roundRect">
                  <a:avLst>
                    <a:gd name="adj" fmla="val 16667"/>
                  </a:avLst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5" name="Freeform 167"/>
                <p:cNvSpPr/>
                <p:nvPr/>
              </p:nvSpPr>
              <p:spPr bwMode="auto">
                <a:xfrm>
                  <a:off x="1284" y="2308"/>
                  <a:ext cx="106" cy="105"/>
                </a:xfrm>
                <a:custGeom>
                  <a:avLst/>
                  <a:gdLst>
                    <a:gd name="T0" fmla="*/ 0 w 421"/>
                    <a:gd name="T1" fmla="*/ 0 h 419"/>
                    <a:gd name="T2" fmla="*/ 123 w 421"/>
                    <a:gd name="T3" fmla="*/ 296 h 419"/>
                    <a:gd name="T4" fmla="*/ 420 w 421"/>
                    <a:gd name="T5" fmla="*/ 419 h 419"/>
                    <a:gd name="T6" fmla="*/ 421 w 421"/>
                    <a:gd name="T7" fmla="*/ 419 h 4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21"/>
                    <a:gd name="T13" fmla="*/ 0 h 419"/>
                    <a:gd name="T14" fmla="*/ 421 w 421"/>
                    <a:gd name="T15" fmla="*/ 419 h 4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21" h="419">
                      <a:moveTo>
                        <a:pt x="0" y="0"/>
                      </a:moveTo>
                      <a:lnTo>
                        <a:pt x="123" y="296"/>
                      </a:lnTo>
                      <a:lnTo>
                        <a:pt x="420" y="419"/>
                      </a:lnTo>
                      <a:lnTo>
                        <a:pt x="421" y="419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6" name="Freeform 168"/>
                <p:cNvSpPr/>
                <p:nvPr/>
              </p:nvSpPr>
              <p:spPr bwMode="auto">
                <a:xfrm>
                  <a:off x="1370" y="1767"/>
                  <a:ext cx="129" cy="65"/>
                </a:xfrm>
                <a:custGeom>
                  <a:avLst/>
                  <a:gdLst>
                    <a:gd name="T0" fmla="*/ 517 w 517"/>
                    <a:gd name="T1" fmla="*/ 259 h 259"/>
                    <a:gd name="T2" fmla="*/ 442 w 517"/>
                    <a:gd name="T3" fmla="*/ 76 h 259"/>
                    <a:gd name="T4" fmla="*/ 259 w 517"/>
                    <a:gd name="T5" fmla="*/ 0 h 259"/>
                    <a:gd name="T6" fmla="*/ 77 w 517"/>
                    <a:gd name="T7" fmla="*/ 76 h 259"/>
                    <a:gd name="T8" fmla="*/ 0 w 517"/>
                    <a:gd name="T9" fmla="*/ 259 h 259"/>
                    <a:gd name="T10" fmla="*/ 2 w 517"/>
                    <a:gd name="T11" fmla="*/ 259 h 25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17"/>
                    <a:gd name="T19" fmla="*/ 0 h 259"/>
                    <a:gd name="T20" fmla="*/ 517 w 517"/>
                    <a:gd name="T21" fmla="*/ 259 h 259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17" h="259">
                      <a:moveTo>
                        <a:pt x="517" y="259"/>
                      </a:moveTo>
                      <a:lnTo>
                        <a:pt x="442" y="76"/>
                      </a:lnTo>
                      <a:lnTo>
                        <a:pt x="259" y="0"/>
                      </a:lnTo>
                      <a:lnTo>
                        <a:pt x="77" y="76"/>
                      </a:lnTo>
                      <a:lnTo>
                        <a:pt x="0" y="259"/>
                      </a:lnTo>
                      <a:lnTo>
                        <a:pt x="2" y="259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7" name="Freeform 169"/>
                <p:cNvSpPr/>
                <p:nvPr/>
              </p:nvSpPr>
              <p:spPr bwMode="auto">
                <a:xfrm>
                  <a:off x="1370" y="2258"/>
                  <a:ext cx="129" cy="64"/>
                </a:xfrm>
                <a:custGeom>
                  <a:avLst/>
                  <a:gdLst>
                    <a:gd name="T0" fmla="*/ 0 w 518"/>
                    <a:gd name="T1" fmla="*/ 0 h 259"/>
                    <a:gd name="T2" fmla="*/ 77 w 518"/>
                    <a:gd name="T3" fmla="*/ 182 h 259"/>
                    <a:gd name="T4" fmla="*/ 259 w 518"/>
                    <a:gd name="T5" fmla="*/ 259 h 259"/>
                    <a:gd name="T6" fmla="*/ 442 w 518"/>
                    <a:gd name="T7" fmla="*/ 182 h 259"/>
                    <a:gd name="T8" fmla="*/ 517 w 518"/>
                    <a:gd name="T9" fmla="*/ 0 h 259"/>
                    <a:gd name="T10" fmla="*/ 518 w 518"/>
                    <a:gd name="T11" fmla="*/ 0 h 25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18"/>
                    <a:gd name="T19" fmla="*/ 0 h 259"/>
                    <a:gd name="T20" fmla="*/ 518 w 518"/>
                    <a:gd name="T21" fmla="*/ 259 h 259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18" h="259">
                      <a:moveTo>
                        <a:pt x="0" y="0"/>
                      </a:moveTo>
                      <a:lnTo>
                        <a:pt x="77" y="182"/>
                      </a:lnTo>
                      <a:lnTo>
                        <a:pt x="259" y="259"/>
                      </a:lnTo>
                      <a:lnTo>
                        <a:pt x="442" y="182"/>
                      </a:lnTo>
                      <a:lnTo>
                        <a:pt x="517" y="0"/>
                      </a:lnTo>
                      <a:lnTo>
                        <a:pt x="518" y="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" name="Freeform 170"/>
                <p:cNvSpPr/>
                <p:nvPr/>
              </p:nvSpPr>
              <p:spPr bwMode="auto">
                <a:xfrm>
                  <a:off x="1370" y="1832"/>
                  <a:ext cx="1" cy="426"/>
                </a:xfrm>
                <a:custGeom>
                  <a:avLst/>
                  <a:gdLst>
                    <a:gd name="T0" fmla="*/ 0 w 2"/>
                    <a:gd name="T1" fmla="*/ 0 h 1701"/>
                    <a:gd name="T2" fmla="*/ 0 w 2"/>
                    <a:gd name="T3" fmla="*/ 1701 h 1701"/>
                    <a:gd name="T4" fmla="*/ 2 w 2"/>
                    <a:gd name="T5" fmla="*/ 1701 h 1701"/>
                    <a:gd name="T6" fmla="*/ 0 60000 65536"/>
                    <a:gd name="T7" fmla="*/ 0 60000 65536"/>
                    <a:gd name="T8" fmla="*/ 0 60000 65536"/>
                    <a:gd name="T9" fmla="*/ 0 w 2"/>
                    <a:gd name="T10" fmla="*/ 0 h 1701"/>
                    <a:gd name="T11" fmla="*/ 2 w 2"/>
                    <a:gd name="T12" fmla="*/ 1701 h 170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" h="1701">
                      <a:moveTo>
                        <a:pt x="0" y="0"/>
                      </a:moveTo>
                      <a:lnTo>
                        <a:pt x="0" y="1701"/>
                      </a:lnTo>
                      <a:lnTo>
                        <a:pt x="2" y="1701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" name="Freeform 171"/>
                <p:cNvSpPr/>
                <p:nvPr/>
              </p:nvSpPr>
              <p:spPr bwMode="auto">
                <a:xfrm>
                  <a:off x="1499" y="1832"/>
                  <a:ext cx="1" cy="426"/>
                </a:xfrm>
                <a:custGeom>
                  <a:avLst/>
                  <a:gdLst>
                    <a:gd name="T0" fmla="*/ 0 w 1"/>
                    <a:gd name="T1" fmla="*/ 0 h 1701"/>
                    <a:gd name="T2" fmla="*/ 0 w 1"/>
                    <a:gd name="T3" fmla="*/ 1701 h 1701"/>
                    <a:gd name="T4" fmla="*/ 1 w 1"/>
                    <a:gd name="T5" fmla="*/ 1701 h 1701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1701"/>
                    <a:gd name="T11" fmla="*/ 1 w 1"/>
                    <a:gd name="T12" fmla="*/ 1701 h 170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1701">
                      <a:moveTo>
                        <a:pt x="0" y="0"/>
                      </a:moveTo>
                      <a:lnTo>
                        <a:pt x="0" y="1701"/>
                      </a:lnTo>
                      <a:lnTo>
                        <a:pt x="1" y="1701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0" name="Freeform 172"/>
                <p:cNvSpPr/>
                <p:nvPr/>
              </p:nvSpPr>
              <p:spPr bwMode="auto">
                <a:xfrm>
                  <a:off x="1434" y="1729"/>
                  <a:ext cx="1" cy="299"/>
                </a:xfrm>
                <a:custGeom>
                  <a:avLst/>
                  <a:gdLst>
                    <a:gd name="T0" fmla="*/ 0 w 1"/>
                    <a:gd name="T1" fmla="*/ 0 h 1197"/>
                    <a:gd name="T2" fmla="*/ 0 w 1"/>
                    <a:gd name="T3" fmla="*/ 1197 h 1197"/>
                    <a:gd name="T4" fmla="*/ 1 w 1"/>
                    <a:gd name="T5" fmla="*/ 1197 h 1197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1197"/>
                    <a:gd name="T11" fmla="*/ 1 w 1"/>
                    <a:gd name="T12" fmla="*/ 1197 h 119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1197">
                      <a:moveTo>
                        <a:pt x="0" y="0"/>
                      </a:moveTo>
                      <a:lnTo>
                        <a:pt x="0" y="1197"/>
                      </a:lnTo>
                      <a:lnTo>
                        <a:pt x="1" y="1197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" name="Freeform 173"/>
                <p:cNvSpPr/>
                <p:nvPr/>
              </p:nvSpPr>
              <p:spPr bwMode="auto">
                <a:xfrm>
                  <a:off x="1590" y="1767"/>
                  <a:ext cx="129" cy="65"/>
                </a:xfrm>
                <a:custGeom>
                  <a:avLst/>
                  <a:gdLst>
                    <a:gd name="T0" fmla="*/ 517 w 517"/>
                    <a:gd name="T1" fmla="*/ 259 h 259"/>
                    <a:gd name="T2" fmla="*/ 442 w 517"/>
                    <a:gd name="T3" fmla="*/ 76 h 259"/>
                    <a:gd name="T4" fmla="*/ 259 w 517"/>
                    <a:gd name="T5" fmla="*/ 0 h 259"/>
                    <a:gd name="T6" fmla="*/ 75 w 517"/>
                    <a:gd name="T7" fmla="*/ 76 h 259"/>
                    <a:gd name="T8" fmla="*/ 0 w 517"/>
                    <a:gd name="T9" fmla="*/ 259 h 259"/>
                    <a:gd name="T10" fmla="*/ 2 w 517"/>
                    <a:gd name="T11" fmla="*/ 259 h 25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17"/>
                    <a:gd name="T19" fmla="*/ 0 h 259"/>
                    <a:gd name="T20" fmla="*/ 517 w 517"/>
                    <a:gd name="T21" fmla="*/ 259 h 259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17" h="259">
                      <a:moveTo>
                        <a:pt x="517" y="259"/>
                      </a:moveTo>
                      <a:lnTo>
                        <a:pt x="442" y="76"/>
                      </a:lnTo>
                      <a:lnTo>
                        <a:pt x="259" y="0"/>
                      </a:lnTo>
                      <a:lnTo>
                        <a:pt x="75" y="76"/>
                      </a:lnTo>
                      <a:lnTo>
                        <a:pt x="0" y="259"/>
                      </a:lnTo>
                      <a:lnTo>
                        <a:pt x="2" y="259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2" name="Freeform 174"/>
                <p:cNvSpPr/>
                <p:nvPr/>
              </p:nvSpPr>
              <p:spPr bwMode="auto">
                <a:xfrm>
                  <a:off x="1654" y="1729"/>
                  <a:ext cx="1" cy="281"/>
                </a:xfrm>
                <a:custGeom>
                  <a:avLst/>
                  <a:gdLst>
                    <a:gd name="T0" fmla="*/ 0 w 1"/>
                    <a:gd name="T1" fmla="*/ 0 h 1122"/>
                    <a:gd name="T2" fmla="*/ 0 w 1"/>
                    <a:gd name="T3" fmla="*/ 1122 h 1122"/>
                    <a:gd name="T4" fmla="*/ 1 w 1"/>
                    <a:gd name="T5" fmla="*/ 1122 h 1122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1122"/>
                    <a:gd name="T11" fmla="*/ 1 w 1"/>
                    <a:gd name="T12" fmla="*/ 1122 h 112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1122">
                      <a:moveTo>
                        <a:pt x="0" y="0"/>
                      </a:moveTo>
                      <a:lnTo>
                        <a:pt x="0" y="1122"/>
                      </a:lnTo>
                      <a:lnTo>
                        <a:pt x="1" y="1122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3" name="Freeform 175"/>
                <p:cNvSpPr/>
                <p:nvPr/>
              </p:nvSpPr>
              <p:spPr bwMode="auto">
                <a:xfrm>
                  <a:off x="1590" y="1832"/>
                  <a:ext cx="1" cy="426"/>
                </a:xfrm>
                <a:custGeom>
                  <a:avLst/>
                  <a:gdLst>
                    <a:gd name="T0" fmla="*/ 0 w 2"/>
                    <a:gd name="T1" fmla="*/ 0 h 1701"/>
                    <a:gd name="T2" fmla="*/ 0 w 2"/>
                    <a:gd name="T3" fmla="*/ 1701 h 1701"/>
                    <a:gd name="T4" fmla="*/ 2 w 2"/>
                    <a:gd name="T5" fmla="*/ 1701 h 1701"/>
                    <a:gd name="T6" fmla="*/ 0 60000 65536"/>
                    <a:gd name="T7" fmla="*/ 0 60000 65536"/>
                    <a:gd name="T8" fmla="*/ 0 60000 65536"/>
                    <a:gd name="T9" fmla="*/ 0 w 2"/>
                    <a:gd name="T10" fmla="*/ 0 h 1701"/>
                    <a:gd name="T11" fmla="*/ 2 w 2"/>
                    <a:gd name="T12" fmla="*/ 1701 h 170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" h="1701">
                      <a:moveTo>
                        <a:pt x="0" y="0"/>
                      </a:moveTo>
                      <a:lnTo>
                        <a:pt x="0" y="1701"/>
                      </a:lnTo>
                      <a:lnTo>
                        <a:pt x="2" y="1701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4" name="Freeform 176"/>
                <p:cNvSpPr/>
                <p:nvPr/>
              </p:nvSpPr>
              <p:spPr bwMode="auto">
                <a:xfrm>
                  <a:off x="1719" y="1832"/>
                  <a:ext cx="1" cy="426"/>
                </a:xfrm>
                <a:custGeom>
                  <a:avLst/>
                  <a:gdLst>
                    <a:gd name="T0" fmla="*/ 0 w 1"/>
                    <a:gd name="T1" fmla="*/ 0 h 1701"/>
                    <a:gd name="T2" fmla="*/ 0 w 1"/>
                    <a:gd name="T3" fmla="*/ 1701 h 1701"/>
                    <a:gd name="T4" fmla="*/ 1 w 1"/>
                    <a:gd name="T5" fmla="*/ 1701 h 1701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1701"/>
                    <a:gd name="T11" fmla="*/ 1 w 1"/>
                    <a:gd name="T12" fmla="*/ 1701 h 170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1701">
                      <a:moveTo>
                        <a:pt x="0" y="0"/>
                      </a:moveTo>
                      <a:lnTo>
                        <a:pt x="0" y="1701"/>
                      </a:lnTo>
                      <a:lnTo>
                        <a:pt x="1" y="1701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5" name="Freeform 177"/>
                <p:cNvSpPr/>
                <p:nvPr/>
              </p:nvSpPr>
              <p:spPr bwMode="auto">
                <a:xfrm>
                  <a:off x="1590" y="2258"/>
                  <a:ext cx="129" cy="64"/>
                </a:xfrm>
                <a:custGeom>
                  <a:avLst/>
                  <a:gdLst>
                    <a:gd name="T0" fmla="*/ 0 w 518"/>
                    <a:gd name="T1" fmla="*/ 0 h 259"/>
                    <a:gd name="T2" fmla="*/ 75 w 518"/>
                    <a:gd name="T3" fmla="*/ 182 h 259"/>
                    <a:gd name="T4" fmla="*/ 259 w 518"/>
                    <a:gd name="T5" fmla="*/ 259 h 259"/>
                    <a:gd name="T6" fmla="*/ 442 w 518"/>
                    <a:gd name="T7" fmla="*/ 182 h 259"/>
                    <a:gd name="T8" fmla="*/ 517 w 518"/>
                    <a:gd name="T9" fmla="*/ 0 h 259"/>
                    <a:gd name="T10" fmla="*/ 518 w 518"/>
                    <a:gd name="T11" fmla="*/ 0 h 25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18"/>
                    <a:gd name="T19" fmla="*/ 0 h 259"/>
                    <a:gd name="T20" fmla="*/ 518 w 518"/>
                    <a:gd name="T21" fmla="*/ 259 h 259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18" h="259">
                      <a:moveTo>
                        <a:pt x="0" y="0"/>
                      </a:moveTo>
                      <a:lnTo>
                        <a:pt x="75" y="182"/>
                      </a:lnTo>
                      <a:lnTo>
                        <a:pt x="259" y="259"/>
                      </a:lnTo>
                      <a:lnTo>
                        <a:pt x="442" y="182"/>
                      </a:lnTo>
                      <a:lnTo>
                        <a:pt x="517" y="0"/>
                      </a:lnTo>
                      <a:lnTo>
                        <a:pt x="518" y="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6" name="Freeform 178"/>
                <p:cNvSpPr/>
                <p:nvPr/>
              </p:nvSpPr>
              <p:spPr bwMode="auto">
                <a:xfrm>
                  <a:off x="2668" y="1729"/>
                  <a:ext cx="1" cy="304"/>
                </a:xfrm>
                <a:custGeom>
                  <a:avLst/>
                  <a:gdLst>
                    <a:gd name="T0" fmla="*/ 0 w 1"/>
                    <a:gd name="T1" fmla="*/ 0 h 1215"/>
                    <a:gd name="T2" fmla="*/ 0 w 1"/>
                    <a:gd name="T3" fmla="*/ 1215 h 1215"/>
                    <a:gd name="T4" fmla="*/ 1 w 1"/>
                    <a:gd name="T5" fmla="*/ 1215 h 1215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1215"/>
                    <a:gd name="T11" fmla="*/ 1 w 1"/>
                    <a:gd name="T12" fmla="*/ 1215 h 121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1215">
                      <a:moveTo>
                        <a:pt x="0" y="0"/>
                      </a:moveTo>
                      <a:lnTo>
                        <a:pt x="0" y="1215"/>
                      </a:lnTo>
                      <a:lnTo>
                        <a:pt x="1" y="1215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" name="Freeform 179"/>
                <p:cNvSpPr/>
                <p:nvPr/>
              </p:nvSpPr>
              <p:spPr bwMode="auto">
                <a:xfrm>
                  <a:off x="2604" y="1767"/>
                  <a:ext cx="129" cy="65"/>
                </a:xfrm>
                <a:custGeom>
                  <a:avLst/>
                  <a:gdLst>
                    <a:gd name="T0" fmla="*/ 517 w 517"/>
                    <a:gd name="T1" fmla="*/ 259 h 259"/>
                    <a:gd name="T2" fmla="*/ 441 w 517"/>
                    <a:gd name="T3" fmla="*/ 76 h 259"/>
                    <a:gd name="T4" fmla="*/ 259 w 517"/>
                    <a:gd name="T5" fmla="*/ 0 h 259"/>
                    <a:gd name="T6" fmla="*/ 75 w 517"/>
                    <a:gd name="T7" fmla="*/ 76 h 259"/>
                    <a:gd name="T8" fmla="*/ 0 w 517"/>
                    <a:gd name="T9" fmla="*/ 259 h 259"/>
                    <a:gd name="T10" fmla="*/ 2 w 517"/>
                    <a:gd name="T11" fmla="*/ 259 h 25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17"/>
                    <a:gd name="T19" fmla="*/ 0 h 259"/>
                    <a:gd name="T20" fmla="*/ 517 w 517"/>
                    <a:gd name="T21" fmla="*/ 259 h 259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17" h="259">
                      <a:moveTo>
                        <a:pt x="517" y="259"/>
                      </a:moveTo>
                      <a:lnTo>
                        <a:pt x="441" y="76"/>
                      </a:lnTo>
                      <a:lnTo>
                        <a:pt x="259" y="0"/>
                      </a:lnTo>
                      <a:lnTo>
                        <a:pt x="75" y="76"/>
                      </a:lnTo>
                      <a:lnTo>
                        <a:pt x="0" y="259"/>
                      </a:lnTo>
                      <a:lnTo>
                        <a:pt x="2" y="259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8" name="Freeform 180"/>
                <p:cNvSpPr/>
                <p:nvPr/>
              </p:nvSpPr>
              <p:spPr bwMode="auto">
                <a:xfrm>
                  <a:off x="2733" y="1832"/>
                  <a:ext cx="1" cy="426"/>
                </a:xfrm>
                <a:custGeom>
                  <a:avLst/>
                  <a:gdLst>
                    <a:gd name="T0" fmla="*/ 0 w 1"/>
                    <a:gd name="T1" fmla="*/ 0 h 1701"/>
                    <a:gd name="T2" fmla="*/ 0 w 1"/>
                    <a:gd name="T3" fmla="*/ 1701 h 1701"/>
                    <a:gd name="T4" fmla="*/ 1 w 1"/>
                    <a:gd name="T5" fmla="*/ 1701 h 1701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1701"/>
                    <a:gd name="T11" fmla="*/ 1 w 1"/>
                    <a:gd name="T12" fmla="*/ 1701 h 170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1701">
                      <a:moveTo>
                        <a:pt x="0" y="0"/>
                      </a:moveTo>
                      <a:lnTo>
                        <a:pt x="0" y="1701"/>
                      </a:lnTo>
                      <a:lnTo>
                        <a:pt x="1" y="1701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9" name="Freeform 181"/>
                <p:cNvSpPr/>
                <p:nvPr/>
              </p:nvSpPr>
              <p:spPr bwMode="auto">
                <a:xfrm>
                  <a:off x="2604" y="1832"/>
                  <a:ext cx="1" cy="426"/>
                </a:xfrm>
                <a:custGeom>
                  <a:avLst/>
                  <a:gdLst>
                    <a:gd name="T0" fmla="*/ 0 w 2"/>
                    <a:gd name="T1" fmla="*/ 0 h 1701"/>
                    <a:gd name="T2" fmla="*/ 0 w 2"/>
                    <a:gd name="T3" fmla="*/ 1701 h 1701"/>
                    <a:gd name="T4" fmla="*/ 2 w 2"/>
                    <a:gd name="T5" fmla="*/ 1701 h 1701"/>
                    <a:gd name="T6" fmla="*/ 0 60000 65536"/>
                    <a:gd name="T7" fmla="*/ 0 60000 65536"/>
                    <a:gd name="T8" fmla="*/ 0 60000 65536"/>
                    <a:gd name="T9" fmla="*/ 0 w 2"/>
                    <a:gd name="T10" fmla="*/ 0 h 1701"/>
                    <a:gd name="T11" fmla="*/ 2 w 2"/>
                    <a:gd name="T12" fmla="*/ 1701 h 170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" h="1701">
                      <a:moveTo>
                        <a:pt x="0" y="0"/>
                      </a:moveTo>
                      <a:lnTo>
                        <a:pt x="0" y="1701"/>
                      </a:lnTo>
                      <a:lnTo>
                        <a:pt x="2" y="1701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0" name="Freeform 182"/>
                <p:cNvSpPr/>
                <p:nvPr/>
              </p:nvSpPr>
              <p:spPr bwMode="auto">
                <a:xfrm>
                  <a:off x="2604" y="2258"/>
                  <a:ext cx="129" cy="64"/>
                </a:xfrm>
                <a:custGeom>
                  <a:avLst/>
                  <a:gdLst>
                    <a:gd name="T0" fmla="*/ 0 w 518"/>
                    <a:gd name="T1" fmla="*/ 0 h 259"/>
                    <a:gd name="T2" fmla="*/ 75 w 518"/>
                    <a:gd name="T3" fmla="*/ 182 h 259"/>
                    <a:gd name="T4" fmla="*/ 259 w 518"/>
                    <a:gd name="T5" fmla="*/ 259 h 259"/>
                    <a:gd name="T6" fmla="*/ 441 w 518"/>
                    <a:gd name="T7" fmla="*/ 182 h 259"/>
                    <a:gd name="T8" fmla="*/ 517 w 518"/>
                    <a:gd name="T9" fmla="*/ 0 h 259"/>
                    <a:gd name="T10" fmla="*/ 518 w 518"/>
                    <a:gd name="T11" fmla="*/ 0 h 25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18"/>
                    <a:gd name="T19" fmla="*/ 0 h 259"/>
                    <a:gd name="T20" fmla="*/ 518 w 518"/>
                    <a:gd name="T21" fmla="*/ 259 h 259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18" h="259">
                      <a:moveTo>
                        <a:pt x="0" y="0"/>
                      </a:moveTo>
                      <a:lnTo>
                        <a:pt x="75" y="182"/>
                      </a:lnTo>
                      <a:lnTo>
                        <a:pt x="259" y="259"/>
                      </a:lnTo>
                      <a:lnTo>
                        <a:pt x="441" y="182"/>
                      </a:lnTo>
                      <a:lnTo>
                        <a:pt x="517" y="0"/>
                      </a:lnTo>
                      <a:lnTo>
                        <a:pt x="518" y="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" name="Freeform 183"/>
                <p:cNvSpPr/>
                <p:nvPr/>
              </p:nvSpPr>
              <p:spPr bwMode="auto">
                <a:xfrm>
                  <a:off x="1654" y="1767"/>
                  <a:ext cx="1015" cy="1"/>
                </a:xfrm>
                <a:custGeom>
                  <a:avLst/>
                  <a:gdLst>
                    <a:gd name="T0" fmla="*/ 0 w 4058"/>
                    <a:gd name="T1" fmla="*/ 0 h 1"/>
                    <a:gd name="T2" fmla="*/ 4057 w 4058"/>
                    <a:gd name="T3" fmla="*/ 0 h 1"/>
                    <a:gd name="T4" fmla="*/ 4058 w 4058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4058"/>
                    <a:gd name="T10" fmla="*/ 0 h 1"/>
                    <a:gd name="T11" fmla="*/ 4058 w 4058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058" h="1">
                      <a:moveTo>
                        <a:pt x="0" y="0"/>
                      </a:moveTo>
                      <a:lnTo>
                        <a:pt x="4057" y="0"/>
                      </a:lnTo>
                      <a:lnTo>
                        <a:pt x="4058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" name="Freeform 184"/>
                <p:cNvSpPr/>
                <p:nvPr/>
              </p:nvSpPr>
              <p:spPr bwMode="auto">
                <a:xfrm>
                  <a:off x="1654" y="2322"/>
                  <a:ext cx="1015" cy="1"/>
                </a:xfrm>
                <a:custGeom>
                  <a:avLst/>
                  <a:gdLst>
                    <a:gd name="T0" fmla="*/ 0 w 4058"/>
                    <a:gd name="T1" fmla="*/ 0 h 1"/>
                    <a:gd name="T2" fmla="*/ 4057 w 4058"/>
                    <a:gd name="T3" fmla="*/ 0 h 1"/>
                    <a:gd name="T4" fmla="*/ 4058 w 4058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4058"/>
                    <a:gd name="T10" fmla="*/ 0 h 1"/>
                    <a:gd name="T11" fmla="*/ 4058 w 4058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058" h="1">
                      <a:moveTo>
                        <a:pt x="0" y="0"/>
                      </a:moveTo>
                      <a:lnTo>
                        <a:pt x="4057" y="0"/>
                      </a:lnTo>
                      <a:lnTo>
                        <a:pt x="4058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3" name="Freeform 185"/>
                <p:cNvSpPr/>
                <p:nvPr/>
              </p:nvSpPr>
              <p:spPr bwMode="auto">
                <a:xfrm>
                  <a:off x="1434" y="2113"/>
                  <a:ext cx="1" cy="266"/>
                </a:xfrm>
                <a:custGeom>
                  <a:avLst/>
                  <a:gdLst>
                    <a:gd name="T0" fmla="*/ 0 w 1"/>
                    <a:gd name="T1" fmla="*/ 0 h 1065"/>
                    <a:gd name="T2" fmla="*/ 0 w 1"/>
                    <a:gd name="T3" fmla="*/ 1065 h 1065"/>
                    <a:gd name="T4" fmla="*/ 1 w 1"/>
                    <a:gd name="T5" fmla="*/ 1065 h 1065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1065"/>
                    <a:gd name="T11" fmla="*/ 1 w 1"/>
                    <a:gd name="T12" fmla="*/ 1065 h 106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1065">
                      <a:moveTo>
                        <a:pt x="0" y="0"/>
                      </a:moveTo>
                      <a:lnTo>
                        <a:pt x="0" y="1065"/>
                      </a:lnTo>
                      <a:lnTo>
                        <a:pt x="1" y="1065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4" name="Freeform 186"/>
                <p:cNvSpPr/>
                <p:nvPr/>
              </p:nvSpPr>
              <p:spPr bwMode="auto">
                <a:xfrm>
                  <a:off x="1434" y="2058"/>
                  <a:ext cx="1" cy="24"/>
                </a:xfrm>
                <a:custGeom>
                  <a:avLst/>
                  <a:gdLst>
                    <a:gd name="T0" fmla="*/ 0 w 1"/>
                    <a:gd name="T1" fmla="*/ 0 h 98"/>
                    <a:gd name="T2" fmla="*/ 0 w 1"/>
                    <a:gd name="T3" fmla="*/ 98 h 98"/>
                    <a:gd name="T4" fmla="*/ 1 w 1"/>
                    <a:gd name="T5" fmla="*/ 98 h 98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98"/>
                    <a:gd name="T11" fmla="*/ 1 w 1"/>
                    <a:gd name="T12" fmla="*/ 98 h 9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98">
                      <a:moveTo>
                        <a:pt x="0" y="0"/>
                      </a:moveTo>
                      <a:lnTo>
                        <a:pt x="0" y="98"/>
                      </a:lnTo>
                      <a:lnTo>
                        <a:pt x="1" y="98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5" name="Freeform 187"/>
                <p:cNvSpPr/>
                <p:nvPr/>
              </p:nvSpPr>
              <p:spPr bwMode="auto">
                <a:xfrm>
                  <a:off x="1654" y="2094"/>
                  <a:ext cx="1" cy="285"/>
                </a:xfrm>
                <a:custGeom>
                  <a:avLst/>
                  <a:gdLst>
                    <a:gd name="T0" fmla="*/ 0 w 1"/>
                    <a:gd name="T1" fmla="*/ 0 h 1140"/>
                    <a:gd name="T2" fmla="*/ 0 w 1"/>
                    <a:gd name="T3" fmla="*/ 1140 h 1140"/>
                    <a:gd name="T4" fmla="*/ 1 w 1"/>
                    <a:gd name="T5" fmla="*/ 1140 h 1140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1140"/>
                    <a:gd name="T11" fmla="*/ 1 w 1"/>
                    <a:gd name="T12" fmla="*/ 1140 h 114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1140">
                      <a:moveTo>
                        <a:pt x="0" y="0"/>
                      </a:moveTo>
                      <a:lnTo>
                        <a:pt x="0" y="1140"/>
                      </a:lnTo>
                      <a:lnTo>
                        <a:pt x="1" y="114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6" name="Freeform 188"/>
                <p:cNvSpPr/>
                <p:nvPr/>
              </p:nvSpPr>
              <p:spPr bwMode="auto">
                <a:xfrm>
                  <a:off x="1654" y="2040"/>
                  <a:ext cx="1" cy="25"/>
                </a:xfrm>
                <a:custGeom>
                  <a:avLst/>
                  <a:gdLst>
                    <a:gd name="T0" fmla="*/ 0 w 1"/>
                    <a:gd name="T1" fmla="*/ 0 h 98"/>
                    <a:gd name="T2" fmla="*/ 0 w 1"/>
                    <a:gd name="T3" fmla="*/ 98 h 98"/>
                    <a:gd name="T4" fmla="*/ 1 w 1"/>
                    <a:gd name="T5" fmla="*/ 98 h 98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98"/>
                    <a:gd name="T11" fmla="*/ 1 w 1"/>
                    <a:gd name="T12" fmla="*/ 98 h 9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98">
                      <a:moveTo>
                        <a:pt x="0" y="0"/>
                      </a:moveTo>
                      <a:lnTo>
                        <a:pt x="0" y="98"/>
                      </a:lnTo>
                      <a:lnTo>
                        <a:pt x="1" y="98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7" name="Freeform 189"/>
                <p:cNvSpPr/>
                <p:nvPr/>
              </p:nvSpPr>
              <p:spPr bwMode="auto">
                <a:xfrm>
                  <a:off x="2668" y="2108"/>
                  <a:ext cx="1" cy="271"/>
                </a:xfrm>
                <a:custGeom>
                  <a:avLst/>
                  <a:gdLst>
                    <a:gd name="T0" fmla="*/ 0 w 1"/>
                    <a:gd name="T1" fmla="*/ 0 h 1085"/>
                    <a:gd name="T2" fmla="*/ 0 w 1"/>
                    <a:gd name="T3" fmla="*/ 1085 h 1085"/>
                    <a:gd name="T4" fmla="*/ 1 w 1"/>
                    <a:gd name="T5" fmla="*/ 1085 h 1085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1085"/>
                    <a:gd name="T11" fmla="*/ 1 w 1"/>
                    <a:gd name="T12" fmla="*/ 1085 h 108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1085">
                      <a:moveTo>
                        <a:pt x="0" y="0"/>
                      </a:moveTo>
                      <a:lnTo>
                        <a:pt x="0" y="1085"/>
                      </a:lnTo>
                      <a:lnTo>
                        <a:pt x="1" y="1085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8" name="Freeform 190"/>
                <p:cNvSpPr/>
                <p:nvPr/>
              </p:nvSpPr>
              <p:spPr bwMode="auto">
                <a:xfrm>
                  <a:off x="2668" y="2059"/>
                  <a:ext cx="1" cy="25"/>
                </a:xfrm>
                <a:custGeom>
                  <a:avLst/>
                  <a:gdLst>
                    <a:gd name="T0" fmla="*/ 0 w 1"/>
                    <a:gd name="T1" fmla="*/ 0 h 100"/>
                    <a:gd name="T2" fmla="*/ 0 w 1"/>
                    <a:gd name="T3" fmla="*/ 100 h 100"/>
                    <a:gd name="T4" fmla="*/ 1 w 1"/>
                    <a:gd name="T5" fmla="*/ 100 h 100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100"/>
                    <a:gd name="T11" fmla="*/ 1 w 1"/>
                    <a:gd name="T12" fmla="*/ 100 h 1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100">
                      <a:moveTo>
                        <a:pt x="0" y="0"/>
                      </a:moveTo>
                      <a:lnTo>
                        <a:pt x="0" y="100"/>
                      </a:lnTo>
                      <a:lnTo>
                        <a:pt x="1" y="10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9" name="Freeform 191"/>
                <p:cNvSpPr/>
                <p:nvPr/>
              </p:nvSpPr>
              <p:spPr bwMode="auto">
                <a:xfrm>
                  <a:off x="1345" y="1832"/>
                  <a:ext cx="183" cy="1"/>
                </a:xfrm>
                <a:custGeom>
                  <a:avLst/>
                  <a:gdLst>
                    <a:gd name="T0" fmla="*/ 731 w 731"/>
                    <a:gd name="T1" fmla="*/ 0 h 1"/>
                    <a:gd name="T2" fmla="*/ 0 w 731"/>
                    <a:gd name="T3" fmla="*/ 0 h 1"/>
                    <a:gd name="T4" fmla="*/ 1 w 731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731"/>
                    <a:gd name="T10" fmla="*/ 0 h 1"/>
                    <a:gd name="T11" fmla="*/ 731 w 731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31" h="1">
                      <a:moveTo>
                        <a:pt x="731" y="0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" name="Freeform 192"/>
                <p:cNvSpPr/>
                <p:nvPr/>
              </p:nvSpPr>
              <p:spPr bwMode="auto">
                <a:xfrm>
                  <a:off x="1345" y="2258"/>
                  <a:ext cx="183" cy="1"/>
                </a:xfrm>
                <a:custGeom>
                  <a:avLst/>
                  <a:gdLst>
                    <a:gd name="T0" fmla="*/ 731 w 731"/>
                    <a:gd name="T1" fmla="*/ 0 h 1"/>
                    <a:gd name="T2" fmla="*/ 0 w 731"/>
                    <a:gd name="T3" fmla="*/ 0 h 1"/>
                    <a:gd name="T4" fmla="*/ 1 w 731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731"/>
                    <a:gd name="T10" fmla="*/ 0 h 1"/>
                    <a:gd name="T11" fmla="*/ 731 w 731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31" h="1">
                      <a:moveTo>
                        <a:pt x="731" y="0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1" name="Freeform 193"/>
                <p:cNvSpPr/>
                <p:nvPr/>
              </p:nvSpPr>
              <p:spPr bwMode="auto">
                <a:xfrm>
                  <a:off x="1565" y="1832"/>
                  <a:ext cx="182" cy="1"/>
                </a:xfrm>
                <a:custGeom>
                  <a:avLst/>
                  <a:gdLst>
                    <a:gd name="T0" fmla="*/ 731 w 731"/>
                    <a:gd name="T1" fmla="*/ 0 h 1"/>
                    <a:gd name="T2" fmla="*/ 0 w 731"/>
                    <a:gd name="T3" fmla="*/ 0 h 1"/>
                    <a:gd name="T4" fmla="*/ 1 w 731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731"/>
                    <a:gd name="T10" fmla="*/ 0 h 1"/>
                    <a:gd name="T11" fmla="*/ 731 w 731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31" h="1">
                      <a:moveTo>
                        <a:pt x="731" y="0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" name="Freeform 194"/>
                <p:cNvSpPr/>
                <p:nvPr/>
              </p:nvSpPr>
              <p:spPr bwMode="auto">
                <a:xfrm>
                  <a:off x="1565" y="2258"/>
                  <a:ext cx="182" cy="1"/>
                </a:xfrm>
                <a:custGeom>
                  <a:avLst/>
                  <a:gdLst>
                    <a:gd name="T0" fmla="*/ 731 w 731"/>
                    <a:gd name="T1" fmla="*/ 0 h 1"/>
                    <a:gd name="T2" fmla="*/ 0 w 731"/>
                    <a:gd name="T3" fmla="*/ 0 h 1"/>
                    <a:gd name="T4" fmla="*/ 1 w 731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731"/>
                    <a:gd name="T10" fmla="*/ 0 h 1"/>
                    <a:gd name="T11" fmla="*/ 731 w 731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31" h="1">
                      <a:moveTo>
                        <a:pt x="731" y="0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3" name="Freeform 195"/>
                <p:cNvSpPr/>
                <p:nvPr/>
              </p:nvSpPr>
              <p:spPr bwMode="auto">
                <a:xfrm>
                  <a:off x="2579" y="2258"/>
                  <a:ext cx="183" cy="1"/>
                </a:xfrm>
                <a:custGeom>
                  <a:avLst/>
                  <a:gdLst>
                    <a:gd name="T0" fmla="*/ 732 w 732"/>
                    <a:gd name="T1" fmla="*/ 0 h 1"/>
                    <a:gd name="T2" fmla="*/ 0 w 732"/>
                    <a:gd name="T3" fmla="*/ 0 h 1"/>
                    <a:gd name="T4" fmla="*/ 1 w 732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732"/>
                    <a:gd name="T10" fmla="*/ 0 h 1"/>
                    <a:gd name="T11" fmla="*/ 732 w 732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32" h="1">
                      <a:moveTo>
                        <a:pt x="732" y="0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4" name="Freeform 196"/>
                <p:cNvSpPr/>
                <p:nvPr/>
              </p:nvSpPr>
              <p:spPr bwMode="auto">
                <a:xfrm>
                  <a:off x="2579" y="1832"/>
                  <a:ext cx="183" cy="1"/>
                </a:xfrm>
                <a:custGeom>
                  <a:avLst/>
                  <a:gdLst>
                    <a:gd name="T0" fmla="*/ 732 w 732"/>
                    <a:gd name="T1" fmla="*/ 0 h 1"/>
                    <a:gd name="T2" fmla="*/ 0 w 732"/>
                    <a:gd name="T3" fmla="*/ 0 h 1"/>
                    <a:gd name="T4" fmla="*/ 1 w 732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732"/>
                    <a:gd name="T10" fmla="*/ 0 h 1"/>
                    <a:gd name="T11" fmla="*/ 732 w 732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32" h="1">
                      <a:moveTo>
                        <a:pt x="732" y="0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5" name="Arc 197"/>
                <p:cNvSpPr/>
                <p:nvPr/>
              </p:nvSpPr>
              <p:spPr bwMode="auto">
                <a:xfrm flipH="1">
                  <a:off x="1284" y="1671"/>
                  <a:ext cx="87" cy="87"/>
                </a:xfrm>
                <a:custGeom>
                  <a:avLst/>
                  <a:gdLst>
                    <a:gd name="T0" fmla="*/ 0 w 21600"/>
                    <a:gd name="T1" fmla="*/ 0 h 21600"/>
                    <a:gd name="T2" fmla="*/ 87 w 21600"/>
                    <a:gd name="T3" fmla="*/ 87 h 21600"/>
                    <a:gd name="T4" fmla="*/ 0 w 21600"/>
                    <a:gd name="T5" fmla="*/ 87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6" name="Group 198"/>
              <p:cNvGrpSpPr/>
              <p:nvPr/>
            </p:nvGrpSpPr>
            <p:grpSpPr bwMode="auto">
              <a:xfrm>
                <a:off x="3940" y="1131"/>
                <a:ext cx="771" cy="316"/>
                <a:chOff x="3940" y="1131"/>
                <a:chExt cx="771" cy="316"/>
              </a:xfrm>
            </p:grpSpPr>
            <p:sp>
              <p:nvSpPr>
                <p:cNvPr id="51" name="Freeform 199"/>
                <p:cNvSpPr/>
                <p:nvPr/>
              </p:nvSpPr>
              <p:spPr bwMode="auto">
                <a:xfrm>
                  <a:off x="3940" y="1336"/>
                  <a:ext cx="213" cy="111"/>
                </a:xfrm>
                <a:custGeom>
                  <a:avLst/>
                  <a:gdLst>
                    <a:gd name="T0" fmla="*/ 852 w 852"/>
                    <a:gd name="T1" fmla="*/ 0 h 343"/>
                    <a:gd name="T2" fmla="*/ 0 w 852"/>
                    <a:gd name="T3" fmla="*/ 343 h 343"/>
                    <a:gd name="T4" fmla="*/ 1 w 852"/>
                    <a:gd name="T5" fmla="*/ 343 h 343"/>
                    <a:gd name="T6" fmla="*/ 0 60000 65536"/>
                    <a:gd name="T7" fmla="*/ 0 60000 65536"/>
                    <a:gd name="T8" fmla="*/ 0 60000 65536"/>
                    <a:gd name="T9" fmla="*/ 0 w 852"/>
                    <a:gd name="T10" fmla="*/ 0 h 343"/>
                    <a:gd name="T11" fmla="*/ 852 w 852"/>
                    <a:gd name="T12" fmla="*/ 343 h 34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52" h="343">
                      <a:moveTo>
                        <a:pt x="852" y="0"/>
                      </a:moveTo>
                      <a:lnTo>
                        <a:pt x="0" y="343"/>
                      </a:lnTo>
                      <a:lnTo>
                        <a:pt x="1" y="343"/>
                      </a:ln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tailEnd type="triangle" w="sm" len="lg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2" name="Freeform 200"/>
                <p:cNvSpPr/>
                <p:nvPr/>
              </p:nvSpPr>
              <p:spPr bwMode="auto">
                <a:xfrm>
                  <a:off x="4153" y="1335"/>
                  <a:ext cx="552" cy="1"/>
                </a:xfrm>
                <a:custGeom>
                  <a:avLst/>
                  <a:gdLst>
                    <a:gd name="T0" fmla="*/ 0 w 1523"/>
                    <a:gd name="T1" fmla="*/ 0 h 1"/>
                    <a:gd name="T2" fmla="*/ 1522 w 1523"/>
                    <a:gd name="T3" fmla="*/ 0 h 1"/>
                    <a:gd name="T4" fmla="*/ 1523 w 1523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1523"/>
                    <a:gd name="T10" fmla="*/ 0 h 1"/>
                    <a:gd name="T11" fmla="*/ 1523 w 1523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23" h="1">
                      <a:moveTo>
                        <a:pt x="0" y="0"/>
                      </a:moveTo>
                      <a:lnTo>
                        <a:pt x="1522" y="0"/>
                      </a:lnTo>
                      <a:lnTo>
                        <a:pt x="1523" y="0"/>
                      </a:ln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" name="Text Box 201"/>
                <p:cNvSpPr txBox="1">
                  <a:spLocks noChangeArrowheads="1"/>
                </p:cNvSpPr>
                <p:nvPr/>
              </p:nvSpPr>
              <p:spPr bwMode="auto">
                <a:xfrm>
                  <a:off x="4072" y="1131"/>
                  <a:ext cx="639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>
                  <a:spAutoFit/>
                </a:bodyPr>
                <a:lstStyle>
                  <a:lvl1pPr>
                    <a:defRPr kumimoji="1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000" b="1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</a:rPr>
                    <a:t>85×</a:t>
                  </a:r>
                  <a:r>
                    <a:rPr kumimoji="1" lang="en-US" altLang="zh-CN" sz="2000" b="1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3300"/>
                      </a:solidFill>
                      <a:effectLst/>
                      <a:uLnTx/>
                      <a:uFillTx/>
                      <a:latin typeface="ISOCPEUR" panose="020B0604020202020204" pitchFamily="34" charset="0"/>
                      <a:sym typeface="Symbol" panose="05050102010706020507" pitchFamily="18" charset="2"/>
                    </a:rPr>
                    <a:t></a:t>
                  </a:r>
                  <a:r>
                    <a:rPr kumimoji="1" lang="en-US" altLang="zh-CN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</a:rPr>
                    <a:t> </a:t>
                  </a:r>
                  <a:r>
                    <a:rPr kumimoji="1" lang="en-US" altLang="zh-CN" sz="2000" b="1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</a:rPr>
                    <a:t>5</a:t>
                  </a:r>
                  <a:endParaRPr kumimoji="1" lang="en-US" altLang="zh-CN" sz="20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47" name="Group 202"/>
              <p:cNvGrpSpPr/>
              <p:nvPr/>
            </p:nvGrpSpPr>
            <p:grpSpPr bwMode="auto">
              <a:xfrm>
                <a:off x="1688" y="1395"/>
                <a:ext cx="643" cy="426"/>
                <a:chOff x="1688" y="1395"/>
                <a:chExt cx="643" cy="426"/>
              </a:xfrm>
            </p:grpSpPr>
            <p:sp>
              <p:nvSpPr>
                <p:cNvPr id="48" name="Rectangle 203"/>
                <p:cNvSpPr>
                  <a:spLocks noChangeArrowheads="1"/>
                </p:cNvSpPr>
                <p:nvPr/>
              </p:nvSpPr>
              <p:spPr bwMode="auto">
                <a:xfrm>
                  <a:off x="1751" y="1395"/>
                  <a:ext cx="580" cy="1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宋体" panose="02010600030101010101" pitchFamily="2" charset="-122"/>
                    </a:rPr>
                    <a:t>共</a:t>
                  </a:r>
                  <a:r>
                    <a:rPr kumimoji="0" lang="en-US" altLang="zh-CN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宋体" panose="02010600030101010101" pitchFamily="2" charset="-122"/>
                    </a:rPr>
                    <a:t>××</a:t>
                  </a:r>
                  <a:r>
                    <a: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宋体" panose="02010600030101010101" pitchFamily="2" charset="-122"/>
                    </a:rPr>
                    <a:t>槽</a:t>
                  </a: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9" name="Freeform 204"/>
                <p:cNvSpPr/>
                <p:nvPr/>
              </p:nvSpPr>
              <p:spPr bwMode="auto">
                <a:xfrm>
                  <a:off x="1688" y="1584"/>
                  <a:ext cx="101" cy="237"/>
                </a:xfrm>
                <a:custGeom>
                  <a:avLst/>
                  <a:gdLst>
                    <a:gd name="T0" fmla="*/ 0 w 404"/>
                    <a:gd name="T1" fmla="*/ 946 h 946"/>
                    <a:gd name="T2" fmla="*/ 403 w 404"/>
                    <a:gd name="T3" fmla="*/ 0 h 946"/>
                    <a:gd name="T4" fmla="*/ 404 w 404"/>
                    <a:gd name="T5" fmla="*/ 0 h 946"/>
                    <a:gd name="T6" fmla="*/ 0 60000 65536"/>
                    <a:gd name="T7" fmla="*/ 0 60000 65536"/>
                    <a:gd name="T8" fmla="*/ 0 60000 65536"/>
                    <a:gd name="T9" fmla="*/ 0 w 404"/>
                    <a:gd name="T10" fmla="*/ 0 h 946"/>
                    <a:gd name="T11" fmla="*/ 404 w 404"/>
                    <a:gd name="T12" fmla="*/ 946 h 9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04" h="946">
                      <a:moveTo>
                        <a:pt x="0" y="946"/>
                      </a:moveTo>
                      <a:lnTo>
                        <a:pt x="403" y="0"/>
                      </a:lnTo>
                      <a:lnTo>
                        <a:pt x="404" y="0"/>
                      </a:ln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" name="Line 205"/>
                <p:cNvSpPr>
                  <a:spLocks noChangeShapeType="1"/>
                </p:cNvSpPr>
                <p:nvPr/>
              </p:nvSpPr>
              <p:spPr bwMode="auto">
                <a:xfrm>
                  <a:off x="1789" y="1584"/>
                  <a:ext cx="542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</p:grpSp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30" t="23509" r="39710" b="21331"/>
            <a:stretch>
              <a:fillRect/>
            </a:stretch>
          </p:blipFill>
          <p:spPr>
            <a:xfrm rot="18000000">
              <a:off x="6118233" y="3524648"/>
              <a:ext cx="1660823" cy="111627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25" t="23508" r="39709" b="22682"/>
            <a:stretch>
              <a:fillRect/>
            </a:stretch>
          </p:blipFill>
          <p:spPr>
            <a:xfrm rot="18000000">
              <a:off x="6210141" y="3625296"/>
              <a:ext cx="1748366" cy="10889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676" t="23509" r="37963" b="15892"/>
            <a:stretch>
              <a:fillRect/>
            </a:stretch>
          </p:blipFill>
          <p:spPr>
            <a:xfrm rot="18000000">
              <a:off x="6252987" y="3713444"/>
              <a:ext cx="1953651" cy="12263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25" t="23508" r="39709" b="22682"/>
            <a:stretch>
              <a:fillRect/>
            </a:stretch>
          </p:blipFill>
          <p:spPr>
            <a:xfrm rot="18000000">
              <a:off x="6487973" y="3806687"/>
              <a:ext cx="1748366" cy="108895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669" t="24909" r="37170" b="12182"/>
            <a:stretch>
              <a:fillRect/>
            </a:stretch>
          </p:blipFill>
          <p:spPr>
            <a:xfrm rot="18000000">
              <a:off x="6553575" y="3872400"/>
              <a:ext cx="1941066" cy="127307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25" t="23508" r="39709" b="22682"/>
            <a:stretch>
              <a:fillRect/>
            </a:stretch>
          </p:blipFill>
          <p:spPr>
            <a:xfrm rot="18000000">
              <a:off x="6783189" y="3962472"/>
              <a:ext cx="1748366" cy="108895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256" t="23508" r="39709" b="22029"/>
            <a:stretch>
              <a:fillRect/>
            </a:stretch>
          </p:blipFill>
          <p:spPr>
            <a:xfrm rot="18000000">
              <a:off x="6989005" y="4044218"/>
              <a:ext cx="1621882" cy="110216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25" t="23508" r="45282" b="12465"/>
            <a:stretch>
              <a:fillRect/>
            </a:stretch>
          </p:blipFill>
          <p:spPr>
            <a:xfrm rot="18000000">
              <a:off x="7249587" y="4129064"/>
              <a:ext cx="1401210" cy="129570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675" t="23507" r="46550" b="6619"/>
            <a:stretch>
              <a:fillRect/>
            </a:stretch>
          </p:blipFill>
          <p:spPr>
            <a:xfrm rot="18000000">
              <a:off x="7709061" y="4194363"/>
              <a:ext cx="795844" cy="141401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25" t="23509" r="45461" b="17844"/>
            <a:stretch>
              <a:fillRect/>
            </a:stretch>
          </p:blipFill>
          <p:spPr>
            <a:xfrm rot="18000000">
              <a:off x="6103797" y="3459294"/>
              <a:ext cx="1390048" cy="118685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25" t="23509" r="53225" b="26623"/>
            <a:stretch>
              <a:fillRect/>
            </a:stretch>
          </p:blipFill>
          <p:spPr>
            <a:xfrm rot="18000000">
              <a:off x="6197986" y="3377501"/>
              <a:ext cx="906419" cy="100919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30" t="23510" r="40740" b="10704"/>
            <a:stretch>
              <a:fillRect/>
            </a:stretch>
          </p:blipFill>
          <p:spPr>
            <a:xfrm rot="3600000">
              <a:off x="6146792" y="4025263"/>
              <a:ext cx="1596639" cy="133130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30" t="23510" r="38338" b="12161"/>
            <a:stretch>
              <a:fillRect/>
            </a:stretch>
          </p:blipFill>
          <p:spPr>
            <a:xfrm rot="3600000">
              <a:off x="6220579" y="3949958"/>
              <a:ext cx="1746321" cy="130183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729" t="28933" r="36676" b="20421"/>
            <a:stretch>
              <a:fillRect/>
            </a:stretch>
          </p:blipFill>
          <p:spPr>
            <a:xfrm rot="3600000">
              <a:off x="6258065" y="3880991"/>
              <a:ext cx="1968220" cy="102494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534" t="34137" r="37158" b="21329"/>
            <a:stretch>
              <a:fillRect/>
            </a:stretch>
          </p:blipFill>
          <p:spPr>
            <a:xfrm rot="3600000">
              <a:off x="6493320" y="3795388"/>
              <a:ext cx="1763473" cy="90123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182" t="30223" r="36421" b="24355"/>
            <a:stretch>
              <a:fillRect/>
            </a:stretch>
          </p:blipFill>
          <p:spPr>
            <a:xfrm rot="3600000">
              <a:off x="6548190" y="3711582"/>
              <a:ext cx="1955977" cy="91918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30" t="33024" r="37040" b="21330"/>
            <a:stretch>
              <a:fillRect/>
            </a:stretch>
          </p:blipFill>
          <p:spPr>
            <a:xfrm rot="3600000">
              <a:off x="6755731" y="3633898"/>
              <a:ext cx="1827160" cy="92373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041" t="31106" r="38794" b="21330"/>
            <a:stretch>
              <a:fillRect/>
            </a:stretch>
          </p:blipFill>
          <p:spPr>
            <a:xfrm rot="3600000">
              <a:off x="7037560" y="3557961"/>
              <a:ext cx="1567679" cy="96255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75" t="35911" r="37568" b="20892"/>
            <a:stretch>
              <a:fillRect/>
            </a:stretch>
          </p:blipFill>
          <p:spPr>
            <a:xfrm rot="3600000">
              <a:off x="7272363" y="3478932"/>
              <a:ext cx="1374013" cy="87414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160" t="29025" r="43165" b="22700"/>
            <a:stretch>
              <a:fillRect/>
            </a:stretch>
          </p:blipFill>
          <p:spPr>
            <a:xfrm rot="3600000">
              <a:off x="7709367" y="3380153"/>
              <a:ext cx="789639" cy="97693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084" t="34430" r="46438" b="21688"/>
            <a:stretch>
              <a:fillRect/>
            </a:stretch>
          </p:blipFill>
          <p:spPr>
            <a:xfrm rot="3600000">
              <a:off x="6244519" y="4224386"/>
              <a:ext cx="839611" cy="88803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886" t="33815" r="37591" b="11917"/>
            <a:stretch>
              <a:fillRect/>
            </a:stretch>
          </p:blipFill>
          <p:spPr>
            <a:xfrm rot="3600000">
              <a:off x="6088204" y="4117039"/>
              <a:ext cx="1403065" cy="109821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076" t="30728" r="39637" b="-1018"/>
            <a:stretch>
              <a:fillRect/>
            </a:stretch>
          </p:blipFill>
          <p:spPr>
            <a:xfrm>
              <a:off x="6258560" y="3799840"/>
              <a:ext cx="2260600" cy="142240"/>
            </a:xfrm>
            <a:prstGeom prst="rect">
              <a:avLst/>
            </a:prstGeom>
          </p:spPr>
        </p:pic>
        <p:pic>
          <p:nvPicPr>
            <p:cNvPr id="32" name="图片 31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982" t="35748" r="32444" b="20321"/>
            <a:stretch>
              <a:fillRect/>
            </a:stretch>
          </p:blipFill>
          <p:spPr>
            <a:xfrm rot="5400000">
              <a:off x="6268679" y="3748006"/>
              <a:ext cx="2216150" cy="88900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106" t="36080" r="34771" b="20320"/>
            <a:stretch>
              <a:fillRect/>
            </a:stretch>
          </p:blipFill>
          <p:spPr>
            <a:xfrm>
              <a:off x="6409267" y="3644900"/>
              <a:ext cx="1938866" cy="88227"/>
            </a:xfrm>
            <a:prstGeom prst="rect">
              <a:avLst/>
            </a:prstGeom>
          </p:spPr>
        </p:pic>
        <p:pic>
          <p:nvPicPr>
            <p:cNvPr id="34" name="图片 33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532" t="37170" r="35995" b="20321"/>
            <a:stretch>
              <a:fillRect/>
            </a:stretch>
          </p:blipFill>
          <p:spPr>
            <a:xfrm>
              <a:off x="6498167" y="3479800"/>
              <a:ext cx="1773766" cy="86022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096" t="37502" r="37217" b="29026"/>
            <a:stretch>
              <a:fillRect/>
            </a:stretch>
          </p:blipFill>
          <p:spPr>
            <a:xfrm>
              <a:off x="6595533" y="3314699"/>
              <a:ext cx="1600200" cy="67733"/>
            </a:xfrm>
            <a:prstGeom prst="rect">
              <a:avLst/>
            </a:prstGeom>
          </p:spPr>
        </p:pic>
        <p:pic>
          <p:nvPicPr>
            <p:cNvPr id="36" name="图片 35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086" t="36872" r="37558" b="20320"/>
            <a:stretch>
              <a:fillRect/>
            </a:stretch>
          </p:blipFill>
          <p:spPr>
            <a:xfrm>
              <a:off x="6684433" y="3145367"/>
              <a:ext cx="1392767" cy="86626"/>
            </a:xfrm>
            <a:prstGeom prst="rect">
              <a:avLst/>
            </a:prstGeom>
          </p:spPr>
        </p:pic>
        <p:pic>
          <p:nvPicPr>
            <p:cNvPr id="38" name="图片 37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144" t="30928" r="44013" b="20321"/>
            <a:stretch>
              <a:fillRect/>
            </a:stretch>
          </p:blipFill>
          <p:spPr>
            <a:xfrm>
              <a:off x="6972299" y="2967567"/>
              <a:ext cx="800101" cy="98653"/>
            </a:xfrm>
            <a:prstGeom prst="rect">
              <a:avLst/>
            </a:prstGeom>
          </p:spPr>
        </p:pic>
        <p:pic>
          <p:nvPicPr>
            <p:cNvPr id="39" name="图片 3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969" t="33016" r="46051" b="14686"/>
            <a:stretch>
              <a:fillRect/>
            </a:stretch>
          </p:blipFill>
          <p:spPr>
            <a:xfrm>
              <a:off x="6980767" y="4635501"/>
              <a:ext cx="808566" cy="105832"/>
            </a:xfrm>
            <a:prstGeom prst="rect">
              <a:avLst/>
            </a:prstGeom>
          </p:spPr>
        </p:pic>
        <p:pic>
          <p:nvPicPr>
            <p:cNvPr id="40" name="图片 39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629" t="29922" r="37286" b="28239"/>
            <a:stretch>
              <a:fillRect/>
            </a:stretch>
          </p:blipFill>
          <p:spPr>
            <a:xfrm>
              <a:off x="6701367" y="4461933"/>
              <a:ext cx="1375833" cy="84667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05" t="36530" r="38917" b="32091"/>
            <a:stretch>
              <a:fillRect/>
            </a:stretch>
          </p:blipFill>
          <p:spPr>
            <a:xfrm>
              <a:off x="6604000" y="4309533"/>
              <a:ext cx="1574800" cy="63500"/>
            </a:xfrm>
            <a:prstGeom prst="rect">
              <a:avLst/>
            </a:prstGeom>
          </p:spPr>
        </p:pic>
        <p:pic>
          <p:nvPicPr>
            <p:cNvPr id="42" name="图片 41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290" t="33807" r="37966" b="28538"/>
            <a:stretch>
              <a:fillRect/>
            </a:stretch>
          </p:blipFill>
          <p:spPr>
            <a:xfrm>
              <a:off x="6493933" y="4135967"/>
              <a:ext cx="1790700" cy="76200"/>
            </a:xfrm>
            <a:prstGeom prst="rect">
              <a:avLst/>
            </a:prstGeom>
          </p:spPr>
        </p:pic>
        <p:pic>
          <p:nvPicPr>
            <p:cNvPr id="43" name="图片 42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377" t="36231" r="34500" b="19838"/>
            <a:stretch>
              <a:fillRect/>
            </a:stretch>
          </p:blipFill>
          <p:spPr>
            <a:xfrm>
              <a:off x="6426199" y="3975100"/>
              <a:ext cx="1938867" cy="88900"/>
            </a:xfrm>
            <a:prstGeom prst="rect">
              <a:avLst/>
            </a:prstGeom>
          </p:spPr>
        </p:pic>
      </p:grpSp>
      <p:sp>
        <p:nvSpPr>
          <p:cNvPr id="230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规定画法和简化画法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112332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(6)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较长机件简化画法。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45" descr="棕色大理石"/>
          <p:cNvSpPr txBox="1">
            <a:spLocks noChangeArrowheads="1"/>
          </p:cNvSpPr>
          <p:nvPr/>
        </p:nvSpPr>
        <p:spPr bwMode="auto">
          <a:xfrm>
            <a:off x="1050462" y="2077646"/>
            <a:ext cx="4110691" cy="2787101"/>
          </a:xfrm>
          <a:prstGeom prst="snip2Diag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 wrap="square" lIns="36000" rIns="3600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kumimoji="1" lang="en-US" altLang="zh-CN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kumimoji="1" lang="zh-CN" altLang="en-US" sz="24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较长机件（轴、杆、型材、连杆）沿长度方向的形状一致或按一定规律变化时可断开后缩短绘制</a:t>
            </a:r>
            <a:endParaRPr kumimoji="1" lang="zh-CN" altLang="en-US" sz="2800" kern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1388063" y="5232928"/>
            <a:ext cx="3540126" cy="5232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标注尺寸时仍注实长</a:t>
            </a:r>
            <a:endParaRPr lang="zh-CN" altLang="en-US" sz="2800" b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240016" y="1701328"/>
            <a:ext cx="4233332" cy="4130181"/>
            <a:chOff x="5977468" y="1293200"/>
            <a:chExt cx="4233332" cy="4130181"/>
          </a:xfrm>
        </p:grpSpPr>
        <p:grpSp>
          <p:nvGrpSpPr>
            <p:cNvPr id="9" name="Group 2"/>
            <p:cNvGrpSpPr/>
            <p:nvPr/>
          </p:nvGrpSpPr>
          <p:grpSpPr bwMode="auto">
            <a:xfrm>
              <a:off x="6259036" y="1618657"/>
              <a:ext cx="3683045" cy="1478849"/>
              <a:chOff x="1006" y="1563"/>
              <a:chExt cx="2882" cy="1157"/>
            </a:xfrm>
          </p:grpSpPr>
          <p:grpSp>
            <p:nvGrpSpPr>
              <p:cNvPr id="150" name="Group 4"/>
              <p:cNvGrpSpPr/>
              <p:nvPr/>
            </p:nvGrpSpPr>
            <p:grpSpPr bwMode="auto">
              <a:xfrm>
                <a:off x="1006" y="1563"/>
                <a:ext cx="2882" cy="1157"/>
                <a:chOff x="1006" y="1563"/>
                <a:chExt cx="2882" cy="1157"/>
              </a:xfrm>
            </p:grpSpPr>
            <p:grpSp>
              <p:nvGrpSpPr>
                <p:cNvPr id="153" name="Group 5"/>
                <p:cNvGrpSpPr/>
                <p:nvPr/>
              </p:nvGrpSpPr>
              <p:grpSpPr bwMode="auto">
                <a:xfrm>
                  <a:off x="1006" y="1566"/>
                  <a:ext cx="1154" cy="1154"/>
                  <a:chOff x="1006" y="1566"/>
                  <a:chExt cx="1154" cy="1154"/>
                </a:xfrm>
              </p:grpSpPr>
              <p:sp>
                <p:nvSpPr>
                  <p:cNvPr id="161" name="Oval 6"/>
                  <p:cNvSpPr>
                    <a:spLocks noChangeArrowheads="1"/>
                  </p:cNvSpPr>
                  <p:nvPr/>
                </p:nvSpPr>
                <p:spPr bwMode="auto">
                  <a:xfrm>
                    <a:off x="1006" y="1563"/>
                    <a:ext cx="1154" cy="116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62" name="Oval 7"/>
                  <p:cNvSpPr>
                    <a:spLocks noChangeArrowheads="1"/>
                  </p:cNvSpPr>
                  <p:nvPr/>
                </p:nvSpPr>
                <p:spPr bwMode="auto">
                  <a:xfrm>
                    <a:off x="1218" y="1769"/>
                    <a:ext cx="727" cy="72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154" name="Group 8"/>
                <p:cNvGrpSpPr/>
                <p:nvPr/>
              </p:nvGrpSpPr>
              <p:grpSpPr bwMode="auto">
                <a:xfrm>
                  <a:off x="3360" y="1872"/>
                  <a:ext cx="528" cy="528"/>
                  <a:chOff x="3360" y="1872"/>
                  <a:chExt cx="528" cy="528"/>
                </a:xfrm>
              </p:grpSpPr>
              <p:sp>
                <p:nvSpPr>
                  <p:cNvPr id="159" name="Oval 9"/>
                  <p:cNvSpPr>
                    <a:spLocks noChangeArrowheads="1"/>
                  </p:cNvSpPr>
                  <p:nvPr/>
                </p:nvSpPr>
                <p:spPr bwMode="auto">
                  <a:xfrm>
                    <a:off x="3360" y="1872"/>
                    <a:ext cx="528" cy="52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60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3485" y="1998"/>
                    <a:ext cx="271" cy="27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55" name="Line 13"/>
                <p:cNvSpPr>
                  <a:spLocks noChangeShapeType="1"/>
                </p:cNvSpPr>
                <p:nvPr/>
              </p:nvSpPr>
              <p:spPr bwMode="auto">
                <a:xfrm>
                  <a:off x="1674" y="1563"/>
                  <a:ext cx="906" cy="10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56" name="Line 14"/>
                <p:cNvSpPr>
                  <a:spLocks noChangeShapeType="1"/>
                </p:cNvSpPr>
                <p:nvPr/>
              </p:nvSpPr>
              <p:spPr bwMode="auto">
                <a:xfrm>
                  <a:off x="2789" y="1774"/>
                  <a:ext cx="907" cy="10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57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2802" y="2388"/>
                  <a:ext cx="906" cy="10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58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1614" y="2616"/>
                  <a:ext cx="906" cy="10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51" name="Freeform 18"/>
              <p:cNvSpPr/>
              <p:nvPr/>
            </p:nvSpPr>
            <p:spPr bwMode="auto">
              <a:xfrm>
                <a:off x="2520" y="1662"/>
                <a:ext cx="76" cy="960"/>
              </a:xfrm>
              <a:custGeom>
                <a:avLst/>
                <a:gdLst>
                  <a:gd name="T0" fmla="*/ 60 w 75"/>
                  <a:gd name="T1" fmla="*/ 0 h 960"/>
                  <a:gd name="T2" fmla="*/ 36 w 75"/>
                  <a:gd name="T3" fmla="*/ 210 h 960"/>
                  <a:gd name="T4" fmla="*/ 42 w 75"/>
                  <a:gd name="T5" fmla="*/ 354 h 960"/>
                  <a:gd name="T6" fmla="*/ 72 w 75"/>
                  <a:gd name="T7" fmla="*/ 480 h 960"/>
                  <a:gd name="T8" fmla="*/ 60 w 75"/>
                  <a:gd name="T9" fmla="*/ 642 h 960"/>
                  <a:gd name="T10" fmla="*/ 36 w 75"/>
                  <a:gd name="T11" fmla="*/ 762 h 960"/>
                  <a:gd name="T12" fmla="*/ 0 w 75"/>
                  <a:gd name="T13" fmla="*/ 960 h 96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5"/>
                  <a:gd name="T22" fmla="*/ 0 h 960"/>
                  <a:gd name="T23" fmla="*/ 75 w 75"/>
                  <a:gd name="T24" fmla="*/ 960 h 96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5" h="960">
                    <a:moveTo>
                      <a:pt x="60" y="0"/>
                    </a:moveTo>
                    <a:cubicBezTo>
                      <a:pt x="49" y="75"/>
                      <a:pt x="39" y="151"/>
                      <a:pt x="36" y="210"/>
                    </a:cubicBezTo>
                    <a:cubicBezTo>
                      <a:pt x="33" y="269"/>
                      <a:pt x="36" y="309"/>
                      <a:pt x="42" y="354"/>
                    </a:cubicBezTo>
                    <a:cubicBezTo>
                      <a:pt x="48" y="399"/>
                      <a:pt x="69" y="432"/>
                      <a:pt x="72" y="480"/>
                    </a:cubicBezTo>
                    <a:cubicBezTo>
                      <a:pt x="75" y="528"/>
                      <a:pt x="66" y="595"/>
                      <a:pt x="60" y="642"/>
                    </a:cubicBezTo>
                    <a:cubicBezTo>
                      <a:pt x="54" y="689"/>
                      <a:pt x="46" y="709"/>
                      <a:pt x="36" y="762"/>
                    </a:cubicBezTo>
                    <a:cubicBezTo>
                      <a:pt x="26" y="815"/>
                      <a:pt x="4" y="930"/>
                      <a:pt x="0" y="960"/>
                    </a:cubicBezTo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2" name="Freeform 19"/>
              <p:cNvSpPr/>
              <p:nvPr/>
            </p:nvSpPr>
            <p:spPr bwMode="auto">
              <a:xfrm>
                <a:off x="2765" y="1777"/>
                <a:ext cx="41" cy="713"/>
              </a:xfrm>
              <a:custGeom>
                <a:avLst/>
                <a:gdLst>
                  <a:gd name="T0" fmla="*/ 31 w 41"/>
                  <a:gd name="T1" fmla="*/ 0 h 714"/>
                  <a:gd name="T2" fmla="*/ 1 w 41"/>
                  <a:gd name="T3" fmla="*/ 156 h 714"/>
                  <a:gd name="T4" fmla="*/ 25 w 41"/>
                  <a:gd name="T5" fmla="*/ 294 h 714"/>
                  <a:gd name="T6" fmla="*/ 31 w 41"/>
                  <a:gd name="T7" fmla="*/ 432 h 714"/>
                  <a:gd name="T8" fmla="*/ 25 w 41"/>
                  <a:gd name="T9" fmla="*/ 648 h 714"/>
                  <a:gd name="T10" fmla="*/ 37 w 41"/>
                  <a:gd name="T11" fmla="*/ 714 h 7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1"/>
                  <a:gd name="T19" fmla="*/ 0 h 714"/>
                  <a:gd name="T20" fmla="*/ 41 w 41"/>
                  <a:gd name="T21" fmla="*/ 714 h 71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1" h="714">
                    <a:moveTo>
                      <a:pt x="31" y="0"/>
                    </a:moveTo>
                    <a:cubicBezTo>
                      <a:pt x="16" y="53"/>
                      <a:pt x="2" y="107"/>
                      <a:pt x="1" y="156"/>
                    </a:cubicBezTo>
                    <a:cubicBezTo>
                      <a:pt x="0" y="205"/>
                      <a:pt x="20" y="248"/>
                      <a:pt x="25" y="294"/>
                    </a:cubicBezTo>
                    <a:cubicBezTo>
                      <a:pt x="30" y="340"/>
                      <a:pt x="31" y="373"/>
                      <a:pt x="31" y="432"/>
                    </a:cubicBezTo>
                    <a:cubicBezTo>
                      <a:pt x="31" y="491"/>
                      <a:pt x="24" y="601"/>
                      <a:pt x="25" y="648"/>
                    </a:cubicBezTo>
                    <a:cubicBezTo>
                      <a:pt x="26" y="695"/>
                      <a:pt x="41" y="700"/>
                      <a:pt x="37" y="714"/>
                    </a:cubicBezTo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9" name="Group 20"/>
            <p:cNvGrpSpPr/>
            <p:nvPr/>
          </p:nvGrpSpPr>
          <p:grpSpPr bwMode="auto">
            <a:xfrm>
              <a:off x="6243161" y="3810376"/>
              <a:ext cx="3683045" cy="1537644"/>
              <a:chOff x="1138" y="2697"/>
              <a:chExt cx="2882" cy="1203"/>
            </a:xfrm>
          </p:grpSpPr>
          <p:grpSp>
            <p:nvGrpSpPr>
              <p:cNvPr id="130" name="Group 21"/>
              <p:cNvGrpSpPr/>
              <p:nvPr/>
            </p:nvGrpSpPr>
            <p:grpSpPr bwMode="auto">
              <a:xfrm>
                <a:off x="1138" y="2698"/>
                <a:ext cx="1154" cy="1154"/>
                <a:chOff x="1006" y="1566"/>
                <a:chExt cx="1154" cy="1154"/>
              </a:xfrm>
            </p:grpSpPr>
            <p:sp>
              <p:nvSpPr>
                <p:cNvPr id="148" name="Oval 22"/>
                <p:cNvSpPr>
                  <a:spLocks noChangeArrowheads="1"/>
                </p:cNvSpPr>
                <p:nvPr/>
              </p:nvSpPr>
              <p:spPr bwMode="auto">
                <a:xfrm>
                  <a:off x="1006" y="1563"/>
                  <a:ext cx="1154" cy="1160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9" name="Oval 23"/>
                <p:cNvSpPr>
                  <a:spLocks noChangeArrowheads="1"/>
                </p:cNvSpPr>
                <p:nvPr/>
              </p:nvSpPr>
              <p:spPr bwMode="auto">
                <a:xfrm>
                  <a:off x="1218" y="1769"/>
                  <a:ext cx="727" cy="728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1" name="Group 24"/>
              <p:cNvGrpSpPr/>
              <p:nvPr/>
            </p:nvGrpSpPr>
            <p:grpSpPr bwMode="auto">
              <a:xfrm>
                <a:off x="3492" y="3004"/>
                <a:ext cx="528" cy="528"/>
                <a:chOff x="3360" y="1872"/>
                <a:chExt cx="528" cy="528"/>
              </a:xfrm>
            </p:grpSpPr>
            <p:sp>
              <p:nvSpPr>
                <p:cNvPr id="146" name="Oval 25"/>
                <p:cNvSpPr>
                  <a:spLocks noChangeArrowheads="1"/>
                </p:cNvSpPr>
                <p:nvPr/>
              </p:nvSpPr>
              <p:spPr bwMode="auto">
                <a:xfrm>
                  <a:off x="3360" y="1872"/>
                  <a:ext cx="528" cy="528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7" name="Oval 26"/>
                <p:cNvSpPr>
                  <a:spLocks noChangeArrowheads="1"/>
                </p:cNvSpPr>
                <p:nvPr/>
              </p:nvSpPr>
              <p:spPr bwMode="auto">
                <a:xfrm>
                  <a:off x="3485" y="1998"/>
                  <a:ext cx="271" cy="272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32" name="Line 29"/>
              <p:cNvSpPr>
                <a:spLocks noChangeShapeType="1"/>
              </p:cNvSpPr>
              <p:nvPr/>
            </p:nvSpPr>
            <p:spPr bwMode="auto">
              <a:xfrm>
                <a:off x="1806" y="2697"/>
                <a:ext cx="906" cy="10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Line 30"/>
              <p:cNvSpPr>
                <a:spLocks noChangeShapeType="1"/>
              </p:cNvSpPr>
              <p:nvPr/>
            </p:nvSpPr>
            <p:spPr bwMode="auto">
              <a:xfrm>
                <a:off x="2921" y="2909"/>
                <a:ext cx="907" cy="1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Line 31"/>
              <p:cNvSpPr>
                <a:spLocks noChangeShapeType="1"/>
              </p:cNvSpPr>
              <p:nvPr/>
            </p:nvSpPr>
            <p:spPr bwMode="auto">
              <a:xfrm flipV="1">
                <a:off x="2910" y="3520"/>
                <a:ext cx="929" cy="10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Line 32"/>
              <p:cNvSpPr>
                <a:spLocks noChangeShapeType="1"/>
              </p:cNvSpPr>
              <p:nvPr/>
            </p:nvSpPr>
            <p:spPr bwMode="auto">
              <a:xfrm flipV="1">
                <a:off x="1746" y="3742"/>
                <a:ext cx="960" cy="10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6" name="Line 34"/>
              <p:cNvSpPr>
                <a:spLocks noChangeShapeType="1"/>
              </p:cNvSpPr>
              <p:nvPr/>
            </p:nvSpPr>
            <p:spPr bwMode="auto">
              <a:xfrm>
                <a:off x="2918" y="2818"/>
                <a:ext cx="0" cy="337"/>
              </a:xfrm>
              <a:prstGeom prst="line">
                <a:avLst/>
              </a:prstGeom>
              <a:noFill/>
              <a:ln w="127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7" name="Line 35"/>
              <p:cNvSpPr>
                <a:spLocks noChangeShapeType="1"/>
              </p:cNvSpPr>
              <p:nvPr/>
            </p:nvSpPr>
            <p:spPr bwMode="auto">
              <a:xfrm>
                <a:off x="2918" y="3218"/>
                <a:ext cx="0" cy="555"/>
              </a:xfrm>
              <a:prstGeom prst="line">
                <a:avLst/>
              </a:prstGeom>
              <a:noFill/>
              <a:ln w="127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8" name="Line 36"/>
              <p:cNvSpPr>
                <a:spLocks noChangeShapeType="1"/>
              </p:cNvSpPr>
              <p:nvPr/>
            </p:nvSpPr>
            <p:spPr bwMode="auto">
              <a:xfrm>
                <a:off x="2711" y="2755"/>
                <a:ext cx="0" cy="323"/>
              </a:xfrm>
              <a:prstGeom prst="line">
                <a:avLst/>
              </a:prstGeom>
              <a:noFill/>
              <a:ln w="127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9" name="Line 37"/>
              <p:cNvSpPr>
                <a:spLocks noChangeShapeType="1"/>
              </p:cNvSpPr>
              <p:nvPr/>
            </p:nvSpPr>
            <p:spPr bwMode="auto">
              <a:xfrm>
                <a:off x="2711" y="3150"/>
                <a:ext cx="0" cy="750"/>
              </a:xfrm>
              <a:prstGeom prst="line">
                <a:avLst/>
              </a:prstGeom>
              <a:noFill/>
              <a:ln w="127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0" name="Line 38"/>
              <p:cNvSpPr>
                <a:spLocks noChangeShapeType="1"/>
              </p:cNvSpPr>
              <p:nvPr/>
            </p:nvSpPr>
            <p:spPr bwMode="auto">
              <a:xfrm>
                <a:off x="2711" y="3077"/>
                <a:ext cx="41" cy="31"/>
              </a:xfrm>
              <a:prstGeom prst="line">
                <a:avLst/>
              </a:prstGeom>
              <a:noFill/>
              <a:ln w="127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1" name="Line 39"/>
              <p:cNvSpPr>
                <a:spLocks noChangeShapeType="1"/>
              </p:cNvSpPr>
              <p:nvPr/>
            </p:nvSpPr>
            <p:spPr bwMode="auto">
              <a:xfrm flipH="1">
                <a:off x="2664" y="3102"/>
                <a:ext cx="83" cy="30"/>
              </a:xfrm>
              <a:prstGeom prst="line">
                <a:avLst/>
              </a:prstGeom>
              <a:noFill/>
              <a:ln w="127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2" name="Line 40"/>
              <p:cNvSpPr>
                <a:spLocks noChangeShapeType="1"/>
              </p:cNvSpPr>
              <p:nvPr/>
            </p:nvSpPr>
            <p:spPr bwMode="auto">
              <a:xfrm>
                <a:off x="2664" y="3138"/>
                <a:ext cx="47" cy="16"/>
              </a:xfrm>
              <a:prstGeom prst="line">
                <a:avLst/>
              </a:prstGeom>
              <a:noFill/>
              <a:ln w="127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3" name="Line 41"/>
              <p:cNvSpPr>
                <a:spLocks noChangeShapeType="1"/>
              </p:cNvSpPr>
              <p:nvPr/>
            </p:nvSpPr>
            <p:spPr bwMode="auto">
              <a:xfrm>
                <a:off x="2921" y="3145"/>
                <a:ext cx="41" cy="31"/>
              </a:xfrm>
              <a:prstGeom prst="line">
                <a:avLst/>
              </a:prstGeom>
              <a:noFill/>
              <a:ln w="127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4" name="Line 42"/>
              <p:cNvSpPr>
                <a:spLocks noChangeShapeType="1"/>
              </p:cNvSpPr>
              <p:nvPr/>
            </p:nvSpPr>
            <p:spPr bwMode="auto">
              <a:xfrm flipH="1">
                <a:off x="2874" y="3168"/>
                <a:ext cx="83" cy="30"/>
              </a:xfrm>
              <a:prstGeom prst="line">
                <a:avLst/>
              </a:prstGeom>
              <a:noFill/>
              <a:ln w="127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5" name="Line 43"/>
              <p:cNvSpPr>
                <a:spLocks noChangeShapeType="1"/>
              </p:cNvSpPr>
              <p:nvPr/>
            </p:nvSpPr>
            <p:spPr bwMode="auto">
              <a:xfrm>
                <a:off x="2874" y="3204"/>
                <a:ext cx="47" cy="17"/>
              </a:xfrm>
              <a:prstGeom prst="line">
                <a:avLst/>
              </a:prstGeom>
              <a:noFill/>
              <a:ln w="12700">
                <a:solidFill>
                  <a:srgbClr val="A50021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0" name="Line 46"/>
            <p:cNvSpPr>
              <a:spLocks noChangeShapeType="1"/>
            </p:cNvSpPr>
            <p:nvPr/>
          </p:nvSpPr>
          <p:spPr bwMode="auto">
            <a:xfrm flipV="1">
              <a:off x="8265063" y="1537601"/>
              <a:ext cx="582613" cy="468313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Text Box 47"/>
            <p:cNvSpPr txBox="1">
              <a:spLocks noChangeArrowheads="1"/>
            </p:cNvSpPr>
            <p:nvPr/>
          </p:nvSpPr>
          <p:spPr bwMode="auto">
            <a:xfrm>
              <a:off x="8847676" y="1293200"/>
              <a:ext cx="1199367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波浪线 </a:t>
              </a:r>
              <a:endPara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48"/>
            <p:cNvSpPr>
              <a:spLocks noChangeShapeType="1"/>
            </p:cNvSpPr>
            <p:nvPr/>
          </p:nvSpPr>
          <p:spPr bwMode="auto">
            <a:xfrm flipV="1">
              <a:off x="8247601" y="3720414"/>
              <a:ext cx="501650" cy="42545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Text Box 49"/>
            <p:cNvSpPr txBox="1">
              <a:spLocks noChangeArrowheads="1"/>
            </p:cNvSpPr>
            <p:nvPr/>
          </p:nvSpPr>
          <p:spPr bwMode="auto">
            <a:xfrm>
              <a:off x="8792026" y="3403701"/>
              <a:ext cx="1107996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双折线</a:t>
              </a:r>
              <a:endPara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24" name="图片 123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183" t="23506" r="45091" b="13309"/>
            <a:stretch>
              <a:fillRect/>
            </a:stretch>
          </p:blipFill>
          <p:spPr>
            <a:xfrm rot="16200000">
              <a:off x="6116179" y="2272310"/>
              <a:ext cx="1727201" cy="213646"/>
            </a:xfrm>
            <a:prstGeom prst="rect">
              <a:avLst/>
            </a:prstGeom>
          </p:spPr>
        </p:pic>
        <p:pic>
          <p:nvPicPr>
            <p:cNvPr id="125" name="图片 12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15" t="23935" r="14628" b="945"/>
            <a:stretch>
              <a:fillRect/>
            </a:stretch>
          </p:blipFill>
          <p:spPr>
            <a:xfrm>
              <a:off x="5977468" y="2252133"/>
              <a:ext cx="4233332" cy="253999"/>
            </a:xfrm>
            <a:prstGeom prst="rect">
              <a:avLst/>
            </a:prstGeom>
          </p:spPr>
        </p:pic>
        <p:pic>
          <p:nvPicPr>
            <p:cNvPr id="126" name="图片 125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184" t="23505" r="54850" b="19050"/>
            <a:stretch>
              <a:fillRect/>
            </a:stretch>
          </p:blipFill>
          <p:spPr>
            <a:xfrm rot="16200000">
              <a:off x="9181504" y="2237142"/>
              <a:ext cx="807719" cy="194234"/>
            </a:xfrm>
            <a:prstGeom prst="rect">
              <a:avLst/>
            </a:prstGeom>
          </p:spPr>
        </p:pic>
        <p:pic>
          <p:nvPicPr>
            <p:cNvPr id="127" name="图片 126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183" t="23506" r="45091" b="13309"/>
            <a:stretch>
              <a:fillRect/>
            </a:stretch>
          </p:blipFill>
          <p:spPr>
            <a:xfrm rot="16200000">
              <a:off x="6116179" y="4452958"/>
              <a:ext cx="1727201" cy="213646"/>
            </a:xfrm>
            <a:prstGeom prst="rect">
              <a:avLst/>
            </a:prstGeom>
          </p:spPr>
        </p:pic>
        <p:pic>
          <p:nvPicPr>
            <p:cNvPr id="128" name="图片 127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15" t="23935" r="14628" b="945"/>
            <a:stretch>
              <a:fillRect/>
            </a:stretch>
          </p:blipFill>
          <p:spPr>
            <a:xfrm>
              <a:off x="5977468" y="4432781"/>
              <a:ext cx="4233332" cy="253999"/>
            </a:xfrm>
            <a:prstGeom prst="rect">
              <a:avLst/>
            </a:prstGeom>
          </p:spPr>
        </p:pic>
        <p:pic>
          <p:nvPicPr>
            <p:cNvPr id="129" name="图片 12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184" t="23505" r="54850" b="19050"/>
            <a:stretch>
              <a:fillRect/>
            </a:stretch>
          </p:blipFill>
          <p:spPr>
            <a:xfrm rot="16200000">
              <a:off x="9181504" y="4417790"/>
              <a:ext cx="807719" cy="194234"/>
            </a:xfrm>
            <a:prstGeom prst="rect">
              <a:avLst/>
            </a:prstGeom>
          </p:spPr>
        </p:pic>
      </p:grpSp>
      <p:sp>
        <p:nvSpPr>
          <p:cNvPr id="163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规定画法和简化画法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1123324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(7)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圆柱体上因钻小孔、铣键槽等出现的交线允许省略，但必须有其他视图清楚地表示了孔、槽的形状。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3" name="组合 102"/>
          <p:cNvGrpSpPr/>
          <p:nvPr/>
        </p:nvGrpSpPr>
        <p:grpSpPr>
          <a:xfrm>
            <a:off x="1874830" y="2692380"/>
            <a:ext cx="8453387" cy="2782928"/>
            <a:chOff x="3285382" y="2674410"/>
            <a:chExt cx="5516562" cy="1816099"/>
          </a:xfrm>
        </p:grpSpPr>
        <p:grpSp>
          <p:nvGrpSpPr>
            <p:cNvPr id="104" name="Group 2"/>
            <p:cNvGrpSpPr/>
            <p:nvPr/>
          </p:nvGrpSpPr>
          <p:grpSpPr bwMode="auto">
            <a:xfrm>
              <a:off x="3764808" y="2745848"/>
              <a:ext cx="1982788" cy="747713"/>
              <a:chOff x="1063" y="400"/>
              <a:chExt cx="1249" cy="471"/>
            </a:xfrm>
          </p:grpSpPr>
          <p:sp>
            <p:nvSpPr>
              <p:cNvPr id="238" name="Rectangle 3"/>
              <p:cNvSpPr>
                <a:spLocks noChangeArrowheads="1"/>
              </p:cNvSpPr>
              <p:nvPr/>
            </p:nvSpPr>
            <p:spPr bwMode="auto">
              <a:xfrm>
                <a:off x="1063" y="400"/>
                <a:ext cx="1249" cy="1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zh-CN" altLang="en-US" sz="2400" kern="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交线用轮廓线代替</a:t>
                </a:r>
                <a:endParaRPr lang="zh-CN" altLang="en-US" sz="240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9" name="Freeform 4"/>
              <p:cNvSpPr/>
              <p:nvPr/>
            </p:nvSpPr>
            <p:spPr bwMode="auto">
              <a:xfrm>
                <a:off x="1074" y="599"/>
                <a:ext cx="124" cy="272"/>
              </a:xfrm>
              <a:custGeom>
                <a:avLst/>
                <a:gdLst>
                  <a:gd name="T0" fmla="*/ 374 w 374"/>
                  <a:gd name="T1" fmla="*/ 814 h 814"/>
                  <a:gd name="T2" fmla="*/ 0 w 374"/>
                  <a:gd name="T3" fmla="*/ 0 h 814"/>
                  <a:gd name="T4" fmla="*/ 2 w 374"/>
                  <a:gd name="T5" fmla="*/ 0 h 814"/>
                  <a:gd name="T6" fmla="*/ 0 60000 65536"/>
                  <a:gd name="T7" fmla="*/ 0 60000 65536"/>
                  <a:gd name="T8" fmla="*/ 0 60000 65536"/>
                  <a:gd name="T9" fmla="*/ 0 w 374"/>
                  <a:gd name="T10" fmla="*/ 0 h 814"/>
                  <a:gd name="T11" fmla="*/ 374 w 374"/>
                  <a:gd name="T12" fmla="*/ 814 h 8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4" h="814">
                    <a:moveTo>
                      <a:pt x="374" y="814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0" name="Freeform 5"/>
              <p:cNvSpPr/>
              <p:nvPr/>
            </p:nvSpPr>
            <p:spPr bwMode="auto">
              <a:xfrm>
                <a:off x="1074" y="599"/>
                <a:ext cx="182" cy="159"/>
              </a:xfrm>
              <a:custGeom>
                <a:avLst/>
                <a:gdLst>
                  <a:gd name="T0" fmla="*/ 548 w 548"/>
                  <a:gd name="T1" fmla="*/ 476 h 476"/>
                  <a:gd name="T2" fmla="*/ 0 w 548"/>
                  <a:gd name="T3" fmla="*/ 0 h 476"/>
                  <a:gd name="T4" fmla="*/ 2 w 548"/>
                  <a:gd name="T5" fmla="*/ 0 h 476"/>
                  <a:gd name="T6" fmla="*/ 0 60000 65536"/>
                  <a:gd name="T7" fmla="*/ 0 60000 65536"/>
                  <a:gd name="T8" fmla="*/ 0 60000 65536"/>
                  <a:gd name="T9" fmla="*/ 0 w 548"/>
                  <a:gd name="T10" fmla="*/ 0 h 476"/>
                  <a:gd name="T11" fmla="*/ 548 w 548"/>
                  <a:gd name="T12" fmla="*/ 476 h 4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48" h="476">
                    <a:moveTo>
                      <a:pt x="548" y="476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1" name="Line 6"/>
              <p:cNvSpPr>
                <a:spLocks noChangeShapeType="1"/>
              </p:cNvSpPr>
              <p:nvPr/>
            </p:nvSpPr>
            <p:spPr bwMode="auto">
              <a:xfrm>
                <a:off x="1074" y="600"/>
                <a:ext cx="119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</a:ln>
            </p:spPr>
            <p:txBody>
              <a:bodyPr wrap="squar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5" name="Group 7"/>
            <p:cNvGrpSpPr/>
            <p:nvPr/>
          </p:nvGrpSpPr>
          <p:grpSpPr bwMode="auto">
            <a:xfrm>
              <a:off x="3285382" y="3223684"/>
              <a:ext cx="5516562" cy="1266825"/>
              <a:chOff x="1146" y="1152"/>
              <a:chExt cx="3475" cy="798"/>
            </a:xfrm>
          </p:grpSpPr>
          <p:grpSp>
            <p:nvGrpSpPr>
              <p:cNvPr id="110" name="Group 8"/>
              <p:cNvGrpSpPr/>
              <p:nvPr/>
            </p:nvGrpSpPr>
            <p:grpSpPr bwMode="auto">
              <a:xfrm>
                <a:off x="1146" y="1152"/>
                <a:ext cx="1689" cy="798"/>
                <a:chOff x="1146" y="1152"/>
                <a:chExt cx="1689" cy="798"/>
              </a:xfrm>
            </p:grpSpPr>
            <p:grpSp>
              <p:nvGrpSpPr>
                <p:cNvPr id="189" name="Group 9"/>
                <p:cNvGrpSpPr/>
                <p:nvPr/>
              </p:nvGrpSpPr>
              <p:grpSpPr bwMode="auto">
                <a:xfrm>
                  <a:off x="1146" y="1152"/>
                  <a:ext cx="821" cy="747"/>
                  <a:chOff x="1146" y="1152"/>
                  <a:chExt cx="821" cy="747"/>
                </a:xfrm>
              </p:grpSpPr>
              <p:sp>
                <p:nvSpPr>
                  <p:cNvPr id="214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1225" y="1209"/>
                    <a:ext cx="680" cy="690"/>
                  </a:xfrm>
                  <a:prstGeom prst="rect">
                    <a:avLst/>
                  </a:prstGeom>
                  <a:noFill/>
                  <a:ln w="38100">
                    <a:solidFill>
                      <a:srgbClr val="000000"/>
                    </a:solidFill>
                    <a:miter lim="800000"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5" name="Freeform 11"/>
                  <p:cNvSpPr/>
                  <p:nvPr/>
                </p:nvSpPr>
                <p:spPr bwMode="auto">
                  <a:xfrm>
                    <a:off x="1224" y="1327"/>
                    <a:ext cx="680" cy="1"/>
                  </a:xfrm>
                  <a:custGeom>
                    <a:avLst/>
                    <a:gdLst>
                      <a:gd name="T0" fmla="*/ 2039 w 2039"/>
                      <a:gd name="T1" fmla="*/ 0 h 1"/>
                      <a:gd name="T2" fmla="*/ 0 w 2039"/>
                      <a:gd name="T3" fmla="*/ 0 h 1"/>
                      <a:gd name="T4" fmla="*/ 1 w 2039"/>
                      <a:gd name="T5" fmla="*/ 0 h 1"/>
                      <a:gd name="T6" fmla="*/ 0 60000 65536"/>
                      <a:gd name="T7" fmla="*/ 0 60000 65536"/>
                      <a:gd name="T8" fmla="*/ 0 60000 65536"/>
                      <a:gd name="T9" fmla="*/ 0 w 2039"/>
                      <a:gd name="T10" fmla="*/ 0 h 1"/>
                      <a:gd name="T11" fmla="*/ 2039 w 2039"/>
                      <a:gd name="T12" fmla="*/ 1 h 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039" h="1">
                        <a:moveTo>
                          <a:pt x="2039" y="0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6" name="Freeform 12"/>
                  <p:cNvSpPr/>
                  <p:nvPr/>
                </p:nvSpPr>
                <p:spPr bwMode="auto">
                  <a:xfrm>
                    <a:off x="1560" y="1152"/>
                    <a:ext cx="1" cy="221"/>
                  </a:xfrm>
                  <a:custGeom>
                    <a:avLst/>
                    <a:gdLst>
                      <a:gd name="T0" fmla="*/ 0 w 1"/>
                      <a:gd name="T1" fmla="*/ 0 h 662"/>
                      <a:gd name="T2" fmla="*/ 0 w 1"/>
                      <a:gd name="T3" fmla="*/ 662 h 662"/>
                      <a:gd name="T4" fmla="*/ 1 w 1"/>
                      <a:gd name="T5" fmla="*/ 662 h 662"/>
                      <a:gd name="T6" fmla="*/ 0 60000 65536"/>
                      <a:gd name="T7" fmla="*/ 0 60000 65536"/>
                      <a:gd name="T8" fmla="*/ 0 60000 65536"/>
                      <a:gd name="T9" fmla="*/ 0 w 1"/>
                      <a:gd name="T10" fmla="*/ 0 h 662"/>
                      <a:gd name="T11" fmla="*/ 1 w 1"/>
                      <a:gd name="T12" fmla="*/ 662 h 66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" h="662">
                        <a:moveTo>
                          <a:pt x="0" y="0"/>
                        </a:moveTo>
                        <a:lnTo>
                          <a:pt x="0" y="662"/>
                        </a:lnTo>
                        <a:lnTo>
                          <a:pt x="1" y="662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7" name="Freeform 13"/>
                  <p:cNvSpPr/>
                  <p:nvPr/>
                </p:nvSpPr>
                <p:spPr bwMode="auto">
                  <a:xfrm>
                    <a:off x="1432" y="1209"/>
                    <a:ext cx="62" cy="62"/>
                  </a:xfrm>
                  <a:custGeom>
                    <a:avLst/>
                    <a:gdLst>
                      <a:gd name="T0" fmla="*/ 186 w 186"/>
                      <a:gd name="T1" fmla="*/ 187 h 187"/>
                      <a:gd name="T2" fmla="*/ 0 w 186"/>
                      <a:gd name="T3" fmla="*/ 0 h 187"/>
                      <a:gd name="T4" fmla="*/ 1 w 186"/>
                      <a:gd name="T5" fmla="*/ 0 h 187"/>
                      <a:gd name="T6" fmla="*/ 0 60000 65536"/>
                      <a:gd name="T7" fmla="*/ 0 60000 65536"/>
                      <a:gd name="T8" fmla="*/ 0 60000 65536"/>
                      <a:gd name="T9" fmla="*/ 0 w 186"/>
                      <a:gd name="T10" fmla="*/ 0 h 187"/>
                      <a:gd name="T11" fmla="*/ 186 w 186"/>
                      <a:gd name="T12" fmla="*/ 187 h 18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86" h="187">
                        <a:moveTo>
                          <a:pt x="186" y="187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8" name="Freeform 14"/>
                  <p:cNvSpPr/>
                  <p:nvPr/>
                </p:nvSpPr>
                <p:spPr bwMode="auto">
                  <a:xfrm>
                    <a:off x="1494" y="1271"/>
                    <a:ext cx="1" cy="56"/>
                  </a:xfrm>
                  <a:custGeom>
                    <a:avLst/>
                    <a:gdLst>
                      <a:gd name="T0" fmla="*/ 0 w 1"/>
                      <a:gd name="T1" fmla="*/ 0 h 167"/>
                      <a:gd name="T2" fmla="*/ 0 w 1"/>
                      <a:gd name="T3" fmla="*/ 167 h 167"/>
                      <a:gd name="T4" fmla="*/ 1 w 1"/>
                      <a:gd name="T5" fmla="*/ 167 h 167"/>
                      <a:gd name="T6" fmla="*/ 0 60000 65536"/>
                      <a:gd name="T7" fmla="*/ 0 60000 65536"/>
                      <a:gd name="T8" fmla="*/ 0 60000 65536"/>
                      <a:gd name="T9" fmla="*/ 0 w 1"/>
                      <a:gd name="T10" fmla="*/ 0 h 167"/>
                      <a:gd name="T11" fmla="*/ 1 w 1"/>
                      <a:gd name="T12" fmla="*/ 167 h 16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" h="167">
                        <a:moveTo>
                          <a:pt x="0" y="0"/>
                        </a:moveTo>
                        <a:lnTo>
                          <a:pt x="0" y="167"/>
                        </a:lnTo>
                        <a:lnTo>
                          <a:pt x="1" y="167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9" name="Freeform 15"/>
                  <p:cNvSpPr/>
                  <p:nvPr/>
                </p:nvSpPr>
                <p:spPr bwMode="auto">
                  <a:xfrm>
                    <a:off x="1494" y="1271"/>
                    <a:ext cx="132" cy="1"/>
                  </a:xfrm>
                  <a:custGeom>
                    <a:avLst/>
                    <a:gdLst>
                      <a:gd name="T0" fmla="*/ 0 w 396"/>
                      <a:gd name="T1" fmla="*/ 0 h 1"/>
                      <a:gd name="T2" fmla="*/ 395 w 396"/>
                      <a:gd name="T3" fmla="*/ 0 h 1"/>
                      <a:gd name="T4" fmla="*/ 396 w 396"/>
                      <a:gd name="T5" fmla="*/ 0 h 1"/>
                      <a:gd name="T6" fmla="*/ 0 60000 65536"/>
                      <a:gd name="T7" fmla="*/ 0 60000 65536"/>
                      <a:gd name="T8" fmla="*/ 0 60000 65536"/>
                      <a:gd name="T9" fmla="*/ 0 w 396"/>
                      <a:gd name="T10" fmla="*/ 0 h 1"/>
                      <a:gd name="T11" fmla="*/ 396 w 396"/>
                      <a:gd name="T12" fmla="*/ 1 h 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96" h="1">
                        <a:moveTo>
                          <a:pt x="0" y="0"/>
                        </a:moveTo>
                        <a:lnTo>
                          <a:pt x="395" y="0"/>
                        </a:lnTo>
                        <a:lnTo>
                          <a:pt x="396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0" name="Freeform 16"/>
                  <p:cNvSpPr/>
                  <p:nvPr/>
                </p:nvSpPr>
                <p:spPr bwMode="auto">
                  <a:xfrm>
                    <a:off x="1625" y="1209"/>
                    <a:ext cx="63" cy="62"/>
                  </a:xfrm>
                  <a:custGeom>
                    <a:avLst/>
                    <a:gdLst>
                      <a:gd name="T0" fmla="*/ 0 w 189"/>
                      <a:gd name="T1" fmla="*/ 187 h 187"/>
                      <a:gd name="T2" fmla="*/ 187 w 189"/>
                      <a:gd name="T3" fmla="*/ 0 h 187"/>
                      <a:gd name="T4" fmla="*/ 189 w 189"/>
                      <a:gd name="T5" fmla="*/ 0 h 187"/>
                      <a:gd name="T6" fmla="*/ 0 60000 65536"/>
                      <a:gd name="T7" fmla="*/ 0 60000 65536"/>
                      <a:gd name="T8" fmla="*/ 0 60000 65536"/>
                      <a:gd name="T9" fmla="*/ 0 w 189"/>
                      <a:gd name="T10" fmla="*/ 0 h 187"/>
                      <a:gd name="T11" fmla="*/ 189 w 189"/>
                      <a:gd name="T12" fmla="*/ 187 h 18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89" h="187">
                        <a:moveTo>
                          <a:pt x="0" y="187"/>
                        </a:moveTo>
                        <a:lnTo>
                          <a:pt x="187" y="0"/>
                        </a:lnTo>
                        <a:lnTo>
                          <a:pt x="189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1" name="Freeform 17"/>
                  <p:cNvSpPr/>
                  <p:nvPr/>
                </p:nvSpPr>
                <p:spPr bwMode="auto">
                  <a:xfrm>
                    <a:off x="1625" y="1271"/>
                    <a:ext cx="1" cy="56"/>
                  </a:xfrm>
                  <a:custGeom>
                    <a:avLst/>
                    <a:gdLst>
                      <a:gd name="T0" fmla="*/ 0 w 1"/>
                      <a:gd name="T1" fmla="*/ 0 h 167"/>
                      <a:gd name="T2" fmla="*/ 0 w 1"/>
                      <a:gd name="T3" fmla="*/ 167 h 167"/>
                      <a:gd name="T4" fmla="*/ 1 w 1"/>
                      <a:gd name="T5" fmla="*/ 167 h 167"/>
                      <a:gd name="T6" fmla="*/ 0 60000 65536"/>
                      <a:gd name="T7" fmla="*/ 0 60000 65536"/>
                      <a:gd name="T8" fmla="*/ 0 60000 65536"/>
                      <a:gd name="T9" fmla="*/ 0 w 1"/>
                      <a:gd name="T10" fmla="*/ 0 h 167"/>
                      <a:gd name="T11" fmla="*/ 1 w 1"/>
                      <a:gd name="T12" fmla="*/ 167 h 16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" h="167">
                        <a:moveTo>
                          <a:pt x="0" y="0"/>
                        </a:moveTo>
                        <a:lnTo>
                          <a:pt x="0" y="167"/>
                        </a:lnTo>
                        <a:lnTo>
                          <a:pt x="1" y="167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2" name="Freeform 18"/>
                  <p:cNvSpPr/>
                  <p:nvPr/>
                </p:nvSpPr>
                <p:spPr bwMode="auto">
                  <a:xfrm>
                    <a:off x="1224" y="1780"/>
                    <a:ext cx="680" cy="1"/>
                  </a:xfrm>
                  <a:custGeom>
                    <a:avLst/>
                    <a:gdLst>
                      <a:gd name="T0" fmla="*/ 2039 w 2039"/>
                      <a:gd name="T1" fmla="*/ 0 h 1"/>
                      <a:gd name="T2" fmla="*/ 0 w 2039"/>
                      <a:gd name="T3" fmla="*/ 0 h 1"/>
                      <a:gd name="T4" fmla="*/ 1 w 2039"/>
                      <a:gd name="T5" fmla="*/ 0 h 1"/>
                      <a:gd name="T6" fmla="*/ 0 60000 65536"/>
                      <a:gd name="T7" fmla="*/ 0 60000 65536"/>
                      <a:gd name="T8" fmla="*/ 0 60000 65536"/>
                      <a:gd name="T9" fmla="*/ 0 w 2039"/>
                      <a:gd name="T10" fmla="*/ 0 h 1"/>
                      <a:gd name="T11" fmla="*/ 2039 w 2039"/>
                      <a:gd name="T12" fmla="*/ 1 h 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039" h="1">
                        <a:moveTo>
                          <a:pt x="2039" y="0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223" name="Group 19"/>
                  <p:cNvGrpSpPr/>
                  <p:nvPr/>
                </p:nvGrpSpPr>
                <p:grpSpPr bwMode="auto">
                  <a:xfrm>
                    <a:off x="1146" y="1554"/>
                    <a:ext cx="821" cy="1"/>
                    <a:chOff x="761" y="1103"/>
                    <a:chExt cx="821" cy="1"/>
                  </a:xfrm>
                </p:grpSpPr>
                <p:sp>
                  <p:nvSpPr>
                    <p:cNvPr id="235" name="Freeform 20"/>
                    <p:cNvSpPr/>
                    <p:nvPr/>
                  </p:nvSpPr>
                  <p:spPr bwMode="auto">
                    <a:xfrm>
                      <a:off x="1199" y="1103"/>
                      <a:ext cx="383" cy="1"/>
                    </a:xfrm>
                    <a:custGeom>
                      <a:avLst/>
                      <a:gdLst>
                        <a:gd name="T0" fmla="*/ 1149 w 1149"/>
                        <a:gd name="T1" fmla="*/ 0 h 1"/>
                        <a:gd name="T2" fmla="*/ 0 w 1149"/>
                        <a:gd name="T3" fmla="*/ 0 h 1"/>
                        <a:gd name="T4" fmla="*/ 1 w 1149"/>
                        <a:gd name="T5" fmla="*/ 0 h 1"/>
                        <a:gd name="T6" fmla="*/ 0 60000 65536"/>
                        <a:gd name="T7" fmla="*/ 0 60000 65536"/>
                        <a:gd name="T8" fmla="*/ 0 60000 65536"/>
                        <a:gd name="T9" fmla="*/ 0 w 1149"/>
                        <a:gd name="T10" fmla="*/ 0 h 1"/>
                        <a:gd name="T11" fmla="*/ 1149 w 1149"/>
                        <a:gd name="T12" fmla="*/ 1 h 1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1149" h="1">
                          <a:moveTo>
                            <a:pt x="1149" y="0"/>
                          </a:moveTo>
                          <a:lnTo>
                            <a:pt x="0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endParaRPr lang="zh-CN" altLang="en-US" kern="0">
                        <a:solidFill>
                          <a:sysClr val="windowText" lastClr="000000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" name="Freeform 21"/>
                    <p:cNvSpPr/>
                    <p:nvPr/>
                  </p:nvSpPr>
                  <p:spPr bwMode="auto">
                    <a:xfrm>
                      <a:off x="761" y="1103"/>
                      <a:ext cx="341" cy="1"/>
                    </a:xfrm>
                    <a:custGeom>
                      <a:avLst/>
                      <a:gdLst>
                        <a:gd name="T0" fmla="*/ 1023 w 1023"/>
                        <a:gd name="T1" fmla="*/ 0 h 1"/>
                        <a:gd name="T2" fmla="*/ 0 w 1023"/>
                        <a:gd name="T3" fmla="*/ 0 h 1"/>
                        <a:gd name="T4" fmla="*/ 1 w 1023"/>
                        <a:gd name="T5" fmla="*/ 0 h 1"/>
                        <a:gd name="T6" fmla="*/ 0 60000 65536"/>
                        <a:gd name="T7" fmla="*/ 0 60000 65536"/>
                        <a:gd name="T8" fmla="*/ 0 60000 65536"/>
                        <a:gd name="T9" fmla="*/ 0 w 1023"/>
                        <a:gd name="T10" fmla="*/ 0 h 1"/>
                        <a:gd name="T11" fmla="*/ 1023 w 1023"/>
                        <a:gd name="T12" fmla="*/ 1 h 1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1023" h="1">
                          <a:moveTo>
                            <a:pt x="1023" y="0"/>
                          </a:moveTo>
                          <a:lnTo>
                            <a:pt x="0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endParaRPr lang="zh-CN" altLang="en-US" kern="0">
                        <a:solidFill>
                          <a:sysClr val="windowText" lastClr="000000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7" name="Freeform 22"/>
                    <p:cNvSpPr/>
                    <p:nvPr/>
                  </p:nvSpPr>
                  <p:spPr bwMode="auto">
                    <a:xfrm>
                      <a:off x="1139" y="1103"/>
                      <a:ext cx="19" cy="1"/>
                    </a:xfrm>
                    <a:custGeom>
                      <a:avLst/>
                      <a:gdLst>
                        <a:gd name="T0" fmla="*/ 56 w 56"/>
                        <a:gd name="T1" fmla="*/ 0 h 1"/>
                        <a:gd name="T2" fmla="*/ 0 w 56"/>
                        <a:gd name="T3" fmla="*/ 0 h 1"/>
                        <a:gd name="T4" fmla="*/ 1 w 56"/>
                        <a:gd name="T5" fmla="*/ 0 h 1"/>
                        <a:gd name="T6" fmla="*/ 0 60000 65536"/>
                        <a:gd name="T7" fmla="*/ 0 60000 65536"/>
                        <a:gd name="T8" fmla="*/ 0 60000 65536"/>
                        <a:gd name="T9" fmla="*/ 0 w 56"/>
                        <a:gd name="T10" fmla="*/ 0 h 1"/>
                        <a:gd name="T11" fmla="*/ 56 w 56"/>
                        <a:gd name="T12" fmla="*/ 1 h 1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56" h="1">
                          <a:moveTo>
                            <a:pt x="56" y="0"/>
                          </a:moveTo>
                          <a:lnTo>
                            <a:pt x="0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endParaRPr lang="zh-CN" altLang="en-US" kern="0">
                        <a:solidFill>
                          <a:sysClr val="windowText" lastClr="000000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224" name="Group 23"/>
                  <p:cNvGrpSpPr/>
                  <p:nvPr/>
                </p:nvGrpSpPr>
                <p:grpSpPr bwMode="auto">
                  <a:xfrm>
                    <a:off x="1224" y="1209"/>
                    <a:ext cx="680" cy="689"/>
                    <a:chOff x="839" y="758"/>
                    <a:chExt cx="680" cy="689"/>
                  </a:xfrm>
                </p:grpSpPr>
                <p:sp>
                  <p:nvSpPr>
                    <p:cNvPr id="225" name="Freeform 24"/>
                    <p:cNvSpPr/>
                    <p:nvPr/>
                  </p:nvSpPr>
                  <p:spPr bwMode="auto">
                    <a:xfrm>
                      <a:off x="839" y="1343"/>
                      <a:ext cx="104" cy="104"/>
                    </a:xfrm>
                    <a:custGeom>
                      <a:avLst/>
                      <a:gdLst>
                        <a:gd name="T0" fmla="*/ 312 w 312"/>
                        <a:gd name="T1" fmla="*/ 312 h 312"/>
                        <a:gd name="T2" fmla="*/ 0 w 312"/>
                        <a:gd name="T3" fmla="*/ 0 h 312"/>
                        <a:gd name="T4" fmla="*/ 1 w 312"/>
                        <a:gd name="T5" fmla="*/ 0 h 312"/>
                        <a:gd name="T6" fmla="*/ 0 60000 65536"/>
                        <a:gd name="T7" fmla="*/ 0 60000 65536"/>
                        <a:gd name="T8" fmla="*/ 0 60000 65536"/>
                        <a:gd name="T9" fmla="*/ 0 w 312"/>
                        <a:gd name="T10" fmla="*/ 0 h 312"/>
                        <a:gd name="T11" fmla="*/ 312 w 312"/>
                        <a:gd name="T12" fmla="*/ 312 h 312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312" h="312">
                          <a:moveTo>
                            <a:pt x="312" y="312"/>
                          </a:moveTo>
                          <a:lnTo>
                            <a:pt x="0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endParaRPr lang="zh-CN" altLang="en-US" kern="0">
                        <a:solidFill>
                          <a:sysClr val="windowText" lastClr="000000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26" name="Freeform 25"/>
                    <p:cNvSpPr/>
                    <p:nvPr/>
                  </p:nvSpPr>
                  <p:spPr bwMode="auto">
                    <a:xfrm>
                      <a:off x="976" y="1329"/>
                      <a:ext cx="118" cy="118"/>
                    </a:xfrm>
                    <a:custGeom>
                      <a:avLst/>
                      <a:gdLst>
                        <a:gd name="T0" fmla="*/ 354 w 354"/>
                        <a:gd name="T1" fmla="*/ 354 h 354"/>
                        <a:gd name="T2" fmla="*/ 0 w 354"/>
                        <a:gd name="T3" fmla="*/ 0 h 354"/>
                        <a:gd name="T4" fmla="*/ 1 w 354"/>
                        <a:gd name="T5" fmla="*/ 0 h 354"/>
                        <a:gd name="T6" fmla="*/ 0 60000 65536"/>
                        <a:gd name="T7" fmla="*/ 0 60000 65536"/>
                        <a:gd name="T8" fmla="*/ 0 60000 65536"/>
                        <a:gd name="T9" fmla="*/ 0 w 354"/>
                        <a:gd name="T10" fmla="*/ 0 h 354"/>
                        <a:gd name="T11" fmla="*/ 354 w 354"/>
                        <a:gd name="T12" fmla="*/ 354 h 354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354" h="354">
                          <a:moveTo>
                            <a:pt x="354" y="354"/>
                          </a:moveTo>
                          <a:lnTo>
                            <a:pt x="0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endParaRPr lang="zh-CN" altLang="en-US" kern="0">
                        <a:solidFill>
                          <a:sysClr val="windowText" lastClr="000000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27" name="Freeform 26"/>
                    <p:cNvSpPr/>
                    <p:nvPr/>
                  </p:nvSpPr>
                  <p:spPr bwMode="auto">
                    <a:xfrm>
                      <a:off x="1127" y="1329"/>
                      <a:ext cx="118" cy="118"/>
                    </a:xfrm>
                    <a:custGeom>
                      <a:avLst/>
                      <a:gdLst>
                        <a:gd name="T0" fmla="*/ 354 w 354"/>
                        <a:gd name="T1" fmla="*/ 354 h 354"/>
                        <a:gd name="T2" fmla="*/ 0 w 354"/>
                        <a:gd name="T3" fmla="*/ 0 h 354"/>
                        <a:gd name="T4" fmla="*/ 1 w 354"/>
                        <a:gd name="T5" fmla="*/ 0 h 354"/>
                        <a:gd name="T6" fmla="*/ 0 60000 65536"/>
                        <a:gd name="T7" fmla="*/ 0 60000 65536"/>
                        <a:gd name="T8" fmla="*/ 0 60000 65536"/>
                        <a:gd name="T9" fmla="*/ 0 w 354"/>
                        <a:gd name="T10" fmla="*/ 0 h 354"/>
                        <a:gd name="T11" fmla="*/ 354 w 354"/>
                        <a:gd name="T12" fmla="*/ 354 h 354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354" h="354">
                          <a:moveTo>
                            <a:pt x="354" y="354"/>
                          </a:moveTo>
                          <a:lnTo>
                            <a:pt x="0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endParaRPr lang="zh-CN" altLang="en-US" kern="0">
                        <a:solidFill>
                          <a:sysClr val="windowText" lastClr="000000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28" name="Freeform 27"/>
                    <p:cNvSpPr/>
                    <p:nvPr/>
                  </p:nvSpPr>
                  <p:spPr bwMode="auto">
                    <a:xfrm>
                      <a:off x="1278" y="1329"/>
                      <a:ext cx="118" cy="118"/>
                    </a:xfrm>
                    <a:custGeom>
                      <a:avLst/>
                      <a:gdLst>
                        <a:gd name="T0" fmla="*/ 353 w 353"/>
                        <a:gd name="T1" fmla="*/ 354 h 354"/>
                        <a:gd name="T2" fmla="*/ 0 w 353"/>
                        <a:gd name="T3" fmla="*/ 0 h 354"/>
                        <a:gd name="T4" fmla="*/ 1 w 353"/>
                        <a:gd name="T5" fmla="*/ 0 h 354"/>
                        <a:gd name="T6" fmla="*/ 0 60000 65536"/>
                        <a:gd name="T7" fmla="*/ 0 60000 65536"/>
                        <a:gd name="T8" fmla="*/ 0 60000 65536"/>
                        <a:gd name="T9" fmla="*/ 0 w 353"/>
                        <a:gd name="T10" fmla="*/ 0 h 354"/>
                        <a:gd name="T11" fmla="*/ 353 w 353"/>
                        <a:gd name="T12" fmla="*/ 354 h 354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353" h="354">
                          <a:moveTo>
                            <a:pt x="353" y="354"/>
                          </a:moveTo>
                          <a:lnTo>
                            <a:pt x="0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endParaRPr lang="zh-CN" altLang="en-US" kern="0">
                        <a:solidFill>
                          <a:sysClr val="windowText" lastClr="000000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29" name="Freeform 28"/>
                    <p:cNvSpPr/>
                    <p:nvPr/>
                  </p:nvSpPr>
                  <p:spPr bwMode="auto">
                    <a:xfrm>
                      <a:off x="1429" y="1329"/>
                      <a:ext cx="90" cy="91"/>
                    </a:xfrm>
                    <a:custGeom>
                      <a:avLst/>
                      <a:gdLst>
                        <a:gd name="T0" fmla="*/ 271 w 271"/>
                        <a:gd name="T1" fmla="*/ 272 h 272"/>
                        <a:gd name="T2" fmla="*/ 0 w 271"/>
                        <a:gd name="T3" fmla="*/ 0 h 272"/>
                        <a:gd name="T4" fmla="*/ 1 w 271"/>
                        <a:gd name="T5" fmla="*/ 0 h 272"/>
                        <a:gd name="T6" fmla="*/ 0 60000 65536"/>
                        <a:gd name="T7" fmla="*/ 0 60000 65536"/>
                        <a:gd name="T8" fmla="*/ 0 60000 65536"/>
                        <a:gd name="T9" fmla="*/ 0 w 271"/>
                        <a:gd name="T10" fmla="*/ 0 h 272"/>
                        <a:gd name="T11" fmla="*/ 271 w 271"/>
                        <a:gd name="T12" fmla="*/ 272 h 272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71" h="272">
                          <a:moveTo>
                            <a:pt x="271" y="272"/>
                          </a:moveTo>
                          <a:lnTo>
                            <a:pt x="0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endParaRPr lang="zh-CN" altLang="en-US" kern="0">
                        <a:solidFill>
                          <a:sysClr val="windowText" lastClr="000000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0" name="Freeform 29"/>
                    <p:cNvSpPr/>
                    <p:nvPr/>
                  </p:nvSpPr>
                  <p:spPr bwMode="auto">
                    <a:xfrm>
                      <a:off x="858" y="758"/>
                      <a:ext cx="118" cy="118"/>
                    </a:xfrm>
                    <a:custGeom>
                      <a:avLst/>
                      <a:gdLst>
                        <a:gd name="T0" fmla="*/ 354 w 354"/>
                        <a:gd name="T1" fmla="*/ 354 h 354"/>
                        <a:gd name="T2" fmla="*/ 0 w 354"/>
                        <a:gd name="T3" fmla="*/ 0 h 354"/>
                        <a:gd name="T4" fmla="*/ 1 w 354"/>
                        <a:gd name="T5" fmla="*/ 0 h 354"/>
                        <a:gd name="T6" fmla="*/ 0 60000 65536"/>
                        <a:gd name="T7" fmla="*/ 0 60000 65536"/>
                        <a:gd name="T8" fmla="*/ 0 60000 65536"/>
                        <a:gd name="T9" fmla="*/ 0 w 354"/>
                        <a:gd name="T10" fmla="*/ 0 h 354"/>
                        <a:gd name="T11" fmla="*/ 354 w 354"/>
                        <a:gd name="T12" fmla="*/ 354 h 354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354" h="354">
                          <a:moveTo>
                            <a:pt x="354" y="354"/>
                          </a:moveTo>
                          <a:lnTo>
                            <a:pt x="0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endParaRPr lang="zh-CN" altLang="en-US" kern="0">
                        <a:solidFill>
                          <a:sysClr val="windowText" lastClr="000000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1" name="Freeform 30"/>
                    <p:cNvSpPr/>
                    <p:nvPr/>
                  </p:nvSpPr>
                  <p:spPr bwMode="auto">
                    <a:xfrm>
                      <a:off x="1009" y="758"/>
                      <a:ext cx="100" cy="100"/>
                    </a:xfrm>
                    <a:custGeom>
                      <a:avLst/>
                      <a:gdLst>
                        <a:gd name="T0" fmla="*/ 299 w 299"/>
                        <a:gd name="T1" fmla="*/ 300 h 300"/>
                        <a:gd name="T2" fmla="*/ 0 w 299"/>
                        <a:gd name="T3" fmla="*/ 0 h 300"/>
                        <a:gd name="T4" fmla="*/ 1 w 299"/>
                        <a:gd name="T5" fmla="*/ 0 h 300"/>
                        <a:gd name="T6" fmla="*/ 0 60000 65536"/>
                        <a:gd name="T7" fmla="*/ 0 60000 65536"/>
                        <a:gd name="T8" fmla="*/ 0 60000 65536"/>
                        <a:gd name="T9" fmla="*/ 0 w 299"/>
                        <a:gd name="T10" fmla="*/ 0 h 300"/>
                        <a:gd name="T11" fmla="*/ 299 w 299"/>
                        <a:gd name="T12" fmla="*/ 300 h 3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99" h="300">
                          <a:moveTo>
                            <a:pt x="299" y="300"/>
                          </a:moveTo>
                          <a:lnTo>
                            <a:pt x="0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endParaRPr lang="zh-CN" altLang="en-US" kern="0">
                        <a:solidFill>
                          <a:sysClr val="windowText" lastClr="000000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2" name="Freeform 31"/>
                    <p:cNvSpPr/>
                    <p:nvPr/>
                  </p:nvSpPr>
                  <p:spPr bwMode="auto">
                    <a:xfrm>
                      <a:off x="1240" y="839"/>
                      <a:ext cx="38" cy="37"/>
                    </a:xfrm>
                    <a:custGeom>
                      <a:avLst/>
                      <a:gdLst>
                        <a:gd name="T0" fmla="*/ 112 w 112"/>
                        <a:gd name="T1" fmla="*/ 112 h 112"/>
                        <a:gd name="T2" fmla="*/ 0 w 112"/>
                        <a:gd name="T3" fmla="*/ 0 h 112"/>
                        <a:gd name="T4" fmla="*/ 1 w 112"/>
                        <a:gd name="T5" fmla="*/ 0 h 112"/>
                        <a:gd name="T6" fmla="*/ 0 60000 65536"/>
                        <a:gd name="T7" fmla="*/ 0 60000 65536"/>
                        <a:gd name="T8" fmla="*/ 0 60000 65536"/>
                        <a:gd name="T9" fmla="*/ 0 w 112"/>
                        <a:gd name="T10" fmla="*/ 0 h 112"/>
                        <a:gd name="T11" fmla="*/ 112 w 112"/>
                        <a:gd name="T12" fmla="*/ 112 h 112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112" h="112">
                          <a:moveTo>
                            <a:pt x="112" y="112"/>
                          </a:moveTo>
                          <a:lnTo>
                            <a:pt x="0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endParaRPr lang="zh-CN" altLang="en-US" kern="0">
                        <a:solidFill>
                          <a:sysClr val="windowText" lastClr="000000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3" name="Freeform 32"/>
                    <p:cNvSpPr/>
                    <p:nvPr/>
                  </p:nvSpPr>
                  <p:spPr bwMode="auto">
                    <a:xfrm>
                      <a:off x="1311" y="758"/>
                      <a:ext cx="118" cy="118"/>
                    </a:xfrm>
                    <a:custGeom>
                      <a:avLst/>
                      <a:gdLst>
                        <a:gd name="T0" fmla="*/ 354 w 354"/>
                        <a:gd name="T1" fmla="*/ 354 h 354"/>
                        <a:gd name="T2" fmla="*/ 0 w 354"/>
                        <a:gd name="T3" fmla="*/ 0 h 354"/>
                        <a:gd name="T4" fmla="*/ 1 w 354"/>
                        <a:gd name="T5" fmla="*/ 0 h 354"/>
                        <a:gd name="T6" fmla="*/ 0 60000 65536"/>
                        <a:gd name="T7" fmla="*/ 0 60000 65536"/>
                        <a:gd name="T8" fmla="*/ 0 60000 65536"/>
                        <a:gd name="T9" fmla="*/ 0 w 354"/>
                        <a:gd name="T10" fmla="*/ 0 h 354"/>
                        <a:gd name="T11" fmla="*/ 354 w 354"/>
                        <a:gd name="T12" fmla="*/ 354 h 354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354" h="354">
                          <a:moveTo>
                            <a:pt x="354" y="354"/>
                          </a:moveTo>
                          <a:lnTo>
                            <a:pt x="0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endParaRPr lang="zh-CN" altLang="en-US" kern="0">
                        <a:solidFill>
                          <a:sysClr val="windowText" lastClr="000000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4" name="Freeform 33"/>
                    <p:cNvSpPr/>
                    <p:nvPr/>
                  </p:nvSpPr>
                  <p:spPr bwMode="auto">
                    <a:xfrm>
                      <a:off x="1461" y="758"/>
                      <a:ext cx="58" cy="58"/>
                    </a:xfrm>
                    <a:custGeom>
                      <a:avLst/>
                      <a:gdLst>
                        <a:gd name="T0" fmla="*/ 173 w 173"/>
                        <a:gd name="T1" fmla="*/ 173 h 173"/>
                        <a:gd name="T2" fmla="*/ 0 w 173"/>
                        <a:gd name="T3" fmla="*/ 0 h 173"/>
                        <a:gd name="T4" fmla="*/ 1 w 173"/>
                        <a:gd name="T5" fmla="*/ 0 h 173"/>
                        <a:gd name="T6" fmla="*/ 0 60000 65536"/>
                        <a:gd name="T7" fmla="*/ 0 60000 65536"/>
                        <a:gd name="T8" fmla="*/ 0 60000 65536"/>
                        <a:gd name="T9" fmla="*/ 0 w 173"/>
                        <a:gd name="T10" fmla="*/ 0 h 173"/>
                        <a:gd name="T11" fmla="*/ 173 w 173"/>
                        <a:gd name="T12" fmla="*/ 173 h 173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173" h="173">
                          <a:moveTo>
                            <a:pt x="173" y="173"/>
                          </a:moveTo>
                          <a:lnTo>
                            <a:pt x="0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pPr algn="ctr">
                        <a:defRPr/>
                      </a:pPr>
                      <a:endParaRPr lang="zh-CN" altLang="en-US" kern="0">
                        <a:solidFill>
                          <a:sysClr val="windowText" lastClr="000000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</p:grpSp>
            </p:grpSp>
            <p:grpSp>
              <p:nvGrpSpPr>
                <p:cNvPr id="190" name="Group 34"/>
                <p:cNvGrpSpPr/>
                <p:nvPr/>
              </p:nvGrpSpPr>
              <p:grpSpPr bwMode="auto">
                <a:xfrm>
                  <a:off x="2027" y="1157"/>
                  <a:ext cx="808" cy="793"/>
                  <a:chOff x="1642" y="706"/>
                  <a:chExt cx="808" cy="793"/>
                </a:xfrm>
              </p:grpSpPr>
              <p:sp>
                <p:nvSpPr>
                  <p:cNvPr id="191" name="Oval 35"/>
                  <p:cNvSpPr>
                    <a:spLocks noChangeArrowheads="1"/>
                  </p:cNvSpPr>
                  <p:nvPr/>
                </p:nvSpPr>
                <p:spPr bwMode="auto">
                  <a:xfrm>
                    <a:off x="1692" y="762"/>
                    <a:ext cx="685" cy="685"/>
                  </a:xfrm>
                  <a:prstGeom prst="ellips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2" name="Oval 36"/>
                  <p:cNvSpPr>
                    <a:spLocks noChangeArrowheads="1"/>
                  </p:cNvSpPr>
                  <p:nvPr/>
                </p:nvSpPr>
                <p:spPr bwMode="auto">
                  <a:xfrm>
                    <a:off x="1810" y="886"/>
                    <a:ext cx="452" cy="431"/>
                  </a:xfrm>
                  <a:prstGeom prst="ellips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 anchor="ctr">
                    <a:spAutoFit/>
                  </a:bodyPr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3" name="Freeform 37"/>
                  <p:cNvSpPr/>
                  <p:nvPr/>
                </p:nvSpPr>
                <p:spPr bwMode="auto">
                  <a:xfrm>
                    <a:off x="2036" y="706"/>
                    <a:ext cx="1" cy="458"/>
                  </a:xfrm>
                  <a:custGeom>
                    <a:avLst/>
                    <a:gdLst>
                      <a:gd name="T0" fmla="*/ 0 w 1"/>
                      <a:gd name="T1" fmla="*/ 0 h 1373"/>
                      <a:gd name="T2" fmla="*/ 0 w 1"/>
                      <a:gd name="T3" fmla="*/ 1373 h 1373"/>
                      <a:gd name="T4" fmla="*/ 1 w 1"/>
                      <a:gd name="T5" fmla="*/ 1373 h 1373"/>
                      <a:gd name="T6" fmla="*/ 0 60000 65536"/>
                      <a:gd name="T7" fmla="*/ 0 60000 65536"/>
                      <a:gd name="T8" fmla="*/ 0 60000 65536"/>
                      <a:gd name="T9" fmla="*/ 0 w 1"/>
                      <a:gd name="T10" fmla="*/ 0 h 1373"/>
                      <a:gd name="T11" fmla="*/ 1 w 1"/>
                      <a:gd name="T12" fmla="*/ 1373 h 1373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" h="1373">
                        <a:moveTo>
                          <a:pt x="0" y="0"/>
                        </a:moveTo>
                        <a:lnTo>
                          <a:pt x="0" y="1373"/>
                        </a:lnTo>
                        <a:lnTo>
                          <a:pt x="1" y="1373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4" name="Freeform 38"/>
                  <p:cNvSpPr/>
                  <p:nvPr/>
                </p:nvSpPr>
                <p:spPr bwMode="auto">
                  <a:xfrm>
                    <a:off x="2102" y="820"/>
                    <a:ext cx="1" cy="66"/>
                  </a:xfrm>
                  <a:custGeom>
                    <a:avLst/>
                    <a:gdLst>
                      <a:gd name="T0" fmla="*/ 0 w 1"/>
                      <a:gd name="T1" fmla="*/ 0 h 197"/>
                      <a:gd name="T2" fmla="*/ 0 w 1"/>
                      <a:gd name="T3" fmla="*/ 197 h 197"/>
                      <a:gd name="T4" fmla="*/ 1 w 1"/>
                      <a:gd name="T5" fmla="*/ 197 h 197"/>
                      <a:gd name="T6" fmla="*/ 0 60000 65536"/>
                      <a:gd name="T7" fmla="*/ 0 60000 65536"/>
                      <a:gd name="T8" fmla="*/ 0 60000 65536"/>
                      <a:gd name="T9" fmla="*/ 0 w 1"/>
                      <a:gd name="T10" fmla="*/ 0 h 197"/>
                      <a:gd name="T11" fmla="*/ 1 w 1"/>
                      <a:gd name="T12" fmla="*/ 197 h 1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" h="197">
                        <a:moveTo>
                          <a:pt x="0" y="0"/>
                        </a:moveTo>
                        <a:lnTo>
                          <a:pt x="0" y="197"/>
                        </a:lnTo>
                        <a:lnTo>
                          <a:pt x="1" y="197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5" name="Freeform 39"/>
                  <p:cNvSpPr/>
                  <p:nvPr/>
                </p:nvSpPr>
                <p:spPr bwMode="auto">
                  <a:xfrm>
                    <a:off x="1970" y="820"/>
                    <a:ext cx="132" cy="1"/>
                  </a:xfrm>
                  <a:custGeom>
                    <a:avLst/>
                    <a:gdLst>
                      <a:gd name="T0" fmla="*/ 0 w 395"/>
                      <a:gd name="T1" fmla="*/ 0 h 1"/>
                      <a:gd name="T2" fmla="*/ 394 w 395"/>
                      <a:gd name="T3" fmla="*/ 0 h 1"/>
                      <a:gd name="T4" fmla="*/ 395 w 395"/>
                      <a:gd name="T5" fmla="*/ 0 h 1"/>
                      <a:gd name="T6" fmla="*/ 0 60000 65536"/>
                      <a:gd name="T7" fmla="*/ 0 60000 65536"/>
                      <a:gd name="T8" fmla="*/ 0 60000 65536"/>
                      <a:gd name="T9" fmla="*/ 0 w 395"/>
                      <a:gd name="T10" fmla="*/ 0 h 1"/>
                      <a:gd name="T11" fmla="*/ 395 w 395"/>
                      <a:gd name="T12" fmla="*/ 1 h 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95" h="1">
                        <a:moveTo>
                          <a:pt x="0" y="0"/>
                        </a:moveTo>
                        <a:lnTo>
                          <a:pt x="394" y="0"/>
                        </a:lnTo>
                        <a:lnTo>
                          <a:pt x="395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6" name="Freeform 40"/>
                  <p:cNvSpPr/>
                  <p:nvPr/>
                </p:nvSpPr>
                <p:spPr bwMode="auto">
                  <a:xfrm>
                    <a:off x="2102" y="776"/>
                    <a:ext cx="44" cy="44"/>
                  </a:xfrm>
                  <a:custGeom>
                    <a:avLst/>
                    <a:gdLst>
                      <a:gd name="T0" fmla="*/ 0 w 134"/>
                      <a:gd name="T1" fmla="*/ 132 h 132"/>
                      <a:gd name="T2" fmla="*/ 133 w 134"/>
                      <a:gd name="T3" fmla="*/ 0 h 132"/>
                      <a:gd name="T4" fmla="*/ 134 w 134"/>
                      <a:gd name="T5" fmla="*/ 0 h 132"/>
                      <a:gd name="T6" fmla="*/ 0 60000 65536"/>
                      <a:gd name="T7" fmla="*/ 0 60000 65536"/>
                      <a:gd name="T8" fmla="*/ 0 60000 65536"/>
                      <a:gd name="T9" fmla="*/ 0 w 134"/>
                      <a:gd name="T10" fmla="*/ 0 h 132"/>
                      <a:gd name="T11" fmla="*/ 134 w 134"/>
                      <a:gd name="T12" fmla="*/ 132 h 13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34" h="132">
                        <a:moveTo>
                          <a:pt x="0" y="132"/>
                        </a:moveTo>
                        <a:lnTo>
                          <a:pt x="133" y="0"/>
                        </a:lnTo>
                        <a:lnTo>
                          <a:pt x="134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7" name="Freeform 41"/>
                  <p:cNvSpPr/>
                  <p:nvPr/>
                </p:nvSpPr>
                <p:spPr bwMode="auto">
                  <a:xfrm>
                    <a:off x="1926" y="776"/>
                    <a:ext cx="44" cy="44"/>
                  </a:xfrm>
                  <a:custGeom>
                    <a:avLst/>
                    <a:gdLst>
                      <a:gd name="T0" fmla="*/ 134 w 134"/>
                      <a:gd name="T1" fmla="*/ 132 h 132"/>
                      <a:gd name="T2" fmla="*/ 0 w 134"/>
                      <a:gd name="T3" fmla="*/ 0 h 132"/>
                      <a:gd name="T4" fmla="*/ 2 w 134"/>
                      <a:gd name="T5" fmla="*/ 0 h 132"/>
                      <a:gd name="T6" fmla="*/ 0 60000 65536"/>
                      <a:gd name="T7" fmla="*/ 0 60000 65536"/>
                      <a:gd name="T8" fmla="*/ 0 60000 65536"/>
                      <a:gd name="T9" fmla="*/ 0 w 134"/>
                      <a:gd name="T10" fmla="*/ 0 h 132"/>
                      <a:gd name="T11" fmla="*/ 134 w 134"/>
                      <a:gd name="T12" fmla="*/ 132 h 13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34" h="132">
                        <a:moveTo>
                          <a:pt x="134" y="132"/>
                        </a:moveTo>
                        <a:lnTo>
                          <a:pt x="0" y="0"/>
                        </a:lnTo>
                        <a:lnTo>
                          <a:pt x="2" y="0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8" name="Freeform 42"/>
                  <p:cNvSpPr/>
                  <p:nvPr/>
                </p:nvSpPr>
                <p:spPr bwMode="auto">
                  <a:xfrm>
                    <a:off x="1970" y="820"/>
                    <a:ext cx="1" cy="66"/>
                  </a:xfrm>
                  <a:custGeom>
                    <a:avLst/>
                    <a:gdLst>
                      <a:gd name="T0" fmla="*/ 0 w 1"/>
                      <a:gd name="T1" fmla="*/ 0 h 197"/>
                      <a:gd name="T2" fmla="*/ 0 w 1"/>
                      <a:gd name="T3" fmla="*/ 197 h 197"/>
                      <a:gd name="T4" fmla="*/ 1 w 1"/>
                      <a:gd name="T5" fmla="*/ 197 h 197"/>
                      <a:gd name="T6" fmla="*/ 0 60000 65536"/>
                      <a:gd name="T7" fmla="*/ 0 60000 65536"/>
                      <a:gd name="T8" fmla="*/ 0 60000 65536"/>
                      <a:gd name="T9" fmla="*/ 0 w 1"/>
                      <a:gd name="T10" fmla="*/ 0 h 197"/>
                      <a:gd name="T11" fmla="*/ 1 w 1"/>
                      <a:gd name="T12" fmla="*/ 197 h 1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" h="197">
                        <a:moveTo>
                          <a:pt x="0" y="0"/>
                        </a:moveTo>
                        <a:lnTo>
                          <a:pt x="0" y="197"/>
                        </a:lnTo>
                        <a:lnTo>
                          <a:pt x="1" y="197"/>
                        </a:lnTo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9" name="Freeform 43"/>
                  <p:cNvSpPr/>
                  <p:nvPr/>
                </p:nvSpPr>
                <p:spPr bwMode="auto">
                  <a:xfrm>
                    <a:off x="2036" y="1273"/>
                    <a:ext cx="1" cy="226"/>
                  </a:xfrm>
                  <a:custGeom>
                    <a:avLst/>
                    <a:gdLst>
                      <a:gd name="T0" fmla="*/ 0 w 1"/>
                      <a:gd name="T1" fmla="*/ 677 h 677"/>
                      <a:gd name="T2" fmla="*/ 0 w 1"/>
                      <a:gd name="T3" fmla="*/ 0 h 677"/>
                      <a:gd name="T4" fmla="*/ 1 w 1"/>
                      <a:gd name="T5" fmla="*/ 0 h 677"/>
                      <a:gd name="T6" fmla="*/ 0 60000 65536"/>
                      <a:gd name="T7" fmla="*/ 0 60000 65536"/>
                      <a:gd name="T8" fmla="*/ 0 60000 65536"/>
                      <a:gd name="T9" fmla="*/ 0 w 1"/>
                      <a:gd name="T10" fmla="*/ 0 h 677"/>
                      <a:gd name="T11" fmla="*/ 1 w 1"/>
                      <a:gd name="T12" fmla="*/ 677 h 67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" h="677">
                        <a:moveTo>
                          <a:pt x="0" y="677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0" name="Freeform 44"/>
                  <p:cNvSpPr/>
                  <p:nvPr/>
                </p:nvSpPr>
                <p:spPr bwMode="auto">
                  <a:xfrm>
                    <a:off x="1642" y="1103"/>
                    <a:ext cx="444" cy="1"/>
                  </a:xfrm>
                  <a:custGeom>
                    <a:avLst/>
                    <a:gdLst>
                      <a:gd name="T0" fmla="*/ 0 w 1331"/>
                      <a:gd name="T1" fmla="*/ 0 h 1"/>
                      <a:gd name="T2" fmla="*/ 1330 w 1331"/>
                      <a:gd name="T3" fmla="*/ 0 h 1"/>
                      <a:gd name="T4" fmla="*/ 1331 w 1331"/>
                      <a:gd name="T5" fmla="*/ 0 h 1"/>
                      <a:gd name="T6" fmla="*/ 0 60000 65536"/>
                      <a:gd name="T7" fmla="*/ 0 60000 65536"/>
                      <a:gd name="T8" fmla="*/ 0 60000 65536"/>
                      <a:gd name="T9" fmla="*/ 0 w 1331"/>
                      <a:gd name="T10" fmla="*/ 0 h 1"/>
                      <a:gd name="T11" fmla="*/ 1331 w 1331"/>
                      <a:gd name="T12" fmla="*/ 1 h 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331" h="1">
                        <a:moveTo>
                          <a:pt x="0" y="0"/>
                        </a:moveTo>
                        <a:lnTo>
                          <a:pt x="1330" y="0"/>
                        </a:lnTo>
                        <a:lnTo>
                          <a:pt x="1331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1" name="Freeform 45"/>
                  <p:cNvSpPr/>
                  <p:nvPr/>
                </p:nvSpPr>
                <p:spPr bwMode="auto">
                  <a:xfrm>
                    <a:off x="2127" y="1103"/>
                    <a:ext cx="18" cy="1"/>
                  </a:xfrm>
                  <a:custGeom>
                    <a:avLst/>
                    <a:gdLst>
                      <a:gd name="T0" fmla="*/ 0 w 55"/>
                      <a:gd name="T1" fmla="*/ 0 h 1"/>
                      <a:gd name="T2" fmla="*/ 54 w 55"/>
                      <a:gd name="T3" fmla="*/ 0 h 1"/>
                      <a:gd name="T4" fmla="*/ 55 w 55"/>
                      <a:gd name="T5" fmla="*/ 0 h 1"/>
                      <a:gd name="T6" fmla="*/ 0 60000 65536"/>
                      <a:gd name="T7" fmla="*/ 0 60000 65536"/>
                      <a:gd name="T8" fmla="*/ 0 60000 65536"/>
                      <a:gd name="T9" fmla="*/ 0 w 55"/>
                      <a:gd name="T10" fmla="*/ 0 h 1"/>
                      <a:gd name="T11" fmla="*/ 55 w 55"/>
                      <a:gd name="T12" fmla="*/ 1 h 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55" h="1">
                        <a:moveTo>
                          <a:pt x="0" y="0"/>
                        </a:moveTo>
                        <a:lnTo>
                          <a:pt x="54" y="0"/>
                        </a:lnTo>
                        <a:lnTo>
                          <a:pt x="55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2" name="Freeform 46"/>
                  <p:cNvSpPr/>
                  <p:nvPr/>
                </p:nvSpPr>
                <p:spPr bwMode="auto">
                  <a:xfrm>
                    <a:off x="2177" y="1103"/>
                    <a:ext cx="273" cy="1"/>
                  </a:xfrm>
                  <a:custGeom>
                    <a:avLst/>
                    <a:gdLst>
                      <a:gd name="T0" fmla="*/ 0 w 819"/>
                      <a:gd name="T1" fmla="*/ 0 h 1"/>
                      <a:gd name="T2" fmla="*/ 817 w 819"/>
                      <a:gd name="T3" fmla="*/ 0 h 1"/>
                      <a:gd name="T4" fmla="*/ 819 w 819"/>
                      <a:gd name="T5" fmla="*/ 0 h 1"/>
                      <a:gd name="T6" fmla="*/ 0 60000 65536"/>
                      <a:gd name="T7" fmla="*/ 0 60000 65536"/>
                      <a:gd name="T8" fmla="*/ 0 60000 65536"/>
                      <a:gd name="T9" fmla="*/ 0 w 819"/>
                      <a:gd name="T10" fmla="*/ 0 h 1"/>
                      <a:gd name="T11" fmla="*/ 819 w 819"/>
                      <a:gd name="T12" fmla="*/ 1 h 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819" h="1">
                        <a:moveTo>
                          <a:pt x="0" y="0"/>
                        </a:moveTo>
                        <a:lnTo>
                          <a:pt x="817" y="0"/>
                        </a:lnTo>
                        <a:lnTo>
                          <a:pt x="819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3" name="Freeform 47"/>
                  <p:cNvSpPr/>
                  <p:nvPr/>
                </p:nvSpPr>
                <p:spPr bwMode="auto">
                  <a:xfrm>
                    <a:off x="2036" y="1222"/>
                    <a:ext cx="1" cy="19"/>
                  </a:xfrm>
                  <a:custGeom>
                    <a:avLst/>
                    <a:gdLst>
                      <a:gd name="T0" fmla="*/ 0 w 1"/>
                      <a:gd name="T1" fmla="*/ 55 h 55"/>
                      <a:gd name="T2" fmla="*/ 0 w 1"/>
                      <a:gd name="T3" fmla="*/ 0 h 55"/>
                      <a:gd name="T4" fmla="*/ 1 w 1"/>
                      <a:gd name="T5" fmla="*/ 0 h 55"/>
                      <a:gd name="T6" fmla="*/ 0 60000 65536"/>
                      <a:gd name="T7" fmla="*/ 0 60000 65536"/>
                      <a:gd name="T8" fmla="*/ 0 60000 65536"/>
                      <a:gd name="T9" fmla="*/ 0 w 1"/>
                      <a:gd name="T10" fmla="*/ 0 h 55"/>
                      <a:gd name="T11" fmla="*/ 1 w 1"/>
                      <a:gd name="T12" fmla="*/ 55 h 55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" h="55">
                        <a:moveTo>
                          <a:pt x="0" y="55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4" name="Freeform 48"/>
                  <p:cNvSpPr/>
                  <p:nvPr/>
                </p:nvSpPr>
                <p:spPr bwMode="auto">
                  <a:xfrm>
                    <a:off x="2036" y="1041"/>
                    <a:ext cx="1" cy="145"/>
                  </a:xfrm>
                  <a:custGeom>
                    <a:avLst/>
                    <a:gdLst>
                      <a:gd name="T0" fmla="*/ 0 w 1"/>
                      <a:gd name="T1" fmla="*/ 433 h 433"/>
                      <a:gd name="T2" fmla="*/ 0 w 1"/>
                      <a:gd name="T3" fmla="*/ 0 h 433"/>
                      <a:gd name="T4" fmla="*/ 1 w 1"/>
                      <a:gd name="T5" fmla="*/ 0 h 433"/>
                      <a:gd name="T6" fmla="*/ 0 60000 65536"/>
                      <a:gd name="T7" fmla="*/ 0 60000 65536"/>
                      <a:gd name="T8" fmla="*/ 0 60000 65536"/>
                      <a:gd name="T9" fmla="*/ 0 w 1"/>
                      <a:gd name="T10" fmla="*/ 0 h 433"/>
                      <a:gd name="T11" fmla="*/ 1 w 1"/>
                      <a:gd name="T12" fmla="*/ 433 h 433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" h="433">
                        <a:moveTo>
                          <a:pt x="0" y="433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5" name="Freeform 49"/>
                  <p:cNvSpPr/>
                  <p:nvPr/>
                </p:nvSpPr>
                <p:spPr bwMode="auto">
                  <a:xfrm>
                    <a:off x="1694" y="1142"/>
                    <a:ext cx="302" cy="303"/>
                  </a:xfrm>
                  <a:custGeom>
                    <a:avLst/>
                    <a:gdLst>
                      <a:gd name="T0" fmla="*/ 907 w 907"/>
                      <a:gd name="T1" fmla="*/ 908 h 908"/>
                      <a:gd name="T2" fmla="*/ 0 w 907"/>
                      <a:gd name="T3" fmla="*/ 0 h 908"/>
                      <a:gd name="T4" fmla="*/ 1 w 907"/>
                      <a:gd name="T5" fmla="*/ 0 h 908"/>
                      <a:gd name="T6" fmla="*/ 0 60000 65536"/>
                      <a:gd name="T7" fmla="*/ 0 60000 65536"/>
                      <a:gd name="T8" fmla="*/ 0 60000 65536"/>
                      <a:gd name="T9" fmla="*/ 0 w 907"/>
                      <a:gd name="T10" fmla="*/ 0 h 908"/>
                      <a:gd name="T11" fmla="*/ 907 w 907"/>
                      <a:gd name="T12" fmla="*/ 908 h 9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907" h="908">
                        <a:moveTo>
                          <a:pt x="907" y="908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28575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6" name="Freeform 50"/>
                  <p:cNvSpPr/>
                  <p:nvPr/>
                </p:nvSpPr>
                <p:spPr bwMode="auto">
                  <a:xfrm>
                    <a:off x="2032" y="1329"/>
                    <a:ext cx="103" cy="103"/>
                  </a:xfrm>
                  <a:custGeom>
                    <a:avLst/>
                    <a:gdLst>
                      <a:gd name="T0" fmla="*/ 310 w 310"/>
                      <a:gd name="T1" fmla="*/ 310 h 310"/>
                      <a:gd name="T2" fmla="*/ 0 w 310"/>
                      <a:gd name="T3" fmla="*/ 0 h 310"/>
                      <a:gd name="T4" fmla="*/ 1 w 310"/>
                      <a:gd name="T5" fmla="*/ 0 h 310"/>
                      <a:gd name="T6" fmla="*/ 0 60000 65536"/>
                      <a:gd name="T7" fmla="*/ 0 60000 65536"/>
                      <a:gd name="T8" fmla="*/ 0 60000 65536"/>
                      <a:gd name="T9" fmla="*/ 0 w 310"/>
                      <a:gd name="T10" fmla="*/ 0 h 310"/>
                      <a:gd name="T11" fmla="*/ 310 w 310"/>
                      <a:gd name="T12" fmla="*/ 310 h 31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10" h="310">
                        <a:moveTo>
                          <a:pt x="310" y="310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28575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7" name="Freeform 51"/>
                  <p:cNvSpPr/>
                  <p:nvPr/>
                </p:nvSpPr>
                <p:spPr bwMode="auto">
                  <a:xfrm>
                    <a:off x="1706" y="1003"/>
                    <a:ext cx="104" cy="104"/>
                  </a:xfrm>
                  <a:custGeom>
                    <a:avLst/>
                    <a:gdLst>
                      <a:gd name="T0" fmla="*/ 310 w 310"/>
                      <a:gd name="T1" fmla="*/ 310 h 310"/>
                      <a:gd name="T2" fmla="*/ 0 w 310"/>
                      <a:gd name="T3" fmla="*/ 0 h 310"/>
                      <a:gd name="T4" fmla="*/ 2 w 310"/>
                      <a:gd name="T5" fmla="*/ 0 h 310"/>
                      <a:gd name="T6" fmla="*/ 0 60000 65536"/>
                      <a:gd name="T7" fmla="*/ 0 60000 65536"/>
                      <a:gd name="T8" fmla="*/ 0 60000 65536"/>
                      <a:gd name="T9" fmla="*/ 0 w 310"/>
                      <a:gd name="T10" fmla="*/ 0 h 310"/>
                      <a:gd name="T11" fmla="*/ 310 w 310"/>
                      <a:gd name="T12" fmla="*/ 310 h 31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10" h="310">
                        <a:moveTo>
                          <a:pt x="310" y="310"/>
                        </a:moveTo>
                        <a:lnTo>
                          <a:pt x="0" y="0"/>
                        </a:lnTo>
                        <a:lnTo>
                          <a:pt x="2" y="0"/>
                        </a:lnTo>
                      </a:path>
                    </a:pathLst>
                  </a:custGeom>
                  <a:noFill/>
                  <a:ln w="28575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8" name="Freeform 52"/>
                  <p:cNvSpPr/>
                  <p:nvPr/>
                </p:nvSpPr>
                <p:spPr bwMode="auto">
                  <a:xfrm>
                    <a:off x="2151" y="1297"/>
                    <a:ext cx="85" cy="86"/>
                  </a:xfrm>
                  <a:custGeom>
                    <a:avLst/>
                    <a:gdLst>
                      <a:gd name="T0" fmla="*/ 255 w 255"/>
                      <a:gd name="T1" fmla="*/ 256 h 256"/>
                      <a:gd name="T2" fmla="*/ 0 w 255"/>
                      <a:gd name="T3" fmla="*/ 0 h 256"/>
                      <a:gd name="T4" fmla="*/ 1 w 255"/>
                      <a:gd name="T5" fmla="*/ 0 h 256"/>
                      <a:gd name="T6" fmla="*/ 0 60000 65536"/>
                      <a:gd name="T7" fmla="*/ 0 60000 65536"/>
                      <a:gd name="T8" fmla="*/ 0 60000 65536"/>
                      <a:gd name="T9" fmla="*/ 0 w 255"/>
                      <a:gd name="T10" fmla="*/ 0 h 256"/>
                      <a:gd name="T11" fmla="*/ 255 w 255"/>
                      <a:gd name="T12" fmla="*/ 256 h 25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55" h="256">
                        <a:moveTo>
                          <a:pt x="255" y="256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28575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9" name="Freeform 53"/>
                  <p:cNvSpPr/>
                  <p:nvPr/>
                </p:nvSpPr>
                <p:spPr bwMode="auto">
                  <a:xfrm>
                    <a:off x="1756" y="902"/>
                    <a:ext cx="85" cy="85"/>
                  </a:xfrm>
                  <a:custGeom>
                    <a:avLst/>
                    <a:gdLst>
                      <a:gd name="T0" fmla="*/ 255 w 255"/>
                      <a:gd name="T1" fmla="*/ 255 h 255"/>
                      <a:gd name="T2" fmla="*/ 0 w 255"/>
                      <a:gd name="T3" fmla="*/ 0 h 255"/>
                      <a:gd name="T4" fmla="*/ 1 w 255"/>
                      <a:gd name="T5" fmla="*/ 0 h 255"/>
                      <a:gd name="T6" fmla="*/ 0 60000 65536"/>
                      <a:gd name="T7" fmla="*/ 0 60000 65536"/>
                      <a:gd name="T8" fmla="*/ 0 60000 65536"/>
                      <a:gd name="T9" fmla="*/ 0 w 255"/>
                      <a:gd name="T10" fmla="*/ 0 h 255"/>
                      <a:gd name="T11" fmla="*/ 255 w 255"/>
                      <a:gd name="T12" fmla="*/ 255 h 255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55" h="255">
                        <a:moveTo>
                          <a:pt x="255" y="255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28575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0" name="Freeform 54"/>
                  <p:cNvSpPr/>
                  <p:nvPr/>
                </p:nvSpPr>
                <p:spPr bwMode="auto">
                  <a:xfrm>
                    <a:off x="2227" y="1223"/>
                    <a:ext cx="85" cy="85"/>
                  </a:xfrm>
                  <a:custGeom>
                    <a:avLst/>
                    <a:gdLst>
                      <a:gd name="T0" fmla="*/ 255 w 255"/>
                      <a:gd name="T1" fmla="*/ 253 h 253"/>
                      <a:gd name="T2" fmla="*/ 0 w 255"/>
                      <a:gd name="T3" fmla="*/ 0 h 253"/>
                      <a:gd name="T4" fmla="*/ 1 w 255"/>
                      <a:gd name="T5" fmla="*/ 0 h 253"/>
                      <a:gd name="T6" fmla="*/ 0 60000 65536"/>
                      <a:gd name="T7" fmla="*/ 0 60000 65536"/>
                      <a:gd name="T8" fmla="*/ 0 60000 65536"/>
                      <a:gd name="T9" fmla="*/ 0 w 255"/>
                      <a:gd name="T10" fmla="*/ 0 h 253"/>
                      <a:gd name="T11" fmla="*/ 255 w 255"/>
                      <a:gd name="T12" fmla="*/ 253 h 253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55" h="253">
                        <a:moveTo>
                          <a:pt x="255" y="253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28575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1" name="Freeform 55"/>
                  <p:cNvSpPr/>
                  <p:nvPr/>
                </p:nvSpPr>
                <p:spPr bwMode="auto">
                  <a:xfrm>
                    <a:off x="1831" y="826"/>
                    <a:ext cx="85" cy="85"/>
                  </a:xfrm>
                  <a:custGeom>
                    <a:avLst/>
                    <a:gdLst>
                      <a:gd name="T0" fmla="*/ 255 w 255"/>
                      <a:gd name="T1" fmla="*/ 255 h 255"/>
                      <a:gd name="T2" fmla="*/ 0 w 255"/>
                      <a:gd name="T3" fmla="*/ 0 h 255"/>
                      <a:gd name="T4" fmla="*/ 1 w 255"/>
                      <a:gd name="T5" fmla="*/ 0 h 255"/>
                      <a:gd name="T6" fmla="*/ 0 60000 65536"/>
                      <a:gd name="T7" fmla="*/ 0 60000 65536"/>
                      <a:gd name="T8" fmla="*/ 0 60000 65536"/>
                      <a:gd name="T9" fmla="*/ 0 w 255"/>
                      <a:gd name="T10" fmla="*/ 0 h 255"/>
                      <a:gd name="T11" fmla="*/ 255 w 255"/>
                      <a:gd name="T12" fmla="*/ 255 h 255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55" h="255">
                        <a:moveTo>
                          <a:pt x="255" y="255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28575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2" name="Freeform 56"/>
                  <p:cNvSpPr/>
                  <p:nvPr/>
                </p:nvSpPr>
                <p:spPr bwMode="auto">
                  <a:xfrm>
                    <a:off x="2262" y="1107"/>
                    <a:ext cx="102" cy="101"/>
                  </a:xfrm>
                  <a:custGeom>
                    <a:avLst/>
                    <a:gdLst>
                      <a:gd name="T0" fmla="*/ 304 w 304"/>
                      <a:gd name="T1" fmla="*/ 304 h 304"/>
                      <a:gd name="T2" fmla="*/ 0 w 304"/>
                      <a:gd name="T3" fmla="*/ 0 h 304"/>
                      <a:gd name="T4" fmla="*/ 1 w 304"/>
                      <a:gd name="T5" fmla="*/ 0 h 304"/>
                      <a:gd name="T6" fmla="*/ 0 60000 65536"/>
                      <a:gd name="T7" fmla="*/ 0 60000 65536"/>
                      <a:gd name="T8" fmla="*/ 0 60000 65536"/>
                      <a:gd name="T9" fmla="*/ 0 w 304"/>
                      <a:gd name="T10" fmla="*/ 0 h 304"/>
                      <a:gd name="T11" fmla="*/ 304 w 304"/>
                      <a:gd name="T12" fmla="*/ 304 h 30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04" h="304">
                        <a:moveTo>
                          <a:pt x="304" y="304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28575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3" name="Freeform 57"/>
                  <p:cNvSpPr/>
                  <p:nvPr/>
                </p:nvSpPr>
                <p:spPr bwMode="auto">
                  <a:xfrm>
                    <a:off x="2114" y="808"/>
                    <a:ext cx="265" cy="265"/>
                  </a:xfrm>
                  <a:custGeom>
                    <a:avLst/>
                    <a:gdLst>
                      <a:gd name="T0" fmla="*/ 793 w 793"/>
                      <a:gd name="T1" fmla="*/ 794 h 794"/>
                      <a:gd name="T2" fmla="*/ 0 w 793"/>
                      <a:gd name="T3" fmla="*/ 0 h 794"/>
                      <a:gd name="T4" fmla="*/ 1 w 793"/>
                      <a:gd name="T5" fmla="*/ 0 h 794"/>
                      <a:gd name="T6" fmla="*/ 0 60000 65536"/>
                      <a:gd name="T7" fmla="*/ 0 60000 65536"/>
                      <a:gd name="T8" fmla="*/ 0 60000 65536"/>
                      <a:gd name="T9" fmla="*/ 0 w 793"/>
                      <a:gd name="T10" fmla="*/ 0 h 794"/>
                      <a:gd name="T11" fmla="*/ 793 w 793"/>
                      <a:gd name="T12" fmla="*/ 794 h 79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793" h="794">
                        <a:moveTo>
                          <a:pt x="793" y="794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28575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</p:grpSp>
          </p:grpSp>
          <p:sp>
            <p:nvSpPr>
              <p:cNvPr id="111" name="Rectangle 58"/>
              <p:cNvSpPr>
                <a:spLocks noChangeArrowheads="1"/>
              </p:cNvSpPr>
              <p:nvPr/>
            </p:nvSpPr>
            <p:spPr bwMode="auto">
              <a:xfrm>
                <a:off x="4162" y="1471"/>
                <a:ext cx="339" cy="406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2" name="Freeform 59"/>
              <p:cNvSpPr/>
              <p:nvPr/>
            </p:nvSpPr>
            <p:spPr bwMode="auto">
              <a:xfrm>
                <a:off x="3254" y="1673"/>
                <a:ext cx="358" cy="1"/>
              </a:xfrm>
              <a:custGeom>
                <a:avLst/>
                <a:gdLst>
                  <a:gd name="T0" fmla="*/ 0 w 1073"/>
                  <a:gd name="T1" fmla="*/ 0 h 1"/>
                  <a:gd name="T2" fmla="*/ 1071 w 1073"/>
                  <a:gd name="T3" fmla="*/ 0 h 1"/>
                  <a:gd name="T4" fmla="*/ 1073 w 107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073"/>
                  <a:gd name="T10" fmla="*/ 0 h 1"/>
                  <a:gd name="T11" fmla="*/ 1073 w 107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73" h="1">
                    <a:moveTo>
                      <a:pt x="0" y="0"/>
                    </a:moveTo>
                    <a:lnTo>
                      <a:pt x="1071" y="0"/>
                    </a:lnTo>
                    <a:lnTo>
                      <a:pt x="1073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" name="Freeform 60"/>
              <p:cNvSpPr/>
              <p:nvPr/>
            </p:nvSpPr>
            <p:spPr bwMode="auto">
              <a:xfrm>
                <a:off x="3351" y="1429"/>
                <a:ext cx="753" cy="1"/>
              </a:xfrm>
              <a:custGeom>
                <a:avLst/>
                <a:gdLst>
                  <a:gd name="T0" fmla="*/ 0 w 2258"/>
                  <a:gd name="T1" fmla="*/ 0 h 1"/>
                  <a:gd name="T2" fmla="*/ 2257 w 2258"/>
                  <a:gd name="T3" fmla="*/ 0 h 1"/>
                  <a:gd name="T4" fmla="*/ 2258 w 225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258"/>
                  <a:gd name="T10" fmla="*/ 0 h 1"/>
                  <a:gd name="T11" fmla="*/ 2258 w 225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58" h="1">
                    <a:moveTo>
                      <a:pt x="0" y="0"/>
                    </a:moveTo>
                    <a:lnTo>
                      <a:pt x="2257" y="0"/>
                    </a:lnTo>
                    <a:lnTo>
                      <a:pt x="2258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4" name="Freeform 61"/>
              <p:cNvSpPr/>
              <p:nvPr/>
            </p:nvSpPr>
            <p:spPr bwMode="auto">
              <a:xfrm>
                <a:off x="4103" y="1429"/>
                <a:ext cx="1" cy="488"/>
              </a:xfrm>
              <a:custGeom>
                <a:avLst/>
                <a:gdLst>
                  <a:gd name="T0" fmla="*/ 0 w 1"/>
                  <a:gd name="T1" fmla="*/ 0 h 1466"/>
                  <a:gd name="T2" fmla="*/ 0 w 1"/>
                  <a:gd name="T3" fmla="*/ 1466 h 1466"/>
                  <a:gd name="T4" fmla="*/ 1 w 1"/>
                  <a:gd name="T5" fmla="*/ 1466 h 146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466"/>
                  <a:gd name="T11" fmla="*/ 1 w 1"/>
                  <a:gd name="T12" fmla="*/ 1466 h 14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466">
                    <a:moveTo>
                      <a:pt x="0" y="0"/>
                    </a:moveTo>
                    <a:lnTo>
                      <a:pt x="0" y="1466"/>
                    </a:lnTo>
                    <a:lnTo>
                      <a:pt x="1" y="1466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5" name="Freeform 62"/>
              <p:cNvSpPr/>
              <p:nvPr/>
            </p:nvSpPr>
            <p:spPr bwMode="auto">
              <a:xfrm>
                <a:off x="4500" y="1470"/>
                <a:ext cx="60" cy="59"/>
              </a:xfrm>
              <a:custGeom>
                <a:avLst/>
                <a:gdLst>
                  <a:gd name="T0" fmla="*/ 0 w 179"/>
                  <a:gd name="T1" fmla="*/ 0 h 178"/>
                  <a:gd name="T2" fmla="*/ 178 w 179"/>
                  <a:gd name="T3" fmla="*/ 178 h 178"/>
                  <a:gd name="T4" fmla="*/ 179 w 179"/>
                  <a:gd name="T5" fmla="*/ 178 h 178"/>
                  <a:gd name="T6" fmla="*/ 0 60000 65536"/>
                  <a:gd name="T7" fmla="*/ 0 60000 65536"/>
                  <a:gd name="T8" fmla="*/ 0 60000 65536"/>
                  <a:gd name="T9" fmla="*/ 0 w 179"/>
                  <a:gd name="T10" fmla="*/ 0 h 178"/>
                  <a:gd name="T11" fmla="*/ 179 w 179"/>
                  <a:gd name="T12" fmla="*/ 178 h 1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9" h="178">
                    <a:moveTo>
                      <a:pt x="0" y="0"/>
                    </a:moveTo>
                    <a:lnTo>
                      <a:pt x="178" y="178"/>
                    </a:lnTo>
                    <a:lnTo>
                      <a:pt x="179" y="178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6" name="Freeform 63"/>
              <p:cNvSpPr/>
              <p:nvPr/>
            </p:nvSpPr>
            <p:spPr bwMode="auto">
              <a:xfrm>
                <a:off x="4560" y="1529"/>
                <a:ext cx="1" cy="288"/>
              </a:xfrm>
              <a:custGeom>
                <a:avLst/>
                <a:gdLst>
                  <a:gd name="T0" fmla="*/ 0 w 1"/>
                  <a:gd name="T1" fmla="*/ 0 h 862"/>
                  <a:gd name="T2" fmla="*/ 0 w 1"/>
                  <a:gd name="T3" fmla="*/ 862 h 862"/>
                  <a:gd name="T4" fmla="*/ 1 w 1"/>
                  <a:gd name="T5" fmla="*/ 862 h 86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862"/>
                  <a:gd name="T11" fmla="*/ 1 w 1"/>
                  <a:gd name="T12" fmla="*/ 862 h 8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862">
                    <a:moveTo>
                      <a:pt x="0" y="0"/>
                    </a:moveTo>
                    <a:lnTo>
                      <a:pt x="0" y="862"/>
                    </a:lnTo>
                    <a:lnTo>
                      <a:pt x="1" y="862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7" name="Freeform 64"/>
              <p:cNvSpPr/>
              <p:nvPr/>
            </p:nvSpPr>
            <p:spPr bwMode="auto">
              <a:xfrm>
                <a:off x="4103" y="1525"/>
                <a:ext cx="65" cy="1"/>
              </a:xfrm>
              <a:custGeom>
                <a:avLst/>
                <a:gdLst>
                  <a:gd name="T0" fmla="*/ 0 w 195"/>
                  <a:gd name="T1" fmla="*/ 0 h 1"/>
                  <a:gd name="T2" fmla="*/ 194 w 195"/>
                  <a:gd name="T3" fmla="*/ 0 h 1"/>
                  <a:gd name="T4" fmla="*/ 195 w 19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95"/>
                  <a:gd name="T10" fmla="*/ 0 h 1"/>
                  <a:gd name="T11" fmla="*/ 195 w 19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5" h="1">
                    <a:moveTo>
                      <a:pt x="0" y="0"/>
                    </a:moveTo>
                    <a:lnTo>
                      <a:pt x="194" y="0"/>
                    </a:lnTo>
                    <a:lnTo>
                      <a:pt x="195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8" name="Freeform 65"/>
              <p:cNvSpPr/>
              <p:nvPr/>
            </p:nvSpPr>
            <p:spPr bwMode="auto">
              <a:xfrm>
                <a:off x="3329" y="1917"/>
                <a:ext cx="775" cy="1"/>
              </a:xfrm>
              <a:custGeom>
                <a:avLst/>
                <a:gdLst>
                  <a:gd name="T0" fmla="*/ 0 w 2323"/>
                  <a:gd name="T1" fmla="*/ 0 h 1"/>
                  <a:gd name="T2" fmla="*/ 2322 w 2323"/>
                  <a:gd name="T3" fmla="*/ 0 h 1"/>
                  <a:gd name="T4" fmla="*/ 2323 w 232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323"/>
                  <a:gd name="T10" fmla="*/ 0 h 1"/>
                  <a:gd name="T11" fmla="*/ 2323 w 232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323" h="1">
                    <a:moveTo>
                      <a:pt x="0" y="0"/>
                    </a:moveTo>
                    <a:lnTo>
                      <a:pt x="2322" y="0"/>
                    </a:lnTo>
                    <a:lnTo>
                      <a:pt x="2323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3" name="Freeform 66"/>
              <p:cNvSpPr/>
              <p:nvPr/>
            </p:nvSpPr>
            <p:spPr bwMode="auto">
              <a:xfrm>
                <a:off x="4103" y="1820"/>
                <a:ext cx="65" cy="1"/>
              </a:xfrm>
              <a:custGeom>
                <a:avLst/>
                <a:gdLst>
                  <a:gd name="T0" fmla="*/ 0 w 195"/>
                  <a:gd name="T1" fmla="*/ 0 h 1"/>
                  <a:gd name="T2" fmla="*/ 194 w 195"/>
                  <a:gd name="T3" fmla="*/ 0 h 1"/>
                  <a:gd name="T4" fmla="*/ 195 w 19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95"/>
                  <a:gd name="T10" fmla="*/ 0 h 1"/>
                  <a:gd name="T11" fmla="*/ 195 w 19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5" h="1">
                    <a:moveTo>
                      <a:pt x="0" y="0"/>
                    </a:moveTo>
                    <a:lnTo>
                      <a:pt x="194" y="0"/>
                    </a:lnTo>
                    <a:lnTo>
                      <a:pt x="195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4" name="Freeform 67"/>
              <p:cNvSpPr/>
              <p:nvPr/>
            </p:nvSpPr>
            <p:spPr bwMode="auto">
              <a:xfrm>
                <a:off x="4500" y="1817"/>
                <a:ext cx="60" cy="59"/>
              </a:xfrm>
              <a:custGeom>
                <a:avLst/>
                <a:gdLst>
                  <a:gd name="T0" fmla="*/ 0 w 179"/>
                  <a:gd name="T1" fmla="*/ 178 h 178"/>
                  <a:gd name="T2" fmla="*/ 178 w 179"/>
                  <a:gd name="T3" fmla="*/ 0 h 178"/>
                  <a:gd name="T4" fmla="*/ 179 w 179"/>
                  <a:gd name="T5" fmla="*/ 0 h 178"/>
                  <a:gd name="T6" fmla="*/ 0 60000 65536"/>
                  <a:gd name="T7" fmla="*/ 0 60000 65536"/>
                  <a:gd name="T8" fmla="*/ 0 60000 65536"/>
                  <a:gd name="T9" fmla="*/ 0 w 179"/>
                  <a:gd name="T10" fmla="*/ 0 h 178"/>
                  <a:gd name="T11" fmla="*/ 179 w 179"/>
                  <a:gd name="T12" fmla="*/ 178 h 1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9" h="178">
                    <a:moveTo>
                      <a:pt x="0" y="178"/>
                    </a:moveTo>
                    <a:lnTo>
                      <a:pt x="178" y="0"/>
                    </a:lnTo>
                    <a:lnTo>
                      <a:pt x="179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5" name="Freeform 68"/>
              <p:cNvSpPr/>
              <p:nvPr/>
            </p:nvSpPr>
            <p:spPr bwMode="auto">
              <a:xfrm>
                <a:off x="3877" y="1153"/>
                <a:ext cx="63" cy="126"/>
              </a:xfrm>
              <a:custGeom>
                <a:avLst/>
                <a:gdLst>
                  <a:gd name="T0" fmla="*/ 0 w 189"/>
                  <a:gd name="T1" fmla="*/ 379 h 379"/>
                  <a:gd name="T2" fmla="*/ 134 w 189"/>
                  <a:gd name="T3" fmla="*/ 324 h 379"/>
                  <a:gd name="T4" fmla="*/ 189 w 189"/>
                  <a:gd name="T5" fmla="*/ 190 h 379"/>
                  <a:gd name="T6" fmla="*/ 134 w 189"/>
                  <a:gd name="T7" fmla="*/ 56 h 379"/>
                  <a:gd name="T8" fmla="*/ 0 w 189"/>
                  <a:gd name="T9" fmla="*/ 0 h 379"/>
                  <a:gd name="T10" fmla="*/ 1 w 189"/>
                  <a:gd name="T11" fmla="*/ 0 h 3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89"/>
                  <a:gd name="T19" fmla="*/ 0 h 379"/>
                  <a:gd name="T20" fmla="*/ 189 w 189"/>
                  <a:gd name="T21" fmla="*/ 379 h 37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89" h="379">
                    <a:moveTo>
                      <a:pt x="0" y="379"/>
                    </a:moveTo>
                    <a:lnTo>
                      <a:pt x="134" y="324"/>
                    </a:lnTo>
                    <a:lnTo>
                      <a:pt x="189" y="190"/>
                    </a:lnTo>
                    <a:lnTo>
                      <a:pt x="134" y="56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6" name="Freeform 69"/>
              <p:cNvSpPr/>
              <p:nvPr/>
            </p:nvSpPr>
            <p:spPr bwMode="auto">
              <a:xfrm>
                <a:off x="3464" y="1153"/>
                <a:ext cx="63" cy="126"/>
              </a:xfrm>
              <a:custGeom>
                <a:avLst/>
                <a:gdLst>
                  <a:gd name="T0" fmla="*/ 188 w 190"/>
                  <a:gd name="T1" fmla="*/ 0 h 379"/>
                  <a:gd name="T2" fmla="*/ 56 w 190"/>
                  <a:gd name="T3" fmla="*/ 56 h 379"/>
                  <a:gd name="T4" fmla="*/ 0 w 190"/>
                  <a:gd name="T5" fmla="*/ 190 h 379"/>
                  <a:gd name="T6" fmla="*/ 56 w 190"/>
                  <a:gd name="T7" fmla="*/ 324 h 379"/>
                  <a:gd name="T8" fmla="*/ 188 w 190"/>
                  <a:gd name="T9" fmla="*/ 379 h 379"/>
                  <a:gd name="T10" fmla="*/ 190 w 190"/>
                  <a:gd name="T11" fmla="*/ 379 h 3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0"/>
                  <a:gd name="T19" fmla="*/ 0 h 379"/>
                  <a:gd name="T20" fmla="*/ 190 w 190"/>
                  <a:gd name="T21" fmla="*/ 379 h 37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0" h="379">
                    <a:moveTo>
                      <a:pt x="188" y="0"/>
                    </a:moveTo>
                    <a:lnTo>
                      <a:pt x="56" y="56"/>
                    </a:lnTo>
                    <a:lnTo>
                      <a:pt x="0" y="190"/>
                    </a:lnTo>
                    <a:lnTo>
                      <a:pt x="56" y="324"/>
                    </a:lnTo>
                    <a:lnTo>
                      <a:pt x="188" y="379"/>
                    </a:lnTo>
                    <a:lnTo>
                      <a:pt x="190" y="379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7" name="Freeform 70"/>
              <p:cNvSpPr/>
              <p:nvPr/>
            </p:nvSpPr>
            <p:spPr bwMode="auto">
              <a:xfrm>
                <a:off x="3526" y="1153"/>
                <a:ext cx="352" cy="1"/>
              </a:xfrm>
              <a:custGeom>
                <a:avLst/>
                <a:gdLst>
                  <a:gd name="T0" fmla="*/ 0 w 1054"/>
                  <a:gd name="T1" fmla="*/ 0 h 1"/>
                  <a:gd name="T2" fmla="*/ 1053 w 1054"/>
                  <a:gd name="T3" fmla="*/ 0 h 1"/>
                  <a:gd name="T4" fmla="*/ 1054 w 105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054"/>
                  <a:gd name="T10" fmla="*/ 0 h 1"/>
                  <a:gd name="T11" fmla="*/ 1054 w 105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54" h="1">
                    <a:moveTo>
                      <a:pt x="0" y="0"/>
                    </a:moveTo>
                    <a:lnTo>
                      <a:pt x="1053" y="0"/>
                    </a:lnTo>
                    <a:lnTo>
                      <a:pt x="1054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8" name="Freeform 71"/>
              <p:cNvSpPr/>
              <p:nvPr/>
            </p:nvSpPr>
            <p:spPr bwMode="auto">
              <a:xfrm>
                <a:off x="3526" y="1279"/>
                <a:ext cx="351" cy="1"/>
              </a:xfrm>
              <a:custGeom>
                <a:avLst/>
                <a:gdLst>
                  <a:gd name="T0" fmla="*/ 1053 w 1053"/>
                  <a:gd name="T1" fmla="*/ 0 h 1"/>
                  <a:gd name="T2" fmla="*/ 0 w 1053"/>
                  <a:gd name="T3" fmla="*/ 0 h 1"/>
                  <a:gd name="T4" fmla="*/ 2 w 105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053"/>
                  <a:gd name="T10" fmla="*/ 0 h 1"/>
                  <a:gd name="T11" fmla="*/ 1053 w 105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53" h="1">
                    <a:moveTo>
                      <a:pt x="1053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9" name="Freeform 72"/>
              <p:cNvSpPr/>
              <p:nvPr/>
            </p:nvSpPr>
            <p:spPr bwMode="auto">
              <a:xfrm>
                <a:off x="3940" y="1429"/>
                <a:ext cx="1" cy="69"/>
              </a:xfrm>
              <a:custGeom>
                <a:avLst/>
                <a:gdLst>
                  <a:gd name="T0" fmla="*/ 0 w 1"/>
                  <a:gd name="T1" fmla="*/ 0 h 207"/>
                  <a:gd name="T2" fmla="*/ 0 w 1"/>
                  <a:gd name="T3" fmla="*/ 207 h 207"/>
                  <a:gd name="T4" fmla="*/ 1 w 1"/>
                  <a:gd name="T5" fmla="*/ 207 h 20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07"/>
                  <a:gd name="T11" fmla="*/ 1 w 1"/>
                  <a:gd name="T12" fmla="*/ 207 h 20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07">
                    <a:moveTo>
                      <a:pt x="0" y="0"/>
                    </a:moveTo>
                    <a:lnTo>
                      <a:pt x="0" y="207"/>
                    </a:lnTo>
                    <a:lnTo>
                      <a:pt x="1" y="207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0" name="Freeform 73"/>
              <p:cNvSpPr/>
              <p:nvPr/>
            </p:nvSpPr>
            <p:spPr bwMode="auto">
              <a:xfrm>
                <a:off x="3464" y="1498"/>
                <a:ext cx="476" cy="1"/>
              </a:xfrm>
              <a:custGeom>
                <a:avLst/>
                <a:gdLst>
                  <a:gd name="T0" fmla="*/ 1430 w 1430"/>
                  <a:gd name="T1" fmla="*/ 0 h 1"/>
                  <a:gd name="T2" fmla="*/ 0 w 1430"/>
                  <a:gd name="T3" fmla="*/ 0 h 1"/>
                  <a:gd name="T4" fmla="*/ 1 w 143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430"/>
                  <a:gd name="T10" fmla="*/ 0 h 1"/>
                  <a:gd name="T11" fmla="*/ 1430 w 143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0" h="1">
                    <a:moveTo>
                      <a:pt x="1430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1" name="Freeform 74"/>
              <p:cNvSpPr/>
              <p:nvPr/>
            </p:nvSpPr>
            <p:spPr bwMode="auto">
              <a:xfrm>
                <a:off x="3464" y="1429"/>
                <a:ext cx="1" cy="69"/>
              </a:xfrm>
              <a:custGeom>
                <a:avLst/>
                <a:gdLst>
                  <a:gd name="T0" fmla="*/ 0 w 1"/>
                  <a:gd name="T1" fmla="*/ 0 h 207"/>
                  <a:gd name="T2" fmla="*/ 0 w 1"/>
                  <a:gd name="T3" fmla="*/ 207 h 207"/>
                  <a:gd name="T4" fmla="*/ 1 w 1"/>
                  <a:gd name="T5" fmla="*/ 207 h 20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07"/>
                  <a:gd name="T11" fmla="*/ 1 w 1"/>
                  <a:gd name="T12" fmla="*/ 207 h 20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07">
                    <a:moveTo>
                      <a:pt x="0" y="0"/>
                    </a:moveTo>
                    <a:lnTo>
                      <a:pt x="0" y="207"/>
                    </a:lnTo>
                    <a:lnTo>
                      <a:pt x="1" y="207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2" name="Freeform 75"/>
              <p:cNvSpPr/>
              <p:nvPr/>
            </p:nvSpPr>
            <p:spPr bwMode="auto">
              <a:xfrm>
                <a:off x="3314" y="1429"/>
                <a:ext cx="38" cy="488"/>
              </a:xfrm>
              <a:custGeom>
                <a:avLst/>
                <a:gdLst>
                  <a:gd name="T0" fmla="*/ 112 w 114"/>
                  <a:gd name="T1" fmla="*/ 0 h 1466"/>
                  <a:gd name="T2" fmla="*/ 0 w 114"/>
                  <a:gd name="T3" fmla="*/ 358 h 1466"/>
                  <a:gd name="T4" fmla="*/ 114 w 114"/>
                  <a:gd name="T5" fmla="*/ 727 h 1466"/>
                  <a:gd name="T6" fmla="*/ 55 w 114"/>
                  <a:gd name="T7" fmla="*/ 1099 h 1466"/>
                  <a:gd name="T8" fmla="*/ 47 w 114"/>
                  <a:gd name="T9" fmla="*/ 1466 h 1466"/>
                  <a:gd name="T10" fmla="*/ 48 w 114"/>
                  <a:gd name="T11" fmla="*/ 1466 h 146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4"/>
                  <a:gd name="T19" fmla="*/ 0 h 1466"/>
                  <a:gd name="T20" fmla="*/ 114 w 114"/>
                  <a:gd name="T21" fmla="*/ 1466 h 146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4" h="1466">
                    <a:moveTo>
                      <a:pt x="112" y="0"/>
                    </a:moveTo>
                    <a:lnTo>
                      <a:pt x="0" y="358"/>
                    </a:lnTo>
                    <a:lnTo>
                      <a:pt x="114" y="727"/>
                    </a:lnTo>
                    <a:lnTo>
                      <a:pt x="55" y="1099"/>
                    </a:lnTo>
                    <a:lnTo>
                      <a:pt x="47" y="1466"/>
                    </a:lnTo>
                    <a:lnTo>
                      <a:pt x="48" y="1466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3" name="Freeform 76"/>
              <p:cNvSpPr/>
              <p:nvPr/>
            </p:nvSpPr>
            <p:spPr bwMode="auto">
              <a:xfrm>
                <a:off x="3663" y="1673"/>
                <a:ext cx="21" cy="1"/>
              </a:xfrm>
              <a:custGeom>
                <a:avLst/>
                <a:gdLst>
                  <a:gd name="T0" fmla="*/ 0 w 65"/>
                  <a:gd name="T1" fmla="*/ 0 h 1"/>
                  <a:gd name="T2" fmla="*/ 64 w 65"/>
                  <a:gd name="T3" fmla="*/ 0 h 1"/>
                  <a:gd name="T4" fmla="*/ 65 w 6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5"/>
                  <a:gd name="T10" fmla="*/ 0 h 1"/>
                  <a:gd name="T11" fmla="*/ 65 w 6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5" h="1">
                    <a:moveTo>
                      <a:pt x="0" y="0"/>
                    </a:moveTo>
                    <a:lnTo>
                      <a:pt x="64" y="0"/>
                    </a:lnTo>
                    <a:lnTo>
                      <a:pt x="65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4" name="Freeform 77"/>
              <p:cNvSpPr/>
              <p:nvPr/>
            </p:nvSpPr>
            <p:spPr bwMode="auto">
              <a:xfrm>
                <a:off x="3744" y="1673"/>
                <a:ext cx="529" cy="1"/>
              </a:xfrm>
              <a:custGeom>
                <a:avLst/>
                <a:gdLst>
                  <a:gd name="T0" fmla="*/ 0 w 1585"/>
                  <a:gd name="T1" fmla="*/ 0 h 1"/>
                  <a:gd name="T2" fmla="*/ 1583 w 1585"/>
                  <a:gd name="T3" fmla="*/ 0 h 1"/>
                  <a:gd name="T4" fmla="*/ 1585 w 158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585"/>
                  <a:gd name="T10" fmla="*/ 0 h 1"/>
                  <a:gd name="T11" fmla="*/ 1585 w 158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85" h="1">
                    <a:moveTo>
                      <a:pt x="0" y="0"/>
                    </a:moveTo>
                    <a:lnTo>
                      <a:pt x="1583" y="0"/>
                    </a:lnTo>
                    <a:lnTo>
                      <a:pt x="1585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5" name="Freeform 78"/>
              <p:cNvSpPr/>
              <p:nvPr/>
            </p:nvSpPr>
            <p:spPr bwMode="auto">
              <a:xfrm>
                <a:off x="4319" y="1673"/>
                <a:ext cx="22" cy="1"/>
              </a:xfrm>
              <a:custGeom>
                <a:avLst/>
                <a:gdLst>
                  <a:gd name="T0" fmla="*/ 0 w 66"/>
                  <a:gd name="T1" fmla="*/ 0 h 1"/>
                  <a:gd name="T2" fmla="*/ 64 w 66"/>
                  <a:gd name="T3" fmla="*/ 0 h 1"/>
                  <a:gd name="T4" fmla="*/ 66 w 6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6"/>
                  <a:gd name="T10" fmla="*/ 0 h 1"/>
                  <a:gd name="T11" fmla="*/ 66 w 6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6" h="1">
                    <a:moveTo>
                      <a:pt x="0" y="0"/>
                    </a:moveTo>
                    <a:lnTo>
                      <a:pt x="64" y="0"/>
                    </a:lnTo>
                    <a:lnTo>
                      <a:pt x="66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6" name="Freeform 79"/>
              <p:cNvSpPr/>
              <p:nvPr/>
            </p:nvSpPr>
            <p:spPr bwMode="auto">
              <a:xfrm>
                <a:off x="4388" y="1673"/>
                <a:ext cx="233" cy="1"/>
              </a:xfrm>
              <a:custGeom>
                <a:avLst/>
                <a:gdLst>
                  <a:gd name="T0" fmla="*/ 0 w 697"/>
                  <a:gd name="T1" fmla="*/ 0 h 1"/>
                  <a:gd name="T2" fmla="*/ 696 w 697"/>
                  <a:gd name="T3" fmla="*/ 0 h 1"/>
                  <a:gd name="T4" fmla="*/ 697 w 69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97"/>
                  <a:gd name="T10" fmla="*/ 0 h 1"/>
                  <a:gd name="T11" fmla="*/ 697 w 69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7" h="1">
                    <a:moveTo>
                      <a:pt x="0" y="0"/>
                    </a:moveTo>
                    <a:lnTo>
                      <a:pt x="696" y="0"/>
                    </a:lnTo>
                    <a:lnTo>
                      <a:pt x="697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7" name="Freeform 80"/>
              <p:cNvSpPr/>
              <p:nvPr/>
            </p:nvSpPr>
            <p:spPr bwMode="auto">
              <a:xfrm>
                <a:off x="3402" y="1429"/>
                <a:ext cx="650" cy="155"/>
              </a:xfrm>
              <a:custGeom>
                <a:avLst/>
                <a:gdLst>
                  <a:gd name="T0" fmla="*/ 0 w 1949"/>
                  <a:gd name="T1" fmla="*/ 0 h 465"/>
                  <a:gd name="T2" fmla="*/ 94 w 1949"/>
                  <a:gd name="T3" fmla="*/ 295 h 465"/>
                  <a:gd name="T4" fmla="*/ 202 w 1949"/>
                  <a:gd name="T5" fmla="*/ 377 h 465"/>
                  <a:gd name="T6" fmla="*/ 357 w 1949"/>
                  <a:gd name="T7" fmla="*/ 418 h 465"/>
                  <a:gd name="T8" fmla="*/ 648 w 1949"/>
                  <a:gd name="T9" fmla="*/ 465 h 465"/>
                  <a:gd name="T10" fmla="*/ 944 w 1949"/>
                  <a:gd name="T11" fmla="*/ 398 h 465"/>
                  <a:gd name="T12" fmla="*/ 1239 w 1949"/>
                  <a:gd name="T13" fmla="*/ 427 h 465"/>
                  <a:gd name="T14" fmla="*/ 1536 w 1949"/>
                  <a:gd name="T15" fmla="*/ 412 h 465"/>
                  <a:gd name="T16" fmla="*/ 1758 w 1949"/>
                  <a:gd name="T17" fmla="*/ 208 h 465"/>
                  <a:gd name="T18" fmla="*/ 1879 w 1949"/>
                  <a:gd name="T19" fmla="*/ 125 h 465"/>
                  <a:gd name="T20" fmla="*/ 1948 w 1949"/>
                  <a:gd name="T21" fmla="*/ 0 h 465"/>
                  <a:gd name="T22" fmla="*/ 1949 w 1949"/>
                  <a:gd name="T23" fmla="*/ 0 h 46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949"/>
                  <a:gd name="T37" fmla="*/ 0 h 465"/>
                  <a:gd name="T38" fmla="*/ 1949 w 1949"/>
                  <a:gd name="T39" fmla="*/ 465 h 46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949" h="465">
                    <a:moveTo>
                      <a:pt x="0" y="0"/>
                    </a:moveTo>
                    <a:lnTo>
                      <a:pt x="94" y="295"/>
                    </a:lnTo>
                    <a:lnTo>
                      <a:pt x="202" y="377"/>
                    </a:lnTo>
                    <a:lnTo>
                      <a:pt x="357" y="418"/>
                    </a:lnTo>
                    <a:lnTo>
                      <a:pt x="648" y="465"/>
                    </a:lnTo>
                    <a:lnTo>
                      <a:pt x="944" y="398"/>
                    </a:lnTo>
                    <a:lnTo>
                      <a:pt x="1239" y="427"/>
                    </a:lnTo>
                    <a:lnTo>
                      <a:pt x="1536" y="412"/>
                    </a:lnTo>
                    <a:lnTo>
                      <a:pt x="1758" y="208"/>
                    </a:lnTo>
                    <a:lnTo>
                      <a:pt x="1879" y="125"/>
                    </a:lnTo>
                    <a:lnTo>
                      <a:pt x="1948" y="0"/>
                    </a:lnTo>
                    <a:lnTo>
                      <a:pt x="194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8" name="Freeform 81"/>
              <p:cNvSpPr/>
              <p:nvPr/>
            </p:nvSpPr>
            <p:spPr bwMode="auto">
              <a:xfrm>
                <a:off x="3408" y="1429"/>
                <a:ext cx="10" cy="9"/>
              </a:xfrm>
              <a:custGeom>
                <a:avLst/>
                <a:gdLst>
                  <a:gd name="T0" fmla="*/ 0 w 32"/>
                  <a:gd name="T1" fmla="*/ 29 h 29"/>
                  <a:gd name="T2" fmla="*/ 30 w 32"/>
                  <a:gd name="T3" fmla="*/ 0 h 29"/>
                  <a:gd name="T4" fmla="*/ 32 w 32"/>
                  <a:gd name="T5" fmla="*/ 0 h 29"/>
                  <a:gd name="T6" fmla="*/ 0 60000 65536"/>
                  <a:gd name="T7" fmla="*/ 0 60000 65536"/>
                  <a:gd name="T8" fmla="*/ 0 60000 65536"/>
                  <a:gd name="T9" fmla="*/ 0 w 32"/>
                  <a:gd name="T10" fmla="*/ 0 h 29"/>
                  <a:gd name="T11" fmla="*/ 32 w 32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2" h="29">
                    <a:moveTo>
                      <a:pt x="0" y="29"/>
                    </a:moveTo>
                    <a:lnTo>
                      <a:pt x="30" y="0"/>
                    </a:lnTo>
                    <a:lnTo>
                      <a:pt x="3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9" name="Freeform 82"/>
              <p:cNvSpPr/>
              <p:nvPr/>
            </p:nvSpPr>
            <p:spPr bwMode="auto">
              <a:xfrm>
                <a:off x="3429" y="1477"/>
                <a:ext cx="35" cy="35"/>
              </a:xfrm>
              <a:custGeom>
                <a:avLst/>
                <a:gdLst>
                  <a:gd name="T0" fmla="*/ 0 w 105"/>
                  <a:gd name="T1" fmla="*/ 105 h 105"/>
                  <a:gd name="T2" fmla="*/ 104 w 105"/>
                  <a:gd name="T3" fmla="*/ 0 h 105"/>
                  <a:gd name="T4" fmla="*/ 105 w 105"/>
                  <a:gd name="T5" fmla="*/ 0 h 105"/>
                  <a:gd name="T6" fmla="*/ 0 60000 65536"/>
                  <a:gd name="T7" fmla="*/ 0 60000 65536"/>
                  <a:gd name="T8" fmla="*/ 0 60000 65536"/>
                  <a:gd name="T9" fmla="*/ 0 w 105"/>
                  <a:gd name="T10" fmla="*/ 0 h 105"/>
                  <a:gd name="T11" fmla="*/ 105 w 105"/>
                  <a:gd name="T12" fmla="*/ 105 h 10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5" h="105">
                    <a:moveTo>
                      <a:pt x="0" y="105"/>
                    </a:moveTo>
                    <a:lnTo>
                      <a:pt x="104" y="0"/>
                    </a:lnTo>
                    <a:lnTo>
                      <a:pt x="10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80" name="Freeform 83"/>
              <p:cNvSpPr/>
              <p:nvPr/>
            </p:nvSpPr>
            <p:spPr bwMode="auto">
              <a:xfrm>
                <a:off x="3478" y="1498"/>
                <a:ext cx="59" cy="59"/>
              </a:xfrm>
              <a:custGeom>
                <a:avLst/>
                <a:gdLst>
                  <a:gd name="T0" fmla="*/ 0 w 178"/>
                  <a:gd name="T1" fmla="*/ 177 h 177"/>
                  <a:gd name="T2" fmla="*/ 177 w 178"/>
                  <a:gd name="T3" fmla="*/ 0 h 177"/>
                  <a:gd name="T4" fmla="*/ 178 w 178"/>
                  <a:gd name="T5" fmla="*/ 0 h 177"/>
                  <a:gd name="T6" fmla="*/ 0 60000 65536"/>
                  <a:gd name="T7" fmla="*/ 0 60000 65536"/>
                  <a:gd name="T8" fmla="*/ 0 60000 65536"/>
                  <a:gd name="T9" fmla="*/ 0 w 178"/>
                  <a:gd name="T10" fmla="*/ 0 h 177"/>
                  <a:gd name="T11" fmla="*/ 178 w 178"/>
                  <a:gd name="T12" fmla="*/ 177 h 1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8" h="177">
                    <a:moveTo>
                      <a:pt x="0" y="177"/>
                    </a:moveTo>
                    <a:lnTo>
                      <a:pt x="177" y="0"/>
                    </a:lnTo>
                    <a:lnTo>
                      <a:pt x="17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81" name="Freeform 84"/>
              <p:cNvSpPr/>
              <p:nvPr/>
            </p:nvSpPr>
            <p:spPr bwMode="auto">
              <a:xfrm>
                <a:off x="3552" y="1498"/>
                <a:ext cx="80" cy="78"/>
              </a:xfrm>
              <a:custGeom>
                <a:avLst/>
                <a:gdLst>
                  <a:gd name="T0" fmla="*/ 0 w 238"/>
                  <a:gd name="T1" fmla="*/ 236 h 236"/>
                  <a:gd name="T2" fmla="*/ 237 w 238"/>
                  <a:gd name="T3" fmla="*/ 0 h 236"/>
                  <a:gd name="T4" fmla="*/ 238 w 238"/>
                  <a:gd name="T5" fmla="*/ 0 h 236"/>
                  <a:gd name="T6" fmla="*/ 0 60000 65536"/>
                  <a:gd name="T7" fmla="*/ 0 60000 65536"/>
                  <a:gd name="T8" fmla="*/ 0 60000 65536"/>
                  <a:gd name="T9" fmla="*/ 0 w 238"/>
                  <a:gd name="T10" fmla="*/ 0 h 236"/>
                  <a:gd name="T11" fmla="*/ 238 w 238"/>
                  <a:gd name="T12" fmla="*/ 236 h 2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38" h="236">
                    <a:moveTo>
                      <a:pt x="0" y="236"/>
                    </a:moveTo>
                    <a:lnTo>
                      <a:pt x="237" y="0"/>
                    </a:lnTo>
                    <a:lnTo>
                      <a:pt x="23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82" name="Freeform 85"/>
              <p:cNvSpPr/>
              <p:nvPr/>
            </p:nvSpPr>
            <p:spPr bwMode="auto">
              <a:xfrm>
                <a:off x="3643" y="1498"/>
                <a:ext cx="83" cy="82"/>
              </a:xfrm>
              <a:custGeom>
                <a:avLst/>
                <a:gdLst>
                  <a:gd name="T0" fmla="*/ 0 w 249"/>
                  <a:gd name="T1" fmla="*/ 248 h 248"/>
                  <a:gd name="T2" fmla="*/ 248 w 249"/>
                  <a:gd name="T3" fmla="*/ 0 h 248"/>
                  <a:gd name="T4" fmla="*/ 249 w 249"/>
                  <a:gd name="T5" fmla="*/ 0 h 248"/>
                  <a:gd name="T6" fmla="*/ 0 60000 65536"/>
                  <a:gd name="T7" fmla="*/ 0 60000 65536"/>
                  <a:gd name="T8" fmla="*/ 0 60000 65536"/>
                  <a:gd name="T9" fmla="*/ 0 w 249"/>
                  <a:gd name="T10" fmla="*/ 0 h 248"/>
                  <a:gd name="T11" fmla="*/ 249 w 249"/>
                  <a:gd name="T12" fmla="*/ 248 h 2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9" h="248">
                    <a:moveTo>
                      <a:pt x="0" y="248"/>
                    </a:moveTo>
                    <a:lnTo>
                      <a:pt x="248" y="0"/>
                    </a:lnTo>
                    <a:lnTo>
                      <a:pt x="24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83" name="Freeform 86"/>
              <p:cNvSpPr/>
              <p:nvPr/>
            </p:nvSpPr>
            <p:spPr bwMode="auto">
              <a:xfrm>
                <a:off x="3759" y="1498"/>
                <a:ext cx="61" cy="60"/>
              </a:xfrm>
              <a:custGeom>
                <a:avLst/>
                <a:gdLst>
                  <a:gd name="T0" fmla="*/ 0 w 182"/>
                  <a:gd name="T1" fmla="*/ 181 h 181"/>
                  <a:gd name="T2" fmla="*/ 181 w 182"/>
                  <a:gd name="T3" fmla="*/ 0 h 181"/>
                  <a:gd name="T4" fmla="*/ 182 w 182"/>
                  <a:gd name="T5" fmla="*/ 0 h 181"/>
                  <a:gd name="T6" fmla="*/ 0 60000 65536"/>
                  <a:gd name="T7" fmla="*/ 0 60000 65536"/>
                  <a:gd name="T8" fmla="*/ 0 60000 65536"/>
                  <a:gd name="T9" fmla="*/ 0 w 182"/>
                  <a:gd name="T10" fmla="*/ 0 h 181"/>
                  <a:gd name="T11" fmla="*/ 182 w 182"/>
                  <a:gd name="T12" fmla="*/ 181 h 18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2" h="181">
                    <a:moveTo>
                      <a:pt x="0" y="181"/>
                    </a:moveTo>
                    <a:lnTo>
                      <a:pt x="181" y="0"/>
                    </a:lnTo>
                    <a:lnTo>
                      <a:pt x="18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84" name="Freeform 87"/>
              <p:cNvSpPr/>
              <p:nvPr/>
            </p:nvSpPr>
            <p:spPr bwMode="auto">
              <a:xfrm>
                <a:off x="3835" y="1498"/>
                <a:ext cx="79" cy="78"/>
              </a:xfrm>
              <a:custGeom>
                <a:avLst/>
                <a:gdLst>
                  <a:gd name="T0" fmla="*/ 0 w 237"/>
                  <a:gd name="T1" fmla="*/ 235 h 235"/>
                  <a:gd name="T2" fmla="*/ 236 w 237"/>
                  <a:gd name="T3" fmla="*/ 0 h 235"/>
                  <a:gd name="T4" fmla="*/ 237 w 237"/>
                  <a:gd name="T5" fmla="*/ 0 h 235"/>
                  <a:gd name="T6" fmla="*/ 0 60000 65536"/>
                  <a:gd name="T7" fmla="*/ 0 60000 65536"/>
                  <a:gd name="T8" fmla="*/ 0 60000 65536"/>
                  <a:gd name="T9" fmla="*/ 0 w 237"/>
                  <a:gd name="T10" fmla="*/ 0 h 235"/>
                  <a:gd name="T11" fmla="*/ 237 w 237"/>
                  <a:gd name="T12" fmla="*/ 235 h 2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37" h="235">
                    <a:moveTo>
                      <a:pt x="0" y="235"/>
                    </a:moveTo>
                    <a:lnTo>
                      <a:pt x="236" y="0"/>
                    </a:lnTo>
                    <a:lnTo>
                      <a:pt x="23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85" name="Freeform 88"/>
              <p:cNvSpPr/>
              <p:nvPr/>
            </p:nvSpPr>
            <p:spPr bwMode="auto">
              <a:xfrm>
                <a:off x="3940" y="1429"/>
                <a:ext cx="43" cy="42"/>
              </a:xfrm>
              <a:custGeom>
                <a:avLst/>
                <a:gdLst>
                  <a:gd name="T0" fmla="*/ 0 w 129"/>
                  <a:gd name="T1" fmla="*/ 128 h 128"/>
                  <a:gd name="T2" fmla="*/ 128 w 129"/>
                  <a:gd name="T3" fmla="*/ 0 h 128"/>
                  <a:gd name="T4" fmla="*/ 129 w 129"/>
                  <a:gd name="T5" fmla="*/ 0 h 128"/>
                  <a:gd name="T6" fmla="*/ 0 60000 65536"/>
                  <a:gd name="T7" fmla="*/ 0 60000 65536"/>
                  <a:gd name="T8" fmla="*/ 0 60000 65536"/>
                  <a:gd name="T9" fmla="*/ 0 w 129"/>
                  <a:gd name="T10" fmla="*/ 0 h 128"/>
                  <a:gd name="T11" fmla="*/ 129 w 129"/>
                  <a:gd name="T12" fmla="*/ 128 h 1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9" h="128">
                    <a:moveTo>
                      <a:pt x="0" y="128"/>
                    </a:moveTo>
                    <a:lnTo>
                      <a:pt x="128" y="0"/>
                    </a:lnTo>
                    <a:lnTo>
                      <a:pt x="12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86" name="Line 89"/>
              <p:cNvSpPr>
                <a:spLocks noChangeShapeType="1"/>
              </p:cNvSpPr>
              <p:nvPr/>
            </p:nvSpPr>
            <p:spPr bwMode="auto">
              <a:xfrm>
                <a:off x="3402" y="1211"/>
                <a:ext cx="21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87" name="Line 90"/>
              <p:cNvSpPr>
                <a:spLocks noChangeShapeType="1"/>
              </p:cNvSpPr>
              <p:nvPr/>
            </p:nvSpPr>
            <p:spPr bwMode="auto">
              <a:xfrm>
                <a:off x="3636" y="1212"/>
                <a:ext cx="51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88" name="Line 91"/>
              <p:cNvSpPr>
                <a:spLocks noChangeShapeType="1"/>
              </p:cNvSpPr>
              <p:nvPr/>
            </p:nvSpPr>
            <p:spPr bwMode="auto">
              <a:xfrm>
                <a:off x="3711" y="1211"/>
                <a:ext cx="30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6" name="Group 92"/>
            <p:cNvGrpSpPr/>
            <p:nvPr/>
          </p:nvGrpSpPr>
          <p:grpSpPr bwMode="auto">
            <a:xfrm>
              <a:off x="6566747" y="2674410"/>
              <a:ext cx="2019301" cy="989013"/>
              <a:chOff x="2828" y="421"/>
              <a:chExt cx="1272" cy="623"/>
            </a:xfrm>
          </p:grpSpPr>
          <p:sp>
            <p:nvSpPr>
              <p:cNvPr id="107" name="Rectangle 93"/>
              <p:cNvSpPr>
                <a:spLocks noChangeArrowheads="1"/>
              </p:cNvSpPr>
              <p:nvPr/>
            </p:nvSpPr>
            <p:spPr bwMode="auto">
              <a:xfrm>
                <a:off x="2828" y="421"/>
                <a:ext cx="1272" cy="1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zh-CN" altLang="en-US" sz="2400" kern="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交线用轮廓线代替</a:t>
                </a:r>
                <a:endParaRPr lang="zh-CN" altLang="en-US" sz="240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Freeform 94"/>
              <p:cNvSpPr/>
              <p:nvPr/>
            </p:nvSpPr>
            <p:spPr bwMode="auto">
              <a:xfrm>
                <a:off x="2828" y="600"/>
                <a:ext cx="284" cy="444"/>
              </a:xfrm>
              <a:custGeom>
                <a:avLst/>
                <a:gdLst>
                  <a:gd name="T0" fmla="*/ 851 w 851"/>
                  <a:gd name="T1" fmla="*/ 1332 h 1332"/>
                  <a:gd name="T2" fmla="*/ 0 w 851"/>
                  <a:gd name="T3" fmla="*/ 0 h 1332"/>
                  <a:gd name="T4" fmla="*/ 1 w 851"/>
                  <a:gd name="T5" fmla="*/ 0 h 1332"/>
                  <a:gd name="T6" fmla="*/ 0 60000 65536"/>
                  <a:gd name="T7" fmla="*/ 0 60000 65536"/>
                  <a:gd name="T8" fmla="*/ 0 60000 65536"/>
                  <a:gd name="T9" fmla="*/ 0 w 851"/>
                  <a:gd name="T10" fmla="*/ 0 h 1332"/>
                  <a:gd name="T11" fmla="*/ 851 w 851"/>
                  <a:gd name="T12" fmla="*/ 1332 h 13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51" h="1332">
                    <a:moveTo>
                      <a:pt x="851" y="1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solidFill>
                <a:srgbClr val="FF0000"/>
              </a:solidFill>
              <a:ln w="19050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9" name="Line 95"/>
              <p:cNvSpPr>
                <a:spLocks noChangeShapeType="1"/>
              </p:cNvSpPr>
              <p:nvPr/>
            </p:nvSpPr>
            <p:spPr bwMode="auto">
              <a:xfrm>
                <a:off x="2828" y="600"/>
                <a:ext cx="1214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</a:ln>
            </p:spPr>
            <p:txBody>
              <a:bodyPr wrap="squar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42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规定画法和简化画法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112332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(8)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当机件上部分结构的图形过小时，可以采用局部放大的比例画出。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683453" y="2079213"/>
            <a:ext cx="6480175" cy="3862387"/>
            <a:chOff x="2683453" y="2079213"/>
            <a:chExt cx="6480175" cy="3862387"/>
          </a:xfrm>
        </p:grpSpPr>
        <p:grpSp>
          <p:nvGrpSpPr>
            <p:cNvPr id="7" name="Group 2"/>
            <p:cNvGrpSpPr/>
            <p:nvPr/>
          </p:nvGrpSpPr>
          <p:grpSpPr bwMode="auto">
            <a:xfrm>
              <a:off x="3226378" y="3050763"/>
              <a:ext cx="1301750" cy="1287462"/>
              <a:chOff x="1257" y="1702"/>
              <a:chExt cx="820" cy="811"/>
            </a:xfrm>
          </p:grpSpPr>
          <p:sp>
            <p:nvSpPr>
              <p:cNvPr id="166" name="Oval 3"/>
              <p:cNvSpPr>
                <a:spLocks noChangeArrowheads="1"/>
              </p:cNvSpPr>
              <p:nvPr/>
            </p:nvSpPr>
            <p:spPr bwMode="auto">
              <a:xfrm>
                <a:off x="1257" y="1702"/>
                <a:ext cx="820" cy="811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7" name="Freeform 4"/>
              <p:cNvSpPr/>
              <p:nvPr/>
            </p:nvSpPr>
            <p:spPr bwMode="auto">
              <a:xfrm>
                <a:off x="1856" y="2081"/>
                <a:ext cx="221" cy="1"/>
              </a:xfrm>
              <a:custGeom>
                <a:avLst/>
                <a:gdLst>
                  <a:gd name="T0" fmla="*/ 0 w 440"/>
                  <a:gd name="T1" fmla="*/ 0 h 1"/>
                  <a:gd name="T2" fmla="*/ 439 w 440"/>
                  <a:gd name="T3" fmla="*/ 0 h 1"/>
                  <a:gd name="T4" fmla="*/ 440 w 44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40"/>
                  <a:gd name="T10" fmla="*/ 0 h 1"/>
                  <a:gd name="T11" fmla="*/ 440 w 44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40" h="1">
                    <a:moveTo>
                      <a:pt x="0" y="0"/>
                    </a:moveTo>
                    <a:lnTo>
                      <a:pt x="439" y="0"/>
                    </a:lnTo>
                    <a:lnTo>
                      <a:pt x="44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8" name="Freeform 5"/>
              <p:cNvSpPr/>
              <p:nvPr/>
            </p:nvSpPr>
            <p:spPr bwMode="auto">
              <a:xfrm>
                <a:off x="1856" y="2081"/>
                <a:ext cx="1" cy="386"/>
              </a:xfrm>
              <a:custGeom>
                <a:avLst/>
                <a:gdLst>
                  <a:gd name="T0" fmla="*/ 0 w 1"/>
                  <a:gd name="T1" fmla="*/ 0 h 773"/>
                  <a:gd name="T2" fmla="*/ 0 w 1"/>
                  <a:gd name="T3" fmla="*/ 773 h 773"/>
                  <a:gd name="T4" fmla="*/ 1 w 1"/>
                  <a:gd name="T5" fmla="*/ 773 h 77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73"/>
                  <a:gd name="T11" fmla="*/ 1 w 1"/>
                  <a:gd name="T12" fmla="*/ 773 h 7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73">
                    <a:moveTo>
                      <a:pt x="0" y="0"/>
                    </a:moveTo>
                    <a:lnTo>
                      <a:pt x="0" y="773"/>
                    </a:lnTo>
                    <a:lnTo>
                      <a:pt x="1" y="773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9" name="Freeform 6"/>
              <p:cNvSpPr/>
              <p:nvPr/>
            </p:nvSpPr>
            <p:spPr bwMode="auto">
              <a:xfrm>
                <a:off x="1481" y="2081"/>
                <a:ext cx="1" cy="388"/>
              </a:xfrm>
              <a:custGeom>
                <a:avLst/>
                <a:gdLst>
                  <a:gd name="T0" fmla="*/ 0 w 1"/>
                  <a:gd name="T1" fmla="*/ 0 h 776"/>
                  <a:gd name="T2" fmla="*/ 0 w 1"/>
                  <a:gd name="T3" fmla="*/ 776 h 776"/>
                  <a:gd name="T4" fmla="*/ 1 w 1"/>
                  <a:gd name="T5" fmla="*/ 776 h 77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76"/>
                  <a:gd name="T11" fmla="*/ 1 w 1"/>
                  <a:gd name="T12" fmla="*/ 776 h 7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76">
                    <a:moveTo>
                      <a:pt x="0" y="0"/>
                    </a:moveTo>
                    <a:lnTo>
                      <a:pt x="0" y="776"/>
                    </a:lnTo>
                    <a:lnTo>
                      <a:pt x="1" y="776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0" name="Freeform 7"/>
              <p:cNvSpPr/>
              <p:nvPr/>
            </p:nvSpPr>
            <p:spPr bwMode="auto">
              <a:xfrm>
                <a:off x="1257" y="2081"/>
                <a:ext cx="224" cy="1"/>
              </a:xfrm>
              <a:custGeom>
                <a:avLst/>
                <a:gdLst>
                  <a:gd name="T0" fmla="*/ 0 w 448"/>
                  <a:gd name="T1" fmla="*/ 0 h 1"/>
                  <a:gd name="T2" fmla="*/ 447 w 448"/>
                  <a:gd name="T3" fmla="*/ 0 h 1"/>
                  <a:gd name="T4" fmla="*/ 448 w 44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48"/>
                  <a:gd name="T10" fmla="*/ 0 h 1"/>
                  <a:gd name="T11" fmla="*/ 448 w 44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48" h="1">
                    <a:moveTo>
                      <a:pt x="0" y="0"/>
                    </a:moveTo>
                    <a:lnTo>
                      <a:pt x="447" y="0"/>
                    </a:lnTo>
                    <a:lnTo>
                      <a:pt x="448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1" name="Freeform 8"/>
              <p:cNvSpPr/>
              <p:nvPr/>
            </p:nvSpPr>
            <p:spPr bwMode="auto">
              <a:xfrm>
                <a:off x="1481" y="2081"/>
                <a:ext cx="376" cy="59"/>
              </a:xfrm>
              <a:custGeom>
                <a:avLst/>
                <a:gdLst>
                  <a:gd name="T0" fmla="*/ 0 w 376"/>
                  <a:gd name="T1" fmla="*/ 0 h 59"/>
                  <a:gd name="T2" fmla="*/ 86 w 376"/>
                  <a:gd name="T3" fmla="*/ 41 h 59"/>
                  <a:gd name="T4" fmla="*/ 187 w 376"/>
                  <a:gd name="T5" fmla="*/ 59 h 59"/>
                  <a:gd name="T6" fmla="*/ 275 w 376"/>
                  <a:gd name="T7" fmla="*/ 41 h 59"/>
                  <a:gd name="T8" fmla="*/ 376 w 376"/>
                  <a:gd name="T9" fmla="*/ 0 h 59"/>
                  <a:gd name="T10" fmla="*/ 376 w 376"/>
                  <a:gd name="T11" fmla="*/ 0 h 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76"/>
                  <a:gd name="T19" fmla="*/ 0 h 59"/>
                  <a:gd name="T20" fmla="*/ 376 w 376"/>
                  <a:gd name="T21" fmla="*/ 59 h 5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76" h="59">
                    <a:moveTo>
                      <a:pt x="0" y="0"/>
                    </a:moveTo>
                    <a:lnTo>
                      <a:pt x="86" y="41"/>
                    </a:lnTo>
                    <a:lnTo>
                      <a:pt x="187" y="59"/>
                    </a:lnTo>
                    <a:lnTo>
                      <a:pt x="275" y="41"/>
                    </a:lnTo>
                    <a:lnTo>
                      <a:pt x="376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" name="Group 9"/>
            <p:cNvGrpSpPr/>
            <p:nvPr/>
          </p:nvGrpSpPr>
          <p:grpSpPr bwMode="auto">
            <a:xfrm>
              <a:off x="5637791" y="3065050"/>
              <a:ext cx="1312862" cy="1287463"/>
              <a:chOff x="2776" y="1711"/>
              <a:chExt cx="827" cy="811"/>
            </a:xfrm>
          </p:grpSpPr>
          <p:sp>
            <p:nvSpPr>
              <p:cNvPr id="157" name="Oval 10"/>
              <p:cNvSpPr>
                <a:spLocks noChangeArrowheads="1"/>
              </p:cNvSpPr>
              <p:nvPr/>
            </p:nvSpPr>
            <p:spPr bwMode="auto">
              <a:xfrm>
                <a:off x="2776" y="1711"/>
                <a:ext cx="820" cy="811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8" name="Freeform 11"/>
              <p:cNvSpPr/>
              <p:nvPr/>
            </p:nvSpPr>
            <p:spPr bwMode="auto">
              <a:xfrm>
                <a:off x="3230" y="2277"/>
                <a:ext cx="1" cy="243"/>
              </a:xfrm>
              <a:custGeom>
                <a:avLst/>
                <a:gdLst>
                  <a:gd name="T0" fmla="*/ 0 w 1"/>
                  <a:gd name="T1" fmla="*/ 0 h 487"/>
                  <a:gd name="T2" fmla="*/ 0 w 1"/>
                  <a:gd name="T3" fmla="*/ 487 h 487"/>
                  <a:gd name="T4" fmla="*/ 1 w 1"/>
                  <a:gd name="T5" fmla="*/ 487 h 48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87"/>
                  <a:gd name="T11" fmla="*/ 1 w 1"/>
                  <a:gd name="T12" fmla="*/ 487 h 48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87">
                    <a:moveTo>
                      <a:pt x="0" y="0"/>
                    </a:moveTo>
                    <a:lnTo>
                      <a:pt x="0" y="487"/>
                    </a:lnTo>
                    <a:lnTo>
                      <a:pt x="1" y="487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9" name="Freeform 12"/>
              <p:cNvSpPr/>
              <p:nvPr/>
            </p:nvSpPr>
            <p:spPr bwMode="auto">
              <a:xfrm>
                <a:off x="3436" y="2072"/>
                <a:ext cx="1" cy="372"/>
              </a:xfrm>
              <a:custGeom>
                <a:avLst/>
                <a:gdLst>
                  <a:gd name="T0" fmla="*/ 0 w 1"/>
                  <a:gd name="T1" fmla="*/ 0 h 742"/>
                  <a:gd name="T2" fmla="*/ 0 w 1"/>
                  <a:gd name="T3" fmla="*/ 742 h 742"/>
                  <a:gd name="T4" fmla="*/ 1 w 1"/>
                  <a:gd name="T5" fmla="*/ 742 h 74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42"/>
                  <a:gd name="T11" fmla="*/ 1 w 1"/>
                  <a:gd name="T12" fmla="*/ 742 h 74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42">
                    <a:moveTo>
                      <a:pt x="0" y="0"/>
                    </a:moveTo>
                    <a:lnTo>
                      <a:pt x="0" y="742"/>
                    </a:lnTo>
                    <a:lnTo>
                      <a:pt x="1" y="742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0" name="Freeform 13"/>
              <p:cNvSpPr/>
              <p:nvPr/>
            </p:nvSpPr>
            <p:spPr bwMode="auto">
              <a:xfrm>
                <a:off x="2940" y="2072"/>
                <a:ext cx="1" cy="361"/>
              </a:xfrm>
              <a:custGeom>
                <a:avLst/>
                <a:gdLst>
                  <a:gd name="T0" fmla="*/ 0 w 1"/>
                  <a:gd name="T1" fmla="*/ 0 h 721"/>
                  <a:gd name="T2" fmla="*/ 0 w 1"/>
                  <a:gd name="T3" fmla="*/ 721 h 721"/>
                  <a:gd name="T4" fmla="*/ 1 w 1"/>
                  <a:gd name="T5" fmla="*/ 721 h 72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21"/>
                  <a:gd name="T11" fmla="*/ 1 w 1"/>
                  <a:gd name="T12" fmla="*/ 721 h 72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21">
                    <a:moveTo>
                      <a:pt x="0" y="0"/>
                    </a:moveTo>
                    <a:lnTo>
                      <a:pt x="0" y="721"/>
                    </a:lnTo>
                    <a:lnTo>
                      <a:pt x="1" y="72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1" name="Freeform 14"/>
              <p:cNvSpPr/>
              <p:nvPr/>
            </p:nvSpPr>
            <p:spPr bwMode="auto">
              <a:xfrm>
                <a:off x="3295" y="2213"/>
                <a:ext cx="297" cy="1"/>
              </a:xfrm>
              <a:custGeom>
                <a:avLst/>
                <a:gdLst>
                  <a:gd name="T0" fmla="*/ 0 w 594"/>
                  <a:gd name="T1" fmla="*/ 0 h 1"/>
                  <a:gd name="T2" fmla="*/ 593 w 594"/>
                  <a:gd name="T3" fmla="*/ 0 h 1"/>
                  <a:gd name="T4" fmla="*/ 594 w 59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94"/>
                  <a:gd name="T10" fmla="*/ 0 h 1"/>
                  <a:gd name="T11" fmla="*/ 594 w 59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94" h="1">
                    <a:moveTo>
                      <a:pt x="0" y="0"/>
                    </a:moveTo>
                    <a:lnTo>
                      <a:pt x="593" y="0"/>
                    </a:lnTo>
                    <a:lnTo>
                      <a:pt x="59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2" name="Freeform 15"/>
              <p:cNvSpPr/>
              <p:nvPr/>
            </p:nvSpPr>
            <p:spPr bwMode="auto">
              <a:xfrm>
                <a:off x="3436" y="2072"/>
                <a:ext cx="167" cy="1"/>
              </a:xfrm>
              <a:custGeom>
                <a:avLst/>
                <a:gdLst>
                  <a:gd name="T0" fmla="*/ 0 w 335"/>
                  <a:gd name="T1" fmla="*/ 0 h 1"/>
                  <a:gd name="T2" fmla="*/ 334 w 335"/>
                  <a:gd name="T3" fmla="*/ 0 h 1"/>
                  <a:gd name="T4" fmla="*/ 335 w 33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35"/>
                  <a:gd name="T10" fmla="*/ 0 h 1"/>
                  <a:gd name="T11" fmla="*/ 335 w 33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5" h="1">
                    <a:moveTo>
                      <a:pt x="0" y="0"/>
                    </a:moveTo>
                    <a:lnTo>
                      <a:pt x="334" y="0"/>
                    </a:lnTo>
                    <a:lnTo>
                      <a:pt x="335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3" name="Freeform 16"/>
              <p:cNvSpPr/>
              <p:nvPr/>
            </p:nvSpPr>
            <p:spPr bwMode="auto">
              <a:xfrm>
                <a:off x="2940" y="2277"/>
                <a:ext cx="290" cy="1"/>
              </a:xfrm>
              <a:custGeom>
                <a:avLst/>
                <a:gdLst>
                  <a:gd name="T0" fmla="*/ 581 w 581"/>
                  <a:gd name="T1" fmla="*/ 0 h 1"/>
                  <a:gd name="T2" fmla="*/ 0 w 581"/>
                  <a:gd name="T3" fmla="*/ 0 h 1"/>
                  <a:gd name="T4" fmla="*/ 1 w 58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81"/>
                  <a:gd name="T10" fmla="*/ 0 h 1"/>
                  <a:gd name="T11" fmla="*/ 581 w 58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81" h="1">
                    <a:moveTo>
                      <a:pt x="581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4" name="Freeform 17"/>
              <p:cNvSpPr/>
              <p:nvPr/>
            </p:nvSpPr>
            <p:spPr bwMode="auto">
              <a:xfrm>
                <a:off x="3230" y="2072"/>
                <a:ext cx="206" cy="205"/>
              </a:xfrm>
              <a:custGeom>
                <a:avLst/>
                <a:gdLst>
                  <a:gd name="T0" fmla="*/ 410 w 410"/>
                  <a:gd name="T1" fmla="*/ 0 h 409"/>
                  <a:gd name="T2" fmla="*/ 0 w 410"/>
                  <a:gd name="T3" fmla="*/ 409 h 409"/>
                  <a:gd name="T4" fmla="*/ 1 w 410"/>
                  <a:gd name="T5" fmla="*/ 409 h 409"/>
                  <a:gd name="T6" fmla="*/ 0 60000 65536"/>
                  <a:gd name="T7" fmla="*/ 0 60000 65536"/>
                  <a:gd name="T8" fmla="*/ 0 60000 65536"/>
                  <a:gd name="T9" fmla="*/ 0 w 410"/>
                  <a:gd name="T10" fmla="*/ 0 h 409"/>
                  <a:gd name="T11" fmla="*/ 410 w 410"/>
                  <a:gd name="T12" fmla="*/ 409 h 40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0" h="409">
                    <a:moveTo>
                      <a:pt x="410" y="0"/>
                    </a:moveTo>
                    <a:lnTo>
                      <a:pt x="0" y="409"/>
                    </a:lnTo>
                    <a:lnTo>
                      <a:pt x="1" y="409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5" name="Freeform 18"/>
              <p:cNvSpPr/>
              <p:nvPr/>
            </p:nvSpPr>
            <p:spPr bwMode="auto">
              <a:xfrm>
                <a:off x="2787" y="2072"/>
                <a:ext cx="154" cy="1"/>
              </a:xfrm>
              <a:custGeom>
                <a:avLst/>
                <a:gdLst>
                  <a:gd name="T0" fmla="*/ 0 w 308"/>
                  <a:gd name="T1" fmla="*/ 0 h 1"/>
                  <a:gd name="T2" fmla="*/ 307 w 308"/>
                  <a:gd name="T3" fmla="*/ 0 h 1"/>
                  <a:gd name="T4" fmla="*/ 308 w 30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08"/>
                  <a:gd name="T10" fmla="*/ 0 h 1"/>
                  <a:gd name="T11" fmla="*/ 308 w 30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08" h="1">
                    <a:moveTo>
                      <a:pt x="0" y="0"/>
                    </a:moveTo>
                    <a:lnTo>
                      <a:pt x="307" y="0"/>
                    </a:lnTo>
                    <a:lnTo>
                      <a:pt x="308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" name="Group 19"/>
            <p:cNvGrpSpPr/>
            <p:nvPr/>
          </p:nvGrpSpPr>
          <p:grpSpPr bwMode="auto">
            <a:xfrm>
              <a:off x="3083503" y="4420775"/>
              <a:ext cx="558800" cy="554038"/>
              <a:chOff x="1167" y="2565"/>
              <a:chExt cx="352" cy="349"/>
            </a:xfrm>
          </p:grpSpPr>
          <p:sp>
            <p:nvSpPr>
              <p:cNvPr id="154" name="Rectangle 20"/>
              <p:cNvSpPr>
                <a:spLocks noChangeArrowheads="1"/>
              </p:cNvSpPr>
              <p:nvPr/>
            </p:nvSpPr>
            <p:spPr bwMode="auto">
              <a:xfrm>
                <a:off x="1185" y="2565"/>
                <a:ext cx="218" cy="2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en-US" altLang="zh-CN" sz="2700" i="1" kern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Ⅰ</a:t>
                </a:r>
                <a:endParaRPr lang="en-US" altLang="zh-CN" sz="2400" kern="0">
                  <a:solidFill>
                    <a:srgbClr val="FF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5" name="Freeform 21"/>
              <p:cNvSpPr/>
              <p:nvPr/>
            </p:nvSpPr>
            <p:spPr bwMode="auto">
              <a:xfrm>
                <a:off x="1390" y="2813"/>
                <a:ext cx="129" cy="101"/>
              </a:xfrm>
              <a:custGeom>
                <a:avLst/>
                <a:gdLst>
                  <a:gd name="T0" fmla="*/ 259 w 259"/>
                  <a:gd name="T1" fmla="*/ 201 h 201"/>
                  <a:gd name="T2" fmla="*/ 0 w 259"/>
                  <a:gd name="T3" fmla="*/ 0 h 201"/>
                  <a:gd name="T4" fmla="*/ 1 w 259"/>
                  <a:gd name="T5" fmla="*/ 0 h 201"/>
                  <a:gd name="T6" fmla="*/ 0 60000 65536"/>
                  <a:gd name="T7" fmla="*/ 0 60000 65536"/>
                  <a:gd name="T8" fmla="*/ 0 60000 65536"/>
                  <a:gd name="T9" fmla="*/ 0 w 259"/>
                  <a:gd name="T10" fmla="*/ 0 h 201"/>
                  <a:gd name="T11" fmla="*/ 259 w 259"/>
                  <a:gd name="T12" fmla="*/ 201 h 2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9" h="201">
                    <a:moveTo>
                      <a:pt x="259" y="20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6" name="Freeform 22"/>
              <p:cNvSpPr/>
              <p:nvPr/>
            </p:nvSpPr>
            <p:spPr bwMode="auto">
              <a:xfrm>
                <a:off x="1167" y="2813"/>
                <a:ext cx="223" cy="1"/>
              </a:xfrm>
              <a:custGeom>
                <a:avLst/>
                <a:gdLst>
                  <a:gd name="T0" fmla="*/ 445 w 445"/>
                  <a:gd name="T1" fmla="*/ 0 h 1"/>
                  <a:gd name="T2" fmla="*/ 0 w 445"/>
                  <a:gd name="T3" fmla="*/ 0 h 1"/>
                  <a:gd name="T4" fmla="*/ 2 w 44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45"/>
                  <a:gd name="T10" fmla="*/ 0 h 1"/>
                  <a:gd name="T11" fmla="*/ 445 w 44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45" h="1">
                    <a:moveTo>
                      <a:pt x="445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3" name="Group 23"/>
            <p:cNvGrpSpPr/>
            <p:nvPr/>
          </p:nvGrpSpPr>
          <p:grpSpPr bwMode="auto">
            <a:xfrm>
              <a:off x="6487103" y="4420775"/>
              <a:ext cx="439738" cy="525463"/>
              <a:chOff x="3311" y="2565"/>
              <a:chExt cx="277" cy="331"/>
            </a:xfrm>
          </p:grpSpPr>
          <p:sp>
            <p:nvSpPr>
              <p:cNvPr id="151" name="Rectangle 24"/>
              <p:cNvSpPr>
                <a:spLocks noChangeArrowheads="1"/>
              </p:cNvSpPr>
              <p:nvPr/>
            </p:nvSpPr>
            <p:spPr bwMode="auto">
              <a:xfrm>
                <a:off x="3370" y="2565"/>
                <a:ext cx="218" cy="2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en-US" altLang="zh-CN" sz="2700" i="1" kern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Ⅱ</a:t>
                </a:r>
                <a:endParaRPr lang="en-US" altLang="zh-CN" sz="2400" kern="0">
                  <a:solidFill>
                    <a:srgbClr val="FF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2" name="Freeform 25"/>
              <p:cNvSpPr/>
              <p:nvPr/>
            </p:nvSpPr>
            <p:spPr bwMode="auto">
              <a:xfrm>
                <a:off x="3371" y="2813"/>
                <a:ext cx="213" cy="1"/>
              </a:xfrm>
              <a:custGeom>
                <a:avLst/>
                <a:gdLst>
                  <a:gd name="T0" fmla="*/ 426 w 426"/>
                  <a:gd name="T1" fmla="*/ 0 h 1"/>
                  <a:gd name="T2" fmla="*/ 0 w 426"/>
                  <a:gd name="T3" fmla="*/ 0 h 1"/>
                  <a:gd name="T4" fmla="*/ 1 w 42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26"/>
                  <a:gd name="T10" fmla="*/ 0 h 1"/>
                  <a:gd name="T11" fmla="*/ 426 w 42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6" h="1">
                    <a:moveTo>
                      <a:pt x="426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3" name="Freeform 26"/>
              <p:cNvSpPr/>
              <p:nvPr/>
            </p:nvSpPr>
            <p:spPr bwMode="auto">
              <a:xfrm>
                <a:off x="3311" y="2813"/>
                <a:ext cx="60" cy="83"/>
              </a:xfrm>
              <a:custGeom>
                <a:avLst/>
                <a:gdLst>
                  <a:gd name="T0" fmla="*/ 119 w 119"/>
                  <a:gd name="T1" fmla="*/ 0 h 165"/>
                  <a:gd name="T2" fmla="*/ 0 w 119"/>
                  <a:gd name="T3" fmla="*/ 165 h 165"/>
                  <a:gd name="T4" fmla="*/ 1 w 119"/>
                  <a:gd name="T5" fmla="*/ 165 h 165"/>
                  <a:gd name="T6" fmla="*/ 0 60000 65536"/>
                  <a:gd name="T7" fmla="*/ 0 60000 65536"/>
                  <a:gd name="T8" fmla="*/ 0 60000 65536"/>
                  <a:gd name="T9" fmla="*/ 0 w 119"/>
                  <a:gd name="T10" fmla="*/ 0 h 165"/>
                  <a:gd name="T11" fmla="*/ 119 w 119"/>
                  <a:gd name="T12" fmla="*/ 165 h 1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9" h="165">
                    <a:moveTo>
                      <a:pt x="119" y="0"/>
                    </a:moveTo>
                    <a:lnTo>
                      <a:pt x="0" y="165"/>
                    </a:lnTo>
                    <a:lnTo>
                      <a:pt x="1" y="165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4" name="Group 27"/>
            <p:cNvGrpSpPr/>
            <p:nvPr/>
          </p:nvGrpSpPr>
          <p:grpSpPr bwMode="auto">
            <a:xfrm>
              <a:off x="3361316" y="2079213"/>
              <a:ext cx="890587" cy="930275"/>
              <a:chOff x="1342" y="1090"/>
              <a:chExt cx="561" cy="586"/>
            </a:xfrm>
          </p:grpSpPr>
          <p:sp>
            <p:nvSpPr>
              <p:cNvPr id="148" name="Rectangle 28"/>
              <p:cNvSpPr>
                <a:spLocks noChangeArrowheads="1"/>
              </p:cNvSpPr>
              <p:nvPr/>
            </p:nvSpPr>
            <p:spPr bwMode="auto">
              <a:xfrm>
                <a:off x="1546" y="1090"/>
                <a:ext cx="218" cy="2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en-US" altLang="zh-CN" sz="2700" i="1" kern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Ⅰ</a:t>
                </a:r>
                <a:endParaRPr lang="en-US" altLang="zh-CN" sz="2400" kern="0">
                  <a:solidFill>
                    <a:srgbClr val="FF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9" name="Rectangle 29"/>
              <p:cNvSpPr>
                <a:spLocks noChangeArrowheads="1"/>
              </p:cNvSpPr>
              <p:nvPr/>
            </p:nvSpPr>
            <p:spPr bwMode="auto">
              <a:xfrm>
                <a:off x="1342" y="1369"/>
                <a:ext cx="546" cy="3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en-US" altLang="zh-CN" i="1" kern="0">
                    <a:solidFill>
                      <a:srgbClr val="FF0000"/>
                    </a:solidFill>
                    <a:latin typeface="ISOCTEUR" panose="020B0609020202020204" pitchFamily="49" charset="0"/>
                    <a:ea typeface="宋体" panose="02010600030101010101" pitchFamily="2" charset="-122"/>
                  </a:rPr>
                  <a:t>2:1</a:t>
                </a:r>
                <a:endParaRPr lang="en-US" altLang="zh-CN" sz="2800" kern="0">
                  <a:solidFill>
                    <a:srgbClr val="FF0000"/>
                  </a:solidFill>
                  <a:latin typeface="ISOCTEUR" panose="020B0609020202020204" pitchFamily="49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0" name="Freeform 30"/>
              <p:cNvSpPr/>
              <p:nvPr/>
            </p:nvSpPr>
            <p:spPr bwMode="auto">
              <a:xfrm>
                <a:off x="1428" y="1360"/>
                <a:ext cx="475" cy="1"/>
              </a:xfrm>
              <a:custGeom>
                <a:avLst/>
                <a:gdLst>
                  <a:gd name="T0" fmla="*/ 0 w 950"/>
                  <a:gd name="T1" fmla="*/ 0 h 1"/>
                  <a:gd name="T2" fmla="*/ 949 w 950"/>
                  <a:gd name="T3" fmla="*/ 0 h 1"/>
                  <a:gd name="T4" fmla="*/ 950 w 95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50"/>
                  <a:gd name="T10" fmla="*/ 0 h 1"/>
                  <a:gd name="T11" fmla="*/ 950 w 95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50" h="1">
                    <a:moveTo>
                      <a:pt x="0" y="0"/>
                    </a:moveTo>
                    <a:lnTo>
                      <a:pt x="949" y="0"/>
                    </a:lnTo>
                    <a:lnTo>
                      <a:pt x="950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5" name="Group 31"/>
            <p:cNvGrpSpPr/>
            <p:nvPr/>
          </p:nvGrpSpPr>
          <p:grpSpPr bwMode="auto">
            <a:xfrm>
              <a:off x="5769553" y="2079213"/>
              <a:ext cx="877888" cy="947737"/>
              <a:chOff x="2859" y="1090"/>
              <a:chExt cx="553" cy="597"/>
            </a:xfrm>
          </p:grpSpPr>
          <p:sp>
            <p:nvSpPr>
              <p:cNvPr id="145" name="Rectangle 32"/>
              <p:cNvSpPr>
                <a:spLocks noChangeArrowheads="1"/>
              </p:cNvSpPr>
              <p:nvPr/>
            </p:nvSpPr>
            <p:spPr bwMode="auto">
              <a:xfrm>
                <a:off x="3051" y="1090"/>
                <a:ext cx="218" cy="2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en-US" altLang="zh-CN" sz="2700" i="1" kern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Ⅱ</a:t>
                </a:r>
                <a:endParaRPr lang="en-US" altLang="zh-CN" sz="2400" kern="0">
                  <a:solidFill>
                    <a:srgbClr val="FF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6" name="Rectangle 33"/>
              <p:cNvSpPr>
                <a:spLocks noChangeArrowheads="1"/>
              </p:cNvSpPr>
              <p:nvPr/>
            </p:nvSpPr>
            <p:spPr bwMode="auto">
              <a:xfrm>
                <a:off x="2859" y="1380"/>
                <a:ext cx="546" cy="3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en-US" altLang="zh-CN" i="1" kern="0">
                    <a:solidFill>
                      <a:srgbClr val="FF0000"/>
                    </a:solidFill>
                    <a:latin typeface="ISOCTEUR" panose="020B0609020202020204" pitchFamily="49" charset="0"/>
                    <a:ea typeface="宋体" panose="02010600030101010101" pitchFamily="2" charset="-122"/>
                  </a:rPr>
                  <a:t>2:1</a:t>
                </a:r>
                <a:endParaRPr lang="en-US" altLang="zh-CN" sz="2800" kern="0">
                  <a:solidFill>
                    <a:srgbClr val="FF0000"/>
                  </a:solidFill>
                  <a:latin typeface="ISOCTEUR" panose="020B0609020202020204" pitchFamily="49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7" name="Freeform 34"/>
              <p:cNvSpPr/>
              <p:nvPr/>
            </p:nvSpPr>
            <p:spPr bwMode="auto">
              <a:xfrm>
                <a:off x="2948" y="1376"/>
                <a:ext cx="464" cy="1"/>
              </a:xfrm>
              <a:custGeom>
                <a:avLst/>
                <a:gdLst>
                  <a:gd name="T0" fmla="*/ 0 w 928"/>
                  <a:gd name="T1" fmla="*/ 0 h 1"/>
                  <a:gd name="T2" fmla="*/ 926 w 928"/>
                  <a:gd name="T3" fmla="*/ 0 h 1"/>
                  <a:gd name="T4" fmla="*/ 928 w 92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28"/>
                  <a:gd name="T10" fmla="*/ 0 h 1"/>
                  <a:gd name="T11" fmla="*/ 928 w 92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28" h="1">
                    <a:moveTo>
                      <a:pt x="0" y="0"/>
                    </a:moveTo>
                    <a:lnTo>
                      <a:pt x="926" y="0"/>
                    </a:lnTo>
                    <a:lnTo>
                      <a:pt x="928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6" name="Group 35"/>
            <p:cNvGrpSpPr/>
            <p:nvPr/>
          </p:nvGrpSpPr>
          <p:grpSpPr bwMode="auto">
            <a:xfrm>
              <a:off x="2683453" y="5182775"/>
              <a:ext cx="6480175" cy="758825"/>
              <a:chOff x="915" y="3045"/>
              <a:chExt cx="4082" cy="478"/>
            </a:xfrm>
          </p:grpSpPr>
          <p:sp>
            <p:nvSpPr>
              <p:cNvPr id="109" name="Rectangle 36"/>
              <p:cNvSpPr>
                <a:spLocks noChangeArrowheads="1"/>
              </p:cNvSpPr>
              <p:nvPr/>
            </p:nvSpPr>
            <p:spPr bwMode="auto">
              <a:xfrm>
                <a:off x="4632" y="3176"/>
                <a:ext cx="314" cy="217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0" name="Rectangle 37"/>
              <p:cNvSpPr>
                <a:spLocks noChangeArrowheads="1"/>
              </p:cNvSpPr>
              <p:nvPr/>
            </p:nvSpPr>
            <p:spPr bwMode="auto">
              <a:xfrm>
                <a:off x="3311" y="3046"/>
                <a:ext cx="926" cy="477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" name="Rectangle 38"/>
              <p:cNvSpPr>
                <a:spLocks noChangeArrowheads="1"/>
              </p:cNvSpPr>
              <p:nvPr/>
            </p:nvSpPr>
            <p:spPr bwMode="auto">
              <a:xfrm>
                <a:off x="1101" y="3046"/>
                <a:ext cx="473" cy="477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2" name="Rectangle 39"/>
              <p:cNvSpPr>
                <a:spLocks noChangeArrowheads="1"/>
              </p:cNvSpPr>
              <p:nvPr/>
            </p:nvSpPr>
            <p:spPr bwMode="auto">
              <a:xfrm>
                <a:off x="1761" y="3046"/>
                <a:ext cx="1306" cy="477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" name="Freeform 40"/>
              <p:cNvSpPr/>
              <p:nvPr/>
            </p:nvSpPr>
            <p:spPr bwMode="auto">
              <a:xfrm>
                <a:off x="915" y="3284"/>
                <a:ext cx="353" cy="1"/>
              </a:xfrm>
              <a:custGeom>
                <a:avLst/>
                <a:gdLst>
                  <a:gd name="T0" fmla="*/ 0 w 706"/>
                  <a:gd name="T1" fmla="*/ 0 h 1"/>
                  <a:gd name="T2" fmla="*/ 705 w 706"/>
                  <a:gd name="T3" fmla="*/ 0 h 1"/>
                  <a:gd name="T4" fmla="*/ 706 w 70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06"/>
                  <a:gd name="T10" fmla="*/ 0 h 1"/>
                  <a:gd name="T11" fmla="*/ 706 w 70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06" h="1">
                    <a:moveTo>
                      <a:pt x="0" y="0"/>
                    </a:moveTo>
                    <a:lnTo>
                      <a:pt x="705" y="0"/>
                    </a:lnTo>
                    <a:lnTo>
                      <a:pt x="70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4" name="Freeform 41"/>
              <p:cNvSpPr/>
              <p:nvPr/>
            </p:nvSpPr>
            <p:spPr bwMode="auto">
              <a:xfrm>
                <a:off x="1036" y="3045"/>
                <a:ext cx="65" cy="478"/>
              </a:xfrm>
              <a:custGeom>
                <a:avLst/>
                <a:gdLst>
                  <a:gd name="T0" fmla="*/ 64 w 65"/>
                  <a:gd name="T1" fmla="*/ 0 h 478"/>
                  <a:gd name="T2" fmla="*/ 20 w 65"/>
                  <a:gd name="T3" fmla="*/ 131 h 478"/>
                  <a:gd name="T4" fmla="*/ 0 w 65"/>
                  <a:gd name="T5" fmla="*/ 239 h 478"/>
                  <a:gd name="T6" fmla="*/ 20 w 65"/>
                  <a:gd name="T7" fmla="*/ 347 h 478"/>
                  <a:gd name="T8" fmla="*/ 64 w 65"/>
                  <a:gd name="T9" fmla="*/ 478 h 478"/>
                  <a:gd name="T10" fmla="*/ 65 w 65"/>
                  <a:gd name="T11" fmla="*/ 478 h 4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5"/>
                  <a:gd name="T19" fmla="*/ 0 h 478"/>
                  <a:gd name="T20" fmla="*/ 65 w 65"/>
                  <a:gd name="T21" fmla="*/ 478 h 4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5" h="478">
                    <a:moveTo>
                      <a:pt x="64" y="0"/>
                    </a:moveTo>
                    <a:lnTo>
                      <a:pt x="20" y="131"/>
                    </a:lnTo>
                    <a:lnTo>
                      <a:pt x="0" y="239"/>
                    </a:lnTo>
                    <a:lnTo>
                      <a:pt x="20" y="347"/>
                    </a:lnTo>
                    <a:lnTo>
                      <a:pt x="64" y="478"/>
                    </a:lnTo>
                    <a:lnTo>
                      <a:pt x="65" y="478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5" name="Freeform 42"/>
              <p:cNvSpPr/>
              <p:nvPr/>
            </p:nvSpPr>
            <p:spPr bwMode="auto">
              <a:xfrm>
                <a:off x="3213" y="3148"/>
                <a:ext cx="1" cy="272"/>
              </a:xfrm>
              <a:custGeom>
                <a:avLst/>
                <a:gdLst>
                  <a:gd name="T0" fmla="*/ 0 w 1"/>
                  <a:gd name="T1" fmla="*/ 0 h 545"/>
                  <a:gd name="T2" fmla="*/ 0 w 1"/>
                  <a:gd name="T3" fmla="*/ 545 h 545"/>
                  <a:gd name="T4" fmla="*/ 1 w 1"/>
                  <a:gd name="T5" fmla="*/ 545 h 54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45"/>
                  <a:gd name="T11" fmla="*/ 1 w 1"/>
                  <a:gd name="T12" fmla="*/ 545 h 54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45">
                    <a:moveTo>
                      <a:pt x="0" y="0"/>
                    </a:moveTo>
                    <a:lnTo>
                      <a:pt x="0" y="545"/>
                    </a:lnTo>
                    <a:lnTo>
                      <a:pt x="1" y="54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6" name="Freeform 43"/>
              <p:cNvSpPr/>
              <p:nvPr/>
            </p:nvSpPr>
            <p:spPr bwMode="auto">
              <a:xfrm>
                <a:off x="1573" y="3045"/>
                <a:ext cx="189" cy="29"/>
              </a:xfrm>
              <a:custGeom>
                <a:avLst/>
                <a:gdLst>
                  <a:gd name="T0" fmla="*/ 0 w 377"/>
                  <a:gd name="T1" fmla="*/ 0 h 59"/>
                  <a:gd name="T2" fmla="*/ 188 w 377"/>
                  <a:gd name="T3" fmla="*/ 59 h 59"/>
                  <a:gd name="T4" fmla="*/ 376 w 377"/>
                  <a:gd name="T5" fmla="*/ 0 h 59"/>
                  <a:gd name="T6" fmla="*/ 377 w 377"/>
                  <a:gd name="T7" fmla="*/ 0 h 5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7"/>
                  <a:gd name="T13" fmla="*/ 0 h 59"/>
                  <a:gd name="T14" fmla="*/ 377 w 377"/>
                  <a:gd name="T15" fmla="*/ 59 h 5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7" h="59">
                    <a:moveTo>
                      <a:pt x="0" y="0"/>
                    </a:moveTo>
                    <a:lnTo>
                      <a:pt x="188" y="59"/>
                    </a:lnTo>
                    <a:lnTo>
                      <a:pt x="376" y="0"/>
                    </a:lnTo>
                    <a:lnTo>
                      <a:pt x="377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7" name="Freeform 44"/>
              <p:cNvSpPr/>
              <p:nvPr/>
            </p:nvSpPr>
            <p:spPr bwMode="auto">
              <a:xfrm>
                <a:off x="3213" y="3420"/>
                <a:ext cx="102" cy="103"/>
              </a:xfrm>
              <a:custGeom>
                <a:avLst/>
                <a:gdLst>
                  <a:gd name="T0" fmla="*/ 205 w 205"/>
                  <a:gd name="T1" fmla="*/ 206 h 206"/>
                  <a:gd name="T2" fmla="*/ 0 w 205"/>
                  <a:gd name="T3" fmla="*/ 0 h 206"/>
                  <a:gd name="T4" fmla="*/ 1 w 205"/>
                  <a:gd name="T5" fmla="*/ 0 h 206"/>
                  <a:gd name="T6" fmla="*/ 0 60000 65536"/>
                  <a:gd name="T7" fmla="*/ 0 60000 65536"/>
                  <a:gd name="T8" fmla="*/ 0 60000 65536"/>
                  <a:gd name="T9" fmla="*/ 0 w 205"/>
                  <a:gd name="T10" fmla="*/ 0 h 206"/>
                  <a:gd name="T11" fmla="*/ 205 w 205"/>
                  <a:gd name="T12" fmla="*/ 206 h 20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5" h="206">
                    <a:moveTo>
                      <a:pt x="205" y="20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8" name="Freeform 45"/>
              <p:cNvSpPr/>
              <p:nvPr/>
            </p:nvSpPr>
            <p:spPr bwMode="auto">
              <a:xfrm>
                <a:off x="3213" y="3045"/>
                <a:ext cx="102" cy="103"/>
              </a:xfrm>
              <a:custGeom>
                <a:avLst/>
                <a:gdLst>
                  <a:gd name="T0" fmla="*/ 205 w 205"/>
                  <a:gd name="T1" fmla="*/ 0 h 205"/>
                  <a:gd name="T2" fmla="*/ 0 w 205"/>
                  <a:gd name="T3" fmla="*/ 205 h 205"/>
                  <a:gd name="T4" fmla="*/ 1 w 205"/>
                  <a:gd name="T5" fmla="*/ 205 h 205"/>
                  <a:gd name="T6" fmla="*/ 0 60000 65536"/>
                  <a:gd name="T7" fmla="*/ 0 60000 65536"/>
                  <a:gd name="T8" fmla="*/ 0 60000 65536"/>
                  <a:gd name="T9" fmla="*/ 0 w 205"/>
                  <a:gd name="T10" fmla="*/ 0 h 205"/>
                  <a:gd name="T11" fmla="*/ 205 w 205"/>
                  <a:gd name="T12" fmla="*/ 205 h 20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5" h="205">
                    <a:moveTo>
                      <a:pt x="205" y="0"/>
                    </a:moveTo>
                    <a:lnTo>
                      <a:pt x="0" y="205"/>
                    </a:lnTo>
                    <a:lnTo>
                      <a:pt x="1" y="20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9" name="Freeform 46"/>
              <p:cNvSpPr/>
              <p:nvPr/>
            </p:nvSpPr>
            <p:spPr bwMode="auto">
              <a:xfrm>
                <a:off x="3067" y="3148"/>
                <a:ext cx="146" cy="1"/>
              </a:xfrm>
              <a:custGeom>
                <a:avLst/>
                <a:gdLst>
                  <a:gd name="T0" fmla="*/ 290 w 290"/>
                  <a:gd name="T1" fmla="*/ 0 h 1"/>
                  <a:gd name="T2" fmla="*/ 0 w 290"/>
                  <a:gd name="T3" fmla="*/ 0 h 1"/>
                  <a:gd name="T4" fmla="*/ 1 w 29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90"/>
                  <a:gd name="T10" fmla="*/ 0 h 1"/>
                  <a:gd name="T11" fmla="*/ 290 w 29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0" h="1">
                    <a:moveTo>
                      <a:pt x="290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0" name="Freeform 47"/>
              <p:cNvSpPr/>
              <p:nvPr/>
            </p:nvSpPr>
            <p:spPr bwMode="auto">
              <a:xfrm>
                <a:off x="3067" y="3420"/>
                <a:ext cx="146" cy="1"/>
              </a:xfrm>
              <a:custGeom>
                <a:avLst/>
                <a:gdLst>
                  <a:gd name="T0" fmla="*/ 290 w 290"/>
                  <a:gd name="T1" fmla="*/ 0 h 1"/>
                  <a:gd name="T2" fmla="*/ 0 w 290"/>
                  <a:gd name="T3" fmla="*/ 0 h 1"/>
                  <a:gd name="T4" fmla="*/ 1 w 29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90"/>
                  <a:gd name="T10" fmla="*/ 0 h 1"/>
                  <a:gd name="T11" fmla="*/ 290 w 29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0" h="1">
                    <a:moveTo>
                      <a:pt x="290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1" name="Freeform 48"/>
              <p:cNvSpPr/>
              <p:nvPr/>
            </p:nvSpPr>
            <p:spPr bwMode="auto">
              <a:xfrm>
                <a:off x="3245" y="3116"/>
                <a:ext cx="993" cy="1"/>
              </a:xfrm>
              <a:custGeom>
                <a:avLst/>
                <a:gdLst>
                  <a:gd name="T0" fmla="*/ 0 w 1987"/>
                  <a:gd name="T1" fmla="*/ 0 h 1"/>
                  <a:gd name="T2" fmla="*/ 1985 w 1987"/>
                  <a:gd name="T3" fmla="*/ 0 h 1"/>
                  <a:gd name="T4" fmla="*/ 1987 w 198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987"/>
                  <a:gd name="T10" fmla="*/ 0 h 1"/>
                  <a:gd name="T11" fmla="*/ 1987 w 198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87" h="1">
                    <a:moveTo>
                      <a:pt x="0" y="0"/>
                    </a:moveTo>
                    <a:lnTo>
                      <a:pt x="1985" y="0"/>
                    </a:lnTo>
                    <a:lnTo>
                      <a:pt x="198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2" name="Freeform 49"/>
              <p:cNvSpPr/>
              <p:nvPr/>
            </p:nvSpPr>
            <p:spPr bwMode="auto">
              <a:xfrm>
                <a:off x="3245" y="3452"/>
                <a:ext cx="993" cy="1"/>
              </a:xfrm>
              <a:custGeom>
                <a:avLst/>
                <a:gdLst>
                  <a:gd name="T0" fmla="*/ 0 w 1987"/>
                  <a:gd name="T1" fmla="*/ 0 h 1"/>
                  <a:gd name="T2" fmla="*/ 1985 w 1987"/>
                  <a:gd name="T3" fmla="*/ 0 h 1"/>
                  <a:gd name="T4" fmla="*/ 1987 w 198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987"/>
                  <a:gd name="T10" fmla="*/ 0 h 1"/>
                  <a:gd name="T11" fmla="*/ 1987 w 198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87" h="1">
                    <a:moveTo>
                      <a:pt x="0" y="0"/>
                    </a:moveTo>
                    <a:lnTo>
                      <a:pt x="1985" y="0"/>
                    </a:lnTo>
                    <a:lnTo>
                      <a:pt x="198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3" name="Freeform 50"/>
              <p:cNvSpPr/>
              <p:nvPr/>
            </p:nvSpPr>
            <p:spPr bwMode="auto">
              <a:xfrm>
                <a:off x="4237" y="3142"/>
                <a:ext cx="343" cy="1"/>
              </a:xfrm>
              <a:custGeom>
                <a:avLst/>
                <a:gdLst>
                  <a:gd name="T0" fmla="*/ 0 w 686"/>
                  <a:gd name="T1" fmla="*/ 0 h 1"/>
                  <a:gd name="T2" fmla="*/ 685 w 686"/>
                  <a:gd name="T3" fmla="*/ 0 h 1"/>
                  <a:gd name="T4" fmla="*/ 686 w 68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86"/>
                  <a:gd name="T10" fmla="*/ 0 h 1"/>
                  <a:gd name="T11" fmla="*/ 686 w 68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86" h="1">
                    <a:moveTo>
                      <a:pt x="0" y="0"/>
                    </a:moveTo>
                    <a:lnTo>
                      <a:pt x="685" y="0"/>
                    </a:lnTo>
                    <a:lnTo>
                      <a:pt x="686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4" name="Freeform 51"/>
              <p:cNvSpPr/>
              <p:nvPr/>
            </p:nvSpPr>
            <p:spPr bwMode="auto">
              <a:xfrm>
                <a:off x="4237" y="3255"/>
                <a:ext cx="343" cy="1"/>
              </a:xfrm>
              <a:custGeom>
                <a:avLst/>
                <a:gdLst>
                  <a:gd name="T0" fmla="*/ 0 w 686"/>
                  <a:gd name="T1" fmla="*/ 0 h 1"/>
                  <a:gd name="T2" fmla="*/ 685 w 686"/>
                  <a:gd name="T3" fmla="*/ 0 h 1"/>
                  <a:gd name="T4" fmla="*/ 686 w 68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86"/>
                  <a:gd name="T10" fmla="*/ 0 h 1"/>
                  <a:gd name="T11" fmla="*/ 686 w 68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86" h="1">
                    <a:moveTo>
                      <a:pt x="0" y="0"/>
                    </a:moveTo>
                    <a:lnTo>
                      <a:pt x="685" y="0"/>
                    </a:lnTo>
                    <a:lnTo>
                      <a:pt x="686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5" name="Freeform 52"/>
              <p:cNvSpPr/>
              <p:nvPr/>
            </p:nvSpPr>
            <p:spPr bwMode="auto">
              <a:xfrm>
                <a:off x="4579" y="3142"/>
                <a:ext cx="1" cy="284"/>
              </a:xfrm>
              <a:custGeom>
                <a:avLst/>
                <a:gdLst>
                  <a:gd name="T0" fmla="*/ 0 w 1"/>
                  <a:gd name="T1" fmla="*/ 0 h 570"/>
                  <a:gd name="T2" fmla="*/ 0 w 1"/>
                  <a:gd name="T3" fmla="*/ 570 h 570"/>
                  <a:gd name="T4" fmla="*/ 1 w 1"/>
                  <a:gd name="T5" fmla="*/ 570 h 57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70"/>
                  <a:gd name="T11" fmla="*/ 1 w 1"/>
                  <a:gd name="T12" fmla="*/ 570 h 5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70">
                    <a:moveTo>
                      <a:pt x="0" y="0"/>
                    </a:moveTo>
                    <a:lnTo>
                      <a:pt x="0" y="570"/>
                    </a:lnTo>
                    <a:lnTo>
                      <a:pt x="1" y="57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6" name="Freeform 53"/>
              <p:cNvSpPr/>
              <p:nvPr/>
            </p:nvSpPr>
            <p:spPr bwMode="auto">
              <a:xfrm>
                <a:off x="4237" y="3426"/>
                <a:ext cx="343" cy="1"/>
              </a:xfrm>
              <a:custGeom>
                <a:avLst/>
                <a:gdLst>
                  <a:gd name="T0" fmla="*/ 0 w 686"/>
                  <a:gd name="T1" fmla="*/ 0 h 1"/>
                  <a:gd name="T2" fmla="*/ 685 w 686"/>
                  <a:gd name="T3" fmla="*/ 0 h 1"/>
                  <a:gd name="T4" fmla="*/ 686 w 68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86"/>
                  <a:gd name="T10" fmla="*/ 0 h 1"/>
                  <a:gd name="T11" fmla="*/ 686 w 68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86" h="1">
                    <a:moveTo>
                      <a:pt x="0" y="0"/>
                    </a:moveTo>
                    <a:lnTo>
                      <a:pt x="685" y="0"/>
                    </a:lnTo>
                    <a:lnTo>
                      <a:pt x="686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7" name="Freeform 54"/>
              <p:cNvSpPr/>
              <p:nvPr/>
            </p:nvSpPr>
            <p:spPr bwMode="auto">
              <a:xfrm>
                <a:off x="4237" y="3307"/>
                <a:ext cx="343" cy="1"/>
              </a:xfrm>
              <a:custGeom>
                <a:avLst/>
                <a:gdLst>
                  <a:gd name="T0" fmla="*/ 0 w 686"/>
                  <a:gd name="T1" fmla="*/ 0 h 1"/>
                  <a:gd name="T2" fmla="*/ 685 w 686"/>
                  <a:gd name="T3" fmla="*/ 0 h 1"/>
                  <a:gd name="T4" fmla="*/ 686 w 68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86"/>
                  <a:gd name="T10" fmla="*/ 0 h 1"/>
                  <a:gd name="T11" fmla="*/ 686 w 68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86" h="1">
                    <a:moveTo>
                      <a:pt x="0" y="0"/>
                    </a:moveTo>
                    <a:lnTo>
                      <a:pt x="685" y="0"/>
                    </a:lnTo>
                    <a:lnTo>
                      <a:pt x="686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8" name="Freeform 55"/>
              <p:cNvSpPr/>
              <p:nvPr/>
            </p:nvSpPr>
            <p:spPr bwMode="auto">
              <a:xfrm>
                <a:off x="4237" y="3142"/>
                <a:ext cx="342" cy="119"/>
              </a:xfrm>
              <a:custGeom>
                <a:avLst/>
                <a:gdLst>
                  <a:gd name="T0" fmla="*/ 685 w 685"/>
                  <a:gd name="T1" fmla="*/ 0 h 239"/>
                  <a:gd name="T2" fmla="*/ 0 w 685"/>
                  <a:gd name="T3" fmla="*/ 239 h 239"/>
                  <a:gd name="T4" fmla="*/ 2 w 685"/>
                  <a:gd name="T5" fmla="*/ 239 h 239"/>
                  <a:gd name="T6" fmla="*/ 0 60000 65536"/>
                  <a:gd name="T7" fmla="*/ 0 60000 65536"/>
                  <a:gd name="T8" fmla="*/ 0 60000 65536"/>
                  <a:gd name="T9" fmla="*/ 0 w 685"/>
                  <a:gd name="T10" fmla="*/ 0 h 239"/>
                  <a:gd name="T11" fmla="*/ 685 w 685"/>
                  <a:gd name="T12" fmla="*/ 239 h 2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85" h="239">
                    <a:moveTo>
                      <a:pt x="685" y="0"/>
                    </a:moveTo>
                    <a:lnTo>
                      <a:pt x="0" y="239"/>
                    </a:lnTo>
                    <a:lnTo>
                      <a:pt x="2" y="23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9" name="Freeform 56"/>
              <p:cNvSpPr/>
              <p:nvPr/>
            </p:nvSpPr>
            <p:spPr bwMode="auto">
              <a:xfrm>
                <a:off x="4237" y="3142"/>
                <a:ext cx="343" cy="119"/>
              </a:xfrm>
              <a:custGeom>
                <a:avLst/>
                <a:gdLst>
                  <a:gd name="T0" fmla="*/ 0 w 686"/>
                  <a:gd name="T1" fmla="*/ 0 h 239"/>
                  <a:gd name="T2" fmla="*/ 685 w 686"/>
                  <a:gd name="T3" fmla="*/ 239 h 239"/>
                  <a:gd name="T4" fmla="*/ 686 w 686"/>
                  <a:gd name="T5" fmla="*/ 239 h 239"/>
                  <a:gd name="T6" fmla="*/ 0 60000 65536"/>
                  <a:gd name="T7" fmla="*/ 0 60000 65536"/>
                  <a:gd name="T8" fmla="*/ 0 60000 65536"/>
                  <a:gd name="T9" fmla="*/ 0 w 686"/>
                  <a:gd name="T10" fmla="*/ 0 h 239"/>
                  <a:gd name="T11" fmla="*/ 686 w 686"/>
                  <a:gd name="T12" fmla="*/ 239 h 2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86" h="239">
                    <a:moveTo>
                      <a:pt x="0" y="0"/>
                    </a:moveTo>
                    <a:lnTo>
                      <a:pt x="685" y="239"/>
                    </a:lnTo>
                    <a:lnTo>
                      <a:pt x="686" y="23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0" name="Freeform 57"/>
              <p:cNvSpPr/>
              <p:nvPr/>
            </p:nvSpPr>
            <p:spPr bwMode="auto">
              <a:xfrm>
                <a:off x="4237" y="3307"/>
                <a:ext cx="342" cy="119"/>
              </a:xfrm>
              <a:custGeom>
                <a:avLst/>
                <a:gdLst>
                  <a:gd name="T0" fmla="*/ 685 w 685"/>
                  <a:gd name="T1" fmla="*/ 0 h 239"/>
                  <a:gd name="T2" fmla="*/ 0 w 685"/>
                  <a:gd name="T3" fmla="*/ 239 h 239"/>
                  <a:gd name="T4" fmla="*/ 2 w 685"/>
                  <a:gd name="T5" fmla="*/ 239 h 239"/>
                  <a:gd name="T6" fmla="*/ 0 60000 65536"/>
                  <a:gd name="T7" fmla="*/ 0 60000 65536"/>
                  <a:gd name="T8" fmla="*/ 0 60000 65536"/>
                  <a:gd name="T9" fmla="*/ 0 w 685"/>
                  <a:gd name="T10" fmla="*/ 0 h 239"/>
                  <a:gd name="T11" fmla="*/ 685 w 685"/>
                  <a:gd name="T12" fmla="*/ 239 h 2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85" h="239">
                    <a:moveTo>
                      <a:pt x="685" y="0"/>
                    </a:moveTo>
                    <a:lnTo>
                      <a:pt x="0" y="239"/>
                    </a:lnTo>
                    <a:lnTo>
                      <a:pt x="2" y="23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1" name="Freeform 58"/>
              <p:cNvSpPr/>
              <p:nvPr/>
            </p:nvSpPr>
            <p:spPr bwMode="auto">
              <a:xfrm>
                <a:off x="4237" y="3307"/>
                <a:ext cx="343" cy="119"/>
              </a:xfrm>
              <a:custGeom>
                <a:avLst/>
                <a:gdLst>
                  <a:gd name="T0" fmla="*/ 0 w 686"/>
                  <a:gd name="T1" fmla="*/ 0 h 239"/>
                  <a:gd name="T2" fmla="*/ 685 w 686"/>
                  <a:gd name="T3" fmla="*/ 239 h 239"/>
                  <a:gd name="T4" fmla="*/ 686 w 686"/>
                  <a:gd name="T5" fmla="*/ 239 h 239"/>
                  <a:gd name="T6" fmla="*/ 0 60000 65536"/>
                  <a:gd name="T7" fmla="*/ 0 60000 65536"/>
                  <a:gd name="T8" fmla="*/ 0 60000 65536"/>
                  <a:gd name="T9" fmla="*/ 0 w 686"/>
                  <a:gd name="T10" fmla="*/ 0 h 239"/>
                  <a:gd name="T11" fmla="*/ 686 w 686"/>
                  <a:gd name="T12" fmla="*/ 239 h 2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86" h="239">
                    <a:moveTo>
                      <a:pt x="0" y="0"/>
                    </a:moveTo>
                    <a:lnTo>
                      <a:pt x="685" y="239"/>
                    </a:lnTo>
                    <a:lnTo>
                      <a:pt x="686" y="23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2" name="Freeform 59"/>
              <p:cNvSpPr/>
              <p:nvPr/>
            </p:nvSpPr>
            <p:spPr bwMode="auto">
              <a:xfrm>
                <a:off x="4634" y="3216"/>
                <a:ext cx="312" cy="1"/>
              </a:xfrm>
              <a:custGeom>
                <a:avLst/>
                <a:gdLst>
                  <a:gd name="T0" fmla="*/ 624 w 624"/>
                  <a:gd name="T1" fmla="*/ 0 h 1"/>
                  <a:gd name="T2" fmla="*/ 0 w 624"/>
                  <a:gd name="T3" fmla="*/ 0 h 1"/>
                  <a:gd name="T4" fmla="*/ 1 w 62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24"/>
                  <a:gd name="T10" fmla="*/ 0 h 1"/>
                  <a:gd name="T11" fmla="*/ 624 w 62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24" h="1">
                    <a:moveTo>
                      <a:pt x="624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3" name="Freeform 60"/>
              <p:cNvSpPr/>
              <p:nvPr/>
            </p:nvSpPr>
            <p:spPr bwMode="auto">
              <a:xfrm>
                <a:off x="4579" y="3227"/>
                <a:ext cx="55" cy="1"/>
              </a:xfrm>
              <a:custGeom>
                <a:avLst/>
                <a:gdLst>
                  <a:gd name="T0" fmla="*/ 109 w 109"/>
                  <a:gd name="T1" fmla="*/ 0 h 1"/>
                  <a:gd name="T2" fmla="*/ 0 w 109"/>
                  <a:gd name="T3" fmla="*/ 0 h 1"/>
                  <a:gd name="T4" fmla="*/ 1 w 10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09"/>
                  <a:gd name="T10" fmla="*/ 0 h 1"/>
                  <a:gd name="T11" fmla="*/ 109 w 10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9" h="1">
                    <a:moveTo>
                      <a:pt x="10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4" name="Freeform 61"/>
              <p:cNvSpPr/>
              <p:nvPr/>
            </p:nvSpPr>
            <p:spPr bwMode="auto">
              <a:xfrm>
                <a:off x="4579" y="3341"/>
                <a:ext cx="55" cy="1"/>
              </a:xfrm>
              <a:custGeom>
                <a:avLst/>
                <a:gdLst>
                  <a:gd name="T0" fmla="*/ 109 w 109"/>
                  <a:gd name="T1" fmla="*/ 0 h 1"/>
                  <a:gd name="T2" fmla="*/ 0 w 109"/>
                  <a:gd name="T3" fmla="*/ 0 h 1"/>
                  <a:gd name="T4" fmla="*/ 1 w 10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09"/>
                  <a:gd name="T10" fmla="*/ 0 h 1"/>
                  <a:gd name="T11" fmla="*/ 109 w 10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9" h="1">
                    <a:moveTo>
                      <a:pt x="10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5" name="Freeform 62"/>
              <p:cNvSpPr/>
              <p:nvPr/>
            </p:nvSpPr>
            <p:spPr bwMode="auto">
              <a:xfrm>
                <a:off x="4634" y="3352"/>
                <a:ext cx="312" cy="1"/>
              </a:xfrm>
              <a:custGeom>
                <a:avLst/>
                <a:gdLst>
                  <a:gd name="T0" fmla="*/ 624 w 624"/>
                  <a:gd name="T1" fmla="*/ 0 h 1"/>
                  <a:gd name="T2" fmla="*/ 0 w 624"/>
                  <a:gd name="T3" fmla="*/ 0 h 1"/>
                  <a:gd name="T4" fmla="*/ 1 w 62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24"/>
                  <a:gd name="T10" fmla="*/ 0 h 1"/>
                  <a:gd name="T11" fmla="*/ 624 w 62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24" h="1">
                    <a:moveTo>
                      <a:pt x="624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6" name="Freeform 63"/>
              <p:cNvSpPr/>
              <p:nvPr/>
            </p:nvSpPr>
            <p:spPr bwMode="auto">
              <a:xfrm>
                <a:off x="1304" y="3284"/>
                <a:ext cx="30" cy="1"/>
              </a:xfrm>
              <a:custGeom>
                <a:avLst/>
                <a:gdLst>
                  <a:gd name="T0" fmla="*/ 0 w 59"/>
                  <a:gd name="T1" fmla="*/ 0 h 1"/>
                  <a:gd name="T2" fmla="*/ 58 w 59"/>
                  <a:gd name="T3" fmla="*/ 0 h 1"/>
                  <a:gd name="T4" fmla="*/ 59 w 5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9"/>
                  <a:gd name="T10" fmla="*/ 0 h 1"/>
                  <a:gd name="T11" fmla="*/ 59 w 5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9" h="1">
                    <a:moveTo>
                      <a:pt x="0" y="0"/>
                    </a:moveTo>
                    <a:lnTo>
                      <a:pt x="58" y="0"/>
                    </a:lnTo>
                    <a:lnTo>
                      <a:pt x="5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7" name="Freeform 64"/>
              <p:cNvSpPr/>
              <p:nvPr/>
            </p:nvSpPr>
            <p:spPr bwMode="auto">
              <a:xfrm>
                <a:off x="1370" y="3284"/>
                <a:ext cx="944" cy="1"/>
              </a:xfrm>
              <a:custGeom>
                <a:avLst/>
                <a:gdLst>
                  <a:gd name="T0" fmla="*/ 0 w 1888"/>
                  <a:gd name="T1" fmla="*/ 0 h 1"/>
                  <a:gd name="T2" fmla="*/ 1887 w 1888"/>
                  <a:gd name="T3" fmla="*/ 0 h 1"/>
                  <a:gd name="T4" fmla="*/ 1888 w 188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888"/>
                  <a:gd name="T10" fmla="*/ 0 h 1"/>
                  <a:gd name="T11" fmla="*/ 1888 w 188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88" h="1">
                    <a:moveTo>
                      <a:pt x="0" y="0"/>
                    </a:moveTo>
                    <a:lnTo>
                      <a:pt x="1887" y="0"/>
                    </a:lnTo>
                    <a:lnTo>
                      <a:pt x="188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8" name="Freeform 65"/>
              <p:cNvSpPr/>
              <p:nvPr/>
            </p:nvSpPr>
            <p:spPr bwMode="auto">
              <a:xfrm>
                <a:off x="2357" y="3284"/>
                <a:ext cx="31" cy="1"/>
              </a:xfrm>
              <a:custGeom>
                <a:avLst/>
                <a:gdLst>
                  <a:gd name="T0" fmla="*/ 0 w 60"/>
                  <a:gd name="T1" fmla="*/ 0 h 1"/>
                  <a:gd name="T2" fmla="*/ 59 w 60"/>
                  <a:gd name="T3" fmla="*/ 0 h 1"/>
                  <a:gd name="T4" fmla="*/ 60 w 6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0"/>
                  <a:gd name="T10" fmla="*/ 0 h 1"/>
                  <a:gd name="T11" fmla="*/ 60 w 6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0" h="1">
                    <a:moveTo>
                      <a:pt x="0" y="0"/>
                    </a:moveTo>
                    <a:lnTo>
                      <a:pt x="59" y="0"/>
                    </a:lnTo>
                    <a:lnTo>
                      <a:pt x="6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9" name="Freeform 66"/>
              <p:cNvSpPr/>
              <p:nvPr/>
            </p:nvSpPr>
            <p:spPr bwMode="auto">
              <a:xfrm>
                <a:off x="2423" y="3284"/>
                <a:ext cx="1093" cy="1"/>
              </a:xfrm>
              <a:custGeom>
                <a:avLst/>
                <a:gdLst>
                  <a:gd name="T0" fmla="*/ 0 w 2185"/>
                  <a:gd name="T1" fmla="*/ 0 h 1"/>
                  <a:gd name="T2" fmla="*/ 2184 w 2185"/>
                  <a:gd name="T3" fmla="*/ 0 h 1"/>
                  <a:gd name="T4" fmla="*/ 2185 w 218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185"/>
                  <a:gd name="T10" fmla="*/ 0 h 1"/>
                  <a:gd name="T11" fmla="*/ 2185 w 218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85" h="1">
                    <a:moveTo>
                      <a:pt x="0" y="0"/>
                    </a:moveTo>
                    <a:lnTo>
                      <a:pt x="2184" y="0"/>
                    </a:lnTo>
                    <a:lnTo>
                      <a:pt x="218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0" name="Freeform 67"/>
              <p:cNvSpPr/>
              <p:nvPr/>
            </p:nvSpPr>
            <p:spPr bwMode="auto">
              <a:xfrm>
                <a:off x="3560" y="3284"/>
                <a:ext cx="37" cy="1"/>
              </a:xfrm>
              <a:custGeom>
                <a:avLst/>
                <a:gdLst>
                  <a:gd name="T0" fmla="*/ 0 w 75"/>
                  <a:gd name="T1" fmla="*/ 0 h 1"/>
                  <a:gd name="T2" fmla="*/ 74 w 75"/>
                  <a:gd name="T3" fmla="*/ 0 h 1"/>
                  <a:gd name="T4" fmla="*/ 75 w 7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5"/>
                  <a:gd name="T10" fmla="*/ 0 h 1"/>
                  <a:gd name="T11" fmla="*/ 75 w 7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5" h="1">
                    <a:moveTo>
                      <a:pt x="0" y="0"/>
                    </a:moveTo>
                    <a:lnTo>
                      <a:pt x="74" y="0"/>
                    </a:lnTo>
                    <a:lnTo>
                      <a:pt x="7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1" name="Freeform 68"/>
              <p:cNvSpPr/>
              <p:nvPr/>
            </p:nvSpPr>
            <p:spPr bwMode="auto">
              <a:xfrm>
                <a:off x="3649" y="3284"/>
                <a:ext cx="699" cy="1"/>
              </a:xfrm>
              <a:custGeom>
                <a:avLst/>
                <a:gdLst>
                  <a:gd name="T0" fmla="*/ 0 w 1397"/>
                  <a:gd name="T1" fmla="*/ 0 h 1"/>
                  <a:gd name="T2" fmla="*/ 1396 w 1397"/>
                  <a:gd name="T3" fmla="*/ 0 h 1"/>
                  <a:gd name="T4" fmla="*/ 1397 w 139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397"/>
                  <a:gd name="T10" fmla="*/ 0 h 1"/>
                  <a:gd name="T11" fmla="*/ 1397 w 139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97" h="1">
                    <a:moveTo>
                      <a:pt x="0" y="0"/>
                    </a:moveTo>
                    <a:lnTo>
                      <a:pt x="1396" y="0"/>
                    </a:lnTo>
                    <a:lnTo>
                      <a:pt x="139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2" name="Freeform 69"/>
              <p:cNvSpPr/>
              <p:nvPr/>
            </p:nvSpPr>
            <p:spPr bwMode="auto">
              <a:xfrm>
                <a:off x="4378" y="3284"/>
                <a:ext cx="16" cy="1"/>
              </a:xfrm>
              <a:custGeom>
                <a:avLst/>
                <a:gdLst>
                  <a:gd name="T0" fmla="*/ 0 w 32"/>
                  <a:gd name="T1" fmla="*/ 0 h 1"/>
                  <a:gd name="T2" fmla="*/ 31 w 32"/>
                  <a:gd name="T3" fmla="*/ 0 h 1"/>
                  <a:gd name="T4" fmla="*/ 32 w 3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2"/>
                  <a:gd name="T10" fmla="*/ 0 h 1"/>
                  <a:gd name="T11" fmla="*/ 32 w 3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2" h="1">
                    <a:moveTo>
                      <a:pt x="0" y="0"/>
                    </a:moveTo>
                    <a:lnTo>
                      <a:pt x="31" y="0"/>
                    </a:lnTo>
                    <a:lnTo>
                      <a:pt x="32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3" name="Freeform 70"/>
              <p:cNvSpPr/>
              <p:nvPr/>
            </p:nvSpPr>
            <p:spPr bwMode="auto">
              <a:xfrm>
                <a:off x="4420" y="3284"/>
                <a:ext cx="577" cy="1"/>
              </a:xfrm>
              <a:custGeom>
                <a:avLst/>
                <a:gdLst>
                  <a:gd name="T0" fmla="*/ 0 w 1153"/>
                  <a:gd name="T1" fmla="*/ 0 h 1"/>
                  <a:gd name="T2" fmla="*/ 1152 w 1153"/>
                  <a:gd name="T3" fmla="*/ 0 h 1"/>
                  <a:gd name="T4" fmla="*/ 1153 w 115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153"/>
                  <a:gd name="T10" fmla="*/ 0 h 1"/>
                  <a:gd name="T11" fmla="*/ 1153 w 115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53" h="1">
                    <a:moveTo>
                      <a:pt x="0" y="0"/>
                    </a:moveTo>
                    <a:lnTo>
                      <a:pt x="1152" y="0"/>
                    </a:lnTo>
                    <a:lnTo>
                      <a:pt x="115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4" name="Freeform 71"/>
              <p:cNvSpPr/>
              <p:nvPr/>
            </p:nvSpPr>
            <p:spPr bwMode="auto">
              <a:xfrm>
                <a:off x="1573" y="3493"/>
                <a:ext cx="188" cy="30"/>
              </a:xfrm>
              <a:custGeom>
                <a:avLst/>
                <a:gdLst>
                  <a:gd name="T0" fmla="*/ 376 w 376"/>
                  <a:gd name="T1" fmla="*/ 60 h 60"/>
                  <a:gd name="T2" fmla="*/ 188 w 376"/>
                  <a:gd name="T3" fmla="*/ 0 h 60"/>
                  <a:gd name="T4" fmla="*/ 0 w 376"/>
                  <a:gd name="T5" fmla="*/ 60 h 60"/>
                  <a:gd name="T6" fmla="*/ 1 w 376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6"/>
                  <a:gd name="T13" fmla="*/ 0 h 60"/>
                  <a:gd name="T14" fmla="*/ 376 w 376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6" h="60">
                    <a:moveTo>
                      <a:pt x="376" y="60"/>
                    </a:moveTo>
                    <a:lnTo>
                      <a:pt x="188" y="0"/>
                    </a:lnTo>
                    <a:lnTo>
                      <a:pt x="0" y="60"/>
                    </a:lnTo>
                    <a:lnTo>
                      <a:pt x="1" y="6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7" name="Oval 72"/>
            <p:cNvSpPr>
              <a:spLocks noChangeArrowheads="1"/>
            </p:cNvSpPr>
            <p:nvPr/>
          </p:nvSpPr>
          <p:spPr bwMode="auto">
            <a:xfrm>
              <a:off x="3551816" y="4889088"/>
              <a:ext cx="650875" cy="6223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8" name="Oval 73"/>
            <p:cNvSpPr>
              <a:spLocks noChangeArrowheads="1"/>
            </p:cNvSpPr>
            <p:nvPr/>
          </p:nvSpPr>
          <p:spPr bwMode="auto">
            <a:xfrm>
              <a:off x="5974341" y="4877975"/>
              <a:ext cx="650875" cy="6223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72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8"/>
          <p:cNvSpPr txBox="1">
            <a:spLocks noChangeArrowheads="1"/>
          </p:cNvSpPr>
          <p:nvPr/>
        </p:nvSpPr>
        <p:spPr bwMode="auto">
          <a:xfrm>
            <a:off x="4471195" y="412176"/>
            <a:ext cx="324960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 课后作业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4309293" y="1556792"/>
            <a:ext cx="3231975" cy="319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P42 – 1, 3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P43 – 7, 8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P44 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– 11, 12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P45 – 15,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16,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P47 – 1, 3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ISPRING_RESOURCE_PATHS_HASH_PRESENTER" val="71a95fcf66203d38bc361677577eb4a2de51b675"/>
  <p:tag name="KSO_WPP_MARK_KEY" val="6c733bfc-02d7-4d55-9ab3-73d59bdf8959"/>
  <p:tag name="COMMONDATA" val="eyJoZGlkIjoiODJmN2FlNTk5ZDc5YWY1ZDIwZDMzYzFiYWNjYTQ1OTkifQ=="/>
</p:tagLst>
</file>

<file path=ppt/theme/theme1.xml><?xml version="1.0" encoding="utf-8"?>
<a:theme xmlns:a="http://schemas.openxmlformats.org/drawingml/2006/main" name="Office 主题​​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0C0C0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5432</Words>
  <Application>WPS 演示</Application>
  <PresentationFormat>宽屏</PresentationFormat>
  <Paragraphs>1300</Paragraphs>
  <Slides>71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71</vt:i4>
      </vt:variant>
    </vt:vector>
  </HeadingPairs>
  <TitlesOfParts>
    <vt:vector size="96" baseType="lpstr">
      <vt:lpstr>Arial</vt:lpstr>
      <vt:lpstr>宋体</vt:lpstr>
      <vt:lpstr>Wingdings</vt:lpstr>
      <vt:lpstr>Calibri</vt:lpstr>
      <vt:lpstr>黑体</vt:lpstr>
      <vt:lpstr>华文新魏</vt:lpstr>
      <vt:lpstr>微软雅黑</vt:lpstr>
      <vt:lpstr>华文细黑</vt:lpstr>
      <vt:lpstr>等线</vt:lpstr>
      <vt:lpstr>Times New Roman</vt:lpstr>
      <vt:lpstr>Arial Unicode MS</vt:lpstr>
      <vt:lpstr>Tahoma</vt:lpstr>
      <vt:lpstr>Marlett</vt:lpstr>
      <vt:lpstr>隶书</vt:lpstr>
      <vt:lpstr>Symbol</vt:lpstr>
      <vt:lpstr>CommercialPi BT</vt:lpstr>
      <vt:lpstr>Monotype Sorts</vt:lpstr>
      <vt:lpstr>Wingdings</vt:lpstr>
      <vt:lpstr>Monotype Sorts</vt:lpstr>
      <vt:lpstr>ISOCPEUR</vt:lpstr>
      <vt:lpstr>ISOCPEUR</vt:lpstr>
      <vt:lpstr>ISOCTEUR</vt:lpstr>
      <vt:lpstr>Office 主题​​</vt:lpstr>
      <vt:lpstr>PBrush</vt:lpstr>
      <vt:lpstr>PBrush</vt:lpstr>
      <vt:lpstr>PowerPoint 演示文稿</vt:lpstr>
      <vt:lpstr>表达方法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10.1 视图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10.2 剖视图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10.3 断面图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10.4 规定画法和简化画法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wyh</dc:creator>
  <cp:lastModifiedBy>当条咸鱼</cp:lastModifiedBy>
  <cp:revision>1905</cp:revision>
  <dcterms:created xsi:type="dcterms:W3CDTF">2013-06-24T05:49:00Z</dcterms:created>
  <dcterms:modified xsi:type="dcterms:W3CDTF">2025-04-14T08:11:17Z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EF63214FBAFF4667876C4717B53C1045</vt:lpwstr>
  </property>
  <property fmtid="{D5CDD505-2E9C-101B-9397-08002B2CF9AE}" pid="3" name="KSOProductBuildVer">
    <vt:lpwstr>2052-11.1.0.12165</vt:lpwstr>
  </property>
</Properties>
</file>