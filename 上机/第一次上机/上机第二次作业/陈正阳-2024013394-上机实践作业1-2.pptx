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2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72440" y="657860"/>
            <a:ext cx="5612130" cy="5694680"/>
          </a:xfrm>
        </p:spPr>
        <p:txBody>
          <a:bodyPr>
            <a:normAutofit lnSpcReduction="20000"/>
          </a:bodyPr>
          <a:p>
            <a:pPr>
              <a:lnSpc>
                <a:spcPct val="140000"/>
              </a:lnSpc>
            </a:pPr>
            <a:r>
              <a:rPr lang="zh-CN" altLang="en-US"/>
              <a:t>我的作品名字叫做</a:t>
            </a:r>
            <a:r>
              <a:rPr lang="zh-CN" altLang="en-US" b="1"/>
              <a:t>《没头脑和不高兴》</a:t>
            </a:r>
            <a:endParaRPr lang="zh-CN" altLang="en-US" b="1"/>
          </a:p>
          <a:p>
            <a:pPr>
              <a:lnSpc>
                <a:spcPct val="140000"/>
              </a:lnSpc>
            </a:pPr>
            <a:r>
              <a:rPr lang="zh-CN" altLang="en-US"/>
              <a:t>灵感来自于经典动画《海绵宝宝》中的两位角色</a:t>
            </a:r>
            <a:r>
              <a:rPr lang="en-US" altLang="zh-CN"/>
              <a:t>——</a:t>
            </a:r>
            <a:r>
              <a:rPr lang="zh-CN" altLang="en-US"/>
              <a:t>派大星（派总）和章鱼哥，具体是仿照右图进行绘制的。</a:t>
            </a:r>
            <a:endParaRPr lang="zh-CN" altLang="en-US"/>
          </a:p>
          <a:p>
            <a:pPr>
              <a:lnSpc>
                <a:spcPct val="140000"/>
              </a:lnSpc>
            </a:pP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/>
              <a:t>左侧是</a:t>
            </a:r>
            <a:r>
              <a:rPr lang="en-US" altLang="zh-CN"/>
              <a:t>“</a:t>
            </a:r>
            <a:r>
              <a:rPr lang="zh-CN" altLang="en-US"/>
              <a:t>没头脑</a:t>
            </a:r>
            <a:r>
              <a:rPr lang="en-US" altLang="zh-CN"/>
              <a:t>”</a:t>
            </a:r>
            <a:r>
              <a:rPr lang="zh-CN" altLang="en-US"/>
              <a:t>的派大星，一副脑袋空空的表情；右侧是</a:t>
            </a:r>
            <a:r>
              <a:rPr lang="en-US" altLang="zh-CN"/>
              <a:t>“</a:t>
            </a:r>
            <a:r>
              <a:rPr lang="zh-CN" altLang="en-US"/>
              <a:t>不高兴</a:t>
            </a:r>
            <a:r>
              <a:rPr lang="en-US" altLang="zh-CN"/>
              <a:t>”</a:t>
            </a:r>
            <a:r>
              <a:rPr lang="zh-CN" altLang="en-US"/>
              <a:t>的章鱼哥，一副打工人的命苦表情。</a:t>
            </a:r>
            <a:endParaRPr lang="zh-CN" altLang="en-US"/>
          </a:p>
          <a:p>
            <a:pPr>
              <a:lnSpc>
                <a:spcPct val="140000"/>
              </a:lnSpc>
            </a:pPr>
            <a:endParaRPr lang="zh-CN" altLang="en-US"/>
          </a:p>
          <a:p>
            <a:pPr>
              <a:lnSpc>
                <a:spcPct val="140000"/>
              </a:lnSpc>
            </a:pPr>
            <a:r>
              <a:rPr lang="zh-CN" altLang="en-US"/>
              <a:t>作品只是图一乐，看看就行，没有任何隐喻，切勿过度解读。</a:t>
            </a:r>
            <a:endParaRPr lang="zh-CN" altLang="en-US"/>
          </a:p>
          <a:p>
            <a:pPr>
              <a:lnSpc>
                <a:spcPct val="140000"/>
              </a:lnSpc>
            </a:pPr>
            <a:endParaRPr lang="zh-CN" altLang="en-US"/>
          </a:p>
        </p:txBody>
      </p:sp>
      <p:pic>
        <p:nvPicPr>
          <p:cNvPr id="4" name="图片 3" descr="不高兴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745" y="1754505"/>
            <a:ext cx="2536190" cy="3354070"/>
          </a:xfrm>
          <a:prstGeom prst="rect">
            <a:avLst/>
          </a:prstGeom>
        </p:spPr>
      </p:pic>
      <p:pic>
        <p:nvPicPr>
          <p:cNvPr id="5" name="图片 4" descr="没头脑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90" y="1754505"/>
            <a:ext cx="2510790" cy="33483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《没头脑和不高兴》</a:t>
            </a:r>
            <a:endParaRPr lang="zh-CN" altLang="en-US"/>
          </a:p>
        </p:txBody>
      </p:sp>
      <p:pic>
        <p:nvPicPr>
          <p:cNvPr id="4" name="内容占位符 3" descr="屏幕截图 2025-03-18 16180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2670" y="1691005"/>
            <a:ext cx="10106025" cy="49968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853,&quot;width&quot;:13861}"/>
</p:tagLst>
</file>

<file path=ppt/tags/tag2.xml><?xml version="1.0" encoding="utf-8"?>
<p:tagLst xmlns:p="http://schemas.openxmlformats.org/presentationml/2006/main">
  <p:tag name="COMMONDATA" val="eyJoZGlkIjoiODJmN2FlNTk5ZDc5YWY1ZDIwZDMzYzFiYWNjYTQ1O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WPS 演示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陈正阳</dc:creator>
  <cp:lastModifiedBy>当条咸鱼</cp:lastModifiedBy>
  <cp:revision>3</cp:revision>
  <dcterms:created xsi:type="dcterms:W3CDTF">2025-03-17T02:03:00Z</dcterms:created>
  <dcterms:modified xsi:type="dcterms:W3CDTF">2025-03-18T08:29:48Z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949DFB08B73D4355A9981A95B1FB478D</vt:lpwstr>
  </property>
  <property fmtid="{D5CDD505-2E9C-101B-9397-08002B2CF9AE}" pid="3" name="KSOProductBuildVer">
    <vt:lpwstr>2052-11.1.0.12165</vt:lpwstr>
  </property>
</Properties>
</file>