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3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78890" y="1149350"/>
            <a:ext cx="9633585" cy="596265"/>
          </a:xfrm>
        </p:spPr>
        <p:txBody>
          <a:bodyPr>
            <a:normAutofit fontScale="90000"/>
          </a:bodyPr>
          <a:p>
            <a:r>
              <a:rPr lang="zh-CN" altLang="en-US"/>
              <a:t>个人创意作业</a:t>
            </a:r>
            <a:r>
              <a:rPr lang="en-US" altLang="zh-CN"/>
              <a:t>——</a:t>
            </a:r>
            <a:r>
              <a:rPr lang="zh-CN" altLang="en-US"/>
              <a:t>有点水瓶</a:t>
            </a:r>
            <a:br>
              <a:rPr lang="zh-CN" altLang="en-US"/>
            </a:br>
            <a:r>
              <a:rPr lang="en-US" altLang="zh-CN" sz="3100"/>
              <a:t>2024013394 </a:t>
            </a:r>
            <a:r>
              <a:rPr lang="zh-CN" altLang="en-US" sz="3100"/>
              <a:t>陈正阳</a:t>
            </a:r>
            <a:endParaRPr lang="zh-CN" altLang="en-US" sz="310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1963420"/>
            <a:ext cx="9144000" cy="4093210"/>
          </a:xfrm>
        </p:spPr>
        <p:txBody>
          <a:bodyPr>
            <a:normAutofit lnSpcReduction="20000"/>
          </a:bodyPr>
          <a:p>
            <a:pPr algn="l">
              <a:lnSpc>
                <a:spcPct val="110000"/>
              </a:lnSpc>
            </a:pPr>
            <a:r>
              <a:rPr lang="en-US" altLang="zh-CN"/>
              <a:t>         </a:t>
            </a:r>
            <a:r>
              <a:rPr lang="zh-CN" altLang="en-US"/>
              <a:t>这个创意作业就是一个小型水瓶，这样的话，每个人看到这个小物件都会说一句</a:t>
            </a:r>
            <a:r>
              <a:rPr lang="en-US" altLang="zh-CN"/>
              <a:t>“</a:t>
            </a:r>
            <a:r>
              <a:rPr lang="zh-CN" altLang="en-US"/>
              <a:t>有点水瓶</a:t>
            </a:r>
            <a:r>
              <a:rPr lang="en-US" altLang="zh-CN"/>
              <a:t>”</a:t>
            </a:r>
            <a:r>
              <a:rPr lang="zh-CN" altLang="en-US"/>
              <a:t>（）</a:t>
            </a:r>
            <a:endParaRPr lang="zh-CN" altLang="en-US"/>
          </a:p>
          <a:p>
            <a:pPr algn="l">
              <a:lnSpc>
                <a:spcPct val="110000"/>
              </a:lnSpc>
            </a:pPr>
            <a:r>
              <a:rPr lang="en-US" altLang="zh-CN"/>
              <a:t>         </a:t>
            </a:r>
            <a:r>
              <a:rPr lang="zh-CN" altLang="en-US"/>
              <a:t>这个水瓶内部是中空的，可以装液体，（但是显然装不了多少），有瓶盖，和正常矿泉水瓶一样，可以盖上盖子。可以当做一个桌面的小摆件</a:t>
            </a:r>
            <a:endParaRPr lang="zh-CN" altLang="en-US"/>
          </a:p>
          <a:p>
            <a:pPr algn="l">
              <a:lnSpc>
                <a:spcPct val="110000"/>
              </a:lnSpc>
            </a:pPr>
            <a:r>
              <a:rPr lang="en-US" altLang="zh-CN"/>
              <a:t>        </a:t>
            </a:r>
            <a:r>
              <a:rPr lang="zh-CN" altLang="en-US"/>
              <a:t>这个水瓶的边缘有拉伸切除的波浪形花纹，瓶底做了凹陷处理，方便瓶子更稳定地立起来，外观上简约美观</a:t>
            </a:r>
            <a:endParaRPr lang="zh-CN" altLang="en-US"/>
          </a:p>
          <a:p>
            <a:pPr algn="l">
              <a:lnSpc>
                <a:spcPct val="110000"/>
              </a:lnSpc>
            </a:pPr>
            <a:r>
              <a:rPr lang="en-US" altLang="zh-CN"/>
              <a:t>         </a:t>
            </a:r>
            <a:r>
              <a:rPr lang="zh-CN" altLang="en-US"/>
              <a:t>第一次打印的瓶盖不是很合适，所以适当调整之后，又单独打印了一个瓶盖，能够紧密贴合瓶口的螺纹。还有一个放瓶盖的小底座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81075" y="916940"/>
            <a:ext cx="4053205" cy="50234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000" y="181610"/>
            <a:ext cx="5100955" cy="31870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2940" y="3645535"/>
            <a:ext cx="4946015" cy="29705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70205" y="621665"/>
            <a:ext cx="5132070" cy="56140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5810" y="743585"/>
            <a:ext cx="3117850" cy="271589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5810" y="3644900"/>
            <a:ext cx="4618355" cy="29438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1150" y="727075"/>
            <a:ext cx="2454275" cy="273240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853,&quot;width&quot;:5529}"/>
</p:tagLst>
</file>

<file path=ppt/tags/tag2.xml><?xml version="1.0" encoding="utf-8"?>
<p:tagLst xmlns:p="http://schemas.openxmlformats.org/presentationml/2006/main">
  <p:tag name="KSO_WM_UNIT_PLACING_PICTURE_USER_VIEWPORT" val="{&quot;height&quot;:6853,&quot;width&quot;:6265}"/>
</p:tagLst>
</file>

<file path=ppt/tags/tag3.xml><?xml version="1.0" encoding="utf-8"?>
<p:tagLst xmlns:p="http://schemas.openxmlformats.org/presentationml/2006/main">
  <p:tag name="COMMONDATA" val="eyJoZGlkIjoiODJmN2FlNTk5ZDc5YWY1ZDIwZDMzYzFiYWNjYTQ1OTkifQ=="/>
  <p:tag name="KSO_WPP_MARK_KEY" val="a12cfe1f-d304-4ea5-be8a-74ebb49eee75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</Words>
  <Application>WPS 演示</Application>
  <PresentationFormat>宽屏</PresentationFormat>
  <Paragraphs>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Arial</vt:lpstr>
      <vt:lpstr>宋体</vt:lpstr>
      <vt:lpstr>Wingdings</vt:lpstr>
      <vt:lpstr>微软雅黑</vt:lpstr>
      <vt:lpstr>Calibri</vt:lpstr>
      <vt:lpstr>Arial Unicode MS</vt:lpstr>
      <vt:lpstr>Office 主题</vt:lpstr>
      <vt:lpstr>个人创意作业——有点水瓶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陈正阳</dc:creator>
  <cp:lastModifiedBy>当条咸鱼</cp:lastModifiedBy>
  <cp:revision>6</cp:revision>
  <dcterms:created xsi:type="dcterms:W3CDTF">2025-05-13T13:15:00Z</dcterms:created>
  <dcterms:modified xsi:type="dcterms:W3CDTF">2025-05-19T06:53:16Z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F49F6156929D416C80037A16EF69571C</vt:lpwstr>
  </property>
  <property fmtid="{D5CDD505-2E9C-101B-9397-08002B2CF9AE}" pid="3" name="KSOProductBuildVer">
    <vt:lpwstr>2052-11.1.0.12165</vt:lpwstr>
  </property>
</Properties>
</file>